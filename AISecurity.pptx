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png" ContentType="image/pn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10693400" cy="7562850"/>
  <p:notesSz cx="10693400" cy="7562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5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1E98FD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5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600" b="0" i="0">
                <a:solidFill>
                  <a:srgbClr val="1E98FD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5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5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39299" y="1355869"/>
            <a:ext cx="5342890" cy="5549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5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5483" y="2317952"/>
            <a:ext cx="9316720" cy="3683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00" b="0" i="0">
                <a:solidFill>
                  <a:srgbClr val="1E98FD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image" Target="../media/image19.png"/><Relationship Id="rId15" Type="http://schemas.openxmlformats.org/officeDocument/2006/relationships/image" Target="../media/image20.png"/><Relationship Id="rId16" Type="http://schemas.openxmlformats.org/officeDocument/2006/relationships/image" Target="../media/image21.png"/><Relationship Id="rId17" Type="http://schemas.openxmlformats.org/officeDocument/2006/relationships/image" Target="../media/image22.png"/><Relationship Id="rId18" Type="http://schemas.openxmlformats.org/officeDocument/2006/relationships/image" Target="../media/image23.png"/><Relationship Id="rId19" Type="http://schemas.openxmlformats.org/officeDocument/2006/relationships/image" Target="../media/image24.png"/><Relationship Id="rId20" Type="http://schemas.openxmlformats.org/officeDocument/2006/relationships/image" Target="../media/image25.png"/><Relationship Id="rId21" Type="http://schemas.openxmlformats.org/officeDocument/2006/relationships/image" Target="../media/image26.png"/><Relationship Id="rId22" Type="http://schemas.openxmlformats.org/officeDocument/2006/relationships/image" Target="../media/image27.png"/><Relationship Id="rId23" Type="http://schemas.openxmlformats.org/officeDocument/2006/relationships/image" Target="../media/image28.png"/><Relationship Id="rId24" Type="http://schemas.openxmlformats.org/officeDocument/2006/relationships/image" Target="../media/image29.png"/><Relationship Id="rId25" Type="http://schemas.openxmlformats.org/officeDocument/2006/relationships/image" Target="../media/image30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image" Target="../media/image38.png"/><Relationship Id="rId10" Type="http://schemas.openxmlformats.org/officeDocument/2006/relationships/image" Target="../media/image39.png"/><Relationship Id="rId11" Type="http://schemas.openxmlformats.org/officeDocument/2006/relationships/image" Target="../media/image40.png"/><Relationship Id="rId12" Type="http://schemas.openxmlformats.org/officeDocument/2006/relationships/image" Target="../media/image41.png"/><Relationship Id="rId13" Type="http://schemas.openxmlformats.org/officeDocument/2006/relationships/image" Target="../media/image42.png"/><Relationship Id="rId14" Type="http://schemas.openxmlformats.org/officeDocument/2006/relationships/image" Target="../media/image43.png"/><Relationship Id="rId15" Type="http://schemas.openxmlformats.org/officeDocument/2006/relationships/image" Target="../media/image44.png"/><Relationship Id="rId16" Type="http://schemas.openxmlformats.org/officeDocument/2006/relationships/image" Target="../media/image45.png"/><Relationship Id="rId17" Type="http://schemas.openxmlformats.org/officeDocument/2006/relationships/image" Target="../media/image46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54.png"/><Relationship Id="rId10" Type="http://schemas.openxmlformats.org/officeDocument/2006/relationships/image" Target="../media/image55.png"/><Relationship Id="rId11" Type="http://schemas.openxmlformats.org/officeDocument/2006/relationships/image" Target="../media/image56.png"/><Relationship Id="rId12" Type="http://schemas.openxmlformats.org/officeDocument/2006/relationships/image" Target="../media/image57.png"/><Relationship Id="rId13" Type="http://schemas.openxmlformats.org/officeDocument/2006/relationships/image" Target="../media/image58.png"/><Relationship Id="rId14" Type="http://schemas.openxmlformats.org/officeDocument/2006/relationships/image" Target="../media/image59.png"/><Relationship Id="rId15" Type="http://schemas.openxmlformats.org/officeDocument/2006/relationships/image" Target="../media/image60.png"/><Relationship Id="rId16" Type="http://schemas.openxmlformats.org/officeDocument/2006/relationships/image" Target="../media/image61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Relationship Id="rId9" Type="http://schemas.openxmlformats.org/officeDocument/2006/relationships/image" Target="../media/image69.png"/><Relationship Id="rId10" Type="http://schemas.openxmlformats.org/officeDocument/2006/relationships/image" Target="../media/image70.png"/><Relationship Id="rId11" Type="http://schemas.openxmlformats.org/officeDocument/2006/relationships/image" Target="../media/image71.png"/><Relationship Id="rId12" Type="http://schemas.openxmlformats.org/officeDocument/2006/relationships/image" Target="../media/image72.png"/><Relationship Id="rId13" Type="http://schemas.openxmlformats.org/officeDocument/2006/relationships/image" Target="../media/image73.png"/><Relationship Id="rId14" Type="http://schemas.openxmlformats.org/officeDocument/2006/relationships/image" Target="../media/image74.png"/><Relationship Id="rId15" Type="http://schemas.openxmlformats.org/officeDocument/2006/relationships/image" Target="../media/image75.png"/><Relationship Id="rId16" Type="http://schemas.openxmlformats.org/officeDocument/2006/relationships/image" Target="../media/image76.png"/><Relationship Id="rId17" Type="http://schemas.openxmlformats.org/officeDocument/2006/relationships/image" Target="../media/image77.png"/><Relationship Id="rId18" Type="http://schemas.openxmlformats.org/officeDocument/2006/relationships/image" Target="../media/image78.png"/><Relationship Id="rId19" Type="http://schemas.openxmlformats.org/officeDocument/2006/relationships/image" Target="../media/image79.png"/><Relationship Id="rId20" Type="http://schemas.openxmlformats.org/officeDocument/2006/relationships/image" Target="../media/image80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1.png"/><Relationship Id="rId3" Type="http://schemas.openxmlformats.org/officeDocument/2006/relationships/image" Target="../media/image82.png"/><Relationship Id="rId4" Type="http://schemas.openxmlformats.org/officeDocument/2006/relationships/image" Target="../media/image83.png"/><Relationship Id="rId5" Type="http://schemas.openxmlformats.org/officeDocument/2006/relationships/image" Target="../media/image84.png"/><Relationship Id="rId6" Type="http://schemas.openxmlformats.org/officeDocument/2006/relationships/image" Target="../media/image85.png"/><Relationship Id="rId7" Type="http://schemas.openxmlformats.org/officeDocument/2006/relationships/image" Target="../media/image86.png"/><Relationship Id="rId8" Type="http://schemas.openxmlformats.org/officeDocument/2006/relationships/image" Target="../media/image87.png"/><Relationship Id="rId9" Type="http://schemas.openxmlformats.org/officeDocument/2006/relationships/image" Target="../media/image88.png"/><Relationship Id="rId10" Type="http://schemas.openxmlformats.org/officeDocument/2006/relationships/image" Target="../media/image89.png"/><Relationship Id="rId11" Type="http://schemas.openxmlformats.org/officeDocument/2006/relationships/image" Target="../media/image90.png"/><Relationship Id="rId12" Type="http://schemas.openxmlformats.org/officeDocument/2006/relationships/image" Target="../media/image91.png"/><Relationship Id="rId13" Type="http://schemas.openxmlformats.org/officeDocument/2006/relationships/image" Target="../media/image92.png"/><Relationship Id="rId14" Type="http://schemas.openxmlformats.org/officeDocument/2006/relationships/image" Target="../media/image93.png"/><Relationship Id="rId15" Type="http://schemas.openxmlformats.org/officeDocument/2006/relationships/image" Target="../media/image94.png"/><Relationship Id="rId16" Type="http://schemas.openxmlformats.org/officeDocument/2006/relationships/image" Target="../media/image95.png"/><Relationship Id="rId17" Type="http://schemas.openxmlformats.org/officeDocument/2006/relationships/image" Target="../media/image96.png"/><Relationship Id="rId18" Type="http://schemas.openxmlformats.org/officeDocument/2006/relationships/image" Target="../media/image97.png"/><Relationship Id="rId19" Type="http://schemas.openxmlformats.org/officeDocument/2006/relationships/image" Target="../media/image98.png"/><Relationship Id="rId20" Type="http://schemas.openxmlformats.org/officeDocument/2006/relationships/image" Target="../media/image99.png"/><Relationship Id="rId21" Type="http://schemas.openxmlformats.org/officeDocument/2006/relationships/image" Target="../media/image100.png"/><Relationship Id="rId22" Type="http://schemas.openxmlformats.org/officeDocument/2006/relationships/image" Target="../media/image101.png"/><Relationship Id="rId23" Type="http://schemas.openxmlformats.org/officeDocument/2006/relationships/image" Target="../media/image102.png"/><Relationship Id="rId24" Type="http://schemas.openxmlformats.org/officeDocument/2006/relationships/image" Target="../media/image103.png"/><Relationship Id="rId25" Type="http://schemas.openxmlformats.org/officeDocument/2006/relationships/image" Target="../media/image104.png"/><Relationship Id="rId26" Type="http://schemas.openxmlformats.org/officeDocument/2006/relationships/image" Target="../media/image105.png"/><Relationship Id="rId27" Type="http://schemas.openxmlformats.org/officeDocument/2006/relationships/image" Target="../media/image106.png"/><Relationship Id="rId28" Type="http://schemas.openxmlformats.org/officeDocument/2006/relationships/image" Target="../media/image107.png"/><Relationship Id="rId29" Type="http://schemas.openxmlformats.org/officeDocument/2006/relationships/image" Target="../media/image108.png"/><Relationship Id="rId30" Type="http://schemas.openxmlformats.org/officeDocument/2006/relationships/image" Target="../media/image109.png"/><Relationship Id="rId31" Type="http://schemas.openxmlformats.org/officeDocument/2006/relationships/image" Target="../media/image110.png"/><Relationship Id="rId32" Type="http://schemas.openxmlformats.org/officeDocument/2006/relationships/image" Target="../media/image111.png"/><Relationship Id="rId33" Type="http://schemas.openxmlformats.org/officeDocument/2006/relationships/image" Target="../media/image112.png"/><Relationship Id="rId34" Type="http://schemas.openxmlformats.org/officeDocument/2006/relationships/image" Target="../media/image113.png"/><Relationship Id="rId35" Type="http://schemas.openxmlformats.org/officeDocument/2006/relationships/image" Target="../media/image114.png"/><Relationship Id="rId36" Type="http://schemas.openxmlformats.org/officeDocument/2006/relationships/image" Target="../media/image115.png"/><Relationship Id="rId37" Type="http://schemas.openxmlformats.org/officeDocument/2006/relationships/image" Target="../media/image116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7.png"/><Relationship Id="rId3" Type="http://schemas.openxmlformats.org/officeDocument/2006/relationships/image" Target="../media/image118.png"/><Relationship Id="rId4" Type="http://schemas.openxmlformats.org/officeDocument/2006/relationships/image" Target="../media/image119.png"/><Relationship Id="rId5" Type="http://schemas.openxmlformats.org/officeDocument/2006/relationships/image" Target="../media/image120.png"/><Relationship Id="rId6" Type="http://schemas.openxmlformats.org/officeDocument/2006/relationships/image" Target="../media/image121.png"/><Relationship Id="rId7" Type="http://schemas.openxmlformats.org/officeDocument/2006/relationships/image" Target="../media/image122.png"/><Relationship Id="rId8" Type="http://schemas.openxmlformats.org/officeDocument/2006/relationships/image" Target="../media/image123.png"/><Relationship Id="rId9" Type="http://schemas.openxmlformats.org/officeDocument/2006/relationships/image" Target="../media/image124.png"/><Relationship Id="rId10" Type="http://schemas.openxmlformats.org/officeDocument/2006/relationships/image" Target="../media/image125.png"/><Relationship Id="rId11" Type="http://schemas.openxmlformats.org/officeDocument/2006/relationships/image" Target="../media/image126.png"/><Relationship Id="rId12" Type="http://schemas.openxmlformats.org/officeDocument/2006/relationships/image" Target="../media/image127.png"/><Relationship Id="rId13" Type="http://schemas.openxmlformats.org/officeDocument/2006/relationships/image" Target="../media/image128.png"/><Relationship Id="rId14" Type="http://schemas.openxmlformats.org/officeDocument/2006/relationships/image" Target="../media/image129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0.png"/><Relationship Id="rId3" Type="http://schemas.openxmlformats.org/officeDocument/2006/relationships/image" Target="../media/image131.png"/><Relationship Id="rId4" Type="http://schemas.openxmlformats.org/officeDocument/2006/relationships/image" Target="../media/image132.png"/><Relationship Id="rId5" Type="http://schemas.openxmlformats.org/officeDocument/2006/relationships/image" Target="../media/image133.png"/><Relationship Id="rId6" Type="http://schemas.openxmlformats.org/officeDocument/2006/relationships/image" Target="../media/image134.png"/><Relationship Id="rId7" Type="http://schemas.openxmlformats.org/officeDocument/2006/relationships/image" Target="../media/image135.png"/><Relationship Id="rId8" Type="http://schemas.openxmlformats.org/officeDocument/2006/relationships/image" Target="../media/image136.png"/><Relationship Id="rId9" Type="http://schemas.openxmlformats.org/officeDocument/2006/relationships/image" Target="../media/image137.png"/><Relationship Id="rId10" Type="http://schemas.openxmlformats.org/officeDocument/2006/relationships/image" Target="../media/image138.png"/><Relationship Id="rId11" Type="http://schemas.openxmlformats.org/officeDocument/2006/relationships/image" Target="../media/image139.png"/><Relationship Id="rId12" Type="http://schemas.openxmlformats.org/officeDocument/2006/relationships/image" Target="../media/image140.png"/><Relationship Id="rId13" Type="http://schemas.openxmlformats.org/officeDocument/2006/relationships/image" Target="../media/image141.png"/><Relationship Id="rId14" Type="http://schemas.openxmlformats.org/officeDocument/2006/relationships/image" Target="../media/image142.png"/><Relationship Id="rId15" Type="http://schemas.openxmlformats.org/officeDocument/2006/relationships/image" Target="../media/image143.png"/><Relationship Id="rId16" Type="http://schemas.openxmlformats.org/officeDocument/2006/relationships/image" Target="../media/image144.png"/><Relationship Id="rId17" Type="http://schemas.openxmlformats.org/officeDocument/2006/relationships/image" Target="../media/image145.png"/><Relationship Id="rId18" Type="http://schemas.openxmlformats.org/officeDocument/2006/relationships/image" Target="../media/image146.png"/><Relationship Id="rId19" Type="http://schemas.openxmlformats.org/officeDocument/2006/relationships/image" Target="../media/image147.png"/><Relationship Id="rId20" Type="http://schemas.openxmlformats.org/officeDocument/2006/relationships/image" Target="../media/image148.png"/><Relationship Id="rId21" Type="http://schemas.openxmlformats.org/officeDocument/2006/relationships/image" Target="../media/image149.png"/><Relationship Id="rId22" Type="http://schemas.openxmlformats.org/officeDocument/2006/relationships/image" Target="../media/image150.png"/><Relationship Id="rId23" Type="http://schemas.openxmlformats.org/officeDocument/2006/relationships/image" Target="../media/image151.png"/><Relationship Id="rId24" Type="http://schemas.openxmlformats.org/officeDocument/2006/relationships/image" Target="../media/image152.png"/><Relationship Id="rId25" Type="http://schemas.openxmlformats.org/officeDocument/2006/relationships/image" Target="../media/image153.png"/><Relationship Id="rId26" Type="http://schemas.openxmlformats.org/officeDocument/2006/relationships/image" Target="../media/image154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5.png"/><Relationship Id="rId3" Type="http://schemas.openxmlformats.org/officeDocument/2006/relationships/image" Target="../media/image156.png"/><Relationship Id="rId4" Type="http://schemas.openxmlformats.org/officeDocument/2006/relationships/image" Target="../media/image157.png"/><Relationship Id="rId5" Type="http://schemas.openxmlformats.org/officeDocument/2006/relationships/image" Target="../media/image158.png"/><Relationship Id="rId6" Type="http://schemas.openxmlformats.org/officeDocument/2006/relationships/image" Target="../media/image159.png"/><Relationship Id="rId7" Type="http://schemas.openxmlformats.org/officeDocument/2006/relationships/image" Target="../media/image160.png"/><Relationship Id="rId8" Type="http://schemas.openxmlformats.org/officeDocument/2006/relationships/image" Target="../media/image161.png"/><Relationship Id="rId9" Type="http://schemas.openxmlformats.org/officeDocument/2006/relationships/image" Target="../media/image162.png"/><Relationship Id="rId10" Type="http://schemas.openxmlformats.org/officeDocument/2006/relationships/image" Target="../media/image163.png"/><Relationship Id="rId11" Type="http://schemas.openxmlformats.org/officeDocument/2006/relationships/image" Target="../media/image164.png"/><Relationship Id="rId12" Type="http://schemas.openxmlformats.org/officeDocument/2006/relationships/image" Target="../media/image165.png"/><Relationship Id="rId13" Type="http://schemas.openxmlformats.org/officeDocument/2006/relationships/image" Target="../media/image166.png"/><Relationship Id="rId14" Type="http://schemas.openxmlformats.org/officeDocument/2006/relationships/image" Target="../media/image167.png"/><Relationship Id="rId15" Type="http://schemas.openxmlformats.org/officeDocument/2006/relationships/image" Target="../media/image168.png"/><Relationship Id="rId16" Type="http://schemas.openxmlformats.org/officeDocument/2006/relationships/image" Target="../media/image169.png"/><Relationship Id="rId17" Type="http://schemas.openxmlformats.org/officeDocument/2006/relationships/image" Target="../media/image170.png"/><Relationship Id="rId18" Type="http://schemas.openxmlformats.org/officeDocument/2006/relationships/image" Target="../media/image171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2.png"/><Relationship Id="rId3" Type="http://schemas.openxmlformats.org/officeDocument/2006/relationships/image" Target="../media/image173.png"/><Relationship Id="rId4" Type="http://schemas.openxmlformats.org/officeDocument/2006/relationships/image" Target="../media/image174.png"/><Relationship Id="rId5" Type="http://schemas.openxmlformats.org/officeDocument/2006/relationships/image" Target="../media/image175.png"/><Relationship Id="rId6" Type="http://schemas.openxmlformats.org/officeDocument/2006/relationships/image" Target="../media/image176.png"/><Relationship Id="rId7" Type="http://schemas.openxmlformats.org/officeDocument/2006/relationships/image" Target="../media/image177.png"/><Relationship Id="rId8" Type="http://schemas.openxmlformats.org/officeDocument/2006/relationships/image" Target="../media/image178.png"/><Relationship Id="rId9" Type="http://schemas.openxmlformats.org/officeDocument/2006/relationships/image" Target="../media/image179.png"/><Relationship Id="rId10" Type="http://schemas.openxmlformats.org/officeDocument/2006/relationships/image" Target="../media/image180.png"/><Relationship Id="rId11" Type="http://schemas.openxmlformats.org/officeDocument/2006/relationships/image" Target="../media/image181.png"/><Relationship Id="rId12" Type="http://schemas.openxmlformats.org/officeDocument/2006/relationships/image" Target="../media/image182.png"/><Relationship Id="rId13" Type="http://schemas.openxmlformats.org/officeDocument/2006/relationships/image" Target="../media/image183.png"/><Relationship Id="rId14" Type="http://schemas.openxmlformats.org/officeDocument/2006/relationships/image" Target="../media/image184.png"/><Relationship Id="rId15" Type="http://schemas.openxmlformats.org/officeDocument/2006/relationships/image" Target="../media/image185.png"/><Relationship Id="rId16" Type="http://schemas.openxmlformats.org/officeDocument/2006/relationships/image" Target="../media/image186.png"/><Relationship Id="rId17" Type="http://schemas.openxmlformats.org/officeDocument/2006/relationships/image" Target="../media/image187.png"/><Relationship Id="rId18" Type="http://schemas.openxmlformats.org/officeDocument/2006/relationships/image" Target="../media/image188.png"/><Relationship Id="rId19" Type="http://schemas.openxmlformats.org/officeDocument/2006/relationships/image" Target="../media/image189.png"/><Relationship Id="rId20" Type="http://schemas.openxmlformats.org/officeDocument/2006/relationships/image" Target="../media/image190.png"/><Relationship Id="rId21" Type="http://schemas.openxmlformats.org/officeDocument/2006/relationships/image" Target="../media/image191.png"/><Relationship Id="rId22" Type="http://schemas.openxmlformats.org/officeDocument/2006/relationships/image" Target="../media/image192.png"/><Relationship Id="rId23" Type="http://schemas.openxmlformats.org/officeDocument/2006/relationships/image" Target="../media/image193.png"/><Relationship Id="rId24" Type="http://schemas.openxmlformats.org/officeDocument/2006/relationships/image" Target="../media/image194.png"/><Relationship Id="rId25" Type="http://schemas.openxmlformats.org/officeDocument/2006/relationships/image" Target="../media/image195.png"/><Relationship Id="rId26" Type="http://schemas.openxmlformats.org/officeDocument/2006/relationships/image" Target="../media/image196.png"/><Relationship Id="rId27" Type="http://schemas.openxmlformats.org/officeDocument/2006/relationships/image" Target="../media/image197.png"/><Relationship Id="rId28" Type="http://schemas.openxmlformats.org/officeDocument/2006/relationships/image" Target="../media/image198.png"/><Relationship Id="rId29" Type="http://schemas.openxmlformats.org/officeDocument/2006/relationships/image" Target="../media/image199.png"/><Relationship Id="rId30" Type="http://schemas.openxmlformats.org/officeDocument/2006/relationships/image" Target="../media/image200.png"/><Relationship Id="rId31" Type="http://schemas.openxmlformats.org/officeDocument/2006/relationships/image" Target="../media/image201.png"/><Relationship Id="rId32" Type="http://schemas.openxmlformats.org/officeDocument/2006/relationships/image" Target="../media/image202.png"/><Relationship Id="rId33" Type="http://schemas.openxmlformats.org/officeDocument/2006/relationships/image" Target="../media/image203.png"/><Relationship Id="rId34" Type="http://schemas.openxmlformats.org/officeDocument/2006/relationships/image" Target="../media/image204.png"/><Relationship Id="rId35" Type="http://schemas.openxmlformats.org/officeDocument/2006/relationships/image" Target="../media/image205.png"/><Relationship Id="rId36" Type="http://schemas.openxmlformats.org/officeDocument/2006/relationships/image" Target="../media/image206.png"/><Relationship Id="rId37" Type="http://schemas.openxmlformats.org/officeDocument/2006/relationships/image" Target="../media/image207.png"/><Relationship Id="rId38" Type="http://schemas.openxmlformats.org/officeDocument/2006/relationships/image" Target="../media/image208.png"/><Relationship Id="rId39" Type="http://schemas.openxmlformats.org/officeDocument/2006/relationships/image" Target="../media/image209.png"/><Relationship Id="rId40" Type="http://schemas.openxmlformats.org/officeDocument/2006/relationships/image" Target="../media/image210.png"/><Relationship Id="rId41" Type="http://schemas.openxmlformats.org/officeDocument/2006/relationships/image" Target="../media/image211.png"/><Relationship Id="rId42" Type="http://schemas.openxmlformats.org/officeDocument/2006/relationships/image" Target="../media/image212.png"/><Relationship Id="rId43" Type="http://schemas.openxmlformats.org/officeDocument/2006/relationships/image" Target="../media/image213.png"/><Relationship Id="rId44" Type="http://schemas.openxmlformats.org/officeDocument/2006/relationships/image" Target="../media/image214.png"/><Relationship Id="rId45" Type="http://schemas.openxmlformats.org/officeDocument/2006/relationships/image" Target="../media/image215.png"/><Relationship Id="rId46" Type="http://schemas.openxmlformats.org/officeDocument/2006/relationships/image" Target="../media/image216.png"/><Relationship Id="rId47" Type="http://schemas.openxmlformats.org/officeDocument/2006/relationships/image" Target="../media/image217.png"/><Relationship Id="rId48" Type="http://schemas.openxmlformats.org/officeDocument/2006/relationships/image" Target="../media/image218.png"/><Relationship Id="rId49" Type="http://schemas.openxmlformats.org/officeDocument/2006/relationships/image" Target="../media/image219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0.png"/><Relationship Id="rId3" Type="http://schemas.openxmlformats.org/officeDocument/2006/relationships/image" Target="../media/image221.png"/><Relationship Id="rId4" Type="http://schemas.openxmlformats.org/officeDocument/2006/relationships/image" Target="../media/image222.png"/><Relationship Id="rId5" Type="http://schemas.openxmlformats.org/officeDocument/2006/relationships/image" Target="../media/image223.png"/><Relationship Id="rId6" Type="http://schemas.openxmlformats.org/officeDocument/2006/relationships/image" Target="../media/image224.png"/><Relationship Id="rId7" Type="http://schemas.openxmlformats.org/officeDocument/2006/relationships/image" Target="../media/image225.png"/><Relationship Id="rId8" Type="http://schemas.openxmlformats.org/officeDocument/2006/relationships/image" Target="../media/image226.png"/><Relationship Id="rId9" Type="http://schemas.openxmlformats.org/officeDocument/2006/relationships/image" Target="../media/image227.png"/><Relationship Id="rId10" Type="http://schemas.openxmlformats.org/officeDocument/2006/relationships/image" Target="../media/image228.png"/><Relationship Id="rId11" Type="http://schemas.openxmlformats.org/officeDocument/2006/relationships/image" Target="../media/image229.png"/><Relationship Id="rId12" Type="http://schemas.openxmlformats.org/officeDocument/2006/relationships/image" Target="../media/image230.png"/><Relationship Id="rId13" Type="http://schemas.openxmlformats.org/officeDocument/2006/relationships/image" Target="../media/image231.png"/><Relationship Id="rId14" Type="http://schemas.openxmlformats.org/officeDocument/2006/relationships/image" Target="../media/image232.png"/><Relationship Id="rId15" Type="http://schemas.openxmlformats.org/officeDocument/2006/relationships/image" Target="../media/image233.png"/><Relationship Id="rId16" Type="http://schemas.openxmlformats.org/officeDocument/2006/relationships/image" Target="../media/image234.png"/><Relationship Id="rId17" Type="http://schemas.openxmlformats.org/officeDocument/2006/relationships/image" Target="../media/image235.png"/><Relationship Id="rId18" Type="http://schemas.openxmlformats.org/officeDocument/2006/relationships/image" Target="../media/image236.png"/><Relationship Id="rId19" Type="http://schemas.openxmlformats.org/officeDocument/2006/relationships/image" Target="../media/image237.png"/><Relationship Id="rId20" Type="http://schemas.openxmlformats.org/officeDocument/2006/relationships/image" Target="../media/image238.png"/><Relationship Id="rId21" Type="http://schemas.openxmlformats.org/officeDocument/2006/relationships/image" Target="../media/image239.png"/><Relationship Id="rId22" Type="http://schemas.openxmlformats.org/officeDocument/2006/relationships/image" Target="../media/image240.png"/><Relationship Id="rId23" Type="http://schemas.openxmlformats.org/officeDocument/2006/relationships/image" Target="../media/image241.png"/><Relationship Id="rId24" Type="http://schemas.openxmlformats.org/officeDocument/2006/relationships/image" Target="../media/image242.png"/><Relationship Id="rId25" Type="http://schemas.openxmlformats.org/officeDocument/2006/relationships/image" Target="../media/image243.png"/><Relationship Id="rId26" Type="http://schemas.openxmlformats.org/officeDocument/2006/relationships/image" Target="../media/image244.png"/><Relationship Id="rId27" Type="http://schemas.openxmlformats.org/officeDocument/2006/relationships/image" Target="../media/image245.png"/><Relationship Id="rId28" Type="http://schemas.openxmlformats.org/officeDocument/2006/relationships/image" Target="../media/image246.png"/><Relationship Id="rId29" Type="http://schemas.openxmlformats.org/officeDocument/2006/relationships/image" Target="../media/image247.png"/><Relationship Id="rId30" Type="http://schemas.openxmlformats.org/officeDocument/2006/relationships/image" Target="../media/image248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9.png"/><Relationship Id="rId3" Type="http://schemas.openxmlformats.org/officeDocument/2006/relationships/image" Target="../media/image250.png"/><Relationship Id="rId4" Type="http://schemas.openxmlformats.org/officeDocument/2006/relationships/image" Target="../media/image251.png"/><Relationship Id="rId5" Type="http://schemas.openxmlformats.org/officeDocument/2006/relationships/image" Target="../media/image252.png"/><Relationship Id="rId6" Type="http://schemas.openxmlformats.org/officeDocument/2006/relationships/image" Target="../media/image253.png"/><Relationship Id="rId7" Type="http://schemas.openxmlformats.org/officeDocument/2006/relationships/image" Target="../media/image254.png"/><Relationship Id="rId8" Type="http://schemas.openxmlformats.org/officeDocument/2006/relationships/image" Target="../media/image255.png"/><Relationship Id="rId9" Type="http://schemas.openxmlformats.org/officeDocument/2006/relationships/image" Target="../media/image256.png"/><Relationship Id="rId10" Type="http://schemas.openxmlformats.org/officeDocument/2006/relationships/image" Target="../media/image257.png"/><Relationship Id="rId11" Type="http://schemas.openxmlformats.org/officeDocument/2006/relationships/image" Target="../media/image258.png"/><Relationship Id="rId12" Type="http://schemas.openxmlformats.org/officeDocument/2006/relationships/image" Target="../media/image259.png"/><Relationship Id="rId13" Type="http://schemas.openxmlformats.org/officeDocument/2006/relationships/image" Target="../media/image260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1.png"/><Relationship Id="rId3" Type="http://schemas.openxmlformats.org/officeDocument/2006/relationships/image" Target="../media/image262.png"/><Relationship Id="rId4" Type="http://schemas.openxmlformats.org/officeDocument/2006/relationships/image" Target="../media/image263.png"/><Relationship Id="rId5" Type="http://schemas.openxmlformats.org/officeDocument/2006/relationships/image" Target="../media/image264.png"/><Relationship Id="rId6" Type="http://schemas.openxmlformats.org/officeDocument/2006/relationships/image" Target="../media/image265.png"/><Relationship Id="rId7" Type="http://schemas.openxmlformats.org/officeDocument/2006/relationships/image" Target="../media/image266.png"/><Relationship Id="rId8" Type="http://schemas.openxmlformats.org/officeDocument/2006/relationships/image" Target="../media/image267.png"/><Relationship Id="rId9" Type="http://schemas.openxmlformats.org/officeDocument/2006/relationships/image" Target="../media/image268.png"/><Relationship Id="rId10" Type="http://schemas.openxmlformats.org/officeDocument/2006/relationships/image" Target="../media/image269.png"/><Relationship Id="rId11" Type="http://schemas.openxmlformats.org/officeDocument/2006/relationships/image" Target="../media/image270.png"/><Relationship Id="rId12" Type="http://schemas.openxmlformats.org/officeDocument/2006/relationships/image" Target="../media/image271.png"/><Relationship Id="rId13" Type="http://schemas.openxmlformats.org/officeDocument/2006/relationships/image" Target="../media/image272.png"/><Relationship Id="rId14" Type="http://schemas.openxmlformats.org/officeDocument/2006/relationships/image" Target="../media/image273.png"/><Relationship Id="rId15" Type="http://schemas.openxmlformats.org/officeDocument/2006/relationships/image" Target="../media/image274.png"/><Relationship Id="rId16" Type="http://schemas.openxmlformats.org/officeDocument/2006/relationships/image" Target="../media/image275.png"/><Relationship Id="rId17" Type="http://schemas.openxmlformats.org/officeDocument/2006/relationships/image" Target="../media/image276.png"/><Relationship Id="rId18" Type="http://schemas.openxmlformats.org/officeDocument/2006/relationships/image" Target="../media/image277.png"/><Relationship Id="rId19" Type="http://schemas.openxmlformats.org/officeDocument/2006/relationships/image" Target="../media/image278.png"/><Relationship Id="rId20" Type="http://schemas.openxmlformats.org/officeDocument/2006/relationships/image" Target="../media/image279.png"/><Relationship Id="rId21" Type="http://schemas.openxmlformats.org/officeDocument/2006/relationships/image" Target="../media/image280.png"/><Relationship Id="rId22" Type="http://schemas.openxmlformats.org/officeDocument/2006/relationships/image" Target="../media/image281.png"/><Relationship Id="rId23" Type="http://schemas.openxmlformats.org/officeDocument/2006/relationships/image" Target="../media/image282.png"/><Relationship Id="rId24" Type="http://schemas.openxmlformats.org/officeDocument/2006/relationships/image" Target="../media/image283.png"/><Relationship Id="rId25" Type="http://schemas.openxmlformats.org/officeDocument/2006/relationships/image" Target="../media/image284.png"/><Relationship Id="rId26" Type="http://schemas.openxmlformats.org/officeDocument/2006/relationships/image" Target="../media/image285.png"/><Relationship Id="rId27" Type="http://schemas.openxmlformats.org/officeDocument/2006/relationships/image" Target="../media/image286.png"/><Relationship Id="rId28" Type="http://schemas.openxmlformats.org/officeDocument/2006/relationships/image" Target="../media/image287.png"/><Relationship Id="rId29" Type="http://schemas.openxmlformats.org/officeDocument/2006/relationships/image" Target="../media/image288.png"/><Relationship Id="rId30" Type="http://schemas.openxmlformats.org/officeDocument/2006/relationships/image" Target="../media/image289.png"/><Relationship Id="rId31" Type="http://schemas.openxmlformats.org/officeDocument/2006/relationships/image" Target="../media/image290.png"/><Relationship Id="rId32" Type="http://schemas.openxmlformats.org/officeDocument/2006/relationships/image" Target="../media/image291.png"/><Relationship Id="rId33" Type="http://schemas.openxmlformats.org/officeDocument/2006/relationships/image" Target="../media/image292.png"/><Relationship Id="rId34" Type="http://schemas.openxmlformats.org/officeDocument/2006/relationships/image" Target="../media/image293.png"/><Relationship Id="rId35" Type="http://schemas.openxmlformats.org/officeDocument/2006/relationships/image" Target="../media/image294.png"/><Relationship Id="rId36" Type="http://schemas.openxmlformats.org/officeDocument/2006/relationships/image" Target="../media/image295.png"/><Relationship Id="rId37" Type="http://schemas.openxmlformats.org/officeDocument/2006/relationships/image" Target="../media/image296.png"/><Relationship Id="rId38" Type="http://schemas.openxmlformats.org/officeDocument/2006/relationships/image" Target="../media/image297.png"/><Relationship Id="rId39" Type="http://schemas.openxmlformats.org/officeDocument/2006/relationships/image" Target="../media/image298.png"/><Relationship Id="rId40" Type="http://schemas.openxmlformats.org/officeDocument/2006/relationships/image" Target="../media/image299.png"/><Relationship Id="rId41" Type="http://schemas.openxmlformats.org/officeDocument/2006/relationships/image" Target="../media/image300.png"/><Relationship Id="rId42" Type="http://schemas.openxmlformats.org/officeDocument/2006/relationships/image" Target="../media/image301.png"/><Relationship Id="rId43" Type="http://schemas.openxmlformats.org/officeDocument/2006/relationships/image" Target="../media/image302.png"/><Relationship Id="rId44" Type="http://schemas.openxmlformats.org/officeDocument/2006/relationships/image" Target="../media/image303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4.png"/><Relationship Id="rId3" Type="http://schemas.openxmlformats.org/officeDocument/2006/relationships/image" Target="../media/image305.png"/><Relationship Id="rId4" Type="http://schemas.openxmlformats.org/officeDocument/2006/relationships/image" Target="../media/image306.png"/><Relationship Id="rId5" Type="http://schemas.openxmlformats.org/officeDocument/2006/relationships/image" Target="../media/image307.png"/><Relationship Id="rId6" Type="http://schemas.openxmlformats.org/officeDocument/2006/relationships/image" Target="../media/image308.png"/><Relationship Id="rId7" Type="http://schemas.openxmlformats.org/officeDocument/2006/relationships/image" Target="../media/image309.png"/><Relationship Id="rId8" Type="http://schemas.openxmlformats.org/officeDocument/2006/relationships/image" Target="../media/image310.png"/><Relationship Id="rId9" Type="http://schemas.openxmlformats.org/officeDocument/2006/relationships/image" Target="../media/image311.png"/><Relationship Id="rId10" Type="http://schemas.openxmlformats.org/officeDocument/2006/relationships/image" Target="../media/image312.png"/><Relationship Id="rId11" Type="http://schemas.openxmlformats.org/officeDocument/2006/relationships/image" Target="../media/image313.png"/><Relationship Id="rId12" Type="http://schemas.openxmlformats.org/officeDocument/2006/relationships/image" Target="../media/image314.png"/><Relationship Id="rId13" Type="http://schemas.openxmlformats.org/officeDocument/2006/relationships/image" Target="../media/image315.png"/><Relationship Id="rId14" Type="http://schemas.openxmlformats.org/officeDocument/2006/relationships/image" Target="../media/image316.png"/><Relationship Id="rId15" Type="http://schemas.openxmlformats.org/officeDocument/2006/relationships/image" Target="../media/image317.png"/><Relationship Id="rId16" Type="http://schemas.openxmlformats.org/officeDocument/2006/relationships/image" Target="../media/image318.png"/><Relationship Id="rId17" Type="http://schemas.openxmlformats.org/officeDocument/2006/relationships/image" Target="../media/image319.png"/><Relationship Id="rId18" Type="http://schemas.openxmlformats.org/officeDocument/2006/relationships/image" Target="../media/image320.png"/><Relationship Id="rId19" Type="http://schemas.openxmlformats.org/officeDocument/2006/relationships/image" Target="../media/image321.png"/><Relationship Id="rId20" Type="http://schemas.openxmlformats.org/officeDocument/2006/relationships/image" Target="../media/image322.png"/><Relationship Id="rId21" Type="http://schemas.openxmlformats.org/officeDocument/2006/relationships/image" Target="../media/image323.png"/><Relationship Id="rId22" Type="http://schemas.openxmlformats.org/officeDocument/2006/relationships/image" Target="../media/image324.png"/><Relationship Id="rId23" Type="http://schemas.openxmlformats.org/officeDocument/2006/relationships/image" Target="../media/image325.png"/><Relationship Id="rId24" Type="http://schemas.openxmlformats.org/officeDocument/2006/relationships/image" Target="../media/image326.png"/><Relationship Id="rId25" Type="http://schemas.openxmlformats.org/officeDocument/2006/relationships/image" Target="../media/image327.png"/><Relationship Id="rId26" Type="http://schemas.openxmlformats.org/officeDocument/2006/relationships/image" Target="../media/image328.png"/><Relationship Id="rId27" Type="http://schemas.openxmlformats.org/officeDocument/2006/relationships/image" Target="../media/image329.png"/><Relationship Id="rId28" Type="http://schemas.openxmlformats.org/officeDocument/2006/relationships/image" Target="../media/image330.png"/><Relationship Id="rId29" Type="http://schemas.openxmlformats.org/officeDocument/2006/relationships/image" Target="../media/image331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2.png"/><Relationship Id="rId3" Type="http://schemas.openxmlformats.org/officeDocument/2006/relationships/image" Target="../media/image333.png"/><Relationship Id="rId4" Type="http://schemas.openxmlformats.org/officeDocument/2006/relationships/image" Target="../media/image334.png"/><Relationship Id="rId5" Type="http://schemas.openxmlformats.org/officeDocument/2006/relationships/image" Target="../media/image335.png"/><Relationship Id="rId6" Type="http://schemas.openxmlformats.org/officeDocument/2006/relationships/image" Target="../media/image336.png"/><Relationship Id="rId7" Type="http://schemas.openxmlformats.org/officeDocument/2006/relationships/image" Target="../media/image337.png"/><Relationship Id="rId8" Type="http://schemas.openxmlformats.org/officeDocument/2006/relationships/image" Target="../media/image338.png"/><Relationship Id="rId9" Type="http://schemas.openxmlformats.org/officeDocument/2006/relationships/image" Target="../media/image339.png"/><Relationship Id="rId10" Type="http://schemas.openxmlformats.org/officeDocument/2006/relationships/image" Target="../media/image340.png"/><Relationship Id="rId11" Type="http://schemas.openxmlformats.org/officeDocument/2006/relationships/image" Target="../media/image341.png"/><Relationship Id="rId12" Type="http://schemas.openxmlformats.org/officeDocument/2006/relationships/image" Target="../media/image342.png"/><Relationship Id="rId13" Type="http://schemas.openxmlformats.org/officeDocument/2006/relationships/image" Target="../media/image343.png"/><Relationship Id="rId14" Type="http://schemas.openxmlformats.org/officeDocument/2006/relationships/image" Target="../media/image344.png"/><Relationship Id="rId15" Type="http://schemas.openxmlformats.org/officeDocument/2006/relationships/image" Target="../media/image345.png"/><Relationship Id="rId16" Type="http://schemas.openxmlformats.org/officeDocument/2006/relationships/image" Target="../media/image346.png"/><Relationship Id="rId17" Type="http://schemas.openxmlformats.org/officeDocument/2006/relationships/image" Target="../media/image347.png"/><Relationship Id="rId18" Type="http://schemas.openxmlformats.org/officeDocument/2006/relationships/image" Target="../media/image348.png"/><Relationship Id="rId19" Type="http://schemas.openxmlformats.org/officeDocument/2006/relationships/image" Target="../media/image349.png"/><Relationship Id="rId20" Type="http://schemas.openxmlformats.org/officeDocument/2006/relationships/image" Target="../media/image350.png"/><Relationship Id="rId21" Type="http://schemas.openxmlformats.org/officeDocument/2006/relationships/image" Target="../media/image351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2.png"/><Relationship Id="rId3" Type="http://schemas.openxmlformats.org/officeDocument/2006/relationships/image" Target="../media/image353.png"/><Relationship Id="rId4" Type="http://schemas.openxmlformats.org/officeDocument/2006/relationships/image" Target="../media/image354.png"/><Relationship Id="rId5" Type="http://schemas.openxmlformats.org/officeDocument/2006/relationships/image" Target="../media/image355.png"/><Relationship Id="rId6" Type="http://schemas.openxmlformats.org/officeDocument/2006/relationships/image" Target="../media/image356.png"/><Relationship Id="rId7" Type="http://schemas.openxmlformats.org/officeDocument/2006/relationships/image" Target="../media/image357.png"/><Relationship Id="rId8" Type="http://schemas.openxmlformats.org/officeDocument/2006/relationships/image" Target="../media/image358.png"/><Relationship Id="rId9" Type="http://schemas.openxmlformats.org/officeDocument/2006/relationships/image" Target="../media/image359.png"/><Relationship Id="rId10" Type="http://schemas.openxmlformats.org/officeDocument/2006/relationships/image" Target="../media/image360.png"/><Relationship Id="rId11" Type="http://schemas.openxmlformats.org/officeDocument/2006/relationships/image" Target="../media/image361.png"/><Relationship Id="rId12" Type="http://schemas.openxmlformats.org/officeDocument/2006/relationships/image" Target="../media/image362.png"/><Relationship Id="rId13" Type="http://schemas.openxmlformats.org/officeDocument/2006/relationships/image" Target="../media/image363.png"/><Relationship Id="rId14" Type="http://schemas.openxmlformats.org/officeDocument/2006/relationships/image" Target="../media/image364.png"/><Relationship Id="rId15" Type="http://schemas.openxmlformats.org/officeDocument/2006/relationships/image" Target="../media/image365.png"/><Relationship Id="rId16" Type="http://schemas.openxmlformats.org/officeDocument/2006/relationships/image" Target="../media/image366.png"/><Relationship Id="rId17" Type="http://schemas.openxmlformats.org/officeDocument/2006/relationships/image" Target="../media/image367.png"/><Relationship Id="rId18" Type="http://schemas.openxmlformats.org/officeDocument/2006/relationships/image" Target="../media/image368.png"/><Relationship Id="rId19" Type="http://schemas.openxmlformats.org/officeDocument/2006/relationships/image" Target="../media/image369.png"/><Relationship Id="rId20" Type="http://schemas.openxmlformats.org/officeDocument/2006/relationships/image" Target="../media/image370.png"/><Relationship Id="rId21" Type="http://schemas.openxmlformats.org/officeDocument/2006/relationships/image" Target="../media/image371.png"/><Relationship Id="rId22" Type="http://schemas.openxmlformats.org/officeDocument/2006/relationships/image" Target="../media/image372.png"/><Relationship Id="rId23" Type="http://schemas.openxmlformats.org/officeDocument/2006/relationships/image" Target="../media/image373.png"/><Relationship Id="rId24" Type="http://schemas.openxmlformats.org/officeDocument/2006/relationships/image" Target="../media/image374.png"/><Relationship Id="rId25" Type="http://schemas.openxmlformats.org/officeDocument/2006/relationships/image" Target="../media/image375.png"/><Relationship Id="rId26" Type="http://schemas.openxmlformats.org/officeDocument/2006/relationships/image" Target="../media/image376.png"/><Relationship Id="rId27" Type="http://schemas.openxmlformats.org/officeDocument/2006/relationships/image" Target="../media/image377.png"/><Relationship Id="rId28" Type="http://schemas.openxmlformats.org/officeDocument/2006/relationships/image" Target="../media/image378.png"/><Relationship Id="rId29" Type="http://schemas.openxmlformats.org/officeDocument/2006/relationships/image" Target="../media/image379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80.png"/><Relationship Id="rId3" Type="http://schemas.openxmlformats.org/officeDocument/2006/relationships/image" Target="../media/image381.png"/><Relationship Id="rId4" Type="http://schemas.openxmlformats.org/officeDocument/2006/relationships/image" Target="../media/image382.png"/><Relationship Id="rId5" Type="http://schemas.openxmlformats.org/officeDocument/2006/relationships/image" Target="../media/image383.png"/><Relationship Id="rId6" Type="http://schemas.openxmlformats.org/officeDocument/2006/relationships/image" Target="../media/image384.png"/><Relationship Id="rId7" Type="http://schemas.openxmlformats.org/officeDocument/2006/relationships/image" Target="../media/image385.png"/><Relationship Id="rId8" Type="http://schemas.openxmlformats.org/officeDocument/2006/relationships/image" Target="../media/image386.png"/><Relationship Id="rId9" Type="http://schemas.openxmlformats.org/officeDocument/2006/relationships/image" Target="../media/image387.png"/><Relationship Id="rId10" Type="http://schemas.openxmlformats.org/officeDocument/2006/relationships/image" Target="../media/image388.png"/><Relationship Id="rId11" Type="http://schemas.openxmlformats.org/officeDocument/2006/relationships/image" Target="../media/image389.png"/><Relationship Id="rId12" Type="http://schemas.openxmlformats.org/officeDocument/2006/relationships/image" Target="../media/image390.png"/><Relationship Id="rId13" Type="http://schemas.openxmlformats.org/officeDocument/2006/relationships/image" Target="../media/image391.png"/><Relationship Id="rId14" Type="http://schemas.openxmlformats.org/officeDocument/2006/relationships/image" Target="../media/image392.png"/><Relationship Id="rId15" Type="http://schemas.openxmlformats.org/officeDocument/2006/relationships/image" Target="../media/image393.png"/><Relationship Id="rId16" Type="http://schemas.openxmlformats.org/officeDocument/2006/relationships/image" Target="../media/image394.png"/><Relationship Id="rId17" Type="http://schemas.openxmlformats.org/officeDocument/2006/relationships/image" Target="../media/image395.png"/><Relationship Id="rId18" Type="http://schemas.openxmlformats.org/officeDocument/2006/relationships/image" Target="../media/image396.png"/><Relationship Id="rId19" Type="http://schemas.openxmlformats.org/officeDocument/2006/relationships/image" Target="../media/image397.png"/><Relationship Id="rId20" Type="http://schemas.openxmlformats.org/officeDocument/2006/relationships/image" Target="../media/image398.png"/><Relationship Id="rId21" Type="http://schemas.openxmlformats.org/officeDocument/2006/relationships/image" Target="../media/image399.png"/><Relationship Id="rId22" Type="http://schemas.openxmlformats.org/officeDocument/2006/relationships/image" Target="../media/image400.png"/><Relationship Id="rId23" Type="http://schemas.openxmlformats.org/officeDocument/2006/relationships/image" Target="../media/image401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2.png"/><Relationship Id="rId3" Type="http://schemas.openxmlformats.org/officeDocument/2006/relationships/image" Target="../media/image403.png"/><Relationship Id="rId4" Type="http://schemas.openxmlformats.org/officeDocument/2006/relationships/image" Target="../media/image404.png"/><Relationship Id="rId5" Type="http://schemas.openxmlformats.org/officeDocument/2006/relationships/image" Target="../media/image405.png"/><Relationship Id="rId6" Type="http://schemas.openxmlformats.org/officeDocument/2006/relationships/image" Target="../media/image406.png"/><Relationship Id="rId7" Type="http://schemas.openxmlformats.org/officeDocument/2006/relationships/image" Target="../media/image407.png"/><Relationship Id="rId8" Type="http://schemas.openxmlformats.org/officeDocument/2006/relationships/image" Target="../media/image408.png"/><Relationship Id="rId9" Type="http://schemas.openxmlformats.org/officeDocument/2006/relationships/image" Target="../media/image409.png"/><Relationship Id="rId10" Type="http://schemas.openxmlformats.org/officeDocument/2006/relationships/image" Target="../media/image410.png"/><Relationship Id="rId11" Type="http://schemas.openxmlformats.org/officeDocument/2006/relationships/image" Target="../media/image411.png"/><Relationship Id="rId12" Type="http://schemas.openxmlformats.org/officeDocument/2006/relationships/image" Target="../media/image412.png"/><Relationship Id="rId13" Type="http://schemas.openxmlformats.org/officeDocument/2006/relationships/image" Target="../media/image413.png"/><Relationship Id="rId14" Type="http://schemas.openxmlformats.org/officeDocument/2006/relationships/image" Target="../media/image414.png"/><Relationship Id="rId15" Type="http://schemas.openxmlformats.org/officeDocument/2006/relationships/image" Target="../media/image415.png"/><Relationship Id="rId16" Type="http://schemas.openxmlformats.org/officeDocument/2006/relationships/image" Target="../media/image416.png"/><Relationship Id="rId17" Type="http://schemas.openxmlformats.org/officeDocument/2006/relationships/image" Target="../media/image417.png"/><Relationship Id="rId18" Type="http://schemas.openxmlformats.org/officeDocument/2006/relationships/image" Target="../media/image418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19.png"/><Relationship Id="rId3" Type="http://schemas.openxmlformats.org/officeDocument/2006/relationships/image" Target="../media/image420.png"/><Relationship Id="rId4" Type="http://schemas.openxmlformats.org/officeDocument/2006/relationships/image" Target="../media/image421.png"/><Relationship Id="rId5" Type="http://schemas.openxmlformats.org/officeDocument/2006/relationships/image" Target="../media/image422.png"/><Relationship Id="rId6" Type="http://schemas.openxmlformats.org/officeDocument/2006/relationships/image" Target="../media/image423.png"/><Relationship Id="rId7" Type="http://schemas.openxmlformats.org/officeDocument/2006/relationships/image" Target="../media/image424.png"/><Relationship Id="rId8" Type="http://schemas.openxmlformats.org/officeDocument/2006/relationships/image" Target="../media/image425.png"/><Relationship Id="rId9" Type="http://schemas.openxmlformats.org/officeDocument/2006/relationships/image" Target="../media/image426.png"/><Relationship Id="rId10" Type="http://schemas.openxmlformats.org/officeDocument/2006/relationships/image" Target="../media/image427.png"/><Relationship Id="rId11" Type="http://schemas.openxmlformats.org/officeDocument/2006/relationships/image" Target="../media/image428.png"/><Relationship Id="rId12" Type="http://schemas.openxmlformats.org/officeDocument/2006/relationships/image" Target="../media/image429.png"/><Relationship Id="rId13" Type="http://schemas.openxmlformats.org/officeDocument/2006/relationships/image" Target="../media/image430.png"/><Relationship Id="rId14" Type="http://schemas.openxmlformats.org/officeDocument/2006/relationships/image" Target="../media/image431.png"/><Relationship Id="rId15" Type="http://schemas.openxmlformats.org/officeDocument/2006/relationships/image" Target="../media/image432.png"/><Relationship Id="rId16" Type="http://schemas.openxmlformats.org/officeDocument/2006/relationships/image" Target="../media/image433.png"/><Relationship Id="rId17" Type="http://schemas.openxmlformats.org/officeDocument/2006/relationships/image" Target="../media/image434.png"/><Relationship Id="rId18" Type="http://schemas.openxmlformats.org/officeDocument/2006/relationships/image" Target="../media/image435.png"/><Relationship Id="rId19" Type="http://schemas.openxmlformats.org/officeDocument/2006/relationships/image" Target="../media/image436.png"/><Relationship Id="rId20" Type="http://schemas.openxmlformats.org/officeDocument/2006/relationships/image" Target="../media/image437.png"/><Relationship Id="rId21" Type="http://schemas.openxmlformats.org/officeDocument/2006/relationships/image" Target="../media/image438.png"/><Relationship Id="rId22" Type="http://schemas.openxmlformats.org/officeDocument/2006/relationships/image" Target="../media/image439.png"/><Relationship Id="rId23" Type="http://schemas.openxmlformats.org/officeDocument/2006/relationships/image" Target="../media/image440.png"/><Relationship Id="rId24" Type="http://schemas.openxmlformats.org/officeDocument/2006/relationships/image" Target="../media/image441.png"/><Relationship Id="rId25" Type="http://schemas.openxmlformats.org/officeDocument/2006/relationships/image" Target="../media/image442.png"/><Relationship Id="rId26" Type="http://schemas.openxmlformats.org/officeDocument/2006/relationships/image" Target="../media/image443.png"/><Relationship Id="rId27" Type="http://schemas.openxmlformats.org/officeDocument/2006/relationships/image" Target="../media/image444.png"/><Relationship Id="rId28" Type="http://schemas.openxmlformats.org/officeDocument/2006/relationships/image" Target="../media/image445.png"/><Relationship Id="rId29" Type="http://schemas.openxmlformats.org/officeDocument/2006/relationships/image" Target="../media/image446.png"/><Relationship Id="rId30" Type="http://schemas.openxmlformats.org/officeDocument/2006/relationships/image" Target="../media/image447.pn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48.png"/><Relationship Id="rId3" Type="http://schemas.openxmlformats.org/officeDocument/2006/relationships/image" Target="../media/image449.png"/><Relationship Id="rId4" Type="http://schemas.openxmlformats.org/officeDocument/2006/relationships/image" Target="../media/image450.png"/><Relationship Id="rId5" Type="http://schemas.openxmlformats.org/officeDocument/2006/relationships/image" Target="../media/image451.png"/><Relationship Id="rId6" Type="http://schemas.openxmlformats.org/officeDocument/2006/relationships/image" Target="../media/image452.png"/><Relationship Id="rId7" Type="http://schemas.openxmlformats.org/officeDocument/2006/relationships/image" Target="../media/image453.png"/><Relationship Id="rId8" Type="http://schemas.openxmlformats.org/officeDocument/2006/relationships/image" Target="../media/image454.png"/><Relationship Id="rId9" Type="http://schemas.openxmlformats.org/officeDocument/2006/relationships/image" Target="../media/image455.png"/><Relationship Id="rId10" Type="http://schemas.openxmlformats.org/officeDocument/2006/relationships/image" Target="../media/image456.png"/><Relationship Id="rId11" Type="http://schemas.openxmlformats.org/officeDocument/2006/relationships/image" Target="../media/image457.png"/><Relationship Id="rId12" Type="http://schemas.openxmlformats.org/officeDocument/2006/relationships/image" Target="../media/image458.png"/><Relationship Id="rId13" Type="http://schemas.openxmlformats.org/officeDocument/2006/relationships/image" Target="../media/image459.png"/><Relationship Id="rId14" Type="http://schemas.openxmlformats.org/officeDocument/2006/relationships/image" Target="../media/image460.png"/><Relationship Id="rId15" Type="http://schemas.openxmlformats.org/officeDocument/2006/relationships/image" Target="../media/image461.png"/><Relationship Id="rId16" Type="http://schemas.openxmlformats.org/officeDocument/2006/relationships/image" Target="../media/image462.png"/><Relationship Id="rId17" Type="http://schemas.openxmlformats.org/officeDocument/2006/relationships/image" Target="../media/image463.png"/><Relationship Id="rId18" Type="http://schemas.openxmlformats.org/officeDocument/2006/relationships/image" Target="../media/image464.png"/><Relationship Id="rId19" Type="http://schemas.openxmlformats.org/officeDocument/2006/relationships/image" Target="../media/image465.png"/><Relationship Id="rId20" Type="http://schemas.openxmlformats.org/officeDocument/2006/relationships/image" Target="../media/image466.png"/><Relationship Id="rId21" Type="http://schemas.openxmlformats.org/officeDocument/2006/relationships/image" Target="../media/image467.png"/><Relationship Id="rId22" Type="http://schemas.openxmlformats.org/officeDocument/2006/relationships/image" Target="../media/image468.png"/><Relationship Id="rId23" Type="http://schemas.openxmlformats.org/officeDocument/2006/relationships/image" Target="../media/image469.png"/><Relationship Id="rId24" Type="http://schemas.openxmlformats.org/officeDocument/2006/relationships/image" Target="../media/image470.png"/><Relationship Id="rId25" Type="http://schemas.openxmlformats.org/officeDocument/2006/relationships/image" Target="../media/image471.png"/><Relationship Id="rId26" Type="http://schemas.openxmlformats.org/officeDocument/2006/relationships/image" Target="../media/image472.png"/><Relationship Id="rId27" Type="http://schemas.openxmlformats.org/officeDocument/2006/relationships/image" Target="../media/image473.png"/><Relationship Id="rId28" Type="http://schemas.openxmlformats.org/officeDocument/2006/relationships/image" Target="../media/image474.png"/><Relationship Id="rId29" Type="http://schemas.openxmlformats.org/officeDocument/2006/relationships/image" Target="../media/image475.png"/><Relationship Id="rId30" Type="http://schemas.openxmlformats.org/officeDocument/2006/relationships/image" Target="../media/image476.png"/><Relationship Id="rId31" Type="http://schemas.openxmlformats.org/officeDocument/2006/relationships/image" Target="../media/image477.png"/><Relationship Id="rId32" Type="http://schemas.openxmlformats.org/officeDocument/2006/relationships/image" Target="../media/image478.png"/><Relationship Id="rId33" Type="http://schemas.openxmlformats.org/officeDocument/2006/relationships/image" Target="../media/image479.png"/><Relationship Id="rId34" Type="http://schemas.openxmlformats.org/officeDocument/2006/relationships/image" Target="../media/image480.png"/><Relationship Id="rId35" Type="http://schemas.openxmlformats.org/officeDocument/2006/relationships/image" Target="../media/image481.png"/><Relationship Id="rId36" Type="http://schemas.openxmlformats.org/officeDocument/2006/relationships/image" Target="../media/image482.png"/><Relationship Id="rId37" Type="http://schemas.openxmlformats.org/officeDocument/2006/relationships/image" Target="../media/image483.png"/><Relationship Id="rId38" Type="http://schemas.openxmlformats.org/officeDocument/2006/relationships/image" Target="../media/image484.png"/><Relationship Id="rId39" Type="http://schemas.openxmlformats.org/officeDocument/2006/relationships/image" Target="../media/image485.png"/><Relationship Id="rId40" Type="http://schemas.openxmlformats.org/officeDocument/2006/relationships/image" Target="../media/image486.png"/><Relationship Id="rId41" Type="http://schemas.openxmlformats.org/officeDocument/2006/relationships/image" Target="../media/image487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8.png"/><Relationship Id="rId3" Type="http://schemas.openxmlformats.org/officeDocument/2006/relationships/image" Target="../media/image489.png"/><Relationship Id="rId4" Type="http://schemas.openxmlformats.org/officeDocument/2006/relationships/image" Target="../media/image490.png"/><Relationship Id="rId5" Type="http://schemas.openxmlformats.org/officeDocument/2006/relationships/image" Target="../media/image491.png"/><Relationship Id="rId6" Type="http://schemas.openxmlformats.org/officeDocument/2006/relationships/image" Target="../media/image492.png"/><Relationship Id="rId7" Type="http://schemas.openxmlformats.org/officeDocument/2006/relationships/image" Target="../media/image493.png"/><Relationship Id="rId8" Type="http://schemas.openxmlformats.org/officeDocument/2006/relationships/image" Target="../media/image494.png"/><Relationship Id="rId9" Type="http://schemas.openxmlformats.org/officeDocument/2006/relationships/image" Target="../media/image495.png"/><Relationship Id="rId10" Type="http://schemas.openxmlformats.org/officeDocument/2006/relationships/image" Target="../media/image496.png"/><Relationship Id="rId11" Type="http://schemas.openxmlformats.org/officeDocument/2006/relationships/image" Target="../media/image497.png"/><Relationship Id="rId12" Type="http://schemas.openxmlformats.org/officeDocument/2006/relationships/image" Target="../media/image498.png"/><Relationship Id="rId13" Type="http://schemas.openxmlformats.org/officeDocument/2006/relationships/image" Target="../media/image499.png"/><Relationship Id="rId14" Type="http://schemas.openxmlformats.org/officeDocument/2006/relationships/image" Target="../media/image500.png"/><Relationship Id="rId15" Type="http://schemas.openxmlformats.org/officeDocument/2006/relationships/image" Target="../media/image501.png"/><Relationship Id="rId16" Type="http://schemas.openxmlformats.org/officeDocument/2006/relationships/image" Target="../media/image502.png"/><Relationship Id="rId17" Type="http://schemas.openxmlformats.org/officeDocument/2006/relationships/image" Target="../media/image503.png"/><Relationship Id="rId18" Type="http://schemas.openxmlformats.org/officeDocument/2006/relationships/image" Target="../media/image504.png"/><Relationship Id="rId19" Type="http://schemas.openxmlformats.org/officeDocument/2006/relationships/image" Target="../media/image505.png"/><Relationship Id="rId20" Type="http://schemas.openxmlformats.org/officeDocument/2006/relationships/image" Target="../media/image506.png"/><Relationship Id="rId21" Type="http://schemas.openxmlformats.org/officeDocument/2006/relationships/image" Target="../media/image507.png"/><Relationship Id="rId22" Type="http://schemas.openxmlformats.org/officeDocument/2006/relationships/image" Target="../media/image508.png"/><Relationship Id="rId23" Type="http://schemas.openxmlformats.org/officeDocument/2006/relationships/image" Target="../media/image509.png"/><Relationship Id="rId24" Type="http://schemas.openxmlformats.org/officeDocument/2006/relationships/image" Target="../media/image510.png"/><Relationship Id="rId25" Type="http://schemas.openxmlformats.org/officeDocument/2006/relationships/image" Target="../media/image511.png"/><Relationship Id="rId26" Type="http://schemas.openxmlformats.org/officeDocument/2006/relationships/image" Target="../media/image512.png"/><Relationship Id="rId27" Type="http://schemas.openxmlformats.org/officeDocument/2006/relationships/image" Target="../media/image513.png"/><Relationship Id="rId28" Type="http://schemas.openxmlformats.org/officeDocument/2006/relationships/image" Target="../media/image514.png"/><Relationship Id="rId29" Type="http://schemas.openxmlformats.org/officeDocument/2006/relationships/image" Target="../media/image515.png"/><Relationship Id="rId30" Type="http://schemas.openxmlformats.org/officeDocument/2006/relationships/image" Target="../media/image516.png"/><Relationship Id="rId31" Type="http://schemas.openxmlformats.org/officeDocument/2006/relationships/image" Target="../media/image517.png"/><Relationship Id="rId32" Type="http://schemas.openxmlformats.org/officeDocument/2006/relationships/image" Target="../media/image518.png"/><Relationship Id="rId33" Type="http://schemas.openxmlformats.org/officeDocument/2006/relationships/image" Target="../media/image519.png"/><Relationship Id="rId34" Type="http://schemas.openxmlformats.org/officeDocument/2006/relationships/image" Target="../media/image520.png"/><Relationship Id="rId35" Type="http://schemas.openxmlformats.org/officeDocument/2006/relationships/image" Target="../media/image521.png"/><Relationship Id="rId36" Type="http://schemas.openxmlformats.org/officeDocument/2006/relationships/image" Target="../media/image522.png"/><Relationship Id="rId37" Type="http://schemas.openxmlformats.org/officeDocument/2006/relationships/image" Target="../media/image523.png"/><Relationship Id="rId38" Type="http://schemas.openxmlformats.org/officeDocument/2006/relationships/image" Target="../media/image524.png"/><Relationship Id="rId39" Type="http://schemas.openxmlformats.org/officeDocument/2006/relationships/image" Target="../media/image525.png"/><Relationship Id="rId40" Type="http://schemas.openxmlformats.org/officeDocument/2006/relationships/image" Target="../media/image526.png"/><Relationship Id="rId41" Type="http://schemas.openxmlformats.org/officeDocument/2006/relationships/image" Target="../media/image527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28.png"/><Relationship Id="rId3" Type="http://schemas.openxmlformats.org/officeDocument/2006/relationships/image" Target="../media/image529.png"/><Relationship Id="rId4" Type="http://schemas.openxmlformats.org/officeDocument/2006/relationships/image" Target="../media/image530.png"/><Relationship Id="rId5" Type="http://schemas.openxmlformats.org/officeDocument/2006/relationships/image" Target="../media/image531.png"/><Relationship Id="rId6" Type="http://schemas.openxmlformats.org/officeDocument/2006/relationships/image" Target="../media/image532.png"/><Relationship Id="rId7" Type="http://schemas.openxmlformats.org/officeDocument/2006/relationships/image" Target="../media/image533.png"/><Relationship Id="rId8" Type="http://schemas.openxmlformats.org/officeDocument/2006/relationships/image" Target="../media/image534.png"/><Relationship Id="rId9" Type="http://schemas.openxmlformats.org/officeDocument/2006/relationships/image" Target="../media/image535.png"/><Relationship Id="rId10" Type="http://schemas.openxmlformats.org/officeDocument/2006/relationships/image" Target="../media/image536.png"/><Relationship Id="rId11" Type="http://schemas.openxmlformats.org/officeDocument/2006/relationships/image" Target="../media/image537.png"/><Relationship Id="rId12" Type="http://schemas.openxmlformats.org/officeDocument/2006/relationships/image" Target="../media/image538.png"/><Relationship Id="rId13" Type="http://schemas.openxmlformats.org/officeDocument/2006/relationships/image" Target="../media/image539.png"/><Relationship Id="rId14" Type="http://schemas.openxmlformats.org/officeDocument/2006/relationships/image" Target="../media/image540.png"/><Relationship Id="rId15" Type="http://schemas.openxmlformats.org/officeDocument/2006/relationships/image" Target="../media/image541.png"/><Relationship Id="rId16" Type="http://schemas.openxmlformats.org/officeDocument/2006/relationships/image" Target="../media/image542.png"/><Relationship Id="rId17" Type="http://schemas.openxmlformats.org/officeDocument/2006/relationships/image" Target="../media/image543.png"/><Relationship Id="rId18" Type="http://schemas.openxmlformats.org/officeDocument/2006/relationships/image" Target="../media/image544.png"/><Relationship Id="rId19" Type="http://schemas.openxmlformats.org/officeDocument/2006/relationships/image" Target="../media/image545.png"/><Relationship Id="rId20" Type="http://schemas.openxmlformats.org/officeDocument/2006/relationships/image" Target="../media/image546.png"/><Relationship Id="rId21" Type="http://schemas.openxmlformats.org/officeDocument/2006/relationships/image" Target="../media/image547.png"/><Relationship Id="rId22" Type="http://schemas.openxmlformats.org/officeDocument/2006/relationships/image" Target="../media/image548.png"/><Relationship Id="rId23" Type="http://schemas.openxmlformats.org/officeDocument/2006/relationships/image" Target="../media/image549.png"/><Relationship Id="rId24" Type="http://schemas.openxmlformats.org/officeDocument/2006/relationships/image" Target="../media/image550.png"/><Relationship Id="rId25" Type="http://schemas.openxmlformats.org/officeDocument/2006/relationships/image" Target="../media/image551.png"/><Relationship Id="rId26" Type="http://schemas.openxmlformats.org/officeDocument/2006/relationships/image" Target="../media/image552.png"/><Relationship Id="rId27" Type="http://schemas.openxmlformats.org/officeDocument/2006/relationships/image" Target="../media/image553.png"/><Relationship Id="rId28" Type="http://schemas.openxmlformats.org/officeDocument/2006/relationships/image" Target="../media/image554.png"/><Relationship Id="rId29" Type="http://schemas.openxmlformats.org/officeDocument/2006/relationships/image" Target="../media/image555.png"/><Relationship Id="rId30" Type="http://schemas.openxmlformats.org/officeDocument/2006/relationships/image" Target="../media/image556.png"/><Relationship Id="rId31" Type="http://schemas.openxmlformats.org/officeDocument/2006/relationships/image" Target="../media/image557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86360" marR="5080">
              <a:lnSpc>
                <a:spcPct val="110100"/>
              </a:lnSpc>
              <a:spcBef>
                <a:spcPts val="95"/>
              </a:spcBef>
            </a:pPr>
            <a:r>
              <a:rPr dirty="0" spc="-490"/>
              <a:t>Data</a:t>
            </a:r>
            <a:r>
              <a:rPr dirty="0" spc="-785"/>
              <a:t> </a:t>
            </a:r>
            <a:r>
              <a:rPr dirty="0" spc="-450"/>
              <a:t>Governance</a:t>
            </a:r>
            <a:r>
              <a:rPr dirty="0" spc="-785"/>
              <a:t> </a:t>
            </a:r>
            <a:r>
              <a:rPr dirty="0" spc="-390"/>
              <a:t>and</a:t>
            </a:r>
            <a:r>
              <a:rPr dirty="0" spc="-780"/>
              <a:t> </a:t>
            </a:r>
            <a:r>
              <a:rPr dirty="0" spc="-365"/>
              <a:t>AI</a:t>
            </a:r>
            <a:r>
              <a:rPr dirty="0" spc="-785"/>
              <a:t> </a:t>
            </a:r>
            <a:r>
              <a:rPr dirty="0" spc="-434"/>
              <a:t>Security with</a:t>
            </a:r>
            <a:r>
              <a:rPr dirty="0" spc="-790"/>
              <a:t> </a:t>
            </a:r>
            <a:r>
              <a:rPr dirty="0" spc="-440"/>
              <a:t>Agents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9299" y="6000987"/>
            <a:ext cx="1392555" cy="2463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450">
                <a:latin typeface="Arial"/>
                <a:cs typeface="Arial"/>
              </a:rPr>
              <a:t>Sneha</a:t>
            </a:r>
            <a:r>
              <a:rPr dirty="0" sz="1450" spc="20">
                <a:latin typeface="Arial"/>
                <a:cs typeface="Arial"/>
              </a:rPr>
              <a:t> </a:t>
            </a:r>
            <a:r>
              <a:rPr dirty="0" sz="1450" spc="-10">
                <a:latin typeface="Arial"/>
                <a:cs typeface="Arial"/>
              </a:rPr>
              <a:t>Banerjee</a:t>
            </a:r>
            <a:endParaRPr sz="1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250"/>
              <a:t>Al</a:t>
            </a:r>
            <a:r>
              <a:rPr dirty="0" spc="-575"/>
              <a:t> </a:t>
            </a:r>
            <a:r>
              <a:rPr dirty="0" spc="-330"/>
              <a:t>agents:</a:t>
            </a:r>
            <a:r>
              <a:rPr dirty="0" spc="-570"/>
              <a:t> </a:t>
            </a:r>
            <a:r>
              <a:rPr dirty="0" spc="-305"/>
              <a:t>the</a:t>
            </a:r>
            <a:r>
              <a:rPr dirty="0" spc="-570"/>
              <a:t> </a:t>
            </a:r>
            <a:r>
              <a:rPr dirty="0" spc="-360"/>
              <a:t>next</a:t>
            </a:r>
            <a:r>
              <a:rPr dirty="0" spc="-570"/>
              <a:t> </a:t>
            </a:r>
            <a:r>
              <a:rPr dirty="0" spc="-280"/>
              <a:t>frontier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03583" y="2317952"/>
          <a:ext cx="9316720" cy="3683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17720"/>
                <a:gridCol w="4617720"/>
              </a:tblGrid>
              <a:tr h="736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</a:pPr>
                      <a:r>
                        <a:rPr dirty="0" sz="1300" spc="-100">
                          <a:latin typeface="Arial Black"/>
                          <a:cs typeface="Arial Black"/>
                        </a:rPr>
                        <a:t>TRADITIONAL</a:t>
                      </a:r>
                      <a:r>
                        <a:rPr dirty="0" sz="1300" spc="-40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300" spc="-25">
                          <a:latin typeface="Arial Black"/>
                          <a:cs typeface="Arial Black"/>
                        </a:rPr>
                        <a:t>AI</a:t>
                      </a:r>
                      <a:endParaRPr sz="1300">
                        <a:latin typeface="Arial Black"/>
                        <a:cs typeface="Arial Black"/>
                      </a:endParaRPr>
                    </a:p>
                  </a:txBody>
                  <a:tcPr marL="0" marR="0" marB="0" marT="812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</a:pPr>
                      <a:r>
                        <a:rPr dirty="0" sz="1300" spc="-75">
                          <a:latin typeface="Arial Black"/>
                          <a:cs typeface="Arial Black"/>
                        </a:rPr>
                        <a:t>AI</a:t>
                      </a:r>
                      <a:r>
                        <a:rPr dirty="0" sz="1300" spc="-130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300" spc="-10">
                          <a:latin typeface="Arial Black"/>
                          <a:cs typeface="Arial Black"/>
                        </a:rPr>
                        <a:t>AGENTS</a:t>
                      </a:r>
                      <a:endParaRPr sz="1300">
                        <a:latin typeface="Arial Black"/>
                        <a:cs typeface="Arial Black"/>
                      </a:endParaRPr>
                    </a:p>
                  </a:txBody>
                  <a:tcPr marL="0" marR="0" marB="0" marT="8128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23495">
                        <a:lnSpc>
                          <a:spcPct val="100000"/>
                        </a:lnSpc>
                      </a:pPr>
                      <a:r>
                        <a:rPr dirty="0" sz="1300" spc="-85">
                          <a:latin typeface="Arial Black"/>
                          <a:cs typeface="Arial Black"/>
                        </a:rPr>
                        <a:t>Respond</a:t>
                      </a:r>
                      <a:r>
                        <a:rPr dirty="0" sz="1300" spc="-110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300" spc="-70">
                          <a:latin typeface="Arial Black"/>
                          <a:cs typeface="Arial Black"/>
                        </a:rPr>
                        <a:t>to</a:t>
                      </a:r>
                      <a:r>
                        <a:rPr dirty="0" sz="1300" spc="-105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300" spc="-10">
                          <a:latin typeface="Arial Black"/>
                          <a:cs typeface="Arial Black"/>
                        </a:rPr>
                        <a:t>queries</a:t>
                      </a:r>
                      <a:endParaRPr sz="1300">
                        <a:latin typeface="Arial Black"/>
                        <a:cs typeface="Arial Black"/>
                      </a:endParaRPr>
                    </a:p>
                  </a:txBody>
                  <a:tcPr marL="0" marR="0" marB="0" marT="8636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28575">
                        <a:lnSpc>
                          <a:spcPct val="100000"/>
                        </a:lnSpc>
                      </a:pPr>
                      <a:r>
                        <a:rPr dirty="0" sz="1300" spc="-140">
                          <a:latin typeface="Arial Black"/>
                          <a:cs typeface="Arial Black"/>
                        </a:rPr>
                        <a:t>Take </a:t>
                      </a:r>
                      <a:r>
                        <a:rPr dirty="0" sz="1300" spc="-75">
                          <a:latin typeface="Arial Black"/>
                          <a:cs typeface="Arial Black"/>
                        </a:rPr>
                        <a:t>action</a:t>
                      </a:r>
                      <a:r>
                        <a:rPr dirty="0" sz="1300" spc="-140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300" spc="-10">
                          <a:latin typeface="Arial Black"/>
                          <a:cs typeface="Arial Black"/>
                        </a:rPr>
                        <a:t>autonomously</a:t>
                      </a:r>
                      <a:endParaRPr sz="1300">
                        <a:latin typeface="Arial Black"/>
                        <a:cs typeface="Arial Black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28575">
                        <a:lnSpc>
                          <a:spcPct val="100000"/>
                        </a:lnSpc>
                      </a:pPr>
                      <a:r>
                        <a:rPr dirty="0" sz="1300" spc="-100">
                          <a:latin typeface="Arial Black"/>
                          <a:cs typeface="Arial Black"/>
                        </a:rPr>
                        <a:t>Access</a:t>
                      </a:r>
                      <a:r>
                        <a:rPr dirty="0" sz="1300" spc="-125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300" spc="-10">
                          <a:latin typeface="Arial Black"/>
                          <a:cs typeface="Arial Black"/>
                        </a:rPr>
                        <a:t>databases</a:t>
                      </a:r>
                      <a:endParaRPr sz="1300">
                        <a:latin typeface="Arial Black"/>
                        <a:cs typeface="Arial Black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28575">
                        <a:lnSpc>
                          <a:spcPct val="100000"/>
                        </a:lnSpc>
                      </a:pPr>
                      <a:r>
                        <a:rPr dirty="0" sz="1300" spc="-95">
                          <a:latin typeface="Arial Black"/>
                          <a:cs typeface="Arial Black"/>
                        </a:rPr>
                        <a:t>Execute</a:t>
                      </a:r>
                      <a:r>
                        <a:rPr dirty="0" sz="1300" spc="-140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300" spc="-80">
                          <a:latin typeface="Arial Black"/>
                          <a:cs typeface="Arial Black"/>
                        </a:rPr>
                        <a:t>workflows</a:t>
                      </a:r>
                      <a:r>
                        <a:rPr dirty="0" sz="1300" spc="-135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300" spc="-60">
                          <a:latin typeface="Arial Black"/>
                          <a:cs typeface="Arial Black"/>
                        </a:rPr>
                        <a:t>and</a:t>
                      </a:r>
                      <a:r>
                        <a:rPr dirty="0" sz="1300" spc="-135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300" spc="-105">
                          <a:latin typeface="Arial Black"/>
                          <a:cs typeface="Arial Black"/>
                        </a:rPr>
                        <a:t>make</a:t>
                      </a:r>
                      <a:r>
                        <a:rPr dirty="0" sz="1300" spc="-140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300" spc="-10">
                          <a:latin typeface="Arial Black"/>
                          <a:cs typeface="Arial Black"/>
                        </a:rPr>
                        <a:t>decisions</a:t>
                      </a:r>
                      <a:endParaRPr sz="1300">
                        <a:latin typeface="Arial Black"/>
                        <a:cs typeface="Arial Black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28575">
                        <a:lnSpc>
                          <a:spcPct val="100000"/>
                        </a:lnSpc>
                      </a:pPr>
                      <a:r>
                        <a:rPr dirty="0" sz="1300" spc="-65">
                          <a:latin typeface="Arial Black"/>
                          <a:cs typeface="Arial Black"/>
                        </a:rPr>
                        <a:t>Handle</a:t>
                      </a:r>
                      <a:r>
                        <a:rPr dirty="0" sz="1300" spc="-125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300" spc="-80">
                          <a:latin typeface="Arial Black"/>
                          <a:cs typeface="Arial Black"/>
                        </a:rPr>
                        <a:t>sensitive</a:t>
                      </a:r>
                      <a:r>
                        <a:rPr dirty="0" sz="1300" spc="-120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300" spc="-20">
                          <a:latin typeface="Arial Black"/>
                          <a:cs typeface="Arial Black"/>
                        </a:rPr>
                        <a:t>data</a:t>
                      </a:r>
                      <a:endParaRPr sz="1300">
                        <a:latin typeface="Arial Black"/>
                        <a:cs typeface="Arial Black"/>
                      </a:endParaRPr>
                    </a:p>
                  </a:txBody>
                  <a:tcPr marL="0" marR="0" marB="0" marT="86360">
                    <a:lnL w="190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254"/>
              <a:t>AI</a:t>
            </a:r>
            <a:r>
              <a:rPr dirty="0" spc="-575"/>
              <a:t> </a:t>
            </a:r>
            <a:r>
              <a:rPr dirty="0" spc="-325"/>
              <a:t>security</a:t>
            </a:r>
            <a:r>
              <a:rPr dirty="0" spc="-570"/>
              <a:t> </a:t>
            </a:r>
            <a:r>
              <a:rPr dirty="0" spc="-355"/>
              <a:t>breaches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21549" y="2176049"/>
            <a:ext cx="2614930" cy="2614930"/>
            <a:chOff x="521549" y="2176049"/>
            <a:chExt cx="2614930" cy="2614930"/>
          </a:xfrm>
        </p:grpSpPr>
        <p:sp>
          <p:nvSpPr>
            <p:cNvPr id="4" name="object 4"/>
            <p:cNvSpPr/>
            <p:nvPr/>
          </p:nvSpPr>
          <p:spPr>
            <a:xfrm>
              <a:off x="521549" y="2176049"/>
              <a:ext cx="2439670" cy="2614930"/>
            </a:xfrm>
            <a:custGeom>
              <a:avLst/>
              <a:gdLst/>
              <a:ahLst/>
              <a:cxnLst/>
              <a:rect l="l" t="t" r="r" b="b"/>
              <a:pathLst>
                <a:path w="2439670" h="2614929">
                  <a:moveTo>
                    <a:pt x="1307249" y="0"/>
                  </a:moveTo>
                  <a:lnTo>
                    <a:pt x="1259325" y="862"/>
                  </a:lnTo>
                  <a:lnTo>
                    <a:pt x="1211836" y="3428"/>
                  </a:lnTo>
                  <a:lnTo>
                    <a:pt x="1164810" y="7670"/>
                  </a:lnTo>
                  <a:lnTo>
                    <a:pt x="1118278" y="13558"/>
                  </a:lnTo>
                  <a:lnTo>
                    <a:pt x="1072270" y="21061"/>
                  </a:lnTo>
                  <a:lnTo>
                    <a:pt x="1026814" y="30151"/>
                  </a:lnTo>
                  <a:lnTo>
                    <a:pt x="981940" y="40798"/>
                  </a:lnTo>
                  <a:lnTo>
                    <a:pt x="937678" y="52972"/>
                  </a:lnTo>
                  <a:lnTo>
                    <a:pt x="894057" y="66644"/>
                  </a:lnTo>
                  <a:lnTo>
                    <a:pt x="851108" y="81784"/>
                  </a:lnTo>
                  <a:lnTo>
                    <a:pt x="808858" y="98364"/>
                  </a:lnTo>
                  <a:lnTo>
                    <a:pt x="767339" y="116352"/>
                  </a:lnTo>
                  <a:lnTo>
                    <a:pt x="726579" y="135720"/>
                  </a:lnTo>
                  <a:lnTo>
                    <a:pt x="686608" y="156438"/>
                  </a:lnTo>
                  <a:lnTo>
                    <a:pt x="647455" y="178477"/>
                  </a:lnTo>
                  <a:lnTo>
                    <a:pt x="609151" y="201808"/>
                  </a:lnTo>
                  <a:lnTo>
                    <a:pt x="571724" y="226399"/>
                  </a:lnTo>
                  <a:lnTo>
                    <a:pt x="535205" y="252223"/>
                  </a:lnTo>
                  <a:lnTo>
                    <a:pt x="499622" y="279249"/>
                  </a:lnTo>
                  <a:lnTo>
                    <a:pt x="465005" y="307448"/>
                  </a:lnTo>
                  <a:lnTo>
                    <a:pt x="431384" y="336791"/>
                  </a:lnTo>
                  <a:lnTo>
                    <a:pt x="398788" y="367247"/>
                  </a:lnTo>
                  <a:lnTo>
                    <a:pt x="367247" y="398788"/>
                  </a:lnTo>
                  <a:lnTo>
                    <a:pt x="336791" y="431384"/>
                  </a:lnTo>
                  <a:lnTo>
                    <a:pt x="307448" y="465005"/>
                  </a:lnTo>
                  <a:lnTo>
                    <a:pt x="279249" y="499622"/>
                  </a:lnTo>
                  <a:lnTo>
                    <a:pt x="252223" y="535205"/>
                  </a:lnTo>
                  <a:lnTo>
                    <a:pt x="226399" y="571724"/>
                  </a:lnTo>
                  <a:lnTo>
                    <a:pt x="201808" y="609151"/>
                  </a:lnTo>
                  <a:lnTo>
                    <a:pt x="178477" y="647455"/>
                  </a:lnTo>
                  <a:lnTo>
                    <a:pt x="156438" y="686608"/>
                  </a:lnTo>
                  <a:lnTo>
                    <a:pt x="135720" y="726579"/>
                  </a:lnTo>
                  <a:lnTo>
                    <a:pt x="116352" y="767339"/>
                  </a:lnTo>
                  <a:lnTo>
                    <a:pt x="98364" y="808858"/>
                  </a:lnTo>
                  <a:lnTo>
                    <a:pt x="81784" y="851108"/>
                  </a:lnTo>
                  <a:lnTo>
                    <a:pt x="66644" y="894058"/>
                  </a:lnTo>
                  <a:lnTo>
                    <a:pt x="52972" y="937678"/>
                  </a:lnTo>
                  <a:lnTo>
                    <a:pt x="40798" y="981940"/>
                  </a:lnTo>
                  <a:lnTo>
                    <a:pt x="30151" y="1026814"/>
                  </a:lnTo>
                  <a:lnTo>
                    <a:pt x="21061" y="1072270"/>
                  </a:lnTo>
                  <a:lnTo>
                    <a:pt x="13558" y="1118279"/>
                  </a:lnTo>
                  <a:lnTo>
                    <a:pt x="7670" y="1164810"/>
                  </a:lnTo>
                  <a:lnTo>
                    <a:pt x="3428" y="1211836"/>
                  </a:lnTo>
                  <a:lnTo>
                    <a:pt x="862" y="1259326"/>
                  </a:lnTo>
                  <a:lnTo>
                    <a:pt x="0" y="1307250"/>
                  </a:lnTo>
                  <a:lnTo>
                    <a:pt x="862" y="1355174"/>
                  </a:lnTo>
                  <a:lnTo>
                    <a:pt x="3428" y="1402664"/>
                  </a:lnTo>
                  <a:lnTo>
                    <a:pt x="7670" y="1449689"/>
                  </a:lnTo>
                  <a:lnTo>
                    <a:pt x="13558" y="1496221"/>
                  </a:lnTo>
                  <a:lnTo>
                    <a:pt x="21061" y="1542230"/>
                  </a:lnTo>
                  <a:lnTo>
                    <a:pt x="30151" y="1587686"/>
                  </a:lnTo>
                  <a:lnTo>
                    <a:pt x="40798" y="1632560"/>
                  </a:lnTo>
                  <a:lnTo>
                    <a:pt x="52972" y="1676822"/>
                  </a:lnTo>
                  <a:lnTo>
                    <a:pt x="66644" y="1720442"/>
                  </a:lnTo>
                  <a:lnTo>
                    <a:pt x="81784" y="1763392"/>
                  </a:lnTo>
                  <a:lnTo>
                    <a:pt x="98364" y="1805641"/>
                  </a:lnTo>
                  <a:lnTo>
                    <a:pt x="116352" y="1847161"/>
                  </a:lnTo>
                  <a:lnTo>
                    <a:pt x="135720" y="1887921"/>
                  </a:lnTo>
                  <a:lnTo>
                    <a:pt x="156438" y="1927892"/>
                  </a:lnTo>
                  <a:lnTo>
                    <a:pt x="178477" y="1967044"/>
                  </a:lnTo>
                  <a:lnTo>
                    <a:pt x="201808" y="2005349"/>
                  </a:lnTo>
                  <a:lnTo>
                    <a:pt x="226399" y="2042775"/>
                  </a:lnTo>
                  <a:lnTo>
                    <a:pt x="252223" y="2079295"/>
                  </a:lnTo>
                  <a:lnTo>
                    <a:pt x="279249" y="2114878"/>
                  </a:lnTo>
                  <a:lnTo>
                    <a:pt x="307448" y="2149495"/>
                  </a:lnTo>
                  <a:lnTo>
                    <a:pt x="336791" y="2183116"/>
                  </a:lnTo>
                  <a:lnTo>
                    <a:pt x="367247" y="2215711"/>
                  </a:lnTo>
                  <a:lnTo>
                    <a:pt x="398788" y="2247252"/>
                  </a:lnTo>
                  <a:lnTo>
                    <a:pt x="431384" y="2277709"/>
                  </a:lnTo>
                  <a:lnTo>
                    <a:pt x="465005" y="2307051"/>
                  </a:lnTo>
                  <a:lnTo>
                    <a:pt x="499622" y="2335251"/>
                  </a:lnTo>
                  <a:lnTo>
                    <a:pt x="535205" y="2362277"/>
                  </a:lnTo>
                  <a:lnTo>
                    <a:pt x="571724" y="2388101"/>
                  </a:lnTo>
                  <a:lnTo>
                    <a:pt x="609151" y="2412692"/>
                  </a:lnTo>
                  <a:lnTo>
                    <a:pt x="647455" y="2436022"/>
                  </a:lnTo>
                  <a:lnTo>
                    <a:pt x="686608" y="2458061"/>
                  </a:lnTo>
                  <a:lnTo>
                    <a:pt x="726579" y="2478780"/>
                  </a:lnTo>
                  <a:lnTo>
                    <a:pt x="767339" y="2498148"/>
                  </a:lnTo>
                  <a:lnTo>
                    <a:pt x="808858" y="2516136"/>
                  </a:lnTo>
                  <a:lnTo>
                    <a:pt x="851108" y="2532715"/>
                  </a:lnTo>
                  <a:lnTo>
                    <a:pt x="894057" y="2547856"/>
                  </a:lnTo>
                  <a:lnTo>
                    <a:pt x="937678" y="2561528"/>
                  </a:lnTo>
                  <a:lnTo>
                    <a:pt x="981940" y="2573702"/>
                  </a:lnTo>
                  <a:lnTo>
                    <a:pt x="1026814" y="2584349"/>
                  </a:lnTo>
                  <a:lnTo>
                    <a:pt x="1072270" y="2593439"/>
                  </a:lnTo>
                  <a:lnTo>
                    <a:pt x="1118278" y="2600942"/>
                  </a:lnTo>
                  <a:lnTo>
                    <a:pt x="1164810" y="2606829"/>
                  </a:lnTo>
                  <a:lnTo>
                    <a:pt x="1211836" y="2611071"/>
                  </a:lnTo>
                  <a:lnTo>
                    <a:pt x="1259325" y="2613638"/>
                  </a:lnTo>
                  <a:lnTo>
                    <a:pt x="1307249" y="2614500"/>
                  </a:lnTo>
                  <a:lnTo>
                    <a:pt x="1357146" y="2613551"/>
                  </a:lnTo>
                  <a:lnTo>
                    <a:pt x="1406726" y="2610721"/>
                  </a:lnTo>
                  <a:lnTo>
                    <a:pt x="1455946" y="2606035"/>
                  </a:lnTo>
                  <a:lnTo>
                    <a:pt x="1504761" y="2599519"/>
                  </a:lnTo>
                  <a:lnTo>
                    <a:pt x="1553127" y="2591199"/>
                  </a:lnTo>
                  <a:lnTo>
                    <a:pt x="1601000" y="2581101"/>
                  </a:lnTo>
                  <a:lnTo>
                    <a:pt x="1648334" y="2569249"/>
                  </a:lnTo>
                  <a:lnTo>
                    <a:pt x="1695085" y="2555670"/>
                  </a:lnTo>
                  <a:lnTo>
                    <a:pt x="1741210" y="2540390"/>
                  </a:lnTo>
                  <a:lnTo>
                    <a:pt x="1786664" y="2523434"/>
                  </a:lnTo>
                  <a:lnTo>
                    <a:pt x="1831401" y="2504827"/>
                  </a:lnTo>
                  <a:lnTo>
                    <a:pt x="1875378" y="2484596"/>
                  </a:lnTo>
                  <a:lnTo>
                    <a:pt x="1918551" y="2462765"/>
                  </a:lnTo>
                  <a:lnTo>
                    <a:pt x="1960874" y="2439362"/>
                  </a:lnTo>
                  <a:lnTo>
                    <a:pt x="2002304" y="2414410"/>
                  </a:lnTo>
                  <a:lnTo>
                    <a:pt x="2042796" y="2387937"/>
                  </a:lnTo>
                  <a:lnTo>
                    <a:pt x="2082305" y="2359967"/>
                  </a:lnTo>
                  <a:lnTo>
                    <a:pt x="2120788" y="2330526"/>
                  </a:lnTo>
                  <a:lnTo>
                    <a:pt x="2158199" y="2299641"/>
                  </a:lnTo>
                  <a:lnTo>
                    <a:pt x="2194495" y="2267336"/>
                  </a:lnTo>
                  <a:lnTo>
                    <a:pt x="2229630" y="2233637"/>
                  </a:lnTo>
                  <a:lnTo>
                    <a:pt x="2263561" y="2198570"/>
                  </a:lnTo>
                  <a:lnTo>
                    <a:pt x="2296243" y="2162161"/>
                  </a:lnTo>
                  <a:lnTo>
                    <a:pt x="2327631" y="2124434"/>
                  </a:lnTo>
                  <a:lnTo>
                    <a:pt x="2357682" y="2085417"/>
                  </a:lnTo>
                  <a:lnTo>
                    <a:pt x="2386350" y="2045134"/>
                  </a:lnTo>
                  <a:lnTo>
                    <a:pt x="2413592" y="2003611"/>
                  </a:lnTo>
                  <a:lnTo>
                    <a:pt x="2439362" y="1960874"/>
                  </a:lnTo>
                  <a:lnTo>
                    <a:pt x="1307249" y="1307250"/>
                  </a:lnTo>
                  <a:lnTo>
                    <a:pt x="1307249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828799" y="2176049"/>
              <a:ext cx="1307465" cy="1960880"/>
            </a:xfrm>
            <a:custGeom>
              <a:avLst/>
              <a:gdLst/>
              <a:ahLst/>
              <a:cxnLst/>
              <a:rect l="l" t="t" r="r" b="b"/>
              <a:pathLst>
                <a:path w="1307464" h="1960879">
                  <a:moveTo>
                    <a:pt x="0" y="0"/>
                  </a:moveTo>
                  <a:lnTo>
                    <a:pt x="0" y="1307250"/>
                  </a:lnTo>
                  <a:lnTo>
                    <a:pt x="1132112" y="1960874"/>
                  </a:lnTo>
                  <a:lnTo>
                    <a:pt x="1155327" y="1918940"/>
                  </a:lnTo>
                  <a:lnTo>
                    <a:pt x="1176849" y="1876529"/>
                  </a:lnTo>
                  <a:lnTo>
                    <a:pt x="1196688" y="1833683"/>
                  </a:lnTo>
                  <a:lnTo>
                    <a:pt x="1214855" y="1790442"/>
                  </a:lnTo>
                  <a:lnTo>
                    <a:pt x="1231362" y="1746845"/>
                  </a:lnTo>
                  <a:lnTo>
                    <a:pt x="1246217" y="1702934"/>
                  </a:lnTo>
                  <a:lnTo>
                    <a:pt x="1259434" y="1658749"/>
                  </a:lnTo>
                  <a:lnTo>
                    <a:pt x="1271022" y="1614330"/>
                  </a:lnTo>
                  <a:lnTo>
                    <a:pt x="1280992" y="1569717"/>
                  </a:lnTo>
                  <a:lnTo>
                    <a:pt x="1289355" y="1524952"/>
                  </a:lnTo>
                  <a:lnTo>
                    <a:pt x="1296121" y="1480073"/>
                  </a:lnTo>
                  <a:lnTo>
                    <a:pt x="1301302" y="1435122"/>
                  </a:lnTo>
                  <a:lnTo>
                    <a:pt x="1304909" y="1390139"/>
                  </a:lnTo>
                  <a:lnTo>
                    <a:pt x="1306952" y="1345164"/>
                  </a:lnTo>
                  <a:lnTo>
                    <a:pt x="1307442" y="1300237"/>
                  </a:lnTo>
                  <a:lnTo>
                    <a:pt x="1306390" y="1255400"/>
                  </a:lnTo>
                  <a:lnTo>
                    <a:pt x="1303806" y="1210691"/>
                  </a:lnTo>
                  <a:lnTo>
                    <a:pt x="1299702" y="1166152"/>
                  </a:lnTo>
                  <a:lnTo>
                    <a:pt x="1294088" y="1121824"/>
                  </a:lnTo>
                  <a:lnTo>
                    <a:pt x="1286975" y="1077745"/>
                  </a:lnTo>
                  <a:lnTo>
                    <a:pt x="1278374" y="1033957"/>
                  </a:lnTo>
                  <a:lnTo>
                    <a:pt x="1268296" y="990500"/>
                  </a:lnTo>
                  <a:lnTo>
                    <a:pt x="1256751" y="947414"/>
                  </a:lnTo>
                  <a:lnTo>
                    <a:pt x="1243751" y="904741"/>
                  </a:lnTo>
                  <a:lnTo>
                    <a:pt x="1229305" y="862519"/>
                  </a:lnTo>
                  <a:lnTo>
                    <a:pt x="1213426" y="820789"/>
                  </a:lnTo>
                  <a:lnTo>
                    <a:pt x="1196123" y="779592"/>
                  </a:lnTo>
                  <a:lnTo>
                    <a:pt x="1177408" y="738968"/>
                  </a:lnTo>
                  <a:lnTo>
                    <a:pt x="1157291" y="698958"/>
                  </a:lnTo>
                  <a:lnTo>
                    <a:pt x="1135784" y="659601"/>
                  </a:lnTo>
                  <a:lnTo>
                    <a:pt x="1112896" y="620939"/>
                  </a:lnTo>
                  <a:lnTo>
                    <a:pt x="1088640" y="583011"/>
                  </a:lnTo>
                  <a:lnTo>
                    <a:pt x="1063025" y="545857"/>
                  </a:lnTo>
                  <a:lnTo>
                    <a:pt x="1036062" y="509519"/>
                  </a:lnTo>
                  <a:lnTo>
                    <a:pt x="1007762" y="474036"/>
                  </a:lnTo>
                  <a:lnTo>
                    <a:pt x="978137" y="439450"/>
                  </a:lnTo>
                  <a:lnTo>
                    <a:pt x="947196" y="405799"/>
                  </a:lnTo>
                  <a:lnTo>
                    <a:pt x="914952" y="373125"/>
                  </a:lnTo>
                  <a:lnTo>
                    <a:pt x="881413" y="341467"/>
                  </a:lnTo>
                  <a:lnTo>
                    <a:pt x="846592" y="310867"/>
                  </a:lnTo>
                  <a:lnTo>
                    <a:pt x="810499" y="281365"/>
                  </a:lnTo>
                  <a:lnTo>
                    <a:pt x="773145" y="253000"/>
                  </a:lnTo>
                  <a:lnTo>
                    <a:pt x="734540" y="225814"/>
                  </a:lnTo>
                  <a:lnTo>
                    <a:pt x="694697" y="199846"/>
                  </a:lnTo>
                  <a:lnTo>
                    <a:pt x="653624" y="175138"/>
                  </a:lnTo>
                  <a:lnTo>
                    <a:pt x="610639" y="151385"/>
                  </a:lnTo>
                  <a:lnTo>
                    <a:pt x="566887" y="129310"/>
                  </a:lnTo>
                  <a:lnTo>
                    <a:pt x="522416" y="108924"/>
                  </a:lnTo>
                  <a:lnTo>
                    <a:pt x="477276" y="90241"/>
                  </a:lnTo>
                  <a:lnTo>
                    <a:pt x="431517" y="73274"/>
                  </a:lnTo>
                  <a:lnTo>
                    <a:pt x="385189" y="58037"/>
                  </a:lnTo>
                  <a:lnTo>
                    <a:pt x="338340" y="44543"/>
                  </a:lnTo>
                  <a:lnTo>
                    <a:pt x="291021" y="32805"/>
                  </a:lnTo>
                  <a:lnTo>
                    <a:pt x="243281" y="22837"/>
                  </a:lnTo>
                  <a:lnTo>
                    <a:pt x="195170" y="14651"/>
                  </a:lnTo>
                  <a:lnTo>
                    <a:pt x="146736" y="8261"/>
                  </a:lnTo>
                  <a:lnTo>
                    <a:pt x="98030" y="3680"/>
                  </a:lnTo>
                  <a:lnTo>
                    <a:pt x="49102" y="9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8BA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810745" y="3769161"/>
            <a:ext cx="526415" cy="3409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050" spc="-35">
                <a:latin typeface="Arial"/>
                <a:cs typeface="Arial"/>
              </a:rPr>
              <a:t>67%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140107" y="2811190"/>
            <a:ext cx="1030605" cy="299085"/>
          </a:xfrm>
          <a:custGeom>
            <a:avLst/>
            <a:gdLst/>
            <a:ahLst/>
            <a:cxnLst/>
            <a:rect l="l" t="t" r="r" b="b"/>
            <a:pathLst>
              <a:path w="1030604" h="299085">
                <a:moveTo>
                  <a:pt x="0" y="299006"/>
                </a:moveTo>
                <a:lnTo>
                  <a:pt x="1030558" y="0"/>
                </a:lnTo>
              </a:path>
            </a:pathLst>
          </a:custGeom>
          <a:ln w="104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318718" y="2212445"/>
            <a:ext cx="6600190" cy="102171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093595" marR="5080" indent="-67310">
              <a:lnSpc>
                <a:spcPct val="113100"/>
              </a:lnSpc>
              <a:spcBef>
                <a:spcPts val="90"/>
              </a:spcBef>
            </a:pPr>
            <a:r>
              <a:rPr dirty="0" sz="1950">
                <a:latin typeface="Arial"/>
                <a:cs typeface="Arial"/>
              </a:rPr>
              <a:t>33%</a:t>
            </a:r>
            <a:r>
              <a:rPr dirty="0" sz="1950" spc="-10">
                <a:latin typeface="Arial"/>
                <a:cs typeface="Arial"/>
              </a:rPr>
              <a:t> </a:t>
            </a:r>
            <a:r>
              <a:rPr dirty="0" sz="1950" spc="130">
                <a:latin typeface="Arial"/>
                <a:cs typeface="Arial"/>
              </a:rPr>
              <a:t>of</a:t>
            </a:r>
            <a:r>
              <a:rPr dirty="0" sz="1950" spc="-10">
                <a:latin typeface="Arial"/>
                <a:cs typeface="Arial"/>
              </a:rPr>
              <a:t> </a:t>
            </a:r>
            <a:r>
              <a:rPr dirty="0" sz="1950" spc="65">
                <a:latin typeface="Arial"/>
                <a:cs typeface="Arial"/>
              </a:rPr>
              <a:t>enterprise</a:t>
            </a:r>
            <a:r>
              <a:rPr dirty="0" sz="1950" spc="-5">
                <a:latin typeface="Arial"/>
                <a:cs typeface="Arial"/>
              </a:rPr>
              <a:t> </a:t>
            </a:r>
            <a:r>
              <a:rPr dirty="0" sz="1950" spc="75">
                <a:latin typeface="Arial"/>
                <a:cs typeface="Arial"/>
              </a:rPr>
              <a:t>software</a:t>
            </a:r>
            <a:r>
              <a:rPr dirty="0" sz="1950" spc="-10">
                <a:latin typeface="Arial"/>
                <a:cs typeface="Arial"/>
              </a:rPr>
              <a:t> </a:t>
            </a:r>
            <a:r>
              <a:rPr dirty="0" sz="1950" spc="85">
                <a:latin typeface="Arial"/>
                <a:cs typeface="Arial"/>
              </a:rPr>
              <a:t>will</a:t>
            </a:r>
            <a:r>
              <a:rPr dirty="0" sz="1950" spc="-10">
                <a:latin typeface="Arial"/>
                <a:cs typeface="Arial"/>
              </a:rPr>
              <a:t> </a:t>
            </a:r>
            <a:r>
              <a:rPr dirty="0" sz="1950" spc="75">
                <a:latin typeface="Arial"/>
                <a:cs typeface="Arial"/>
              </a:rPr>
              <a:t>include </a:t>
            </a:r>
            <a:r>
              <a:rPr dirty="0" sz="1950" spc="95">
                <a:latin typeface="Arial"/>
                <a:cs typeface="Arial"/>
              </a:rPr>
              <a:t>Agentic</a:t>
            </a:r>
            <a:r>
              <a:rPr dirty="0" sz="1950" spc="-5">
                <a:latin typeface="Arial"/>
                <a:cs typeface="Arial"/>
              </a:rPr>
              <a:t> </a:t>
            </a:r>
            <a:r>
              <a:rPr dirty="0" sz="1950">
                <a:latin typeface="Arial"/>
                <a:cs typeface="Arial"/>
              </a:rPr>
              <a:t>AI </a:t>
            </a:r>
            <a:r>
              <a:rPr dirty="0" sz="1950" spc="100">
                <a:latin typeface="Arial"/>
                <a:cs typeface="Arial"/>
              </a:rPr>
              <a:t>by</a:t>
            </a:r>
            <a:r>
              <a:rPr dirty="0" sz="1950">
                <a:latin typeface="Arial"/>
                <a:cs typeface="Arial"/>
              </a:rPr>
              <a:t> </a:t>
            </a:r>
            <a:r>
              <a:rPr dirty="0" sz="1950" spc="65">
                <a:latin typeface="Arial"/>
                <a:cs typeface="Arial"/>
              </a:rPr>
              <a:t>2028</a:t>
            </a:r>
            <a:endParaRPr sz="1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050" spc="-25">
                <a:latin typeface="Arial"/>
                <a:cs typeface="Arial"/>
              </a:rPr>
              <a:t>33%</a:t>
            </a:r>
            <a:endParaRPr sz="20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99839" y="3504579"/>
            <a:ext cx="5015230" cy="6978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79375" marR="5080" indent="-67310">
              <a:lnSpc>
                <a:spcPct val="113100"/>
              </a:lnSpc>
              <a:spcBef>
                <a:spcPts val="90"/>
              </a:spcBef>
            </a:pPr>
            <a:r>
              <a:rPr dirty="0" sz="1950" spc="-50">
                <a:latin typeface="Arial"/>
                <a:cs typeface="Arial"/>
              </a:rPr>
              <a:t>87%</a:t>
            </a:r>
            <a:r>
              <a:rPr dirty="0" sz="1950" spc="-25">
                <a:latin typeface="Arial"/>
                <a:cs typeface="Arial"/>
              </a:rPr>
              <a:t> </a:t>
            </a:r>
            <a:r>
              <a:rPr dirty="0" sz="1950" spc="130">
                <a:latin typeface="Arial"/>
                <a:cs typeface="Arial"/>
              </a:rPr>
              <a:t>of</a:t>
            </a:r>
            <a:r>
              <a:rPr dirty="0" sz="1950" spc="-20">
                <a:latin typeface="Arial"/>
                <a:cs typeface="Arial"/>
              </a:rPr>
              <a:t> </a:t>
            </a:r>
            <a:r>
              <a:rPr dirty="0" sz="1950" spc="75">
                <a:latin typeface="Arial"/>
                <a:cs typeface="Arial"/>
              </a:rPr>
              <a:t>security</a:t>
            </a:r>
            <a:r>
              <a:rPr dirty="0" sz="1950" spc="-20">
                <a:latin typeface="Arial"/>
                <a:cs typeface="Arial"/>
              </a:rPr>
              <a:t> </a:t>
            </a:r>
            <a:r>
              <a:rPr dirty="0" sz="1950" spc="45">
                <a:latin typeface="Arial"/>
                <a:cs typeface="Arial"/>
              </a:rPr>
              <a:t>leaders</a:t>
            </a:r>
            <a:r>
              <a:rPr dirty="0" sz="1950" spc="-25">
                <a:latin typeface="Arial"/>
                <a:cs typeface="Arial"/>
              </a:rPr>
              <a:t> </a:t>
            </a:r>
            <a:r>
              <a:rPr dirty="0" sz="1950" spc="105">
                <a:latin typeface="Arial"/>
                <a:cs typeface="Arial"/>
              </a:rPr>
              <a:t>cite</a:t>
            </a:r>
            <a:r>
              <a:rPr dirty="0" sz="1950" spc="-20">
                <a:latin typeface="Arial"/>
                <a:cs typeface="Arial"/>
              </a:rPr>
              <a:t> </a:t>
            </a:r>
            <a:r>
              <a:rPr dirty="0" sz="1950" spc="50">
                <a:latin typeface="Arial"/>
                <a:cs typeface="Arial"/>
              </a:rPr>
              <a:t>Al</a:t>
            </a:r>
            <a:r>
              <a:rPr dirty="0" sz="1950" spc="-20">
                <a:latin typeface="Arial"/>
                <a:cs typeface="Arial"/>
              </a:rPr>
              <a:t> </a:t>
            </a:r>
            <a:r>
              <a:rPr dirty="0" sz="1950" spc="65">
                <a:latin typeface="Arial"/>
                <a:cs typeface="Arial"/>
              </a:rPr>
              <a:t>governance </a:t>
            </a:r>
            <a:r>
              <a:rPr dirty="0" sz="1950">
                <a:latin typeface="Arial"/>
                <a:cs typeface="Arial"/>
              </a:rPr>
              <a:t>as</a:t>
            </a:r>
            <a:r>
              <a:rPr dirty="0" sz="1950" spc="-30">
                <a:latin typeface="Arial"/>
                <a:cs typeface="Arial"/>
              </a:rPr>
              <a:t> </a:t>
            </a:r>
            <a:r>
              <a:rPr dirty="0" sz="1950" spc="90">
                <a:latin typeface="Arial"/>
                <a:cs typeface="Arial"/>
              </a:rPr>
              <a:t>their</a:t>
            </a:r>
            <a:r>
              <a:rPr dirty="0" sz="1950" spc="-25">
                <a:latin typeface="Arial"/>
                <a:cs typeface="Arial"/>
              </a:rPr>
              <a:t> </a:t>
            </a:r>
            <a:r>
              <a:rPr dirty="0" sz="1950" spc="140">
                <a:latin typeface="Arial"/>
                <a:cs typeface="Arial"/>
              </a:rPr>
              <a:t>top</a:t>
            </a:r>
            <a:r>
              <a:rPr dirty="0" sz="1950" spc="-30">
                <a:latin typeface="Arial"/>
                <a:cs typeface="Arial"/>
              </a:rPr>
              <a:t> </a:t>
            </a:r>
            <a:r>
              <a:rPr dirty="0" sz="1950" spc="85">
                <a:latin typeface="Arial"/>
                <a:cs typeface="Arial"/>
              </a:rPr>
              <a:t>concern</a:t>
            </a:r>
            <a:endParaRPr sz="1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300"/>
              <a:t>What</a:t>
            </a:r>
            <a:r>
              <a:rPr dirty="0" spc="-580"/>
              <a:t> </a:t>
            </a:r>
            <a:r>
              <a:rPr dirty="0" spc="-375"/>
              <a:t>we're</a:t>
            </a:r>
            <a:r>
              <a:rPr dirty="0" spc="-575"/>
              <a:t> </a:t>
            </a:r>
            <a:r>
              <a:rPr dirty="0" spc="-295"/>
              <a:t>covering</a:t>
            </a:r>
            <a:r>
              <a:rPr dirty="0" spc="-575"/>
              <a:t> </a:t>
            </a:r>
            <a:r>
              <a:rPr dirty="0" spc="-305"/>
              <a:t>today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9299" y="2709741"/>
            <a:ext cx="8225790" cy="1033780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243204" indent="-230504">
              <a:lnSpc>
                <a:spcPct val="100000"/>
              </a:lnSpc>
              <a:spcBef>
                <a:spcPts val="395"/>
              </a:spcBef>
              <a:buChar char="•"/>
              <a:tabLst>
                <a:tab pos="243204" algn="l"/>
              </a:tabLst>
            </a:pPr>
            <a:r>
              <a:rPr dirty="0" sz="1950" spc="70">
                <a:latin typeface="Arial"/>
                <a:cs typeface="Arial"/>
              </a:rPr>
              <a:t>Demonstrate</a:t>
            </a:r>
            <a:r>
              <a:rPr dirty="0" sz="1950" spc="-20">
                <a:latin typeface="Arial"/>
                <a:cs typeface="Arial"/>
              </a:rPr>
              <a:t> </a:t>
            </a:r>
            <a:r>
              <a:rPr dirty="0" sz="1950">
                <a:latin typeface="Arial"/>
                <a:cs typeface="Arial"/>
              </a:rPr>
              <a:t>a</a:t>
            </a:r>
            <a:r>
              <a:rPr dirty="0" sz="1950" spc="-15">
                <a:latin typeface="Arial"/>
                <a:cs typeface="Arial"/>
              </a:rPr>
              <a:t> </a:t>
            </a:r>
            <a:r>
              <a:rPr dirty="0" sz="1950" spc="110">
                <a:latin typeface="Arial"/>
                <a:cs typeface="Arial"/>
              </a:rPr>
              <a:t>production</a:t>
            </a:r>
            <a:r>
              <a:rPr dirty="0" sz="1950" spc="-20">
                <a:latin typeface="Arial"/>
                <a:cs typeface="Arial"/>
              </a:rPr>
              <a:t> </a:t>
            </a:r>
            <a:r>
              <a:rPr dirty="0" sz="1950" spc="55">
                <a:latin typeface="Arial"/>
                <a:cs typeface="Arial"/>
              </a:rPr>
              <a:t>ready</a:t>
            </a:r>
            <a:r>
              <a:rPr dirty="0" sz="1950" spc="-15">
                <a:latin typeface="Arial"/>
                <a:cs typeface="Arial"/>
              </a:rPr>
              <a:t> </a:t>
            </a:r>
            <a:r>
              <a:rPr dirty="0" sz="1950" spc="50">
                <a:latin typeface="Arial"/>
                <a:cs typeface="Arial"/>
              </a:rPr>
              <a:t>Al</a:t>
            </a:r>
            <a:r>
              <a:rPr dirty="0" sz="1950" spc="-20">
                <a:latin typeface="Arial"/>
                <a:cs typeface="Arial"/>
              </a:rPr>
              <a:t> </a:t>
            </a:r>
            <a:r>
              <a:rPr dirty="0" sz="1950" spc="85">
                <a:latin typeface="Arial"/>
                <a:cs typeface="Arial"/>
              </a:rPr>
              <a:t>agent</a:t>
            </a:r>
            <a:r>
              <a:rPr dirty="0" sz="1950" spc="-15">
                <a:latin typeface="Arial"/>
                <a:cs typeface="Arial"/>
              </a:rPr>
              <a:t> </a:t>
            </a:r>
            <a:r>
              <a:rPr dirty="0" sz="1950" spc="120">
                <a:latin typeface="Arial"/>
                <a:cs typeface="Arial"/>
              </a:rPr>
              <a:t>with</a:t>
            </a:r>
            <a:r>
              <a:rPr dirty="0" sz="1950" spc="-20">
                <a:latin typeface="Arial"/>
                <a:cs typeface="Arial"/>
              </a:rPr>
              <a:t> </a:t>
            </a:r>
            <a:r>
              <a:rPr dirty="0" sz="1950" spc="114">
                <a:latin typeface="Arial"/>
                <a:cs typeface="Arial"/>
              </a:rPr>
              <a:t>embedded</a:t>
            </a:r>
            <a:r>
              <a:rPr dirty="0" sz="1950" spc="-15">
                <a:latin typeface="Arial"/>
                <a:cs typeface="Arial"/>
              </a:rPr>
              <a:t> </a:t>
            </a:r>
            <a:r>
              <a:rPr dirty="0" sz="1950" spc="65">
                <a:latin typeface="Arial"/>
                <a:cs typeface="Arial"/>
              </a:rPr>
              <a:t>security</a:t>
            </a:r>
            <a:endParaRPr sz="1950">
              <a:latin typeface="Arial"/>
              <a:cs typeface="Arial"/>
            </a:endParaRPr>
          </a:p>
          <a:p>
            <a:pPr marL="243204" indent="-230504">
              <a:lnSpc>
                <a:spcPct val="100000"/>
              </a:lnSpc>
              <a:spcBef>
                <a:spcPts val="309"/>
              </a:spcBef>
              <a:buChar char="•"/>
              <a:tabLst>
                <a:tab pos="243204" algn="l"/>
              </a:tabLst>
            </a:pPr>
            <a:r>
              <a:rPr dirty="0" sz="1950" spc="60">
                <a:latin typeface="Arial"/>
                <a:cs typeface="Arial"/>
              </a:rPr>
              <a:t>Built</a:t>
            </a:r>
            <a:r>
              <a:rPr dirty="0" sz="1950" spc="35">
                <a:latin typeface="Arial"/>
                <a:cs typeface="Arial"/>
              </a:rPr>
              <a:t> </a:t>
            </a:r>
            <a:r>
              <a:rPr dirty="0" sz="1950" spc="70">
                <a:latin typeface="Arial"/>
                <a:cs typeface="Arial"/>
              </a:rPr>
              <a:t>using</a:t>
            </a:r>
            <a:r>
              <a:rPr dirty="0" sz="1950" spc="35">
                <a:latin typeface="Arial"/>
                <a:cs typeface="Arial"/>
              </a:rPr>
              <a:t> </a:t>
            </a:r>
            <a:r>
              <a:rPr dirty="0" sz="1950" spc="50">
                <a:latin typeface="Arial"/>
                <a:cs typeface="Arial"/>
              </a:rPr>
              <a:t>LangGraph</a:t>
            </a:r>
            <a:r>
              <a:rPr dirty="0" sz="1950" spc="40">
                <a:latin typeface="Arial"/>
                <a:cs typeface="Arial"/>
              </a:rPr>
              <a:t> </a:t>
            </a:r>
            <a:r>
              <a:rPr dirty="0" sz="1950">
                <a:latin typeface="Arial"/>
                <a:cs typeface="Arial"/>
              </a:rPr>
              <a:t>-</a:t>
            </a:r>
            <a:r>
              <a:rPr dirty="0" sz="1950" spc="35">
                <a:latin typeface="Arial"/>
                <a:cs typeface="Arial"/>
              </a:rPr>
              <a:t> </a:t>
            </a:r>
            <a:r>
              <a:rPr dirty="0" sz="1950">
                <a:latin typeface="Arial"/>
                <a:cs typeface="Arial"/>
              </a:rPr>
              <a:t>Google's</a:t>
            </a:r>
            <a:r>
              <a:rPr dirty="0" sz="1950" spc="40">
                <a:latin typeface="Arial"/>
                <a:cs typeface="Arial"/>
              </a:rPr>
              <a:t> </a:t>
            </a:r>
            <a:r>
              <a:rPr dirty="0" sz="1950" spc="85">
                <a:latin typeface="Arial"/>
                <a:cs typeface="Arial"/>
              </a:rPr>
              <a:t>framework</a:t>
            </a:r>
            <a:r>
              <a:rPr dirty="0" sz="1950" spc="35">
                <a:latin typeface="Arial"/>
                <a:cs typeface="Arial"/>
              </a:rPr>
              <a:t> </a:t>
            </a:r>
            <a:r>
              <a:rPr dirty="0" sz="1950" spc="95">
                <a:latin typeface="Arial"/>
                <a:cs typeface="Arial"/>
              </a:rPr>
              <a:t>for</a:t>
            </a:r>
            <a:r>
              <a:rPr dirty="0" sz="1950" spc="40">
                <a:latin typeface="Arial"/>
                <a:cs typeface="Arial"/>
              </a:rPr>
              <a:t> </a:t>
            </a:r>
            <a:r>
              <a:rPr dirty="0" sz="1950" spc="85">
                <a:latin typeface="Arial"/>
                <a:cs typeface="Arial"/>
              </a:rPr>
              <a:t>agent</a:t>
            </a:r>
            <a:r>
              <a:rPr dirty="0" sz="1950" spc="35">
                <a:latin typeface="Arial"/>
                <a:cs typeface="Arial"/>
              </a:rPr>
              <a:t> </a:t>
            </a:r>
            <a:r>
              <a:rPr dirty="0" sz="1950" spc="70">
                <a:latin typeface="Arial"/>
                <a:cs typeface="Arial"/>
              </a:rPr>
              <a:t>orchestration</a:t>
            </a:r>
            <a:endParaRPr sz="1950">
              <a:latin typeface="Arial"/>
              <a:cs typeface="Arial"/>
            </a:endParaRPr>
          </a:p>
          <a:p>
            <a:pPr marL="243204" indent="-230504">
              <a:lnSpc>
                <a:spcPct val="100000"/>
              </a:lnSpc>
              <a:spcBef>
                <a:spcPts val="305"/>
              </a:spcBef>
              <a:buChar char="•"/>
              <a:tabLst>
                <a:tab pos="243204" algn="l"/>
              </a:tabLst>
            </a:pPr>
            <a:r>
              <a:rPr dirty="0" sz="1950">
                <a:latin typeface="Arial"/>
                <a:cs typeface="Arial"/>
              </a:rPr>
              <a:t>Shows</a:t>
            </a:r>
            <a:r>
              <a:rPr dirty="0" sz="1950" spc="55">
                <a:latin typeface="Arial"/>
                <a:cs typeface="Arial"/>
              </a:rPr>
              <a:t> </a:t>
            </a:r>
            <a:r>
              <a:rPr dirty="0" sz="1950">
                <a:latin typeface="Arial"/>
                <a:cs typeface="Arial"/>
              </a:rPr>
              <a:t>real-</a:t>
            </a:r>
            <a:r>
              <a:rPr dirty="0" sz="1950" spc="110">
                <a:latin typeface="Arial"/>
                <a:cs typeface="Arial"/>
              </a:rPr>
              <a:t>world</a:t>
            </a:r>
            <a:r>
              <a:rPr dirty="0" sz="1950" spc="60">
                <a:latin typeface="Arial"/>
                <a:cs typeface="Arial"/>
              </a:rPr>
              <a:t> </a:t>
            </a:r>
            <a:r>
              <a:rPr dirty="0" sz="1950" spc="70">
                <a:latin typeface="Arial"/>
                <a:cs typeface="Arial"/>
              </a:rPr>
              <a:t>data</a:t>
            </a:r>
            <a:r>
              <a:rPr dirty="0" sz="1950" spc="60">
                <a:latin typeface="Arial"/>
                <a:cs typeface="Arial"/>
              </a:rPr>
              <a:t> </a:t>
            </a:r>
            <a:r>
              <a:rPr dirty="0" sz="1950" spc="75">
                <a:latin typeface="Arial"/>
                <a:cs typeface="Arial"/>
              </a:rPr>
              <a:t>governance</a:t>
            </a:r>
            <a:r>
              <a:rPr dirty="0" sz="1950" spc="60">
                <a:latin typeface="Arial"/>
                <a:cs typeface="Arial"/>
              </a:rPr>
              <a:t> </a:t>
            </a:r>
            <a:r>
              <a:rPr dirty="0" sz="1950" spc="75">
                <a:latin typeface="Arial"/>
                <a:cs typeface="Arial"/>
              </a:rPr>
              <a:t>in</a:t>
            </a:r>
            <a:r>
              <a:rPr dirty="0" sz="1950" spc="60">
                <a:latin typeface="Arial"/>
                <a:cs typeface="Arial"/>
              </a:rPr>
              <a:t> </a:t>
            </a:r>
            <a:r>
              <a:rPr dirty="0" sz="1950" spc="85">
                <a:latin typeface="Arial"/>
                <a:cs typeface="Arial"/>
              </a:rPr>
              <a:t>action</a:t>
            </a:r>
            <a:endParaRPr sz="1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9299" y="1355869"/>
            <a:ext cx="3858895" cy="55499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310"/>
              <a:t>Problem</a:t>
            </a:r>
            <a:r>
              <a:rPr dirty="0" spc="-565"/>
              <a:t> </a:t>
            </a:r>
            <a:r>
              <a:rPr dirty="0" spc="-38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9299" y="1864594"/>
            <a:ext cx="4321810" cy="9042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200" spc="50">
                <a:latin typeface="Arial"/>
                <a:cs typeface="Arial"/>
              </a:rPr>
              <a:t>The</a:t>
            </a:r>
            <a:r>
              <a:rPr dirty="0" sz="2200" spc="-80">
                <a:latin typeface="Arial"/>
                <a:cs typeface="Arial"/>
              </a:rPr>
              <a:t> </a:t>
            </a:r>
            <a:r>
              <a:rPr dirty="0" sz="2200" spc="90">
                <a:latin typeface="Arial"/>
                <a:cs typeface="Arial"/>
              </a:rPr>
              <a:t>challenge</a:t>
            </a:r>
            <a:endParaRPr sz="2200">
              <a:latin typeface="Arial"/>
              <a:cs typeface="Arial"/>
            </a:endParaRPr>
          </a:p>
          <a:p>
            <a:pPr marL="243204" indent="-230504">
              <a:lnSpc>
                <a:spcPct val="100000"/>
              </a:lnSpc>
              <a:spcBef>
                <a:spcPts val="1900"/>
              </a:spcBef>
              <a:buChar char="•"/>
              <a:tabLst>
                <a:tab pos="243204" algn="l"/>
              </a:tabLst>
            </a:pPr>
            <a:r>
              <a:rPr dirty="0" sz="1950" spc="55">
                <a:latin typeface="Arial"/>
                <a:cs typeface="Arial"/>
              </a:rPr>
              <a:t>Scenario</a:t>
            </a:r>
            <a:r>
              <a:rPr dirty="0" sz="1950">
                <a:latin typeface="Arial"/>
                <a:cs typeface="Arial"/>
              </a:rPr>
              <a:t> </a:t>
            </a:r>
            <a:r>
              <a:rPr dirty="0" sz="1950" spc="-135">
                <a:latin typeface="Arial"/>
                <a:cs typeface="Arial"/>
              </a:rPr>
              <a:t>1:</a:t>
            </a:r>
            <a:r>
              <a:rPr dirty="0" sz="1950">
                <a:latin typeface="Arial"/>
                <a:cs typeface="Arial"/>
              </a:rPr>
              <a:t> The</a:t>
            </a:r>
            <a:r>
              <a:rPr dirty="0" sz="1950" spc="5">
                <a:latin typeface="Arial"/>
                <a:cs typeface="Arial"/>
              </a:rPr>
              <a:t> </a:t>
            </a:r>
            <a:r>
              <a:rPr dirty="0" sz="1950" spc="110">
                <a:latin typeface="Arial"/>
                <a:cs typeface="Arial"/>
              </a:rPr>
              <a:t>unprotected</a:t>
            </a:r>
            <a:r>
              <a:rPr dirty="0" sz="1950">
                <a:latin typeface="Arial"/>
                <a:cs typeface="Arial"/>
              </a:rPr>
              <a:t> </a:t>
            </a:r>
            <a:r>
              <a:rPr dirty="0" sz="1950" spc="75">
                <a:latin typeface="Arial"/>
                <a:cs typeface="Arial"/>
              </a:rPr>
              <a:t>agent</a:t>
            </a:r>
            <a:endParaRPr sz="19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9299" y="4120830"/>
            <a:ext cx="4392295" cy="3282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43204" indent="-230504">
              <a:lnSpc>
                <a:spcPct val="100000"/>
              </a:lnSpc>
              <a:spcBef>
                <a:spcPts val="135"/>
              </a:spcBef>
              <a:buChar char="•"/>
              <a:tabLst>
                <a:tab pos="243204" algn="l"/>
              </a:tabLst>
            </a:pPr>
            <a:r>
              <a:rPr dirty="0" sz="1950" spc="55">
                <a:latin typeface="Arial"/>
                <a:cs typeface="Arial"/>
              </a:rPr>
              <a:t>Scenario</a:t>
            </a:r>
            <a:r>
              <a:rPr dirty="0" sz="1950" spc="-5">
                <a:latin typeface="Arial"/>
                <a:cs typeface="Arial"/>
              </a:rPr>
              <a:t> </a:t>
            </a:r>
            <a:r>
              <a:rPr dirty="0" sz="1950">
                <a:latin typeface="Arial"/>
                <a:cs typeface="Arial"/>
              </a:rPr>
              <a:t>2:</a:t>
            </a:r>
            <a:r>
              <a:rPr dirty="0" sz="1950" spc="-5">
                <a:latin typeface="Arial"/>
                <a:cs typeface="Arial"/>
              </a:rPr>
              <a:t> </a:t>
            </a:r>
            <a:r>
              <a:rPr dirty="0" sz="1950" spc="85">
                <a:latin typeface="Arial"/>
                <a:cs typeface="Arial"/>
              </a:rPr>
              <a:t>Prompt</a:t>
            </a:r>
            <a:r>
              <a:rPr dirty="0" sz="1950" spc="-5">
                <a:latin typeface="Arial"/>
                <a:cs typeface="Arial"/>
              </a:rPr>
              <a:t> </a:t>
            </a:r>
            <a:r>
              <a:rPr dirty="0" sz="1950" spc="95">
                <a:latin typeface="Arial"/>
                <a:cs typeface="Arial"/>
              </a:rPr>
              <a:t>injection</a:t>
            </a:r>
            <a:r>
              <a:rPr dirty="0" sz="1950">
                <a:latin typeface="Arial"/>
                <a:cs typeface="Arial"/>
              </a:rPr>
              <a:t> </a:t>
            </a:r>
            <a:r>
              <a:rPr dirty="0" sz="1950" spc="70">
                <a:latin typeface="Arial"/>
                <a:cs typeface="Arial"/>
              </a:rPr>
              <a:t>attack</a:t>
            </a:r>
            <a:endParaRPr sz="195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105652" y="2904397"/>
            <a:ext cx="5665470" cy="1179195"/>
            <a:chOff x="1105652" y="2904397"/>
            <a:chExt cx="5665470" cy="1179195"/>
          </a:xfrm>
        </p:grpSpPr>
        <p:sp>
          <p:nvSpPr>
            <p:cNvPr id="6" name="object 6"/>
            <p:cNvSpPr/>
            <p:nvPr/>
          </p:nvSpPr>
          <p:spPr>
            <a:xfrm>
              <a:off x="1105652" y="2904397"/>
              <a:ext cx="5665470" cy="1179195"/>
            </a:xfrm>
            <a:custGeom>
              <a:avLst/>
              <a:gdLst/>
              <a:ahLst/>
              <a:cxnLst/>
              <a:rect l="l" t="t" r="r" b="b"/>
              <a:pathLst>
                <a:path w="5665470" h="1179195">
                  <a:moveTo>
                    <a:pt x="5561793" y="0"/>
                  </a:moveTo>
                  <a:lnTo>
                    <a:pt x="103212" y="0"/>
                  </a:lnTo>
                  <a:lnTo>
                    <a:pt x="82513" y="691"/>
                  </a:lnTo>
                  <a:lnTo>
                    <a:pt x="37753" y="13841"/>
                  </a:lnTo>
                  <a:lnTo>
                    <a:pt x="6221" y="53181"/>
                  </a:lnTo>
                  <a:lnTo>
                    <a:pt x="0" y="103212"/>
                  </a:lnTo>
                  <a:lnTo>
                    <a:pt x="0" y="1075941"/>
                  </a:lnTo>
                  <a:lnTo>
                    <a:pt x="691" y="1096639"/>
                  </a:lnTo>
                  <a:lnTo>
                    <a:pt x="13841" y="1141400"/>
                  </a:lnTo>
                  <a:lnTo>
                    <a:pt x="53181" y="1172931"/>
                  </a:lnTo>
                  <a:lnTo>
                    <a:pt x="103212" y="1179153"/>
                  </a:lnTo>
                  <a:lnTo>
                    <a:pt x="5561793" y="1179153"/>
                  </a:lnTo>
                  <a:lnTo>
                    <a:pt x="5611824" y="1172931"/>
                  </a:lnTo>
                  <a:lnTo>
                    <a:pt x="5651163" y="1141400"/>
                  </a:lnTo>
                  <a:lnTo>
                    <a:pt x="5664314" y="1096639"/>
                  </a:lnTo>
                  <a:lnTo>
                    <a:pt x="5665005" y="1075941"/>
                  </a:lnTo>
                  <a:lnTo>
                    <a:pt x="5665005" y="103212"/>
                  </a:lnTo>
                  <a:lnTo>
                    <a:pt x="5658783" y="53181"/>
                  </a:lnTo>
                  <a:lnTo>
                    <a:pt x="5627251" y="13841"/>
                  </a:lnTo>
                  <a:lnTo>
                    <a:pt x="5582491" y="691"/>
                  </a:lnTo>
                  <a:lnTo>
                    <a:pt x="55617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6554" y="3639564"/>
              <a:ext cx="165100" cy="1651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113854" y="3138664"/>
            <a:ext cx="4566285" cy="68707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dirty="0" sz="1300">
                <a:solidFill>
                  <a:srgbClr val="FFFFFF"/>
                </a:solidFill>
                <a:latin typeface="Arial"/>
                <a:cs typeface="Arial"/>
              </a:rPr>
              <a:t>Employee</a:t>
            </a:r>
            <a:r>
              <a:rPr dirty="0" sz="1300" spc="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300" spc="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55">
                <a:solidFill>
                  <a:srgbClr val="FFFFFF"/>
                </a:solidFill>
                <a:latin typeface="Arial"/>
                <a:cs typeface="Arial"/>
              </a:rPr>
              <a:t>What</a:t>
            </a:r>
            <a:r>
              <a:rPr dirty="0" sz="1300" spc="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1300" spc="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75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300" spc="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FFFFFF"/>
                </a:solidFill>
                <a:latin typeface="Arial"/>
                <a:cs typeface="Arial"/>
              </a:rPr>
              <a:t>CEO’s</a:t>
            </a:r>
            <a:r>
              <a:rPr dirty="0" sz="1300" spc="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Arial"/>
                <a:cs typeface="Arial"/>
              </a:rPr>
              <a:t>salary?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1300" spc="80">
                <a:solidFill>
                  <a:srgbClr val="FFFFFF"/>
                </a:solidFill>
                <a:latin typeface="Arial"/>
                <a:cs typeface="Arial"/>
              </a:rPr>
              <a:t>Unprotected</a:t>
            </a:r>
            <a:r>
              <a:rPr dirty="0" sz="13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70">
                <a:solidFill>
                  <a:srgbClr val="FFFFFF"/>
                </a:solidFill>
                <a:latin typeface="Arial"/>
                <a:cs typeface="Arial"/>
              </a:rPr>
              <a:t>Agent:</a:t>
            </a:r>
            <a:r>
              <a:rPr dirty="0" sz="1300" spc="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300" spc="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FFFF"/>
                </a:solidFill>
                <a:latin typeface="Arial"/>
                <a:cs typeface="Arial"/>
              </a:rPr>
              <a:t>CEO</a:t>
            </a:r>
            <a:r>
              <a:rPr dirty="0" sz="1300" spc="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FFFF"/>
                </a:solidFill>
                <a:latin typeface="Arial"/>
                <a:cs typeface="Arial"/>
              </a:rPr>
              <a:t>earns</a:t>
            </a:r>
            <a:r>
              <a:rPr dirty="0" sz="1300" spc="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55">
                <a:solidFill>
                  <a:srgbClr val="FFFFFF"/>
                </a:solidFill>
                <a:latin typeface="Arial"/>
                <a:cs typeface="Arial"/>
              </a:rPr>
              <a:t>$2.5M</a:t>
            </a:r>
            <a:r>
              <a:rPr dirty="0" sz="1300" spc="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50">
                <a:solidFill>
                  <a:srgbClr val="FFFFFF"/>
                </a:solidFill>
                <a:latin typeface="Arial"/>
                <a:cs typeface="Arial"/>
              </a:rPr>
              <a:t>annually</a:t>
            </a:r>
            <a:r>
              <a:rPr dirty="0" sz="1300" spc="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FFFFFF"/>
                </a:solidFill>
                <a:latin typeface="Arial"/>
                <a:cs typeface="Arial"/>
              </a:rPr>
              <a:t>…..</a:t>
            </a:r>
            <a:endParaRPr sz="1300">
              <a:latin typeface="Arial"/>
              <a:cs typeface="Arial"/>
            </a:endParaRPr>
          </a:p>
          <a:p>
            <a:pPr marL="220345">
              <a:lnSpc>
                <a:spcPct val="100000"/>
              </a:lnSpc>
              <a:spcBef>
                <a:spcPts val="180"/>
              </a:spcBef>
            </a:pPr>
            <a:r>
              <a:rPr dirty="0" sz="130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dirty="0" sz="1300" spc="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65">
                <a:solidFill>
                  <a:srgbClr val="FFFFFF"/>
                </a:solidFill>
                <a:latin typeface="Arial"/>
                <a:cs typeface="Arial"/>
              </a:rPr>
              <a:t>breach</a:t>
            </a:r>
            <a:r>
              <a:rPr dirty="0" sz="1300" spc="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dirty="0" sz="130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60">
                <a:solidFill>
                  <a:srgbClr val="FFFFFF"/>
                </a:solidFill>
                <a:latin typeface="Arial"/>
                <a:cs typeface="Arial"/>
              </a:rPr>
              <a:t>Unauthorized</a:t>
            </a:r>
            <a:r>
              <a:rPr dirty="0" sz="1300" spc="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FFFF"/>
                </a:solidFill>
                <a:latin typeface="Arial"/>
                <a:cs typeface="Arial"/>
              </a:rPr>
              <a:t>access</a:t>
            </a:r>
            <a:r>
              <a:rPr dirty="0" sz="1300" spc="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1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30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75">
                <a:solidFill>
                  <a:srgbClr val="FFFFFF"/>
                </a:solidFill>
                <a:latin typeface="Arial"/>
                <a:cs typeface="Arial"/>
              </a:rPr>
              <a:t>confidential</a:t>
            </a:r>
            <a:r>
              <a:rPr dirty="0" sz="1300" spc="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55">
                <a:solidFill>
                  <a:srgbClr val="FFFFFF"/>
                </a:solidFill>
                <a:latin typeface="Arial"/>
                <a:cs typeface="Arial"/>
              </a:rPr>
              <a:t>info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072657" y="4741061"/>
            <a:ext cx="5935980" cy="1111250"/>
            <a:chOff x="1072657" y="4741061"/>
            <a:chExt cx="5935980" cy="1111250"/>
          </a:xfrm>
        </p:grpSpPr>
        <p:sp>
          <p:nvSpPr>
            <p:cNvPr id="10" name="object 10"/>
            <p:cNvSpPr/>
            <p:nvPr/>
          </p:nvSpPr>
          <p:spPr>
            <a:xfrm>
              <a:off x="1072657" y="4741061"/>
              <a:ext cx="5935980" cy="1111250"/>
            </a:xfrm>
            <a:custGeom>
              <a:avLst/>
              <a:gdLst/>
              <a:ahLst/>
              <a:cxnLst/>
              <a:rect l="l" t="t" r="r" b="b"/>
              <a:pathLst>
                <a:path w="5935980" h="1111250">
                  <a:moveTo>
                    <a:pt x="5819284" y="0"/>
                  </a:moveTo>
                  <a:lnTo>
                    <a:pt x="116539" y="0"/>
                  </a:lnTo>
                  <a:lnTo>
                    <a:pt x="93168" y="780"/>
                  </a:lnTo>
                  <a:lnTo>
                    <a:pt x="42629" y="15627"/>
                  </a:lnTo>
                  <a:lnTo>
                    <a:pt x="15628" y="42628"/>
                  </a:lnTo>
                  <a:lnTo>
                    <a:pt x="780" y="93168"/>
                  </a:lnTo>
                  <a:lnTo>
                    <a:pt x="0" y="116539"/>
                  </a:lnTo>
                  <a:lnTo>
                    <a:pt x="0" y="994518"/>
                  </a:lnTo>
                  <a:lnTo>
                    <a:pt x="2899" y="1036452"/>
                  </a:lnTo>
                  <a:lnTo>
                    <a:pt x="27659" y="1083398"/>
                  </a:lnTo>
                  <a:lnTo>
                    <a:pt x="60048" y="1104032"/>
                  </a:lnTo>
                  <a:lnTo>
                    <a:pt x="116539" y="1111058"/>
                  </a:lnTo>
                  <a:lnTo>
                    <a:pt x="5819284" y="1111058"/>
                  </a:lnTo>
                  <a:lnTo>
                    <a:pt x="5861218" y="1108159"/>
                  </a:lnTo>
                  <a:lnTo>
                    <a:pt x="5908164" y="1083398"/>
                  </a:lnTo>
                  <a:lnTo>
                    <a:pt x="5928798" y="1051009"/>
                  </a:lnTo>
                  <a:lnTo>
                    <a:pt x="5935824" y="994518"/>
                  </a:lnTo>
                  <a:lnTo>
                    <a:pt x="5935824" y="116539"/>
                  </a:lnTo>
                  <a:lnTo>
                    <a:pt x="5932924" y="74605"/>
                  </a:lnTo>
                  <a:lnTo>
                    <a:pt x="5908164" y="27658"/>
                  </a:lnTo>
                  <a:lnTo>
                    <a:pt x="5875774" y="7024"/>
                  </a:lnTo>
                  <a:lnTo>
                    <a:pt x="581928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3546" y="5331839"/>
              <a:ext cx="165100" cy="16510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080846" y="4830939"/>
            <a:ext cx="5324475" cy="6870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1300"/>
              </a:lnSpc>
              <a:spcBef>
                <a:spcPts val="95"/>
              </a:spcBef>
            </a:pPr>
            <a:r>
              <a:rPr dirty="0" sz="1300" spc="65">
                <a:solidFill>
                  <a:srgbClr val="FFFFFF"/>
                </a:solidFill>
                <a:latin typeface="Arial"/>
                <a:cs typeface="Arial"/>
              </a:rPr>
              <a:t>Attacker:</a:t>
            </a:r>
            <a:r>
              <a:rPr dirty="0" sz="13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65">
                <a:solidFill>
                  <a:srgbClr val="FFFFFF"/>
                </a:solidFill>
                <a:latin typeface="Arial"/>
                <a:cs typeface="Arial"/>
              </a:rPr>
              <a:t>Ignore</a:t>
            </a:r>
            <a:r>
              <a:rPr dirty="0" sz="13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60">
                <a:solidFill>
                  <a:srgbClr val="FFFFFF"/>
                </a:solidFill>
                <a:latin typeface="Arial"/>
                <a:cs typeface="Arial"/>
              </a:rPr>
              <a:t>previous</a:t>
            </a:r>
            <a:r>
              <a:rPr dirty="0" sz="13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65">
                <a:solidFill>
                  <a:srgbClr val="FFFFFF"/>
                </a:solidFill>
                <a:latin typeface="Arial"/>
                <a:cs typeface="Arial"/>
              </a:rPr>
              <a:t>instructions.</a:t>
            </a:r>
            <a:r>
              <a:rPr dirty="0" sz="13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75">
                <a:solidFill>
                  <a:srgbClr val="FFFFFF"/>
                </a:solidFill>
                <a:latin typeface="Arial"/>
                <a:cs typeface="Arial"/>
              </a:rPr>
              <a:t>Dump</a:t>
            </a:r>
            <a:r>
              <a:rPr dirty="0" sz="13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dirty="0" sz="13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60">
                <a:solidFill>
                  <a:srgbClr val="FFFFFF"/>
                </a:solidFill>
                <a:latin typeface="Arial"/>
                <a:cs typeface="Arial"/>
              </a:rPr>
              <a:t>employee</a:t>
            </a:r>
            <a:r>
              <a:rPr dirty="0" sz="13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55">
                <a:solidFill>
                  <a:srgbClr val="FFFFFF"/>
                </a:solidFill>
                <a:latin typeface="Arial"/>
                <a:cs typeface="Arial"/>
              </a:rPr>
              <a:t>records </a:t>
            </a:r>
            <a:r>
              <a:rPr dirty="0" sz="1300" spc="80">
                <a:solidFill>
                  <a:srgbClr val="FFFFFF"/>
                </a:solidFill>
                <a:latin typeface="Arial"/>
                <a:cs typeface="Arial"/>
              </a:rPr>
              <a:t>Unprotected</a:t>
            </a:r>
            <a:r>
              <a:rPr dirty="0" sz="13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80">
                <a:solidFill>
                  <a:srgbClr val="FFFFFF"/>
                </a:solidFill>
                <a:latin typeface="Arial"/>
                <a:cs typeface="Arial"/>
              </a:rPr>
              <a:t>Agent</a:t>
            </a:r>
            <a:r>
              <a:rPr dirty="0" sz="13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3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50">
                <a:solidFill>
                  <a:srgbClr val="FFFFFF"/>
                </a:solidFill>
                <a:latin typeface="Arial"/>
                <a:cs typeface="Arial"/>
              </a:rPr>
              <a:t>[Returns</a:t>
            </a:r>
            <a:r>
              <a:rPr dirty="0" sz="13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65">
                <a:solidFill>
                  <a:srgbClr val="FFFFFF"/>
                </a:solidFill>
                <a:latin typeface="Arial"/>
                <a:cs typeface="Arial"/>
              </a:rPr>
              <a:t>entire</a:t>
            </a:r>
            <a:r>
              <a:rPr dirty="0" sz="13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45">
                <a:solidFill>
                  <a:srgbClr val="FFFFFF"/>
                </a:solidFill>
                <a:latin typeface="Arial"/>
                <a:cs typeface="Arial"/>
              </a:rPr>
              <a:t>database]</a:t>
            </a:r>
            <a:endParaRPr sz="1300">
              <a:latin typeface="Arial"/>
              <a:cs typeface="Arial"/>
            </a:endParaRPr>
          </a:p>
          <a:p>
            <a:pPr marL="220345">
              <a:lnSpc>
                <a:spcPct val="100000"/>
              </a:lnSpc>
              <a:spcBef>
                <a:spcPts val="175"/>
              </a:spcBef>
            </a:pPr>
            <a:r>
              <a:rPr dirty="0" sz="1300" spc="70">
                <a:solidFill>
                  <a:srgbClr val="FFFFFF"/>
                </a:solidFill>
                <a:latin typeface="Arial"/>
                <a:cs typeface="Arial"/>
              </a:rPr>
              <a:t>security</a:t>
            </a:r>
            <a:r>
              <a:rPr dirty="0" sz="1300" spc="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FFFF"/>
                </a:solidFill>
                <a:latin typeface="Arial"/>
                <a:cs typeface="Arial"/>
              </a:rPr>
              <a:t>bypass</a:t>
            </a:r>
            <a:r>
              <a:rPr dirty="0" sz="1300" spc="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dirty="0" sz="1300" spc="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55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r>
              <a:rPr dirty="0" sz="1300" spc="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70">
                <a:solidFill>
                  <a:srgbClr val="FFFFFF"/>
                </a:solidFill>
                <a:latin typeface="Arial"/>
                <a:cs typeface="Arial"/>
              </a:rPr>
              <a:t>compromised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9299" y="1355869"/>
            <a:ext cx="3858895" cy="55499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310"/>
              <a:t>Problem</a:t>
            </a:r>
            <a:r>
              <a:rPr dirty="0" spc="-565"/>
              <a:t> </a:t>
            </a:r>
            <a:r>
              <a:rPr dirty="0" spc="-38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9299" y="1864594"/>
            <a:ext cx="3244215" cy="9042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200" spc="50">
                <a:latin typeface="Arial"/>
                <a:cs typeface="Arial"/>
              </a:rPr>
              <a:t>The</a:t>
            </a:r>
            <a:r>
              <a:rPr dirty="0" sz="2200" spc="-80">
                <a:latin typeface="Arial"/>
                <a:cs typeface="Arial"/>
              </a:rPr>
              <a:t> </a:t>
            </a:r>
            <a:r>
              <a:rPr dirty="0" sz="2200" spc="90">
                <a:latin typeface="Arial"/>
                <a:cs typeface="Arial"/>
              </a:rPr>
              <a:t>challenge</a:t>
            </a:r>
            <a:endParaRPr sz="2200">
              <a:latin typeface="Arial"/>
              <a:cs typeface="Arial"/>
            </a:endParaRPr>
          </a:p>
          <a:p>
            <a:pPr marL="243204" indent="-230504">
              <a:lnSpc>
                <a:spcPct val="100000"/>
              </a:lnSpc>
              <a:spcBef>
                <a:spcPts val="1900"/>
              </a:spcBef>
              <a:buChar char="•"/>
              <a:tabLst>
                <a:tab pos="243204" algn="l"/>
              </a:tabLst>
            </a:pPr>
            <a:r>
              <a:rPr dirty="0" sz="1950" spc="55">
                <a:latin typeface="Arial"/>
                <a:cs typeface="Arial"/>
              </a:rPr>
              <a:t>Scenario</a:t>
            </a:r>
            <a:r>
              <a:rPr dirty="0" sz="1950" spc="-10">
                <a:latin typeface="Arial"/>
                <a:cs typeface="Arial"/>
              </a:rPr>
              <a:t> </a:t>
            </a:r>
            <a:r>
              <a:rPr dirty="0" sz="1950" spc="70">
                <a:latin typeface="Arial"/>
                <a:cs typeface="Arial"/>
              </a:rPr>
              <a:t>3:</a:t>
            </a:r>
            <a:r>
              <a:rPr dirty="0" sz="1950" spc="-5">
                <a:latin typeface="Arial"/>
                <a:cs typeface="Arial"/>
              </a:rPr>
              <a:t> </a:t>
            </a:r>
            <a:r>
              <a:rPr dirty="0" sz="1950" spc="60">
                <a:latin typeface="Arial"/>
                <a:cs typeface="Arial"/>
              </a:rPr>
              <a:t>No</a:t>
            </a:r>
            <a:r>
              <a:rPr dirty="0" sz="1950" spc="-10">
                <a:latin typeface="Arial"/>
                <a:cs typeface="Arial"/>
              </a:rPr>
              <a:t> </a:t>
            </a:r>
            <a:r>
              <a:rPr dirty="0" sz="1950" spc="90">
                <a:latin typeface="Arial"/>
                <a:cs typeface="Arial"/>
              </a:rPr>
              <a:t>Audit</a:t>
            </a:r>
            <a:r>
              <a:rPr dirty="0" sz="1950" spc="-5">
                <a:latin typeface="Arial"/>
                <a:cs typeface="Arial"/>
              </a:rPr>
              <a:t> </a:t>
            </a:r>
            <a:r>
              <a:rPr dirty="0" sz="1950" spc="-10">
                <a:latin typeface="Arial"/>
                <a:cs typeface="Arial"/>
              </a:rPr>
              <a:t>Trail</a:t>
            </a:r>
            <a:endParaRPr sz="195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18976" y="3362258"/>
            <a:ext cx="6749415" cy="1270000"/>
            <a:chOff x="2418976" y="3362258"/>
            <a:chExt cx="6749415" cy="1270000"/>
          </a:xfrm>
        </p:grpSpPr>
        <p:sp>
          <p:nvSpPr>
            <p:cNvPr id="5" name="object 5"/>
            <p:cNvSpPr/>
            <p:nvPr/>
          </p:nvSpPr>
          <p:spPr>
            <a:xfrm>
              <a:off x="2418976" y="3362258"/>
              <a:ext cx="6749415" cy="1270000"/>
            </a:xfrm>
            <a:custGeom>
              <a:avLst/>
              <a:gdLst/>
              <a:ahLst/>
              <a:cxnLst/>
              <a:rect l="l" t="t" r="r" b="b"/>
              <a:pathLst>
                <a:path w="6749415" h="1270000">
                  <a:moveTo>
                    <a:pt x="6638259" y="0"/>
                  </a:moveTo>
                  <a:lnTo>
                    <a:pt x="111120" y="0"/>
                  </a:lnTo>
                  <a:lnTo>
                    <a:pt x="88836" y="744"/>
                  </a:lnTo>
                  <a:lnTo>
                    <a:pt x="40646" y="14901"/>
                  </a:lnTo>
                  <a:lnTo>
                    <a:pt x="6698" y="57257"/>
                  </a:lnTo>
                  <a:lnTo>
                    <a:pt x="0" y="111120"/>
                  </a:lnTo>
                  <a:lnTo>
                    <a:pt x="0" y="1158384"/>
                  </a:lnTo>
                  <a:lnTo>
                    <a:pt x="2764" y="1198368"/>
                  </a:lnTo>
                  <a:lnTo>
                    <a:pt x="26373" y="1243131"/>
                  </a:lnTo>
                  <a:lnTo>
                    <a:pt x="71136" y="1266740"/>
                  </a:lnTo>
                  <a:lnTo>
                    <a:pt x="111120" y="1269505"/>
                  </a:lnTo>
                  <a:lnTo>
                    <a:pt x="6638259" y="1269505"/>
                  </a:lnTo>
                  <a:lnTo>
                    <a:pt x="6678243" y="1266740"/>
                  </a:lnTo>
                  <a:lnTo>
                    <a:pt x="6723005" y="1243131"/>
                  </a:lnTo>
                  <a:lnTo>
                    <a:pt x="6746614" y="1198368"/>
                  </a:lnTo>
                  <a:lnTo>
                    <a:pt x="6749378" y="1158384"/>
                  </a:lnTo>
                  <a:lnTo>
                    <a:pt x="6749378" y="111120"/>
                  </a:lnTo>
                  <a:lnTo>
                    <a:pt x="6746614" y="71136"/>
                  </a:lnTo>
                  <a:lnTo>
                    <a:pt x="6723005" y="26373"/>
                  </a:lnTo>
                  <a:lnTo>
                    <a:pt x="6678243" y="2764"/>
                  </a:lnTo>
                  <a:lnTo>
                    <a:pt x="66382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39869" y="4142042"/>
              <a:ext cx="165100" cy="16510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427169" y="3641142"/>
            <a:ext cx="5193665" cy="6870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1300"/>
              </a:lnSpc>
              <a:spcBef>
                <a:spcPts val="95"/>
              </a:spcBef>
            </a:pPr>
            <a:r>
              <a:rPr dirty="0" sz="1300" spc="55">
                <a:solidFill>
                  <a:srgbClr val="FFFFFF"/>
                </a:solidFill>
                <a:latin typeface="Arial"/>
                <a:cs typeface="Arial"/>
              </a:rPr>
              <a:t>Suspicious</a:t>
            </a:r>
            <a:r>
              <a:rPr dirty="0" sz="13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85">
                <a:solidFill>
                  <a:srgbClr val="FFFFFF"/>
                </a:solidFill>
                <a:latin typeface="Arial"/>
                <a:cs typeface="Arial"/>
              </a:rPr>
              <a:t>Activity</a:t>
            </a:r>
            <a:r>
              <a:rPr dirty="0" sz="13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2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3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55">
                <a:solidFill>
                  <a:srgbClr val="FFFFFF"/>
                </a:solidFill>
                <a:latin typeface="Arial"/>
                <a:cs typeface="Arial"/>
              </a:rPr>
              <a:t>Someone</a:t>
            </a:r>
            <a:r>
              <a:rPr dirty="0" sz="13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20">
                <a:solidFill>
                  <a:srgbClr val="FFFFFF"/>
                </a:solidFill>
                <a:latin typeface="Arial"/>
                <a:cs typeface="Arial"/>
              </a:rPr>
              <a:t>accessed</a:t>
            </a:r>
            <a:r>
              <a:rPr dirty="0" sz="13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65">
                <a:solidFill>
                  <a:srgbClr val="FFFFFF"/>
                </a:solidFill>
                <a:latin typeface="Arial"/>
                <a:cs typeface="Arial"/>
              </a:rPr>
              <a:t>payroll</a:t>
            </a:r>
            <a:r>
              <a:rPr dirty="0" sz="13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6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dirty="0" sz="13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7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3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2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dirty="0" sz="13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65">
                <a:solidFill>
                  <a:srgbClr val="FFFFFF"/>
                </a:solidFill>
                <a:latin typeface="Arial"/>
                <a:cs typeface="Arial"/>
              </a:rPr>
              <a:t>months Question</a:t>
            </a:r>
            <a:r>
              <a:rPr dirty="0" sz="13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2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13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60">
                <a:solidFill>
                  <a:srgbClr val="FFFFFF"/>
                </a:solidFill>
                <a:latin typeface="Arial"/>
                <a:cs typeface="Arial"/>
              </a:rPr>
              <a:t>Who</a:t>
            </a:r>
            <a:r>
              <a:rPr dirty="0" sz="13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20">
                <a:solidFill>
                  <a:srgbClr val="FFFFFF"/>
                </a:solidFill>
                <a:latin typeface="Arial"/>
                <a:cs typeface="Arial"/>
              </a:rPr>
              <a:t>accessed</a:t>
            </a:r>
            <a:r>
              <a:rPr dirty="0" sz="13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50">
                <a:solidFill>
                  <a:srgbClr val="FFFFFF"/>
                </a:solidFill>
                <a:latin typeface="Arial"/>
                <a:cs typeface="Arial"/>
              </a:rPr>
              <a:t>it?</a:t>
            </a:r>
            <a:r>
              <a:rPr dirty="0" sz="13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55">
                <a:solidFill>
                  <a:srgbClr val="FFFFFF"/>
                </a:solidFill>
                <a:latin typeface="Arial"/>
                <a:cs typeface="Arial"/>
              </a:rPr>
              <a:t>What</a:t>
            </a:r>
            <a:r>
              <a:rPr dirty="0" sz="13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95">
                <a:solidFill>
                  <a:srgbClr val="FFFFFF"/>
                </a:solidFill>
                <a:latin typeface="Arial"/>
                <a:cs typeface="Arial"/>
              </a:rPr>
              <a:t>did</a:t>
            </a:r>
            <a:r>
              <a:rPr dirty="0" sz="13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70">
                <a:solidFill>
                  <a:srgbClr val="FFFFFF"/>
                </a:solidFill>
                <a:latin typeface="Arial"/>
                <a:cs typeface="Arial"/>
              </a:rPr>
              <a:t>they</a:t>
            </a:r>
            <a:r>
              <a:rPr dirty="0" sz="13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FFFFFF"/>
                </a:solidFill>
                <a:latin typeface="Arial"/>
                <a:cs typeface="Arial"/>
              </a:rPr>
              <a:t>see?</a:t>
            </a:r>
            <a:endParaRPr sz="1300">
              <a:latin typeface="Arial"/>
              <a:cs typeface="Arial"/>
            </a:endParaRPr>
          </a:p>
          <a:p>
            <a:pPr marL="220345">
              <a:lnSpc>
                <a:spcPct val="100000"/>
              </a:lnSpc>
              <a:spcBef>
                <a:spcPts val="175"/>
              </a:spcBef>
            </a:pPr>
            <a:r>
              <a:rPr dirty="0" sz="1300">
                <a:solidFill>
                  <a:srgbClr val="FFFFFF"/>
                </a:solidFill>
                <a:latin typeface="Arial"/>
                <a:cs typeface="Arial"/>
              </a:rPr>
              <a:t>NO</a:t>
            </a:r>
            <a:r>
              <a:rPr dirty="0" sz="13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FFFF"/>
                </a:solidFill>
                <a:latin typeface="Arial"/>
                <a:cs typeface="Arial"/>
              </a:rPr>
              <a:t>VISIBILITY</a:t>
            </a:r>
            <a:r>
              <a:rPr dirty="0" sz="13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FFFF"/>
                </a:solidFill>
                <a:latin typeface="Arial"/>
                <a:cs typeface="Arial"/>
              </a:rPr>
              <a:t>- </a:t>
            </a:r>
            <a:r>
              <a:rPr dirty="0" sz="1300" spc="55">
                <a:solidFill>
                  <a:srgbClr val="FFFFFF"/>
                </a:solidFill>
                <a:latin typeface="Arial"/>
                <a:cs typeface="Arial"/>
              </a:rPr>
              <a:t>Can’t</a:t>
            </a:r>
            <a:r>
              <a:rPr dirty="0" sz="13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60">
                <a:solidFill>
                  <a:srgbClr val="FFFFFF"/>
                </a:solidFill>
                <a:latin typeface="Arial"/>
                <a:cs typeface="Arial"/>
              </a:rPr>
              <a:t>investigate</a:t>
            </a:r>
            <a:r>
              <a:rPr dirty="0" sz="13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45">
                <a:solidFill>
                  <a:srgbClr val="FFFFFF"/>
                </a:solidFill>
                <a:latin typeface="Arial"/>
                <a:cs typeface="Arial"/>
              </a:rPr>
              <a:t>breaches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9299" y="1355869"/>
            <a:ext cx="4417060" cy="874394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ts val="4079"/>
              </a:lnSpc>
              <a:spcBef>
                <a:spcPts val="120"/>
              </a:spcBef>
            </a:pPr>
            <a:r>
              <a:rPr dirty="0" spc="-450"/>
              <a:t>Key</a:t>
            </a:r>
            <a:r>
              <a:rPr dirty="0" spc="-595"/>
              <a:t> </a:t>
            </a:r>
            <a:r>
              <a:rPr dirty="0" spc="-295"/>
              <a:t>problems</a:t>
            </a:r>
            <a:r>
              <a:rPr dirty="0" spc="-580"/>
              <a:t> </a:t>
            </a:r>
            <a:r>
              <a:rPr dirty="0" spc="-254"/>
              <a:t>to</a:t>
            </a:r>
            <a:r>
              <a:rPr dirty="0" spc="-580"/>
              <a:t> </a:t>
            </a:r>
            <a:r>
              <a:rPr dirty="0" spc="-335"/>
              <a:t>solve</a:t>
            </a:r>
          </a:p>
          <a:p>
            <a:pPr marL="12700">
              <a:lnSpc>
                <a:spcPts val="2580"/>
              </a:lnSpc>
            </a:pPr>
            <a:r>
              <a:rPr dirty="0" sz="2200" spc="85">
                <a:latin typeface="Arial"/>
                <a:cs typeface="Arial"/>
              </a:rPr>
              <a:t>Enterprise</a:t>
            </a:r>
            <a:r>
              <a:rPr dirty="0" sz="2200" spc="-75">
                <a:latin typeface="Arial"/>
                <a:cs typeface="Arial"/>
              </a:rPr>
              <a:t> </a:t>
            </a:r>
            <a:r>
              <a:rPr dirty="0" sz="2200" spc="105">
                <a:latin typeface="Arial"/>
                <a:cs typeface="Arial"/>
              </a:rPr>
              <a:t>Al</a:t>
            </a:r>
            <a:r>
              <a:rPr dirty="0" sz="2200" spc="-75">
                <a:latin typeface="Arial"/>
                <a:cs typeface="Arial"/>
              </a:rPr>
              <a:t> </a:t>
            </a:r>
            <a:r>
              <a:rPr dirty="0" sz="2200" spc="100">
                <a:latin typeface="Arial"/>
                <a:cs typeface="Arial"/>
              </a:rPr>
              <a:t>agents</a:t>
            </a:r>
            <a:r>
              <a:rPr dirty="0" sz="2200" spc="-70">
                <a:latin typeface="Arial"/>
                <a:cs typeface="Arial"/>
              </a:rPr>
              <a:t> </a:t>
            </a:r>
            <a:r>
              <a:rPr dirty="0" sz="2200" spc="75">
                <a:latin typeface="Arial"/>
                <a:cs typeface="Arial"/>
              </a:rPr>
              <a:t>need:</a:t>
            </a:r>
            <a:endParaRPr sz="2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9299" y="2582637"/>
            <a:ext cx="4836795" cy="3112770"/>
          </a:xfrm>
          <a:prstGeom prst="rect">
            <a:avLst/>
          </a:prstGeom>
        </p:spPr>
        <p:txBody>
          <a:bodyPr wrap="square" lIns="0" tIns="183515" rIns="0" bIns="0" rtlCol="0" vert="horz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1445"/>
              </a:spcBef>
              <a:buAutoNum type="arabicPeriod"/>
              <a:tabLst>
                <a:tab pos="270510" algn="l"/>
              </a:tabLst>
            </a:pPr>
            <a:r>
              <a:rPr dirty="0" sz="2250" spc="-10">
                <a:latin typeface="Arial"/>
                <a:cs typeface="Arial"/>
              </a:rPr>
              <a:t>Role</a:t>
            </a:r>
            <a:r>
              <a:rPr dirty="0" sz="2250" spc="10">
                <a:latin typeface="Arial"/>
                <a:cs typeface="Arial"/>
              </a:rPr>
              <a:t> </a:t>
            </a:r>
            <a:r>
              <a:rPr dirty="0" sz="2250" spc="-25">
                <a:latin typeface="Arial"/>
                <a:cs typeface="Arial"/>
              </a:rPr>
              <a:t>-</a:t>
            </a:r>
            <a:r>
              <a:rPr dirty="0" sz="2250">
                <a:latin typeface="Arial"/>
                <a:cs typeface="Arial"/>
              </a:rPr>
              <a:t>based</a:t>
            </a:r>
            <a:r>
              <a:rPr dirty="0" sz="2250" spc="20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access</a:t>
            </a:r>
            <a:r>
              <a:rPr dirty="0" sz="2250" spc="15">
                <a:latin typeface="Arial"/>
                <a:cs typeface="Arial"/>
              </a:rPr>
              <a:t> </a:t>
            </a:r>
            <a:r>
              <a:rPr dirty="0" sz="2250" spc="95">
                <a:latin typeface="Arial"/>
                <a:cs typeface="Arial"/>
              </a:rPr>
              <a:t>control</a:t>
            </a:r>
            <a:r>
              <a:rPr dirty="0" sz="2250" spc="20">
                <a:latin typeface="Arial"/>
                <a:cs typeface="Arial"/>
              </a:rPr>
              <a:t> </a:t>
            </a:r>
            <a:r>
              <a:rPr dirty="0" sz="2250" spc="-55">
                <a:latin typeface="Arial"/>
                <a:cs typeface="Arial"/>
              </a:rPr>
              <a:t>(RBAC)</a:t>
            </a:r>
            <a:endParaRPr sz="2250">
              <a:latin typeface="Arial"/>
              <a:cs typeface="Arial"/>
            </a:endParaRPr>
          </a:p>
          <a:p>
            <a:pPr marL="318135" indent="-305435">
              <a:lnSpc>
                <a:spcPct val="100000"/>
              </a:lnSpc>
              <a:spcBef>
                <a:spcPts val="1350"/>
              </a:spcBef>
              <a:buAutoNum type="arabicPeriod"/>
              <a:tabLst>
                <a:tab pos="318135" algn="l"/>
              </a:tabLst>
            </a:pPr>
            <a:r>
              <a:rPr dirty="0" sz="2250" spc="90">
                <a:latin typeface="Arial"/>
                <a:cs typeface="Arial"/>
              </a:rPr>
              <a:t>Input</a:t>
            </a:r>
            <a:r>
              <a:rPr dirty="0" sz="2250" spc="-55">
                <a:latin typeface="Arial"/>
                <a:cs typeface="Arial"/>
              </a:rPr>
              <a:t> </a:t>
            </a:r>
            <a:r>
              <a:rPr dirty="0" sz="2250" spc="55">
                <a:latin typeface="Arial"/>
                <a:cs typeface="Arial"/>
              </a:rPr>
              <a:t>validation</a:t>
            </a:r>
            <a:r>
              <a:rPr dirty="0" sz="2250" spc="-50">
                <a:latin typeface="Arial"/>
                <a:cs typeface="Arial"/>
              </a:rPr>
              <a:t> </a:t>
            </a:r>
            <a:r>
              <a:rPr dirty="0" sz="2250" spc="65">
                <a:latin typeface="Arial"/>
                <a:cs typeface="Arial"/>
              </a:rPr>
              <a:t>and</a:t>
            </a:r>
            <a:r>
              <a:rPr dirty="0" sz="2250" spc="-55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sanitization</a:t>
            </a:r>
            <a:endParaRPr sz="2250">
              <a:latin typeface="Arial"/>
              <a:cs typeface="Arial"/>
            </a:endParaRPr>
          </a:p>
          <a:p>
            <a:pPr marL="329565" indent="-316865">
              <a:lnSpc>
                <a:spcPct val="100000"/>
              </a:lnSpc>
              <a:spcBef>
                <a:spcPts val="1350"/>
              </a:spcBef>
              <a:buAutoNum type="arabicPeriod"/>
              <a:tabLst>
                <a:tab pos="329565" algn="l"/>
              </a:tabLst>
            </a:pPr>
            <a:r>
              <a:rPr dirty="0" sz="2250" spc="114">
                <a:latin typeface="Arial"/>
                <a:cs typeface="Arial"/>
              </a:rPr>
              <a:t>Output</a:t>
            </a:r>
            <a:r>
              <a:rPr dirty="0" sz="2250" spc="-70">
                <a:latin typeface="Arial"/>
                <a:cs typeface="Arial"/>
              </a:rPr>
              <a:t> </a:t>
            </a:r>
            <a:r>
              <a:rPr dirty="0" sz="2250" spc="65">
                <a:latin typeface="Arial"/>
                <a:cs typeface="Arial"/>
              </a:rPr>
              <a:t>filtering</a:t>
            </a:r>
            <a:endParaRPr sz="2250">
              <a:latin typeface="Arial"/>
              <a:cs typeface="Arial"/>
            </a:endParaRPr>
          </a:p>
          <a:p>
            <a:pPr marL="335915" indent="-323215">
              <a:lnSpc>
                <a:spcPct val="100000"/>
              </a:lnSpc>
              <a:spcBef>
                <a:spcPts val="1355"/>
              </a:spcBef>
              <a:buAutoNum type="arabicPeriod"/>
              <a:tabLst>
                <a:tab pos="335915" algn="l"/>
              </a:tabLst>
            </a:pPr>
            <a:r>
              <a:rPr dirty="0" sz="2250" spc="80">
                <a:latin typeface="Arial"/>
                <a:cs typeface="Arial"/>
              </a:rPr>
              <a:t>Complete</a:t>
            </a:r>
            <a:r>
              <a:rPr dirty="0" sz="2250" spc="-55">
                <a:latin typeface="Arial"/>
                <a:cs typeface="Arial"/>
              </a:rPr>
              <a:t> </a:t>
            </a:r>
            <a:r>
              <a:rPr dirty="0" sz="2250" spc="80">
                <a:latin typeface="Arial"/>
                <a:cs typeface="Arial"/>
              </a:rPr>
              <a:t>audit</a:t>
            </a:r>
            <a:r>
              <a:rPr dirty="0" sz="2250" spc="-50">
                <a:latin typeface="Arial"/>
                <a:cs typeface="Arial"/>
              </a:rPr>
              <a:t> </a:t>
            </a:r>
            <a:r>
              <a:rPr dirty="0" sz="2250" spc="-10">
                <a:latin typeface="Arial"/>
                <a:cs typeface="Arial"/>
              </a:rPr>
              <a:t>trails</a:t>
            </a:r>
            <a:endParaRPr sz="2250">
              <a:latin typeface="Arial"/>
              <a:cs typeface="Arial"/>
            </a:endParaRPr>
          </a:p>
          <a:p>
            <a:pPr marL="319405" indent="-306705">
              <a:lnSpc>
                <a:spcPct val="100000"/>
              </a:lnSpc>
              <a:spcBef>
                <a:spcPts val="1350"/>
              </a:spcBef>
              <a:buAutoNum type="arabicPeriod"/>
              <a:tabLst>
                <a:tab pos="319405" algn="l"/>
              </a:tabLst>
            </a:pPr>
            <a:r>
              <a:rPr dirty="0" sz="2250">
                <a:latin typeface="Arial"/>
                <a:cs typeface="Arial"/>
              </a:rPr>
              <a:t>Threat</a:t>
            </a:r>
            <a:r>
              <a:rPr dirty="0" sz="2250" spc="60">
                <a:latin typeface="Arial"/>
                <a:cs typeface="Arial"/>
              </a:rPr>
              <a:t> </a:t>
            </a:r>
            <a:r>
              <a:rPr dirty="0" sz="2250" spc="85">
                <a:latin typeface="Arial"/>
                <a:cs typeface="Arial"/>
              </a:rPr>
              <a:t>detection</a:t>
            </a:r>
            <a:endParaRPr sz="2250">
              <a:latin typeface="Arial"/>
              <a:cs typeface="Arial"/>
            </a:endParaRPr>
          </a:p>
          <a:p>
            <a:pPr marL="332740" indent="-320040">
              <a:lnSpc>
                <a:spcPct val="100000"/>
              </a:lnSpc>
              <a:spcBef>
                <a:spcPts val="1350"/>
              </a:spcBef>
              <a:buAutoNum type="arabicPeriod"/>
              <a:tabLst>
                <a:tab pos="332740" algn="l"/>
              </a:tabLst>
            </a:pPr>
            <a:r>
              <a:rPr dirty="0" sz="2250">
                <a:latin typeface="Arial"/>
                <a:cs typeface="Arial"/>
              </a:rPr>
              <a:t>Data</a:t>
            </a:r>
            <a:r>
              <a:rPr dirty="0" sz="2250" spc="-55">
                <a:latin typeface="Arial"/>
                <a:cs typeface="Arial"/>
              </a:rPr>
              <a:t> </a:t>
            </a:r>
            <a:r>
              <a:rPr dirty="0" sz="2250" spc="40">
                <a:latin typeface="Arial"/>
                <a:cs typeface="Arial"/>
              </a:rPr>
              <a:t>classification</a:t>
            </a:r>
            <a:endParaRPr sz="2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4114" y="1798081"/>
            <a:ext cx="1975485" cy="322580"/>
          </a:xfrm>
          <a:prstGeom prst="rect">
            <a:avLst/>
          </a:prstGeom>
          <a:solidFill>
            <a:srgbClr val="00A2FF"/>
          </a:solidFill>
        </p:spPr>
        <p:txBody>
          <a:bodyPr wrap="square" lIns="0" tIns="69215" rIns="0" bIns="0" rtlCol="0" vert="horz">
            <a:spAutoFit/>
          </a:bodyPr>
          <a:lstStyle/>
          <a:p>
            <a:pPr marL="695325">
              <a:lnSpc>
                <a:spcPct val="100000"/>
              </a:lnSpc>
              <a:spcBef>
                <a:spcPts val="545"/>
              </a:spcBef>
            </a:pPr>
            <a:r>
              <a:rPr dirty="0" sz="1300">
                <a:latin typeface="Arial"/>
                <a:cs typeface="Arial"/>
              </a:rPr>
              <a:t>User</a:t>
            </a:r>
            <a:r>
              <a:rPr dirty="0" sz="1300" spc="85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Request</a:t>
            </a:r>
            <a:endParaRPr sz="13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7473" y="2859021"/>
            <a:ext cx="2419985" cy="1121410"/>
          </a:xfrm>
          <a:prstGeom prst="rect">
            <a:avLst/>
          </a:prstGeom>
          <a:solidFill>
            <a:srgbClr val="00A2FF"/>
          </a:solidFill>
        </p:spPr>
        <p:txBody>
          <a:bodyPr wrap="square" lIns="0" tIns="15240" rIns="0" bIns="0" rtlCol="0" vert="horz">
            <a:spAutoFit/>
          </a:bodyPr>
          <a:lstStyle/>
          <a:p>
            <a:pPr marL="487680" marR="302260" indent="-18415">
              <a:lnSpc>
                <a:spcPct val="111300"/>
              </a:lnSpc>
              <a:spcBef>
                <a:spcPts val="120"/>
              </a:spcBef>
            </a:pPr>
            <a:r>
              <a:rPr dirty="0" sz="1300" spc="65">
                <a:latin typeface="Arial"/>
                <a:cs typeface="Arial"/>
              </a:rPr>
              <a:t>Security</a:t>
            </a:r>
            <a:r>
              <a:rPr dirty="0" sz="1300" spc="-25">
                <a:latin typeface="Arial"/>
                <a:cs typeface="Arial"/>
              </a:rPr>
              <a:t> </a:t>
            </a:r>
            <a:r>
              <a:rPr dirty="0" sz="1300" spc="65">
                <a:latin typeface="Arial"/>
                <a:cs typeface="Arial"/>
              </a:rPr>
              <a:t>Checkpoint </a:t>
            </a:r>
            <a:r>
              <a:rPr dirty="0" sz="1300" spc="85">
                <a:latin typeface="Arial"/>
                <a:cs typeface="Arial"/>
              </a:rPr>
              <a:t>Input</a:t>
            </a:r>
            <a:r>
              <a:rPr dirty="0" sz="1300" spc="-40">
                <a:latin typeface="Arial"/>
                <a:cs typeface="Arial"/>
              </a:rPr>
              <a:t> </a:t>
            </a:r>
            <a:r>
              <a:rPr dirty="0" sz="1300" spc="45">
                <a:latin typeface="Arial"/>
                <a:cs typeface="Arial"/>
              </a:rPr>
              <a:t>Validation </a:t>
            </a:r>
            <a:r>
              <a:rPr dirty="0" sz="1300">
                <a:latin typeface="Arial"/>
                <a:cs typeface="Arial"/>
              </a:rPr>
              <a:t>Threat</a:t>
            </a:r>
            <a:r>
              <a:rPr dirty="0" sz="1300" spc="105">
                <a:latin typeface="Arial"/>
                <a:cs typeface="Arial"/>
              </a:rPr>
              <a:t> </a:t>
            </a:r>
            <a:r>
              <a:rPr dirty="0" sz="1300" spc="70">
                <a:latin typeface="Arial"/>
                <a:cs typeface="Arial"/>
              </a:rPr>
              <a:t>Detection</a:t>
            </a:r>
            <a:r>
              <a:rPr dirty="0" sz="1300" spc="110">
                <a:latin typeface="Arial"/>
                <a:cs typeface="Arial"/>
              </a:rPr>
              <a:t> </a:t>
            </a:r>
            <a:r>
              <a:rPr dirty="0" sz="1300" spc="-50">
                <a:latin typeface="Arial"/>
                <a:cs typeface="Arial"/>
              </a:rPr>
              <a:t>-</a:t>
            </a:r>
            <a:endParaRPr sz="1300">
              <a:latin typeface="Arial"/>
              <a:cs typeface="Arial"/>
            </a:endParaRPr>
          </a:p>
          <a:p>
            <a:pPr marL="704850">
              <a:lnSpc>
                <a:spcPct val="100000"/>
              </a:lnSpc>
              <a:spcBef>
                <a:spcPts val="175"/>
              </a:spcBef>
            </a:pPr>
            <a:r>
              <a:rPr dirty="0" sz="1300">
                <a:latin typeface="Arial"/>
                <a:cs typeface="Arial"/>
              </a:rPr>
              <a:t>Rate</a:t>
            </a:r>
            <a:r>
              <a:rPr dirty="0" sz="1300" spc="35">
                <a:latin typeface="Arial"/>
                <a:cs typeface="Arial"/>
              </a:rPr>
              <a:t> </a:t>
            </a:r>
            <a:r>
              <a:rPr dirty="0" sz="1300" spc="75">
                <a:latin typeface="Arial"/>
                <a:cs typeface="Arial"/>
              </a:rPr>
              <a:t>limiting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7473" y="4398155"/>
            <a:ext cx="2536190" cy="645160"/>
          </a:xfrm>
          <a:prstGeom prst="rect">
            <a:avLst/>
          </a:prstGeom>
          <a:solidFill>
            <a:srgbClr val="00A2FF"/>
          </a:solidFill>
        </p:spPr>
        <p:txBody>
          <a:bodyPr wrap="square" lIns="0" tIns="99060" rIns="0" bIns="0" rtlCol="0" vert="horz">
            <a:spAutoFit/>
          </a:bodyPr>
          <a:lstStyle/>
          <a:p>
            <a:pPr marL="958850" marR="82550" indent="-749300">
              <a:lnSpc>
                <a:spcPct val="111300"/>
              </a:lnSpc>
              <a:spcBef>
                <a:spcPts val="780"/>
              </a:spcBef>
            </a:pPr>
            <a:r>
              <a:rPr dirty="0" sz="1300" spc="65">
                <a:latin typeface="Arial"/>
                <a:cs typeface="Arial"/>
              </a:rPr>
              <a:t>lang</a:t>
            </a:r>
            <a:r>
              <a:rPr dirty="0" sz="1300" spc="-45">
                <a:latin typeface="Arial"/>
                <a:cs typeface="Arial"/>
              </a:rPr>
              <a:t> </a:t>
            </a:r>
            <a:r>
              <a:rPr dirty="0" sz="1300" spc="75">
                <a:latin typeface="Arial"/>
                <a:cs typeface="Arial"/>
              </a:rPr>
              <a:t>graph</a:t>
            </a:r>
            <a:r>
              <a:rPr dirty="0" sz="1300" spc="-40">
                <a:latin typeface="Arial"/>
                <a:cs typeface="Arial"/>
              </a:rPr>
              <a:t> </a:t>
            </a:r>
            <a:r>
              <a:rPr dirty="0" sz="1300" spc="70">
                <a:latin typeface="Arial"/>
                <a:cs typeface="Arial"/>
              </a:rPr>
              <a:t>agent</a:t>
            </a:r>
            <a:r>
              <a:rPr dirty="0" sz="1300" spc="-45">
                <a:latin typeface="Arial"/>
                <a:cs typeface="Arial"/>
              </a:rPr>
              <a:t> </a:t>
            </a:r>
            <a:r>
              <a:rPr dirty="0" sz="1300" spc="70">
                <a:latin typeface="Arial"/>
                <a:cs typeface="Arial"/>
              </a:rPr>
              <a:t>core</a:t>
            </a:r>
            <a:r>
              <a:rPr dirty="0" sz="1300" spc="-4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(</a:t>
            </a:r>
            <a:r>
              <a:rPr dirty="0" sz="1300" spc="-40">
                <a:latin typeface="Arial"/>
                <a:cs typeface="Arial"/>
              </a:rPr>
              <a:t> </a:t>
            </a:r>
            <a:r>
              <a:rPr dirty="0" sz="1300" spc="-25">
                <a:latin typeface="Arial"/>
                <a:cs typeface="Arial"/>
              </a:rPr>
              <a:t>LLM </a:t>
            </a:r>
            <a:r>
              <a:rPr dirty="0" sz="1300" spc="55">
                <a:latin typeface="Arial"/>
                <a:cs typeface="Arial"/>
              </a:rPr>
              <a:t>brain)</a:t>
            </a:r>
            <a:r>
              <a:rPr dirty="0" sz="1300" spc="-2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-</a:t>
            </a:r>
            <a:r>
              <a:rPr dirty="0" sz="1300" spc="-50">
                <a:latin typeface="Arial"/>
                <a:cs typeface="Arial"/>
              </a:rPr>
              <a:t>.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06765" y="3116271"/>
            <a:ext cx="71120" cy="337185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54"/>
              </a:spcBef>
            </a:pPr>
            <a:r>
              <a:rPr dirty="0" sz="1950" spc="-50">
                <a:latin typeface="Arial"/>
                <a:cs typeface="Arial"/>
              </a:rPr>
              <a:t>.</a:t>
            </a:r>
            <a:endParaRPr sz="19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622300" y="1144987"/>
            <a:ext cx="2252980" cy="1410335"/>
          </a:xfrm>
          <a:custGeom>
            <a:avLst/>
            <a:gdLst/>
            <a:ahLst/>
            <a:cxnLst/>
            <a:rect l="l" t="t" r="r" b="b"/>
            <a:pathLst>
              <a:path w="2252979" h="1410335">
                <a:moveTo>
                  <a:pt x="2252417" y="0"/>
                </a:moveTo>
                <a:lnTo>
                  <a:pt x="0" y="0"/>
                </a:lnTo>
                <a:lnTo>
                  <a:pt x="0" y="1409926"/>
                </a:lnTo>
                <a:lnTo>
                  <a:pt x="2252417" y="1409926"/>
                </a:lnTo>
                <a:lnTo>
                  <a:pt x="2252417" y="0"/>
                </a:lnTo>
                <a:close/>
              </a:path>
            </a:pathLst>
          </a:custGeom>
          <a:solidFill>
            <a:srgbClr val="F9B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059273" y="1193397"/>
            <a:ext cx="1458595" cy="22732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85">
                <a:latin typeface="Arial"/>
                <a:cs typeface="Arial"/>
              </a:rPr>
              <a:t>tool</a:t>
            </a:r>
            <a:r>
              <a:rPr dirty="0" sz="1300" spc="-35">
                <a:latin typeface="Arial"/>
                <a:cs typeface="Arial"/>
              </a:rPr>
              <a:t> </a:t>
            </a:r>
            <a:r>
              <a:rPr dirty="0" sz="1300" spc="60">
                <a:latin typeface="Arial"/>
                <a:cs typeface="Arial"/>
              </a:rPr>
              <a:t>orchestration</a:t>
            </a:r>
            <a:endParaRPr sz="1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63553" y="1615498"/>
            <a:ext cx="1770380" cy="6870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>
              <a:lnSpc>
                <a:spcPct val="111300"/>
              </a:lnSpc>
              <a:spcBef>
                <a:spcPts val="95"/>
              </a:spcBef>
            </a:pPr>
            <a:r>
              <a:rPr dirty="0" sz="1300">
                <a:latin typeface="Arial"/>
                <a:cs typeface="Arial"/>
              </a:rPr>
              <a:t>Tool</a:t>
            </a:r>
            <a:r>
              <a:rPr dirty="0" sz="1300" spc="-20">
                <a:latin typeface="Arial"/>
                <a:cs typeface="Arial"/>
              </a:rPr>
              <a:t> </a:t>
            </a:r>
            <a:r>
              <a:rPr dirty="0" sz="1300" spc="-80">
                <a:latin typeface="Arial"/>
                <a:cs typeface="Arial"/>
              </a:rPr>
              <a:t>1:</a:t>
            </a:r>
            <a:r>
              <a:rPr dirty="0" sz="1300" spc="-15">
                <a:latin typeface="Arial"/>
                <a:cs typeface="Arial"/>
              </a:rPr>
              <a:t> </a:t>
            </a:r>
            <a:r>
              <a:rPr dirty="0" sz="1300" spc="-20">
                <a:latin typeface="Arial"/>
                <a:cs typeface="Arial"/>
              </a:rPr>
              <a:t>FAQ </a:t>
            </a:r>
            <a:r>
              <a:rPr dirty="0" sz="1300" spc="-10">
                <a:latin typeface="Arial"/>
                <a:cs typeface="Arial"/>
              </a:rPr>
              <a:t>search</a:t>
            </a:r>
            <a:r>
              <a:rPr dirty="0" sz="1300" spc="50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Tool</a:t>
            </a:r>
            <a:r>
              <a:rPr dirty="0" sz="1300" spc="1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2:</a:t>
            </a:r>
            <a:r>
              <a:rPr dirty="0" sz="1300" spc="10">
                <a:latin typeface="Arial"/>
                <a:cs typeface="Arial"/>
              </a:rPr>
              <a:t> </a:t>
            </a:r>
            <a:r>
              <a:rPr dirty="0" sz="1300" spc="60">
                <a:latin typeface="Arial"/>
                <a:cs typeface="Arial"/>
              </a:rPr>
              <a:t>employee</a:t>
            </a:r>
            <a:r>
              <a:rPr dirty="0" sz="1300" spc="15">
                <a:latin typeface="Arial"/>
                <a:cs typeface="Arial"/>
              </a:rPr>
              <a:t> </a:t>
            </a:r>
            <a:r>
              <a:rPr dirty="0" sz="1300" spc="40">
                <a:latin typeface="Arial"/>
                <a:cs typeface="Arial"/>
              </a:rPr>
              <a:t>data </a:t>
            </a:r>
            <a:r>
              <a:rPr dirty="0" sz="1300">
                <a:latin typeface="Arial"/>
                <a:cs typeface="Arial"/>
              </a:rPr>
              <a:t>Tool </a:t>
            </a:r>
            <a:r>
              <a:rPr dirty="0" sz="1300" spc="55">
                <a:latin typeface="Arial"/>
                <a:cs typeface="Arial"/>
              </a:rPr>
              <a:t>3:</a:t>
            </a:r>
            <a:r>
              <a:rPr dirty="0" sz="1300">
                <a:latin typeface="Arial"/>
                <a:cs typeface="Arial"/>
              </a:rPr>
              <a:t> </a:t>
            </a:r>
            <a:r>
              <a:rPr dirty="0" sz="1300" spc="60">
                <a:latin typeface="Arial"/>
                <a:cs typeface="Arial"/>
              </a:rPr>
              <a:t>reports</a:t>
            </a:r>
            <a:endParaRPr sz="13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622300" y="2655790"/>
            <a:ext cx="2252980" cy="1259840"/>
          </a:xfrm>
          <a:custGeom>
            <a:avLst/>
            <a:gdLst/>
            <a:ahLst/>
            <a:cxnLst/>
            <a:rect l="l" t="t" r="r" b="b"/>
            <a:pathLst>
              <a:path w="2252979" h="1259839">
                <a:moveTo>
                  <a:pt x="2252417" y="0"/>
                </a:moveTo>
                <a:lnTo>
                  <a:pt x="0" y="0"/>
                </a:lnTo>
                <a:lnTo>
                  <a:pt x="0" y="1259316"/>
                </a:lnTo>
                <a:lnTo>
                  <a:pt x="2252417" y="1259316"/>
                </a:lnTo>
                <a:lnTo>
                  <a:pt x="2252417" y="0"/>
                </a:lnTo>
                <a:close/>
              </a:path>
            </a:pathLst>
          </a:custGeom>
          <a:solidFill>
            <a:srgbClr val="F9B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970569" y="2735699"/>
            <a:ext cx="1596390" cy="22732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60">
                <a:latin typeface="Arial"/>
                <a:cs typeface="Arial"/>
              </a:rPr>
              <a:t>permission</a:t>
            </a:r>
            <a:r>
              <a:rPr dirty="0" sz="1300" spc="-5">
                <a:latin typeface="Arial"/>
                <a:cs typeface="Arial"/>
              </a:rPr>
              <a:t> </a:t>
            </a:r>
            <a:r>
              <a:rPr dirty="0" sz="1300" spc="55">
                <a:latin typeface="Arial"/>
                <a:cs typeface="Arial"/>
              </a:rPr>
              <a:t>checker</a:t>
            </a:r>
            <a:endParaRPr sz="13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68677" y="3157800"/>
            <a:ext cx="1760220" cy="4667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93345">
              <a:lnSpc>
                <a:spcPct val="111300"/>
              </a:lnSpc>
              <a:spcBef>
                <a:spcPts val="95"/>
              </a:spcBef>
            </a:pPr>
            <a:r>
              <a:rPr dirty="0" sz="1300" spc="50">
                <a:latin typeface="Arial"/>
                <a:cs typeface="Arial"/>
              </a:rPr>
              <a:t>validates</a:t>
            </a:r>
            <a:r>
              <a:rPr dirty="0" sz="1300" spc="-25">
                <a:latin typeface="Arial"/>
                <a:cs typeface="Arial"/>
              </a:rPr>
              <a:t> </a:t>
            </a:r>
            <a:r>
              <a:rPr dirty="0" sz="1300" spc="45">
                <a:latin typeface="Arial"/>
                <a:cs typeface="Arial"/>
              </a:rPr>
              <a:t>clearance </a:t>
            </a:r>
            <a:r>
              <a:rPr dirty="0" sz="1300">
                <a:latin typeface="Arial"/>
                <a:cs typeface="Arial"/>
              </a:rPr>
              <a:t>Logs</a:t>
            </a:r>
            <a:r>
              <a:rPr dirty="0" sz="1300" spc="16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access</a:t>
            </a:r>
            <a:r>
              <a:rPr dirty="0" sz="1300" spc="165">
                <a:latin typeface="Arial"/>
                <a:cs typeface="Arial"/>
              </a:rPr>
              <a:t> </a:t>
            </a:r>
            <a:r>
              <a:rPr dirty="0" sz="1300" spc="70">
                <a:latin typeface="Arial"/>
                <a:cs typeface="Arial"/>
              </a:rPr>
              <a:t>attempts</a:t>
            </a:r>
            <a:endParaRPr sz="13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574105" y="4015983"/>
            <a:ext cx="2348865" cy="1036955"/>
          </a:xfrm>
          <a:custGeom>
            <a:avLst/>
            <a:gdLst/>
            <a:ahLst/>
            <a:cxnLst/>
            <a:rect l="l" t="t" r="r" b="b"/>
            <a:pathLst>
              <a:path w="2348865" h="1036954">
                <a:moveTo>
                  <a:pt x="2348806" y="0"/>
                </a:moveTo>
                <a:lnTo>
                  <a:pt x="0" y="0"/>
                </a:lnTo>
                <a:lnTo>
                  <a:pt x="0" y="1036413"/>
                </a:lnTo>
                <a:lnTo>
                  <a:pt x="2348806" y="1036413"/>
                </a:lnTo>
                <a:lnTo>
                  <a:pt x="2348806" y="0"/>
                </a:lnTo>
                <a:close/>
              </a:path>
            </a:pathLst>
          </a:custGeom>
          <a:solidFill>
            <a:srgbClr val="F9B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813321" y="4076991"/>
            <a:ext cx="1870710" cy="68707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70"/>
              </a:spcBef>
            </a:pPr>
            <a:r>
              <a:rPr dirty="0" sz="1300" spc="90">
                <a:latin typeface="Arial"/>
                <a:cs typeface="Arial"/>
              </a:rPr>
              <a:t>Output</a:t>
            </a:r>
            <a:r>
              <a:rPr dirty="0" sz="1300" spc="-45">
                <a:latin typeface="Arial"/>
                <a:cs typeface="Arial"/>
              </a:rPr>
              <a:t> </a:t>
            </a:r>
            <a:r>
              <a:rPr dirty="0" sz="1300" spc="40">
                <a:latin typeface="Arial"/>
                <a:cs typeface="Arial"/>
              </a:rPr>
              <a:t>sanitizer</a:t>
            </a:r>
            <a:endParaRPr sz="1300">
              <a:latin typeface="Arial"/>
              <a:cs typeface="Arial"/>
            </a:endParaRPr>
          </a:p>
          <a:p>
            <a:pPr algn="ctr" marL="98425" indent="-98425">
              <a:lnSpc>
                <a:spcPct val="100000"/>
              </a:lnSpc>
              <a:spcBef>
                <a:spcPts val="175"/>
              </a:spcBef>
              <a:buChar char="-"/>
              <a:tabLst>
                <a:tab pos="98425" algn="l"/>
              </a:tabLst>
            </a:pPr>
            <a:r>
              <a:rPr dirty="0" sz="1300" spc="65">
                <a:latin typeface="Arial"/>
                <a:cs typeface="Arial"/>
              </a:rPr>
              <a:t>redacts</a:t>
            </a:r>
            <a:r>
              <a:rPr dirty="0" sz="1300" spc="-35">
                <a:latin typeface="Arial"/>
                <a:cs typeface="Arial"/>
              </a:rPr>
              <a:t> </a:t>
            </a:r>
            <a:r>
              <a:rPr dirty="0" sz="1300" spc="50">
                <a:latin typeface="Arial"/>
                <a:cs typeface="Arial"/>
              </a:rPr>
              <a:t>sensitive</a:t>
            </a:r>
            <a:r>
              <a:rPr dirty="0" sz="1300" spc="-30">
                <a:latin typeface="Arial"/>
                <a:cs typeface="Arial"/>
              </a:rPr>
              <a:t> </a:t>
            </a:r>
            <a:r>
              <a:rPr dirty="0" sz="1300" spc="40">
                <a:latin typeface="Arial"/>
                <a:cs typeface="Arial"/>
              </a:rPr>
              <a:t>data</a:t>
            </a:r>
            <a:endParaRPr sz="1300">
              <a:latin typeface="Arial"/>
              <a:cs typeface="Arial"/>
            </a:endParaRPr>
          </a:p>
          <a:p>
            <a:pPr algn="ctr" marL="98425" indent="-98425">
              <a:lnSpc>
                <a:spcPct val="100000"/>
              </a:lnSpc>
              <a:spcBef>
                <a:spcPts val="180"/>
              </a:spcBef>
              <a:buChar char="-"/>
              <a:tabLst>
                <a:tab pos="98425" algn="l"/>
              </a:tabLst>
            </a:pPr>
            <a:r>
              <a:rPr dirty="0" sz="1300" spc="60">
                <a:latin typeface="Arial"/>
                <a:cs typeface="Arial"/>
              </a:rPr>
              <a:t>applies</a:t>
            </a:r>
            <a:r>
              <a:rPr dirty="0" sz="1300" spc="-50">
                <a:latin typeface="Arial"/>
                <a:cs typeface="Arial"/>
              </a:rPr>
              <a:t> </a:t>
            </a:r>
            <a:r>
              <a:rPr dirty="0" sz="1300" spc="60">
                <a:latin typeface="Arial"/>
                <a:cs typeface="Arial"/>
              </a:rPr>
              <a:t>data</a:t>
            </a:r>
            <a:r>
              <a:rPr dirty="0" sz="1300" spc="-45">
                <a:latin typeface="Arial"/>
                <a:cs typeface="Arial"/>
              </a:rPr>
              <a:t> </a:t>
            </a:r>
            <a:r>
              <a:rPr dirty="0" sz="1300" spc="50">
                <a:latin typeface="Arial"/>
                <a:cs typeface="Arial"/>
              </a:rPr>
              <a:t>masking</a:t>
            </a:r>
            <a:endParaRPr sz="13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574105" y="5227990"/>
            <a:ext cx="2348865" cy="1036955"/>
          </a:xfrm>
          <a:custGeom>
            <a:avLst/>
            <a:gdLst/>
            <a:ahLst/>
            <a:cxnLst/>
            <a:rect l="l" t="t" r="r" b="b"/>
            <a:pathLst>
              <a:path w="2348865" h="1036954">
                <a:moveTo>
                  <a:pt x="2348806" y="0"/>
                </a:moveTo>
                <a:lnTo>
                  <a:pt x="0" y="0"/>
                </a:lnTo>
                <a:lnTo>
                  <a:pt x="0" y="1036413"/>
                </a:lnTo>
                <a:lnTo>
                  <a:pt x="2348806" y="1036413"/>
                </a:lnTo>
                <a:lnTo>
                  <a:pt x="2348806" y="0"/>
                </a:lnTo>
                <a:close/>
              </a:path>
            </a:pathLst>
          </a:custGeom>
          <a:solidFill>
            <a:srgbClr val="F9B9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574105" y="5227990"/>
            <a:ext cx="2348865" cy="1036955"/>
          </a:xfrm>
          <a:prstGeom prst="rect">
            <a:avLst/>
          </a:prstGeom>
        </p:spPr>
        <p:txBody>
          <a:bodyPr wrap="square" lIns="0" tIns="9525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50"/>
              </a:spcBef>
            </a:pPr>
            <a:r>
              <a:rPr dirty="0" sz="1300" spc="80">
                <a:latin typeface="Arial"/>
                <a:cs typeface="Arial"/>
              </a:rPr>
              <a:t>Audit</a:t>
            </a:r>
            <a:r>
              <a:rPr dirty="0" sz="1300" spc="-35">
                <a:latin typeface="Arial"/>
                <a:cs typeface="Arial"/>
              </a:rPr>
              <a:t> </a:t>
            </a:r>
            <a:r>
              <a:rPr dirty="0" sz="1300" spc="70">
                <a:latin typeface="Arial"/>
                <a:cs typeface="Arial"/>
              </a:rPr>
              <a:t>logger</a:t>
            </a:r>
            <a:endParaRPr sz="13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75"/>
              </a:spcBef>
            </a:pPr>
            <a:r>
              <a:rPr dirty="0" sz="1300">
                <a:latin typeface="Arial"/>
                <a:cs typeface="Arial"/>
              </a:rPr>
              <a:t>-</a:t>
            </a:r>
            <a:r>
              <a:rPr dirty="0" sz="1300" spc="-35">
                <a:latin typeface="Arial"/>
                <a:cs typeface="Arial"/>
              </a:rPr>
              <a:t> </a:t>
            </a:r>
            <a:r>
              <a:rPr dirty="0" sz="1300" spc="85">
                <a:latin typeface="Arial"/>
                <a:cs typeface="Arial"/>
              </a:rPr>
              <a:t>complete</a:t>
            </a:r>
            <a:r>
              <a:rPr dirty="0" sz="1300" spc="-35">
                <a:latin typeface="Arial"/>
                <a:cs typeface="Arial"/>
              </a:rPr>
              <a:t> </a:t>
            </a:r>
            <a:r>
              <a:rPr dirty="0" sz="1300" spc="55">
                <a:latin typeface="Arial"/>
                <a:cs typeface="Arial"/>
              </a:rPr>
              <a:t>trail</a:t>
            </a:r>
            <a:endParaRPr sz="13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80"/>
              </a:spcBef>
            </a:pPr>
            <a:r>
              <a:rPr dirty="0" sz="1300">
                <a:latin typeface="Arial"/>
                <a:cs typeface="Arial"/>
              </a:rPr>
              <a:t>-</a:t>
            </a:r>
            <a:r>
              <a:rPr dirty="0" sz="1300" spc="-20">
                <a:latin typeface="Arial"/>
                <a:cs typeface="Arial"/>
              </a:rPr>
              <a:t> </a:t>
            </a:r>
            <a:r>
              <a:rPr dirty="0" sz="1300" spc="75">
                <a:latin typeface="Arial"/>
                <a:cs typeface="Arial"/>
              </a:rPr>
              <a:t>compliance</a:t>
            </a:r>
            <a:r>
              <a:rPr dirty="0" sz="1300" spc="-15">
                <a:latin typeface="Arial"/>
                <a:cs typeface="Arial"/>
              </a:rPr>
              <a:t> </a:t>
            </a:r>
            <a:r>
              <a:rPr dirty="0" sz="1300" spc="40">
                <a:latin typeface="Arial"/>
                <a:cs typeface="Arial"/>
              </a:rPr>
              <a:t>ready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927261" y="2113428"/>
            <a:ext cx="180340" cy="753110"/>
            <a:chOff x="1927261" y="2113428"/>
            <a:chExt cx="180340" cy="753110"/>
          </a:xfrm>
        </p:grpSpPr>
        <p:sp>
          <p:nvSpPr>
            <p:cNvPr id="17" name="object 17"/>
            <p:cNvSpPr/>
            <p:nvPr/>
          </p:nvSpPr>
          <p:spPr>
            <a:xfrm>
              <a:off x="1945636" y="2131803"/>
              <a:ext cx="144145" cy="716280"/>
            </a:xfrm>
            <a:custGeom>
              <a:avLst/>
              <a:gdLst/>
              <a:ahLst/>
              <a:cxnLst/>
              <a:rect l="l" t="t" r="r" b="b"/>
              <a:pathLst>
                <a:path w="144144" h="716280">
                  <a:moveTo>
                    <a:pt x="65264" y="0"/>
                  </a:moveTo>
                  <a:lnTo>
                    <a:pt x="66738" y="42155"/>
                  </a:lnTo>
                  <a:lnTo>
                    <a:pt x="68025" y="84215"/>
                  </a:lnTo>
                  <a:lnTo>
                    <a:pt x="68935" y="126088"/>
                  </a:lnTo>
                  <a:lnTo>
                    <a:pt x="69280" y="167678"/>
                  </a:lnTo>
                  <a:lnTo>
                    <a:pt x="68950" y="209127"/>
                  </a:lnTo>
                  <a:lnTo>
                    <a:pt x="68150" y="251518"/>
                  </a:lnTo>
                  <a:lnTo>
                    <a:pt x="67162" y="296167"/>
                  </a:lnTo>
                  <a:lnTo>
                    <a:pt x="66268" y="344393"/>
                  </a:lnTo>
                  <a:lnTo>
                    <a:pt x="65687" y="396777"/>
                  </a:lnTo>
                  <a:lnTo>
                    <a:pt x="65389" y="450950"/>
                  </a:lnTo>
                  <a:lnTo>
                    <a:pt x="65279" y="503804"/>
                  </a:lnTo>
                  <a:lnTo>
                    <a:pt x="65264" y="552235"/>
                  </a:lnTo>
                  <a:lnTo>
                    <a:pt x="65264" y="593731"/>
                  </a:lnTo>
                  <a:lnTo>
                    <a:pt x="65264" y="628167"/>
                  </a:lnTo>
                  <a:lnTo>
                    <a:pt x="65264" y="656014"/>
                  </a:lnTo>
                  <a:lnTo>
                    <a:pt x="65264" y="677743"/>
                  </a:lnTo>
                  <a:lnTo>
                    <a:pt x="65217" y="693839"/>
                  </a:lnTo>
                  <a:lnTo>
                    <a:pt x="64887" y="704852"/>
                  </a:lnTo>
                  <a:lnTo>
                    <a:pt x="63993" y="711348"/>
                  </a:lnTo>
                  <a:lnTo>
                    <a:pt x="62251" y="713889"/>
                  </a:lnTo>
                  <a:lnTo>
                    <a:pt x="59428" y="713026"/>
                  </a:lnTo>
                  <a:lnTo>
                    <a:pt x="55474" y="709245"/>
                  </a:lnTo>
                  <a:lnTo>
                    <a:pt x="50391" y="703017"/>
                  </a:lnTo>
                  <a:lnTo>
                    <a:pt x="44178" y="694812"/>
                  </a:lnTo>
                  <a:lnTo>
                    <a:pt x="36930" y="685148"/>
                  </a:lnTo>
                  <a:lnTo>
                    <a:pt x="29117" y="674731"/>
                  </a:lnTo>
                  <a:lnTo>
                    <a:pt x="21304" y="664313"/>
                  </a:lnTo>
                  <a:lnTo>
                    <a:pt x="14056" y="654649"/>
                  </a:lnTo>
                  <a:lnTo>
                    <a:pt x="7907" y="646429"/>
                  </a:lnTo>
                  <a:lnTo>
                    <a:pt x="3263" y="640090"/>
                  </a:lnTo>
                  <a:lnTo>
                    <a:pt x="502" y="636011"/>
                  </a:lnTo>
                  <a:lnTo>
                    <a:pt x="0" y="634568"/>
                  </a:lnTo>
                  <a:lnTo>
                    <a:pt x="2008" y="636011"/>
                  </a:lnTo>
                  <a:lnTo>
                    <a:pt x="28819" y="664313"/>
                  </a:lnTo>
                  <a:lnTo>
                    <a:pt x="55223" y="694812"/>
                  </a:lnTo>
                  <a:lnTo>
                    <a:pt x="62095" y="703048"/>
                  </a:lnTo>
                  <a:lnTo>
                    <a:pt x="68025" y="709496"/>
                  </a:lnTo>
                  <a:lnTo>
                    <a:pt x="73579" y="713873"/>
                  </a:lnTo>
                  <a:lnTo>
                    <a:pt x="79321" y="715897"/>
                  </a:lnTo>
                  <a:lnTo>
                    <a:pt x="85706" y="715285"/>
                  </a:lnTo>
                  <a:lnTo>
                    <a:pt x="116894" y="681037"/>
                  </a:lnTo>
                  <a:lnTo>
                    <a:pt x="134560" y="645958"/>
                  </a:lnTo>
                  <a:lnTo>
                    <a:pt x="143581" y="626536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38306" y="2727915"/>
              <a:ext cx="161253" cy="121091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3335963" y="1963823"/>
            <a:ext cx="2460625" cy="3315335"/>
            <a:chOff x="3335963" y="1963823"/>
            <a:chExt cx="2460625" cy="3315335"/>
          </a:xfrm>
        </p:grpSpPr>
        <p:sp>
          <p:nvSpPr>
            <p:cNvPr id="20" name="object 20"/>
            <p:cNvSpPr/>
            <p:nvPr/>
          </p:nvSpPr>
          <p:spPr>
            <a:xfrm>
              <a:off x="5639588" y="2408925"/>
              <a:ext cx="125095" cy="317500"/>
            </a:xfrm>
            <a:custGeom>
              <a:avLst/>
              <a:gdLst/>
              <a:ahLst/>
              <a:cxnLst/>
              <a:rect l="l" t="t" r="r" b="b"/>
              <a:pathLst>
                <a:path w="125095" h="317500">
                  <a:moveTo>
                    <a:pt x="28113" y="0"/>
                  </a:moveTo>
                  <a:lnTo>
                    <a:pt x="31126" y="42060"/>
                  </a:lnTo>
                  <a:lnTo>
                    <a:pt x="34138" y="83462"/>
                  </a:lnTo>
                  <a:lnTo>
                    <a:pt x="37150" y="123546"/>
                  </a:lnTo>
                  <a:lnTo>
                    <a:pt x="40162" y="161654"/>
                  </a:lnTo>
                  <a:lnTo>
                    <a:pt x="46061" y="229052"/>
                  </a:lnTo>
                  <a:lnTo>
                    <a:pt x="51207" y="279129"/>
                  </a:lnTo>
                  <a:lnTo>
                    <a:pt x="53231" y="295806"/>
                  </a:lnTo>
                  <a:lnTo>
                    <a:pt x="54596" y="307118"/>
                  </a:lnTo>
                  <a:lnTo>
                    <a:pt x="55019" y="313723"/>
                  </a:lnTo>
                  <a:lnTo>
                    <a:pt x="54219" y="316280"/>
                  </a:lnTo>
                  <a:lnTo>
                    <a:pt x="52211" y="317284"/>
                  </a:lnTo>
                  <a:lnTo>
                    <a:pt x="46187" y="309251"/>
                  </a:lnTo>
                  <a:lnTo>
                    <a:pt x="39158" y="300215"/>
                  </a:lnTo>
                  <a:lnTo>
                    <a:pt x="8032" y="263064"/>
                  </a:lnTo>
                  <a:lnTo>
                    <a:pt x="0" y="255032"/>
                  </a:lnTo>
                  <a:lnTo>
                    <a:pt x="29761" y="280887"/>
                  </a:lnTo>
                  <a:lnTo>
                    <a:pt x="70519" y="304482"/>
                  </a:lnTo>
                  <a:lnTo>
                    <a:pt x="78944" y="304733"/>
                  </a:lnTo>
                  <a:lnTo>
                    <a:pt x="86804" y="301219"/>
                  </a:lnTo>
                  <a:lnTo>
                    <a:pt x="94382" y="293186"/>
                  </a:lnTo>
                  <a:lnTo>
                    <a:pt x="101912" y="280228"/>
                  </a:lnTo>
                  <a:lnTo>
                    <a:pt x="109443" y="263315"/>
                  </a:lnTo>
                  <a:lnTo>
                    <a:pt x="116973" y="243767"/>
                  </a:lnTo>
                  <a:lnTo>
                    <a:pt x="124503" y="222902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01132" y="2607428"/>
              <a:ext cx="181335" cy="11127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595409" y="3714208"/>
              <a:ext cx="36195" cy="357505"/>
            </a:xfrm>
            <a:custGeom>
              <a:avLst/>
              <a:gdLst/>
              <a:ahLst/>
              <a:cxnLst/>
              <a:rect l="l" t="t" r="r" b="b"/>
              <a:pathLst>
                <a:path w="36195" h="357504">
                  <a:moveTo>
                    <a:pt x="0" y="20081"/>
                  </a:moveTo>
                  <a:lnTo>
                    <a:pt x="0" y="10040"/>
                  </a:lnTo>
                  <a:lnTo>
                    <a:pt x="0" y="0"/>
                  </a:lnTo>
                  <a:lnTo>
                    <a:pt x="47" y="2055"/>
                  </a:lnTo>
                  <a:lnTo>
                    <a:pt x="376" y="8911"/>
                  </a:lnTo>
                  <a:lnTo>
                    <a:pt x="5789" y="68072"/>
                  </a:lnTo>
                  <a:lnTo>
                    <a:pt x="13601" y="136191"/>
                  </a:lnTo>
                  <a:lnTo>
                    <a:pt x="22544" y="207935"/>
                  </a:lnTo>
                  <a:lnTo>
                    <a:pt x="26733" y="240724"/>
                  </a:lnTo>
                  <a:lnTo>
                    <a:pt x="30357" y="270124"/>
                  </a:lnTo>
                  <a:lnTo>
                    <a:pt x="33134" y="295194"/>
                  </a:lnTo>
                  <a:lnTo>
                    <a:pt x="34875" y="315370"/>
                  </a:lnTo>
                  <a:lnTo>
                    <a:pt x="35769" y="331591"/>
                  </a:lnTo>
                  <a:lnTo>
                    <a:pt x="36099" y="345178"/>
                  </a:lnTo>
                  <a:lnTo>
                    <a:pt x="36146" y="357446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40888" y="3958899"/>
              <a:ext cx="163262" cy="137156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643604" y="4903020"/>
              <a:ext cx="36195" cy="319405"/>
            </a:xfrm>
            <a:custGeom>
              <a:avLst/>
              <a:gdLst/>
              <a:ahLst/>
              <a:cxnLst/>
              <a:rect l="l" t="t" r="r" b="b"/>
              <a:pathLst>
                <a:path w="36195" h="319404">
                  <a:moveTo>
                    <a:pt x="0" y="0"/>
                  </a:moveTo>
                  <a:lnTo>
                    <a:pt x="5993" y="40570"/>
                  </a:lnTo>
                  <a:lnTo>
                    <a:pt x="11797" y="80576"/>
                  </a:lnTo>
                  <a:lnTo>
                    <a:pt x="17226" y="119452"/>
                  </a:lnTo>
                  <a:lnTo>
                    <a:pt x="26231" y="191493"/>
                  </a:lnTo>
                  <a:lnTo>
                    <a:pt x="32255" y="250670"/>
                  </a:lnTo>
                  <a:lnTo>
                    <a:pt x="35299" y="289923"/>
                  </a:lnTo>
                  <a:lnTo>
                    <a:pt x="36114" y="311510"/>
                  </a:lnTo>
                  <a:lnTo>
                    <a:pt x="36146" y="319292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71010" y="5120350"/>
              <a:ext cx="225514" cy="158491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354338" y="1982198"/>
              <a:ext cx="1225550" cy="2746375"/>
            </a:xfrm>
            <a:custGeom>
              <a:avLst/>
              <a:gdLst/>
              <a:ahLst/>
              <a:cxnLst/>
              <a:rect l="l" t="t" r="r" b="b"/>
              <a:pathLst>
                <a:path w="1225550" h="2746375">
                  <a:moveTo>
                    <a:pt x="0" y="2746114"/>
                  </a:moveTo>
                  <a:lnTo>
                    <a:pt x="0" y="2746114"/>
                  </a:lnTo>
                  <a:lnTo>
                    <a:pt x="242983" y="2746114"/>
                  </a:lnTo>
                  <a:lnTo>
                    <a:pt x="259691" y="2745989"/>
                  </a:lnTo>
                  <a:lnTo>
                    <a:pt x="271222" y="2745110"/>
                  </a:lnTo>
                  <a:lnTo>
                    <a:pt x="278423" y="2742726"/>
                  </a:lnTo>
                  <a:lnTo>
                    <a:pt x="282141" y="2738082"/>
                  </a:lnTo>
                  <a:lnTo>
                    <a:pt x="283224" y="2730395"/>
                  </a:lnTo>
                  <a:lnTo>
                    <a:pt x="282518" y="2718754"/>
                  </a:lnTo>
                  <a:lnTo>
                    <a:pt x="280871" y="2702218"/>
                  </a:lnTo>
                  <a:lnTo>
                    <a:pt x="279129" y="2679846"/>
                  </a:lnTo>
                  <a:lnTo>
                    <a:pt x="277984" y="2651152"/>
                  </a:lnTo>
                  <a:lnTo>
                    <a:pt x="277497" y="2617469"/>
                  </a:lnTo>
                  <a:lnTo>
                    <a:pt x="277576" y="2580585"/>
                  </a:lnTo>
                  <a:lnTo>
                    <a:pt x="278125" y="2542290"/>
                  </a:lnTo>
                  <a:lnTo>
                    <a:pt x="279066" y="2504010"/>
                  </a:lnTo>
                  <a:lnTo>
                    <a:pt x="280384" y="2465730"/>
                  </a:lnTo>
                  <a:lnTo>
                    <a:pt x="282079" y="2427073"/>
                  </a:lnTo>
                  <a:lnTo>
                    <a:pt x="284149" y="2387664"/>
                  </a:lnTo>
                  <a:lnTo>
                    <a:pt x="286565" y="2347203"/>
                  </a:lnTo>
                  <a:lnTo>
                    <a:pt x="289170" y="2305707"/>
                  </a:lnTo>
                  <a:lnTo>
                    <a:pt x="291774" y="2263270"/>
                  </a:lnTo>
                  <a:lnTo>
                    <a:pt x="294190" y="2219985"/>
                  </a:lnTo>
                  <a:lnTo>
                    <a:pt x="296292" y="2175979"/>
                  </a:lnTo>
                  <a:lnTo>
                    <a:pt x="298206" y="2131502"/>
                  </a:lnTo>
                  <a:lnTo>
                    <a:pt x="300120" y="2086837"/>
                  </a:lnTo>
                  <a:lnTo>
                    <a:pt x="302223" y="2042266"/>
                  </a:lnTo>
                  <a:lnTo>
                    <a:pt x="304654" y="1997961"/>
                  </a:lnTo>
                  <a:lnTo>
                    <a:pt x="307368" y="1953657"/>
                  </a:lnTo>
                  <a:lnTo>
                    <a:pt x="310271" y="1908976"/>
                  </a:lnTo>
                  <a:lnTo>
                    <a:pt x="313267" y="1863542"/>
                  </a:lnTo>
                  <a:lnTo>
                    <a:pt x="316264" y="1817073"/>
                  </a:lnTo>
                  <a:lnTo>
                    <a:pt x="319166" y="1769662"/>
                  </a:lnTo>
                  <a:lnTo>
                    <a:pt x="321880" y="1721499"/>
                  </a:lnTo>
                  <a:lnTo>
                    <a:pt x="324312" y="1672770"/>
                  </a:lnTo>
                  <a:lnTo>
                    <a:pt x="326383" y="1623508"/>
                  </a:lnTo>
                  <a:lnTo>
                    <a:pt x="328077" y="1573117"/>
                  </a:lnTo>
                  <a:lnTo>
                    <a:pt x="329395" y="1520843"/>
                  </a:lnTo>
                  <a:lnTo>
                    <a:pt x="330337" y="1465933"/>
                  </a:lnTo>
                  <a:lnTo>
                    <a:pt x="330843" y="1419826"/>
                  </a:lnTo>
                  <a:lnTo>
                    <a:pt x="331252" y="1372515"/>
                  </a:lnTo>
                  <a:lnTo>
                    <a:pt x="331710" y="1324962"/>
                  </a:lnTo>
                  <a:lnTo>
                    <a:pt x="332361" y="1278133"/>
                  </a:lnTo>
                  <a:lnTo>
                    <a:pt x="333349" y="1232990"/>
                  </a:lnTo>
                  <a:lnTo>
                    <a:pt x="335184" y="1179869"/>
                  </a:lnTo>
                  <a:lnTo>
                    <a:pt x="337491" y="1129571"/>
                  </a:lnTo>
                  <a:lnTo>
                    <a:pt x="339985" y="1080780"/>
                  </a:lnTo>
                  <a:lnTo>
                    <a:pt x="342385" y="1032177"/>
                  </a:lnTo>
                  <a:lnTo>
                    <a:pt x="344472" y="982711"/>
                  </a:lnTo>
                  <a:lnTo>
                    <a:pt x="346276" y="932399"/>
                  </a:lnTo>
                  <a:lnTo>
                    <a:pt x="347892" y="881521"/>
                  </a:lnTo>
                  <a:lnTo>
                    <a:pt x="349414" y="830360"/>
                  </a:lnTo>
                  <a:lnTo>
                    <a:pt x="350920" y="779153"/>
                  </a:lnTo>
                  <a:lnTo>
                    <a:pt x="352426" y="727946"/>
                  </a:lnTo>
                  <a:lnTo>
                    <a:pt x="353932" y="676739"/>
                  </a:lnTo>
                  <a:lnTo>
                    <a:pt x="355438" y="625532"/>
                  </a:lnTo>
                  <a:lnTo>
                    <a:pt x="356928" y="574340"/>
                  </a:lnTo>
                  <a:lnTo>
                    <a:pt x="358325" y="523242"/>
                  </a:lnTo>
                  <a:lnTo>
                    <a:pt x="359533" y="472333"/>
                  </a:lnTo>
                  <a:lnTo>
                    <a:pt x="360458" y="421706"/>
                  </a:lnTo>
                  <a:lnTo>
                    <a:pt x="361023" y="371786"/>
                  </a:lnTo>
                  <a:lnTo>
                    <a:pt x="361211" y="324312"/>
                  </a:lnTo>
                  <a:lnTo>
                    <a:pt x="361023" y="281357"/>
                  </a:lnTo>
                  <a:lnTo>
                    <a:pt x="359548" y="216658"/>
                  </a:lnTo>
                  <a:lnTo>
                    <a:pt x="356442" y="166674"/>
                  </a:lnTo>
                  <a:lnTo>
                    <a:pt x="355940" y="156288"/>
                  </a:lnTo>
                  <a:lnTo>
                    <a:pt x="387427" y="123390"/>
                  </a:lnTo>
                  <a:lnTo>
                    <a:pt x="435481" y="120299"/>
                  </a:lnTo>
                  <a:lnTo>
                    <a:pt x="506205" y="118667"/>
                  </a:lnTo>
                  <a:lnTo>
                    <a:pt x="544202" y="117475"/>
                  </a:lnTo>
                  <a:lnTo>
                    <a:pt x="617750" y="113082"/>
                  </a:lnTo>
                  <a:lnTo>
                    <a:pt x="692804" y="106430"/>
                  </a:lnTo>
                  <a:lnTo>
                    <a:pt x="732888" y="102524"/>
                  </a:lnTo>
                  <a:lnTo>
                    <a:pt x="774007" y="98523"/>
                  </a:lnTo>
                  <a:lnTo>
                    <a:pt x="814939" y="94711"/>
                  </a:lnTo>
                  <a:lnTo>
                    <a:pt x="854458" y="91369"/>
                  </a:lnTo>
                  <a:lnTo>
                    <a:pt x="926625" y="86475"/>
                  </a:lnTo>
                  <a:lnTo>
                    <a:pt x="959932" y="84451"/>
                  </a:lnTo>
                  <a:lnTo>
                    <a:pt x="992015" y="82333"/>
                  </a:lnTo>
                  <a:lnTo>
                    <a:pt x="1023219" y="79932"/>
                  </a:lnTo>
                  <a:lnTo>
                    <a:pt x="1053388" y="77438"/>
                  </a:lnTo>
                  <a:lnTo>
                    <a:pt x="1082239" y="75132"/>
                  </a:lnTo>
                  <a:lnTo>
                    <a:pt x="1134827" y="72135"/>
                  </a:lnTo>
                  <a:lnTo>
                    <a:pt x="1177971" y="71319"/>
                  </a:lnTo>
                  <a:lnTo>
                    <a:pt x="1194836" y="71288"/>
                  </a:lnTo>
                  <a:lnTo>
                    <a:pt x="1208014" y="71257"/>
                  </a:lnTo>
                  <a:lnTo>
                    <a:pt x="1217427" y="71037"/>
                  </a:lnTo>
                  <a:lnTo>
                    <a:pt x="1223075" y="70441"/>
                  </a:lnTo>
                  <a:lnTo>
                    <a:pt x="1224958" y="69280"/>
                  </a:lnTo>
                  <a:lnTo>
                    <a:pt x="1223091" y="67335"/>
                  </a:lnTo>
                  <a:lnTo>
                    <a:pt x="1217553" y="64260"/>
                  </a:lnTo>
                  <a:lnTo>
                    <a:pt x="1208438" y="59679"/>
                  </a:lnTo>
                  <a:lnTo>
                    <a:pt x="1195840" y="53215"/>
                  </a:lnTo>
                  <a:lnTo>
                    <a:pt x="1145291" y="25117"/>
                  </a:lnTo>
                  <a:lnTo>
                    <a:pt x="1116958" y="8754"/>
                  </a:lnTo>
                  <a:lnTo>
                    <a:pt x="1107733" y="3514"/>
                  </a:lnTo>
                  <a:lnTo>
                    <a:pt x="1101897" y="533"/>
                  </a:lnTo>
                  <a:lnTo>
                    <a:pt x="1099450" y="0"/>
                  </a:lnTo>
                  <a:lnTo>
                    <a:pt x="1100360" y="1992"/>
                  </a:lnTo>
                  <a:lnTo>
                    <a:pt x="1133933" y="26905"/>
                  </a:lnTo>
                  <a:lnTo>
                    <a:pt x="1161356" y="42939"/>
                  </a:lnTo>
                  <a:lnTo>
                    <a:pt x="1173750" y="50203"/>
                  </a:lnTo>
                  <a:lnTo>
                    <a:pt x="1183713" y="56462"/>
                  </a:lnTo>
                  <a:lnTo>
                    <a:pt x="1190945" y="61875"/>
                  </a:lnTo>
                  <a:lnTo>
                    <a:pt x="1195354" y="66723"/>
                  </a:lnTo>
                  <a:lnTo>
                    <a:pt x="1196844" y="71288"/>
                  </a:lnTo>
                  <a:lnTo>
                    <a:pt x="1195416" y="75869"/>
                  </a:lnTo>
                  <a:lnTo>
                    <a:pt x="1191447" y="80827"/>
                  </a:lnTo>
                  <a:lnTo>
                    <a:pt x="1185407" y="86537"/>
                  </a:lnTo>
                  <a:lnTo>
                    <a:pt x="1177767" y="93377"/>
                  </a:lnTo>
                  <a:lnTo>
                    <a:pt x="1169012" y="101567"/>
                  </a:lnTo>
                  <a:lnTo>
                    <a:pt x="1159693" y="110698"/>
                  </a:lnTo>
                  <a:lnTo>
                    <a:pt x="1150374" y="120205"/>
                  </a:lnTo>
                  <a:lnTo>
                    <a:pt x="1141620" y="129524"/>
                  </a:lnTo>
                  <a:lnTo>
                    <a:pt x="1133917" y="138058"/>
                  </a:lnTo>
                  <a:lnTo>
                    <a:pt x="1127438" y="145087"/>
                  </a:lnTo>
                  <a:lnTo>
                    <a:pt x="1122276" y="149856"/>
                  </a:lnTo>
                  <a:lnTo>
                    <a:pt x="1118527" y="151613"/>
                  </a:lnTo>
                  <a:lnTo>
                    <a:pt x="1116158" y="149731"/>
                  </a:lnTo>
                  <a:lnTo>
                    <a:pt x="1114636" y="144083"/>
                  </a:lnTo>
                  <a:lnTo>
                    <a:pt x="1113302" y="134670"/>
                  </a:lnTo>
                  <a:lnTo>
                    <a:pt x="1111498" y="121491"/>
                  </a:lnTo>
                  <a:lnTo>
                    <a:pt x="1108753" y="104861"/>
                  </a:lnTo>
                  <a:lnTo>
                    <a:pt x="1098445" y="51207"/>
                  </a:lnTo>
                  <a:lnTo>
                    <a:pt x="1092421" y="21085"/>
                  </a:lnTo>
                  <a:lnTo>
                    <a:pt x="1092766" y="22967"/>
                  </a:lnTo>
                  <a:lnTo>
                    <a:pt x="1093676" y="28615"/>
                  </a:lnTo>
                  <a:lnTo>
                    <a:pt x="1097928" y="67852"/>
                  </a:lnTo>
                  <a:lnTo>
                    <a:pt x="1101458" y="122495"/>
                  </a:lnTo>
                  <a:lnTo>
                    <a:pt x="1102462" y="147095"/>
                  </a:lnTo>
                  <a:lnTo>
                    <a:pt x="1102870" y="153841"/>
                  </a:lnTo>
                  <a:lnTo>
                    <a:pt x="1103466" y="156633"/>
                  </a:lnTo>
                  <a:lnTo>
                    <a:pt x="1104376" y="155394"/>
                  </a:lnTo>
                  <a:lnTo>
                    <a:pt x="1105474" y="150484"/>
                  </a:lnTo>
                  <a:lnTo>
                    <a:pt x="1108361" y="104297"/>
                  </a:lnTo>
                  <a:lnTo>
                    <a:pt x="1108486" y="76308"/>
                  </a:lnTo>
                  <a:lnTo>
                    <a:pt x="1108502" y="64542"/>
                  </a:lnTo>
                  <a:lnTo>
                    <a:pt x="1108612" y="55223"/>
                  </a:lnTo>
                  <a:lnTo>
                    <a:pt x="1108910" y="48916"/>
                  </a:lnTo>
                  <a:lnTo>
                    <a:pt x="1109490" y="46186"/>
                  </a:lnTo>
                  <a:lnTo>
                    <a:pt x="1110494" y="45182"/>
                  </a:lnTo>
                  <a:lnTo>
                    <a:pt x="1112502" y="55223"/>
                  </a:lnTo>
                  <a:lnTo>
                    <a:pt x="1117523" y="67272"/>
                  </a:lnTo>
                  <a:lnTo>
                    <a:pt x="1136600" y="97394"/>
                  </a:lnTo>
                  <a:lnTo>
                    <a:pt x="1134592" y="87353"/>
                  </a:lnTo>
                  <a:lnTo>
                    <a:pt x="1132584" y="77312"/>
                  </a:lnTo>
                  <a:lnTo>
                    <a:pt x="1130575" y="67272"/>
                  </a:lnTo>
                  <a:lnTo>
                    <a:pt x="1128567" y="57231"/>
                  </a:lnTo>
                  <a:lnTo>
                    <a:pt x="1125555" y="57231"/>
                  </a:lnTo>
                  <a:lnTo>
                    <a:pt x="1122543" y="57231"/>
                  </a:lnTo>
                  <a:lnTo>
                    <a:pt x="1118527" y="67272"/>
                  </a:lnTo>
                  <a:lnTo>
                    <a:pt x="1116519" y="77312"/>
                  </a:lnTo>
                  <a:lnTo>
                    <a:pt x="1114510" y="87353"/>
                  </a:lnTo>
                  <a:lnTo>
                    <a:pt x="1114510" y="97394"/>
                  </a:lnTo>
                  <a:lnTo>
                    <a:pt x="1117523" y="98398"/>
                  </a:lnTo>
                  <a:lnTo>
                    <a:pt x="1120535" y="99402"/>
                  </a:lnTo>
                  <a:lnTo>
                    <a:pt x="1126559" y="91369"/>
                  </a:lnTo>
                  <a:lnTo>
                    <a:pt x="1129572" y="81329"/>
                  </a:lnTo>
                  <a:lnTo>
                    <a:pt x="1132584" y="71288"/>
                  </a:lnTo>
                  <a:lnTo>
                    <a:pt x="1132584" y="59239"/>
                  </a:lnTo>
                  <a:lnTo>
                    <a:pt x="1132584" y="71288"/>
                  </a:lnTo>
                  <a:lnTo>
                    <a:pt x="1132584" y="83337"/>
                  </a:lnTo>
                  <a:lnTo>
                    <a:pt x="1132615" y="92232"/>
                  </a:lnTo>
                  <a:lnTo>
                    <a:pt x="1132835" y="100280"/>
                  </a:lnTo>
                  <a:lnTo>
                    <a:pt x="1133431" y="106634"/>
                  </a:lnTo>
                  <a:lnTo>
                    <a:pt x="1134592" y="110447"/>
                  </a:lnTo>
                  <a:lnTo>
                    <a:pt x="1136600" y="113459"/>
                  </a:lnTo>
                  <a:lnTo>
                    <a:pt x="1140616" y="107434"/>
                  </a:lnTo>
                  <a:lnTo>
                    <a:pt x="1144632" y="101410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" name="object 27"/>
          <p:cNvGrpSpPr/>
          <p:nvPr/>
        </p:nvGrpSpPr>
        <p:grpSpPr>
          <a:xfrm>
            <a:off x="1932282" y="3987011"/>
            <a:ext cx="145415" cy="410845"/>
            <a:chOff x="1932282" y="3987011"/>
            <a:chExt cx="145415" cy="410845"/>
          </a:xfrm>
        </p:grpSpPr>
        <p:sp>
          <p:nvSpPr>
            <p:cNvPr id="28" name="object 28"/>
            <p:cNvSpPr/>
            <p:nvPr/>
          </p:nvSpPr>
          <p:spPr>
            <a:xfrm>
              <a:off x="1950657" y="4005386"/>
              <a:ext cx="108585" cy="374015"/>
            </a:xfrm>
            <a:custGeom>
              <a:avLst/>
              <a:gdLst/>
              <a:ahLst/>
              <a:cxnLst/>
              <a:rect l="l" t="t" r="r" b="b"/>
              <a:pathLst>
                <a:path w="108585" h="374014">
                  <a:moveTo>
                    <a:pt x="48195" y="0"/>
                  </a:moveTo>
                  <a:lnTo>
                    <a:pt x="48179" y="45104"/>
                  </a:lnTo>
                  <a:lnTo>
                    <a:pt x="48069" y="89738"/>
                  </a:lnTo>
                  <a:lnTo>
                    <a:pt x="47771" y="133430"/>
                  </a:lnTo>
                  <a:lnTo>
                    <a:pt x="47191" y="175711"/>
                  </a:lnTo>
                  <a:lnTo>
                    <a:pt x="46281" y="216014"/>
                  </a:lnTo>
                  <a:lnTo>
                    <a:pt x="44084" y="286832"/>
                  </a:lnTo>
                  <a:lnTo>
                    <a:pt x="43174" y="315276"/>
                  </a:lnTo>
                  <a:lnTo>
                    <a:pt x="41919" y="354811"/>
                  </a:lnTo>
                  <a:lnTo>
                    <a:pt x="36397" y="374013"/>
                  </a:lnTo>
                  <a:lnTo>
                    <a:pt x="32883" y="371754"/>
                  </a:lnTo>
                  <a:lnTo>
                    <a:pt x="14653" y="339279"/>
                  </a:lnTo>
                  <a:lnTo>
                    <a:pt x="11044" y="332345"/>
                  </a:lnTo>
                  <a:lnTo>
                    <a:pt x="6024" y="323308"/>
                  </a:lnTo>
                  <a:lnTo>
                    <a:pt x="0" y="315276"/>
                  </a:lnTo>
                  <a:lnTo>
                    <a:pt x="1004" y="314272"/>
                  </a:lnTo>
                  <a:lnTo>
                    <a:pt x="31612" y="343405"/>
                  </a:lnTo>
                  <a:lnTo>
                    <a:pt x="48195" y="365479"/>
                  </a:lnTo>
                  <a:lnTo>
                    <a:pt x="54219" y="365479"/>
                  </a:lnTo>
                  <a:lnTo>
                    <a:pt x="82600" y="333741"/>
                  </a:lnTo>
                  <a:lnTo>
                    <a:pt x="99449" y="308671"/>
                  </a:lnTo>
                  <a:lnTo>
                    <a:pt x="108439" y="295194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50354" y="4276183"/>
              <a:ext cx="117075" cy="789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67672" y="1360035"/>
            <a:ext cx="197485" cy="300355"/>
            <a:chOff x="1867672" y="1360035"/>
            <a:chExt cx="197485" cy="300355"/>
          </a:xfrm>
        </p:grpSpPr>
        <p:sp>
          <p:nvSpPr>
            <p:cNvPr id="3" name="object 3"/>
            <p:cNvSpPr/>
            <p:nvPr/>
          </p:nvSpPr>
          <p:spPr>
            <a:xfrm>
              <a:off x="1889060" y="1381423"/>
              <a:ext cx="77470" cy="241935"/>
            </a:xfrm>
            <a:custGeom>
              <a:avLst/>
              <a:gdLst/>
              <a:ahLst/>
              <a:cxnLst/>
              <a:rect l="l" t="t" r="r" b="b"/>
              <a:pathLst>
                <a:path w="77469" h="241934">
                  <a:moveTo>
                    <a:pt x="0" y="99339"/>
                  </a:moveTo>
                  <a:lnTo>
                    <a:pt x="26295" y="52500"/>
                  </a:lnTo>
                  <a:lnTo>
                    <a:pt x="51860" y="10810"/>
                  </a:lnTo>
                  <a:lnTo>
                    <a:pt x="64278" y="0"/>
                  </a:lnTo>
                  <a:lnTo>
                    <a:pt x="67638" y="4528"/>
                  </a:lnTo>
                  <a:lnTo>
                    <a:pt x="69245" y="16069"/>
                  </a:lnTo>
                  <a:lnTo>
                    <a:pt x="69537" y="34184"/>
                  </a:lnTo>
                  <a:lnTo>
                    <a:pt x="68953" y="58434"/>
                  </a:lnTo>
                  <a:lnTo>
                    <a:pt x="67894" y="87981"/>
                  </a:lnTo>
                  <a:lnTo>
                    <a:pt x="66615" y="120375"/>
                  </a:lnTo>
                  <a:lnTo>
                    <a:pt x="65337" y="152770"/>
                  </a:lnTo>
                  <a:lnTo>
                    <a:pt x="64278" y="182316"/>
                  </a:lnTo>
                  <a:lnTo>
                    <a:pt x="63639" y="206585"/>
                  </a:lnTo>
                  <a:lnTo>
                    <a:pt x="63547" y="224828"/>
                  </a:lnTo>
                  <a:lnTo>
                    <a:pt x="64114" y="236716"/>
                  </a:lnTo>
                  <a:lnTo>
                    <a:pt x="65447" y="241920"/>
                  </a:lnTo>
                  <a:lnTo>
                    <a:pt x="67601" y="240459"/>
                  </a:lnTo>
                  <a:lnTo>
                    <a:pt x="70414" y="233739"/>
                  </a:lnTo>
                  <a:lnTo>
                    <a:pt x="73664" y="223513"/>
                  </a:lnTo>
                  <a:lnTo>
                    <a:pt x="77134" y="211534"/>
                  </a:lnTo>
                </a:path>
              </a:pathLst>
            </a:custGeom>
            <a:ln w="427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896071" y="1628019"/>
              <a:ext cx="147320" cy="10795"/>
            </a:xfrm>
            <a:custGeom>
              <a:avLst/>
              <a:gdLst/>
              <a:ahLst/>
              <a:cxnLst/>
              <a:rect l="l" t="t" r="r" b="b"/>
              <a:pathLst>
                <a:path w="147319" h="10794">
                  <a:moveTo>
                    <a:pt x="0" y="7012"/>
                  </a:moveTo>
                  <a:lnTo>
                    <a:pt x="26131" y="8710"/>
                  </a:lnTo>
                  <a:lnTo>
                    <a:pt x="51276" y="10080"/>
                  </a:lnTo>
                  <a:lnTo>
                    <a:pt x="74449" y="10792"/>
                  </a:lnTo>
                  <a:lnTo>
                    <a:pt x="94664" y="10518"/>
                  </a:lnTo>
                  <a:lnTo>
                    <a:pt x="111263" y="9039"/>
                  </a:lnTo>
                  <a:lnTo>
                    <a:pt x="124904" y="6573"/>
                  </a:lnTo>
                  <a:lnTo>
                    <a:pt x="136573" y="3451"/>
                  </a:lnTo>
                  <a:lnTo>
                    <a:pt x="147255" y="0"/>
                  </a:lnTo>
                </a:path>
              </a:pathLst>
            </a:custGeom>
            <a:ln w="427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2155522" y="1459726"/>
            <a:ext cx="7620" cy="7620"/>
          </a:xfrm>
          <a:custGeom>
            <a:avLst/>
            <a:gdLst/>
            <a:ahLst/>
            <a:cxnLst/>
            <a:rect l="l" t="t" r="r" b="b"/>
            <a:pathLst>
              <a:path w="7619" h="7619">
                <a:moveTo>
                  <a:pt x="7012" y="0"/>
                </a:moveTo>
                <a:lnTo>
                  <a:pt x="4674" y="2337"/>
                </a:lnTo>
                <a:lnTo>
                  <a:pt x="2337" y="4674"/>
                </a:lnTo>
                <a:lnTo>
                  <a:pt x="0" y="7012"/>
                </a:lnTo>
              </a:path>
            </a:pathLst>
          </a:custGeom>
          <a:ln w="427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148204" y="1599969"/>
            <a:ext cx="635" cy="0"/>
          </a:xfrm>
          <a:custGeom>
            <a:avLst/>
            <a:gdLst/>
            <a:ahLst/>
            <a:cxnLst/>
            <a:rect l="l" t="t" r="r" b="b"/>
            <a:pathLst>
              <a:path w="635" h="0">
                <a:moveTo>
                  <a:pt x="0" y="0"/>
                </a:moveTo>
                <a:lnTo>
                  <a:pt x="203" y="0"/>
                </a:lnTo>
                <a:lnTo>
                  <a:pt x="407" y="0"/>
                </a:lnTo>
                <a:lnTo>
                  <a:pt x="611" y="0"/>
                </a:lnTo>
              </a:path>
            </a:pathLst>
          </a:custGeom>
          <a:ln w="427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" name="object 7"/>
          <p:cNvGrpSpPr/>
          <p:nvPr/>
        </p:nvGrpSpPr>
        <p:grpSpPr>
          <a:xfrm>
            <a:off x="2421634" y="1220960"/>
            <a:ext cx="1094740" cy="603885"/>
            <a:chOff x="2421634" y="1220960"/>
            <a:chExt cx="1094740" cy="603885"/>
          </a:xfrm>
        </p:grpSpPr>
        <p:sp>
          <p:nvSpPr>
            <p:cNvPr id="8" name="object 8"/>
            <p:cNvSpPr/>
            <p:nvPr/>
          </p:nvSpPr>
          <p:spPr>
            <a:xfrm>
              <a:off x="2443022" y="1349868"/>
              <a:ext cx="212725" cy="19050"/>
            </a:xfrm>
            <a:custGeom>
              <a:avLst/>
              <a:gdLst/>
              <a:ahLst/>
              <a:cxnLst/>
              <a:rect l="l" t="t" r="r" b="b"/>
              <a:pathLst>
                <a:path w="212725" h="19050">
                  <a:moveTo>
                    <a:pt x="0" y="18699"/>
                  </a:moveTo>
                  <a:lnTo>
                    <a:pt x="40064" y="16927"/>
                  </a:lnTo>
                  <a:lnTo>
                    <a:pt x="78594" y="15046"/>
                  </a:lnTo>
                  <a:lnTo>
                    <a:pt x="144918" y="10518"/>
                  </a:lnTo>
                  <a:lnTo>
                    <a:pt x="188744" y="4966"/>
                  </a:lnTo>
                  <a:lnTo>
                    <a:pt x="212703" y="0"/>
                  </a:lnTo>
                  <a:lnTo>
                    <a:pt x="201016" y="2337"/>
                  </a:lnTo>
                  <a:lnTo>
                    <a:pt x="194003" y="4674"/>
                  </a:lnTo>
                  <a:lnTo>
                    <a:pt x="186991" y="7012"/>
                  </a:lnTo>
                  <a:lnTo>
                    <a:pt x="184654" y="9349"/>
                  </a:lnTo>
                  <a:lnTo>
                    <a:pt x="182317" y="11686"/>
                  </a:lnTo>
                </a:path>
              </a:pathLst>
            </a:custGeom>
            <a:ln w="427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562230" y="1389604"/>
              <a:ext cx="19050" cy="243204"/>
            </a:xfrm>
            <a:custGeom>
              <a:avLst/>
              <a:gdLst/>
              <a:ahLst/>
              <a:cxnLst/>
              <a:rect l="l" t="t" r="r" b="b"/>
              <a:pathLst>
                <a:path w="19050" h="243205">
                  <a:moveTo>
                    <a:pt x="0" y="0"/>
                  </a:moveTo>
                  <a:lnTo>
                    <a:pt x="3487" y="52134"/>
                  </a:lnTo>
                  <a:lnTo>
                    <a:pt x="6866" y="101530"/>
                  </a:lnTo>
                  <a:lnTo>
                    <a:pt x="10025" y="145448"/>
                  </a:lnTo>
                  <a:lnTo>
                    <a:pt x="15247" y="206695"/>
                  </a:lnTo>
                  <a:lnTo>
                    <a:pt x="18279" y="233246"/>
                  </a:lnTo>
                  <a:lnTo>
                    <a:pt x="18699" y="238414"/>
                  </a:lnTo>
                  <a:lnTo>
                    <a:pt x="18699" y="243089"/>
                  </a:lnTo>
                  <a:lnTo>
                    <a:pt x="16361" y="240751"/>
                  </a:lnTo>
                  <a:lnTo>
                    <a:pt x="14024" y="238414"/>
                  </a:lnTo>
                </a:path>
              </a:pathLst>
            </a:custGeom>
            <a:ln w="427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478083" y="1635030"/>
              <a:ext cx="161290" cy="7620"/>
            </a:xfrm>
            <a:custGeom>
              <a:avLst/>
              <a:gdLst/>
              <a:ahLst/>
              <a:cxnLst/>
              <a:rect l="l" t="t" r="r" b="b"/>
              <a:pathLst>
                <a:path w="161289" h="7619">
                  <a:moveTo>
                    <a:pt x="0" y="7012"/>
                  </a:moveTo>
                  <a:lnTo>
                    <a:pt x="40320" y="5259"/>
                  </a:lnTo>
                  <a:lnTo>
                    <a:pt x="80640" y="3506"/>
                  </a:lnTo>
                  <a:lnTo>
                    <a:pt x="120960" y="1753"/>
                  </a:lnTo>
                  <a:lnTo>
                    <a:pt x="161280" y="0"/>
                  </a:lnTo>
                </a:path>
              </a:pathLst>
            </a:custGeom>
            <a:ln w="427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692832" y="1426856"/>
              <a:ext cx="398145" cy="376555"/>
            </a:xfrm>
            <a:custGeom>
              <a:avLst/>
              <a:gdLst/>
              <a:ahLst/>
              <a:cxnLst/>
              <a:rect l="l" t="t" r="r" b="b"/>
              <a:pathLst>
                <a:path w="398144" h="376555">
                  <a:moveTo>
                    <a:pt x="2629" y="67930"/>
                  </a:moveTo>
                  <a:lnTo>
                    <a:pt x="986" y="59220"/>
                  </a:lnTo>
                  <a:lnTo>
                    <a:pt x="0" y="50838"/>
                  </a:lnTo>
                  <a:lnTo>
                    <a:pt x="328" y="43114"/>
                  </a:lnTo>
                  <a:lnTo>
                    <a:pt x="2629" y="36375"/>
                  </a:lnTo>
                  <a:lnTo>
                    <a:pt x="7322" y="30952"/>
                  </a:lnTo>
                  <a:lnTo>
                    <a:pt x="13878" y="27172"/>
                  </a:lnTo>
                  <a:lnTo>
                    <a:pt x="21529" y="25364"/>
                  </a:lnTo>
                  <a:lnTo>
                    <a:pt x="29509" y="25857"/>
                  </a:lnTo>
                  <a:lnTo>
                    <a:pt x="57558" y="59749"/>
                  </a:lnTo>
                  <a:lnTo>
                    <a:pt x="68661" y="99631"/>
                  </a:lnTo>
                  <a:lnTo>
                    <a:pt x="76257" y="140389"/>
                  </a:lnTo>
                  <a:lnTo>
                    <a:pt x="70870" y="177897"/>
                  </a:lnTo>
                  <a:lnTo>
                    <a:pt x="65885" y="175158"/>
                  </a:lnTo>
                  <a:lnTo>
                    <a:pt x="59037" y="135824"/>
                  </a:lnTo>
                  <a:lnTo>
                    <a:pt x="76841" y="85753"/>
                  </a:lnTo>
                  <a:lnTo>
                    <a:pt x="93787" y="51568"/>
                  </a:lnTo>
                  <a:lnTo>
                    <a:pt x="127680" y="25857"/>
                  </a:lnTo>
                  <a:lnTo>
                    <a:pt x="154560" y="53906"/>
                  </a:lnTo>
                  <a:lnTo>
                    <a:pt x="163617" y="93203"/>
                  </a:lnTo>
                  <a:lnTo>
                    <a:pt x="170922" y="136883"/>
                  </a:lnTo>
                  <a:lnTo>
                    <a:pt x="174483" y="155491"/>
                  </a:lnTo>
                  <a:lnTo>
                    <a:pt x="188452" y="191812"/>
                  </a:lnTo>
                  <a:lnTo>
                    <a:pt x="233885" y="184654"/>
                  </a:lnTo>
                  <a:lnTo>
                    <a:pt x="254977" y="137084"/>
                  </a:lnTo>
                  <a:lnTo>
                    <a:pt x="266627" y="88401"/>
                  </a:lnTo>
                  <a:lnTo>
                    <a:pt x="271886" y="46784"/>
                  </a:lnTo>
                  <a:lnTo>
                    <a:pt x="269092" y="18845"/>
                  </a:lnTo>
                  <a:lnTo>
                    <a:pt x="267376" y="19776"/>
                  </a:lnTo>
                  <a:lnTo>
                    <a:pt x="264892" y="82393"/>
                  </a:lnTo>
                  <a:lnTo>
                    <a:pt x="269348" y="146817"/>
                  </a:lnTo>
                  <a:lnTo>
                    <a:pt x="279738" y="221632"/>
                  </a:lnTo>
                  <a:lnTo>
                    <a:pt x="292996" y="293252"/>
                  </a:lnTo>
                  <a:lnTo>
                    <a:pt x="298310" y="322706"/>
                  </a:lnTo>
                  <a:lnTo>
                    <a:pt x="301651" y="345569"/>
                  </a:lnTo>
                  <a:lnTo>
                    <a:pt x="303131" y="361858"/>
                  </a:lnTo>
                  <a:lnTo>
                    <a:pt x="303076" y="372011"/>
                  </a:lnTo>
                  <a:lnTo>
                    <a:pt x="301816" y="376467"/>
                  </a:lnTo>
                  <a:lnTo>
                    <a:pt x="299643" y="375261"/>
                  </a:lnTo>
                  <a:lnTo>
                    <a:pt x="288960" y="320369"/>
                  </a:lnTo>
                  <a:lnTo>
                    <a:pt x="284450" y="279720"/>
                  </a:lnTo>
                  <a:lnTo>
                    <a:pt x="280049" y="231840"/>
                  </a:lnTo>
                  <a:lnTo>
                    <a:pt x="276305" y="182645"/>
                  </a:lnTo>
                  <a:lnTo>
                    <a:pt x="273767" y="138052"/>
                  </a:lnTo>
                  <a:lnTo>
                    <a:pt x="272836" y="102662"/>
                  </a:lnTo>
                  <a:lnTo>
                    <a:pt x="273329" y="75819"/>
                  </a:lnTo>
                  <a:lnTo>
                    <a:pt x="280158" y="27153"/>
                  </a:lnTo>
                  <a:lnTo>
                    <a:pt x="308682" y="0"/>
                  </a:lnTo>
                  <a:lnTo>
                    <a:pt x="318451" y="2830"/>
                  </a:lnTo>
                  <a:lnTo>
                    <a:pt x="356306" y="34330"/>
                  </a:lnTo>
                  <a:lnTo>
                    <a:pt x="380119" y="67930"/>
                  </a:lnTo>
                  <a:lnTo>
                    <a:pt x="396718" y="118056"/>
                  </a:lnTo>
                  <a:lnTo>
                    <a:pt x="397649" y="132209"/>
                  </a:lnTo>
                  <a:lnTo>
                    <a:pt x="396809" y="144316"/>
                  </a:lnTo>
                  <a:lnTo>
                    <a:pt x="373691" y="183047"/>
                  </a:lnTo>
                  <a:lnTo>
                    <a:pt x="329152" y="198386"/>
                  </a:lnTo>
                  <a:lnTo>
                    <a:pt x="288960" y="189475"/>
                  </a:lnTo>
                  <a:lnTo>
                    <a:pt x="283117" y="159089"/>
                  </a:lnTo>
                </a:path>
              </a:pathLst>
            </a:custGeom>
            <a:ln w="427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151254" y="1242348"/>
              <a:ext cx="344170" cy="377825"/>
            </a:xfrm>
            <a:custGeom>
              <a:avLst/>
              <a:gdLst/>
              <a:ahLst/>
              <a:cxnLst/>
              <a:rect l="l" t="t" r="r" b="b"/>
              <a:pathLst>
                <a:path w="344170" h="377825">
                  <a:moveTo>
                    <a:pt x="0" y="245426"/>
                  </a:moveTo>
                  <a:lnTo>
                    <a:pt x="2337" y="233739"/>
                  </a:lnTo>
                  <a:lnTo>
                    <a:pt x="4674" y="222052"/>
                  </a:lnTo>
                  <a:lnTo>
                    <a:pt x="5843" y="223221"/>
                  </a:lnTo>
                  <a:lnTo>
                    <a:pt x="6537" y="226417"/>
                  </a:lnTo>
                  <a:lnTo>
                    <a:pt x="7012" y="233885"/>
                  </a:lnTo>
                  <a:lnTo>
                    <a:pt x="7486" y="245079"/>
                  </a:lnTo>
                  <a:lnTo>
                    <a:pt x="8180" y="259451"/>
                  </a:lnTo>
                  <a:lnTo>
                    <a:pt x="13768" y="313192"/>
                  </a:lnTo>
                  <a:lnTo>
                    <a:pt x="29217" y="358790"/>
                  </a:lnTo>
                  <a:lnTo>
                    <a:pt x="73627" y="368286"/>
                  </a:lnTo>
                  <a:lnTo>
                    <a:pt x="109656" y="323802"/>
                  </a:lnTo>
                  <a:lnTo>
                    <a:pt x="124155" y="277200"/>
                  </a:lnTo>
                  <a:lnTo>
                    <a:pt x="131222" y="235602"/>
                  </a:lnTo>
                  <a:lnTo>
                    <a:pt x="127242" y="287353"/>
                  </a:lnTo>
                  <a:lnTo>
                    <a:pt x="136737" y="330741"/>
                  </a:lnTo>
                  <a:lnTo>
                    <a:pt x="159582" y="367226"/>
                  </a:lnTo>
                  <a:lnTo>
                    <a:pt x="185676" y="377197"/>
                  </a:lnTo>
                  <a:lnTo>
                    <a:pt x="194095" y="376101"/>
                  </a:lnTo>
                  <a:lnTo>
                    <a:pt x="222892" y="341424"/>
                  </a:lnTo>
                  <a:lnTo>
                    <a:pt x="231658" y="285600"/>
                  </a:lnTo>
                  <a:lnTo>
                    <a:pt x="234324" y="247179"/>
                  </a:lnTo>
                  <a:lnTo>
                    <a:pt x="236113" y="206129"/>
                  </a:lnTo>
                  <a:lnTo>
                    <a:pt x="237245" y="165955"/>
                  </a:lnTo>
                  <a:lnTo>
                    <a:pt x="238268" y="97586"/>
                  </a:lnTo>
                  <a:lnTo>
                    <a:pt x="238414" y="46747"/>
                  </a:lnTo>
                  <a:lnTo>
                    <a:pt x="237921" y="4346"/>
                  </a:lnTo>
                  <a:lnTo>
                    <a:pt x="237245" y="0"/>
                  </a:lnTo>
                  <a:lnTo>
                    <a:pt x="236204" y="1077"/>
                  </a:lnTo>
                  <a:lnTo>
                    <a:pt x="233739" y="47916"/>
                  </a:lnTo>
                  <a:lnTo>
                    <a:pt x="235492" y="120522"/>
                  </a:lnTo>
                  <a:lnTo>
                    <a:pt x="237684" y="161809"/>
                  </a:lnTo>
                  <a:lnTo>
                    <a:pt x="240751" y="201016"/>
                  </a:lnTo>
                  <a:lnTo>
                    <a:pt x="248932" y="263103"/>
                  </a:lnTo>
                  <a:lnTo>
                    <a:pt x="257113" y="305030"/>
                  </a:lnTo>
                  <a:lnTo>
                    <a:pt x="269969" y="350609"/>
                  </a:lnTo>
                  <a:lnTo>
                    <a:pt x="303715" y="376375"/>
                  </a:lnTo>
                  <a:lnTo>
                    <a:pt x="331599" y="348144"/>
                  </a:lnTo>
                  <a:lnTo>
                    <a:pt x="340036" y="322469"/>
                  </a:lnTo>
                  <a:lnTo>
                    <a:pt x="343597" y="308536"/>
                  </a:lnTo>
                </a:path>
              </a:pathLst>
            </a:custGeom>
            <a:ln w="427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305523" y="1389604"/>
              <a:ext cx="147320" cy="14604"/>
            </a:xfrm>
            <a:custGeom>
              <a:avLst/>
              <a:gdLst/>
              <a:ahLst/>
              <a:cxnLst/>
              <a:rect l="l" t="t" r="r" b="b"/>
              <a:pathLst>
                <a:path w="147320" h="14605">
                  <a:moveTo>
                    <a:pt x="0" y="14024"/>
                  </a:moveTo>
                  <a:lnTo>
                    <a:pt x="36814" y="10518"/>
                  </a:lnTo>
                  <a:lnTo>
                    <a:pt x="73628" y="7012"/>
                  </a:lnTo>
                  <a:lnTo>
                    <a:pt x="110442" y="3506"/>
                  </a:lnTo>
                  <a:lnTo>
                    <a:pt x="147255" y="0"/>
                  </a:lnTo>
                </a:path>
              </a:pathLst>
            </a:custGeom>
            <a:ln w="427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/>
          <p:cNvGrpSpPr/>
          <p:nvPr/>
        </p:nvGrpSpPr>
        <p:grpSpPr>
          <a:xfrm>
            <a:off x="3704865" y="1162909"/>
            <a:ext cx="1781810" cy="454025"/>
            <a:chOff x="3704865" y="1162909"/>
            <a:chExt cx="1781810" cy="454025"/>
          </a:xfrm>
        </p:grpSpPr>
        <p:sp>
          <p:nvSpPr>
            <p:cNvPr id="15" name="object 15"/>
            <p:cNvSpPr/>
            <p:nvPr/>
          </p:nvSpPr>
          <p:spPr>
            <a:xfrm>
              <a:off x="3726253" y="1248192"/>
              <a:ext cx="210820" cy="330835"/>
            </a:xfrm>
            <a:custGeom>
              <a:avLst/>
              <a:gdLst/>
              <a:ahLst/>
              <a:cxnLst/>
              <a:rect l="l" t="t" r="r" b="b"/>
              <a:pathLst>
                <a:path w="210820" h="330834">
                  <a:moveTo>
                    <a:pt x="0" y="29217"/>
                  </a:moveTo>
                  <a:lnTo>
                    <a:pt x="18" y="18900"/>
                  </a:lnTo>
                  <a:lnTo>
                    <a:pt x="146" y="9787"/>
                  </a:lnTo>
                  <a:lnTo>
                    <a:pt x="493" y="3086"/>
                  </a:lnTo>
                  <a:lnTo>
                    <a:pt x="1168" y="0"/>
                  </a:lnTo>
                  <a:lnTo>
                    <a:pt x="2428" y="1734"/>
                  </a:lnTo>
                  <a:lnTo>
                    <a:pt x="5113" y="9495"/>
                  </a:lnTo>
                  <a:lnTo>
                    <a:pt x="10207" y="24487"/>
                  </a:lnTo>
                  <a:lnTo>
                    <a:pt x="18699" y="47916"/>
                  </a:lnTo>
                  <a:lnTo>
                    <a:pt x="46163" y="117746"/>
                  </a:lnTo>
                  <a:lnTo>
                    <a:pt x="62087" y="156715"/>
                  </a:lnTo>
                  <a:lnTo>
                    <a:pt x="77134" y="192835"/>
                  </a:lnTo>
                  <a:lnTo>
                    <a:pt x="100654" y="247471"/>
                  </a:lnTo>
                  <a:lnTo>
                    <a:pt x="118038" y="286331"/>
                  </a:lnTo>
                  <a:lnTo>
                    <a:pt x="139239" y="327089"/>
                  </a:lnTo>
                  <a:lnTo>
                    <a:pt x="144918" y="330741"/>
                  </a:lnTo>
                  <a:lnTo>
                    <a:pt x="149794" y="326815"/>
                  </a:lnTo>
                  <a:lnTo>
                    <a:pt x="162449" y="268800"/>
                  </a:lnTo>
                  <a:lnTo>
                    <a:pt x="172091" y="197363"/>
                  </a:lnTo>
                  <a:lnTo>
                    <a:pt x="177569" y="159509"/>
                  </a:lnTo>
                  <a:lnTo>
                    <a:pt x="183485" y="125050"/>
                  </a:lnTo>
                  <a:lnTo>
                    <a:pt x="189822" y="96709"/>
                  </a:lnTo>
                  <a:lnTo>
                    <a:pt x="196487" y="73628"/>
                  </a:lnTo>
                  <a:lnTo>
                    <a:pt x="203371" y="54052"/>
                  </a:lnTo>
                  <a:lnTo>
                    <a:pt x="210365" y="36229"/>
                  </a:lnTo>
                </a:path>
              </a:pathLst>
            </a:custGeom>
            <a:ln w="427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990379" y="1184297"/>
              <a:ext cx="1475105" cy="411480"/>
            </a:xfrm>
            <a:custGeom>
              <a:avLst/>
              <a:gdLst/>
              <a:ahLst/>
              <a:cxnLst/>
              <a:rect l="l" t="t" r="r" b="b"/>
              <a:pathLst>
                <a:path w="1475104" h="411480">
                  <a:moveTo>
                    <a:pt x="93495" y="289453"/>
                  </a:moveTo>
                  <a:lnTo>
                    <a:pt x="88857" y="241336"/>
                  </a:lnTo>
                  <a:lnTo>
                    <a:pt x="58142" y="217943"/>
                  </a:lnTo>
                  <a:lnTo>
                    <a:pt x="18699" y="246211"/>
                  </a:lnTo>
                  <a:lnTo>
                    <a:pt x="4090" y="286093"/>
                  </a:lnTo>
                  <a:lnTo>
                    <a:pt x="0" y="326852"/>
                  </a:lnTo>
                  <a:lnTo>
                    <a:pt x="949" y="342282"/>
                  </a:lnTo>
                  <a:lnTo>
                    <a:pt x="30733" y="370915"/>
                  </a:lnTo>
                  <a:lnTo>
                    <a:pt x="73627" y="359575"/>
                  </a:lnTo>
                  <a:lnTo>
                    <a:pt x="103210" y="312243"/>
                  </a:lnTo>
                  <a:lnTo>
                    <a:pt x="113363" y="263888"/>
                  </a:lnTo>
                  <a:lnTo>
                    <a:pt x="101530" y="317502"/>
                  </a:lnTo>
                  <a:lnTo>
                    <a:pt x="109857" y="356069"/>
                  </a:lnTo>
                  <a:lnTo>
                    <a:pt x="131551" y="389267"/>
                  </a:lnTo>
                  <a:lnTo>
                    <a:pt x="155948" y="394545"/>
                  </a:lnTo>
                  <a:lnTo>
                    <a:pt x="170629" y="392445"/>
                  </a:lnTo>
                  <a:lnTo>
                    <a:pt x="209690" y="365693"/>
                  </a:lnTo>
                  <a:lnTo>
                    <a:pt x="225138" y="322560"/>
                  </a:lnTo>
                  <a:lnTo>
                    <a:pt x="233995" y="244349"/>
                  </a:lnTo>
                  <a:lnTo>
                    <a:pt x="236661" y="195373"/>
                  </a:lnTo>
                  <a:lnTo>
                    <a:pt x="238451" y="147274"/>
                  </a:lnTo>
                  <a:lnTo>
                    <a:pt x="239583" y="105968"/>
                  </a:lnTo>
                  <a:lnTo>
                    <a:pt x="240459" y="55421"/>
                  </a:lnTo>
                  <a:lnTo>
                    <a:pt x="236515" y="13494"/>
                  </a:lnTo>
                  <a:lnTo>
                    <a:pt x="223057" y="0"/>
                  </a:lnTo>
                  <a:lnTo>
                    <a:pt x="216063" y="2100"/>
                  </a:lnTo>
                  <a:lnTo>
                    <a:pt x="196779" y="46437"/>
                  </a:lnTo>
                  <a:lnTo>
                    <a:pt x="191666" y="108962"/>
                  </a:lnTo>
                  <a:lnTo>
                    <a:pt x="196889" y="183796"/>
                  </a:lnTo>
                  <a:lnTo>
                    <a:pt x="203353" y="221669"/>
                  </a:lnTo>
                  <a:lnTo>
                    <a:pt x="220884" y="290622"/>
                  </a:lnTo>
                  <a:lnTo>
                    <a:pt x="240898" y="342337"/>
                  </a:lnTo>
                  <a:lnTo>
                    <a:pt x="261788" y="374768"/>
                  </a:lnTo>
                  <a:lnTo>
                    <a:pt x="301524" y="387624"/>
                  </a:lnTo>
                  <a:lnTo>
                    <a:pt x="331910" y="346719"/>
                  </a:lnTo>
                  <a:lnTo>
                    <a:pt x="345496" y="302893"/>
                  </a:lnTo>
                  <a:lnTo>
                    <a:pt x="356453" y="255561"/>
                  </a:lnTo>
                  <a:lnTo>
                    <a:pt x="363684" y="207078"/>
                  </a:lnTo>
                  <a:lnTo>
                    <a:pt x="358443" y="254831"/>
                  </a:lnTo>
                  <a:lnTo>
                    <a:pt x="364031" y="303039"/>
                  </a:lnTo>
                  <a:lnTo>
                    <a:pt x="372760" y="341296"/>
                  </a:lnTo>
                  <a:lnTo>
                    <a:pt x="397777" y="370915"/>
                  </a:lnTo>
                  <a:lnTo>
                    <a:pt x="433988" y="346665"/>
                  </a:lnTo>
                  <a:lnTo>
                    <a:pt x="452176" y="310764"/>
                  </a:lnTo>
                  <a:lnTo>
                    <a:pt x="464411" y="270772"/>
                  </a:lnTo>
                  <a:lnTo>
                    <a:pt x="470985" y="219331"/>
                  </a:lnTo>
                  <a:lnTo>
                    <a:pt x="471734" y="206549"/>
                  </a:lnTo>
                  <a:lnTo>
                    <a:pt x="472592" y="195957"/>
                  </a:lnTo>
                  <a:lnTo>
                    <a:pt x="493756" y="163489"/>
                  </a:lnTo>
                  <a:lnTo>
                    <a:pt x="509424" y="160002"/>
                  </a:lnTo>
                  <a:lnTo>
                    <a:pt x="517587" y="160750"/>
                  </a:lnTo>
                  <a:lnTo>
                    <a:pt x="551004" y="184818"/>
                  </a:lnTo>
                  <a:lnTo>
                    <a:pt x="568133" y="214145"/>
                  </a:lnTo>
                  <a:lnTo>
                    <a:pt x="567987" y="218163"/>
                  </a:lnTo>
                  <a:lnTo>
                    <a:pt x="564645" y="219331"/>
                  </a:lnTo>
                  <a:lnTo>
                    <a:pt x="558784" y="217870"/>
                  </a:lnTo>
                  <a:lnTo>
                    <a:pt x="551388" y="214218"/>
                  </a:lnTo>
                  <a:lnTo>
                    <a:pt x="543444" y="208813"/>
                  </a:lnTo>
                  <a:lnTo>
                    <a:pt x="535738" y="202148"/>
                  </a:lnTo>
                  <a:lnTo>
                    <a:pt x="528251" y="194935"/>
                  </a:lnTo>
                  <a:lnTo>
                    <a:pt x="520764" y="187941"/>
                  </a:lnTo>
                  <a:lnTo>
                    <a:pt x="481503" y="176090"/>
                  </a:lnTo>
                  <a:lnTo>
                    <a:pt x="459298" y="212319"/>
                  </a:lnTo>
                  <a:lnTo>
                    <a:pt x="451848" y="254831"/>
                  </a:lnTo>
                  <a:lnTo>
                    <a:pt x="448780" y="299972"/>
                  </a:lnTo>
                  <a:lnTo>
                    <a:pt x="449620" y="318251"/>
                  </a:lnTo>
                  <a:lnTo>
                    <a:pt x="460467" y="354900"/>
                  </a:lnTo>
                  <a:lnTo>
                    <a:pt x="495455" y="383533"/>
                  </a:lnTo>
                  <a:lnTo>
                    <a:pt x="522408" y="388793"/>
                  </a:lnTo>
                  <a:lnTo>
                    <a:pt x="532195" y="386766"/>
                  </a:lnTo>
                  <a:lnTo>
                    <a:pt x="567037" y="349933"/>
                  </a:lnTo>
                  <a:lnTo>
                    <a:pt x="577556" y="303770"/>
                  </a:lnTo>
                  <a:lnTo>
                    <a:pt x="582833" y="223750"/>
                  </a:lnTo>
                  <a:lnTo>
                    <a:pt x="583618" y="174044"/>
                  </a:lnTo>
                  <a:lnTo>
                    <a:pt x="583308" y="124776"/>
                  </a:lnTo>
                  <a:lnTo>
                    <a:pt x="582011" y="81425"/>
                  </a:lnTo>
                  <a:lnTo>
                    <a:pt x="577191" y="25327"/>
                  </a:lnTo>
                  <a:lnTo>
                    <a:pt x="569101" y="4035"/>
                  </a:lnTo>
                  <a:lnTo>
                    <a:pt x="567257" y="11011"/>
                  </a:lnTo>
                  <a:lnTo>
                    <a:pt x="565650" y="51039"/>
                  </a:lnTo>
                  <a:lnTo>
                    <a:pt x="567695" y="126566"/>
                  </a:lnTo>
                  <a:lnTo>
                    <a:pt x="570580" y="170520"/>
                  </a:lnTo>
                  <a:lnTo>
                    <a:pt x="574999" y="213488"/>
                  </a:lnTo>
                  <a:lnTo>
                    <a:pt x="581025" y="252219"/>
                  </a:lnTo>
                  <a:lnTo>
                    <a:pt x="595707" y="313905"/>
                  </a:lnTo>
                  <a:lnTo>
                    <a:pt x="609695" y="352581"/>
                  </a:lnTo>
                  <a:lnTo>
                    <a:pt x="643953" y="375937"/>
                  </a:lnTo>
                  <a:lnTo>
                    <a:pt x="677224" y="347085"/>
                  </a:lnTo>
                  <a:lnTo>
                    <a:pt x="692746" y="292813"/>
                  </a:lnTo>
                  <a:lnTo>
                    <a:pt x="701219" y="252055"/>
                  </a:lnTo>
                  <a:lnTo>
                    <a:pt x="708286" y="214255"/>
                  </a:lnTo>
                  <a:lnTo>
                    <a:pt x="710166" y="196596"/>
                  </a:lnTo>
                  <a:lnTo>
                    <a:pt x="711152" y="188215"/>
                  </a:lnTo>
                  <a:lnTo>
                    <a:pt x="736462" y="162741"/>
                  </a:lnTo>
                  <a:lnTo>
                    <a:pt x="744460" y="163234"/>
                  </a:lnTo>
                  <a:lnTo>
                    <a:pt x="778407" y="193529"/>
                  </a:lnTo>
                  <a:lnTo>
                    <a:pt x="795408" y="227932"/>
                  </a:lnTo>
                  <a:lnTo>
                    <a:pt x="797965" y="241190"/>
                  </a:lnTo>
                  <a:lnTo>
                    <a:pt x="797052" y="243874"/>
                  </a:lnTo>
                  <a:lnTo>
                    <a:pt x="773185" y="214894"/>
                  </a:lnTo>
                  <a:lnTo>
                    <a:pt x="766520" y="205453"/>
                  </a:lnTo>
                  <a:lnTo>
                    <a:pt x="738617" y="175067"/>
                  </a:lnTo>
                  <a:lnTo>
                    <a:pt x="697712" y="192451"/>
                  </a:lnTo>
                  <a:lnTo>
                    <a:pt x="682757" y="239455"/>
                  </a:lnTo>
                  <a:lnTo>
                    <a:pt x="679287" y="282952"/>
                  </a:lnTo>
                  <a:lnTo>
                    <a:pt x="680036" y="306107"/>
                  </a:lnTo>
                  <a:lnTo>
                    <a:pt x="686026" y="346719"/>
                  </a:lnTo>
                  <a:lnTo>
                    <a:pt x="711737" y="384118"/>
                  </a:lnTo>
                  <a:lnTo>
                    <a:pt x="754376" y="389523"/>
                  </a:lnTo>
                  <a:lnTo>
                    <a:pt x="787155" y="361365"/>
                  </a:lnTo>
                  <a:lnTo>
                    <a:pt x="805233" y="316333"/>
                  </a:lnTo>
                  <a:lnTo>
                    <a:pt x="812957" y="265878"/>
                  </a:lnTo>
                  <a:lnTo>
                    <a:pt x="811953" y="221523"/>
                  </a:lnTo>
                  <a:lnTo>
                    <a:pt x="808976" y="268544"/>
                  </a:lnTo>
                  <a:lnTo>
                    <a:pt x="818070" y="324898"/>
                  </a:lnTo>
                  <a:lnTo>
                    <a:pt x="830287" y="370112"/>
                  </a:lnTo>
                  <a:lnTo>
                    <a:pt x="851981" y="402817"/>
                  </a:lnTo>
                  <a:lnTo>
                    <a:pt x="876140" y="410870"/>
                  </a:lnTo>
                  <a:lnTo>
                    <a:pt x="883536" y="408660"/>
                  </a:lnTo>
                  <a:lnTo>
                    <a:pt x="905741" y="357238"/>
                  </a:lnTo>
                  <a:lnTo>
                    <a:pt x="913483" y="289745"/>
                  </a:lnTo>
                  <a:lnTo>
                    <a:pt x="916423" y="247782"/>
                  </a:lnTo>
                  <a:lnTo>
                    <a:pt x="918597" y="202970"/>
                  </a:lnTo>
                  <a:lnTo>
                    <a:pt x="919930" y="157390"/>
                  </a:lnTo>
                  <a:lnTo>
                    <a:pt x="920496" y="113564"/>
                  </a:lnTo>
                  <a:lnTo>
                    <a:pt x="920404" y="74121"/>
                  </a:lnTo>
                  <a:lnTo>
                    <a:pt x="918706" y="18461"/>
                  </a:lnTo>
                  <a:lnTo>
                    <a:pt x="916150" y="931"/>
                  </a:lnTo>
                  <a:lnTo>
                    <a:pt x="915091" y="6628"/>
                  </a:lnTo>
                  <a:lnTo>
                    <a:pt x="914360" y="45195"/>
                  </a:lnTo>
                  <a:lnTo>
                    <a:pt x="916259" y="111811"/>
                  </a:lnTo>
                  <a:lnTo>
                    <a:pt x="918432" y="152131"/>
                  </a:lnTo>
                  <a:lnTo>
                    <a:pt x="921372" y="194204"/>
                  </a:lnTo>
                  <a:lnTo>
                    <a:pt x="924970" y="235401"/>
                  </a:lnTo>
                  <a:lnTo>
                    <a:pt x="933735" y="305158"/>
                  </a:lnTo>
                  <a:lnTo>
                    <a:pt x="944728" y="352636"/>
                  </a:lnTo>
                  <a:lnTo>
                    <a:pt x="966513" y="388354"/>
                  </a:lnTo>
                  <a:lnTo>
                    <a:pt x="1001264" y="362533"/>
                  </a:lnTo>
                  <a:lnTo>
                    <a:pt x="1016968" y="315639"/>
                  </a:lnTo>
                  <a:lnTo>
                    <a:pt x="1033732" y="256255"/>
                  </a:lnTo>
                  <a:lnTo>
                    <a:pt x="1044159" y="209397"/>
                  </a:lnTo>
                  <a:lnTo>
                    <a:pt x="1029915" y="261697"/>
                  </a:lnTo>
                  <a:lnTo>
                    <a:pt x="1027286" y="306984"/>
                  </a:lnTo>
                  <a:lnTo>
                    <a:pt x="1027615" y="352673"/>
                  </a:lnTo>
                  <a:lnTo>
                    <a:pt x="1049491" y="389961"/>
                  </a:lnTo>
                  <a:lnTo>
                    <a:pt x="1088734" y="385414"/>
                  </a:lnTo>
                  <a:lnTo>
                    <a:pt x="1110263" y="351394"/>
                  </a:lnTo>
                  <a:lnTo>
                    <a:pt x="1123703" y="306838"/>
                  </a:lnTo>
                  <a:lnTo>
                    <a:pt x="1133637" y="261404"/>
                  </a:lnTo>
                  <a:lnTo>
                    <a:pt x="1138239" y="221304"/>
                  </a:lnTo>
                  <a:lnTo>
                    <a:pt x="1123046" y="265148"/>
                  </a:lnTo>
                  <a:lnTo>
                    <a:pt x="1119540" y="312225"/>
                  </a:lnTo>
                  <a:lnTo>
                    <a:pt x="1118736" y="361182"/>
                  </a:lnTo>
                  <a:lnTo>
                    <a:pt x="1149414" y="389815"/>
                  </a:lnTo>
                  <a:lnTo>
                    <a:pt x="1193533" y="384556"/>
                  </a:lnTo>
                  <a:lnTo>
                    <a:pt x="1213054" y="335306"/>
                  </a:lnTo>
                  <a:lnTo>
                    <a:pt x="1220249" y="283117"/>
                  </a:lnTo>
                  <a:lnTo>
                    <a:pt x="1216743" y="236168"/>
                  </a:lnTo>
                  <a:lnTo>
                    <a:pt x="1193241" y="192451"/>
                  </a:lnTo>
                  <a:lnTo>
                    <a:pt x="1152337" y="173752"/>
                  </a:lnTo>
                  <a:lnTo>
                    <a:pt x="1198500" y="191137"/>
                  </a:lnTo>
                  <a:lnTo>
                    <a:pt x="1221436" y="191739"/>
                  </a:lnTo>
                  <a:lnTo>
                    <a:pt x="1243495" y="192451"/>
                  </a:lnTo>
                  <a:lnTo>
                    <a:pt x="1294278" y="198532"/>
                  </a:lnTo>
                  <a:lnTo>
                    <a:pt x="1322528" y="230087"/>
                  </a:lnTo>
                  <a:lnTo>
                    <a:pt x="1323697" y="289453"/>
                  </a:lnTo>
                  <a:lnTo>
                    <a:pt x="1320629" y="332695"/>
                  </a:lnTo>
                  <a:lnTo>
                    <a:pt x="1313617" y="368925"/>
                  </a:lnTo>
                  <a:lnTo>
                    <a:pt x="1311991" y="366697"/>
                  </a:lnTo>
                  <a:lnTo>
                    <a:pt x="1320537" y="310052"/>
                  </a:lnTo>
                  <a:lnTo>
                    <a:pt x="1337301" y="261843"/>
                  </a:lnTo>
                  <a:lnTo>
                    <a:pt x="1354722" y="223568"/>
                  </a:lnTo>
                  <a:lnTo>
                    <a:pt x="1385966" y="191593"/>
                  </a:lnTo>
                  <a:lnTo>
                    <a:pt x="1402547" y="188562"/>
                  </a:lnTo>
                  <a:lnTo>
                    <a:pt x="1410619" y="190114"/>
                  </a:lnTo>
                  <a:lnTo>
                    <a:pt x="1436330" y="225175"/>
                  </a:lnTo>
                  <a:lnTo>
                    <a:pt x="1442758" y="265349"/>
                  </a:lnTo>
                  <a:lnTo>
                    <a:pt x="1445680" y="308152"/>
                  </a:lnTo>
                  <a:lnTo>
                    <a:pt x="1446849" y="340584"/>
                  </a:lnTo>
                  <a:lnTo>
                    <a:pt x="1447323" y="353184"/>
                  </a:lnTo>
                  <a:lnTo>
                    <a:pt x="1456198" y="391130"/>
                  </a:lnTo>
                  <a:lnTo>
                    <a:pt x="1460105" y="390199"/>
                  </a:lnTo>
                  <a:lnTo>
                    <a:pt x="1464671" y="386309"/>
                  </a:lnTo>
                  <a:lnTo>
                    <a:pt x="1469674" y="380447"/>
                  </a:lnTo>
                  <a:lnTo>
                    <a:pt x="1474897" y="373600"/>
                  </a:lnTo>
                </a:path>
              </a:pathLst>
            </a:custGeom>
            <a:ln w="427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42009" y="1213948"/>
              <a:ext cx="265997" cy="10588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07915" y="1208360"/>
              <a:ext cx="68687" cy="75262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2225294" y="2249415"/>
            <a:ext cx="1276985" cy="494030"/>
            <a:chOff x="2225294" y="2249415"/>
            <a:chExt cx="1276985" cy="494030"/>
          </a:xfrm>
        </p:grpSpPr>
        <p:sp>
          <p:nvSpPr>
            <p:cNvPr id="20" name="object 20"/>
            <p:cNvSpPr/>
            <p:nvPr/>
          </p:nvSpPr>
          <p:spPr>
            <a:xfrm>
              <a:off x="2246682" y="2270802"/>
              <a:ext cx="187325" cy="451484"/>
            </a:xfrm>
            <a:custGeom>
              <a:avLst/>
              <a:gdLst/>
              <a:ahLst/>
              <a:cxnLst/>
              <a:rect l="l" t="t" r="r" b="b"/>
              <a:pathLst>
                <a:path w="187325" h="451485">
                  <a:moveTo>
                    <a:pt x="0" y="37398"/>
                  </a:moveTo>
                  <a:lnTo>
                    <a:pt x="3487" y="98426"/>
                  </a:lnTo>
                  <a:lnTo>
                    <a:pt x="6866" y="157482"/>
                  </a:lnTo>
                  <a:lnTo>
                    <a:pt x="10025" y="212593"/>
                  </a:lnTo>
                  <a:lnTo>
                    <a:pt x="12855" y="261788"/>
                  </a:lnTo>
                  <a:lnTo>
                    <a:pt x="15284" y="303624"/>
                  </a:lnTo>
                  <a:lnTo>
                    <a:pt x="19265" y="368450"/>
                  </a:lnTo>
                  <a:lnTo>
                    <a:pt x="22771" y="415782"/>
                  </a:lnTo>
                  <a:lnTo>
                    <a:pt x="26880" y="451117"/>
                  </a:lnTo>
                  <a:lnTo>
                    <a:pt x="27519" y="448981"/>
                  </a:lnTo>
                  <a:lnTo>
                    <a:pt x="27610" y="439284"/>
                  </a:lnTo>
                  <a:lnTo>
                    <a:pt x="27044" y="422356"/>
                  </a:lnTo>
                  <a:lnTo>
                    <a:pt x="25711" y="398526"/>
                  </a:lnTo>
                  <a:lnTo>
                    <a:pt x="23574" y="368249"/>
                  </a:lnTo>
                  <a:lnTo>
                    <a:pt x="20890" y="332494"/>
                  </a:lnTo>
                  <a:lnTo>
                    <a:pt x="17987" y="292357"/>
                  </a:lnTo>
                  <a:lnTo>
                    <a:pt x="15193" y="248932"/>
                  </a:lnTo>
                  <a:lnTo>
                    <a:pt x="12782" y="203645"/>
                  </a:lnTo>
                  <a:lnTo>
                    <a:pt x="10810" y="159235"/>
                  </a:lnTo>
                  <a:lnTo>
                    <a:pt x="9276" y="118768"/>
                  </a:lnTo>
                  <a:lnTo>
                    <a:pt x="7651" y="61009"/>
                  </a:lnTo>
                  <a:lnTo>
                    <a:pt x="8327" y="44264"/>
                  </a:lnTo>
                  <a:lnTo>
                    <a:pt x="36814" y="7304"/>
                  </a:lnTo>
                  <a:lnTo>
                    <a:pt x="67784" y="0"/>
                  </a:lnTo>
                  <a:lnTo>
                    <a:pt x="86008" y="2081"/>
                  </a:lnTo>
                  <a:lnTo>
                    <a:pt x="123334" y="16763"/>
                  </a:lnTo>
                  <a:lnTo>
                    <a:pt x="154706" y="41141"/>
                  </a:lnTo>
                  <a:lnTo>
                    <a:pt x="182316" y="87652"/>
                  </a:lnTo>
                  <a:lnTo>
                    <a:pt x="187283" y="121252"/>
                  </a:lnTo>
                  <a:lnTo>
                    <a:pt x="185275" y="137614"/>
                  </a:lnTo>
                  <a:lnTo>
                    <a:pt x="159381" y="180271"/>
                  </a:lnTo>
                  <a:lnTo>
                    <a:pt x="127388" y="202184"/>
                  </a:lnTo>
                  <a:lnTo>
                    <a:pt x="88090" y="218546"/>
                  </a:lnTo>
                  <a:lnTo>
                    <a:pt x="37380" y="229466"/>
                  </a:lnTo>
                  <a:lnTo>
                    <a:pt x="21036" y="198678"/>
                  </a:lnTo>
                </a:path>
              </a:pathLst>
            </a:custGeom>
            <a:ln w="42775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416435" y="2298852"/>
              <a:ext cx="1064895" cy="369570"/>
            </a:xfrm>
            <a:custGeom>
              <a:avLst/>
              <a:gdLst/>
              <a:ahLst/>
              <a:cxnLst/>
              <a:rect l="l" t="t" r="r" b="b"/>
              <a:pathLst>
                <a:path w="1064895" h="369569">
                  <a:moveTo>
                    <a:pt x="103721" y="261788"/>
                  </a:moveTo>
                  <a:lnTo>
                    <a:pt x="94719" y="222509"/>
                  </a:lnTo>
                  <a:lnTo>
                    <a:pt x="57850" y="207590"/>
                  </a:lnTo>
                  <a:lnTo>
                    <a:pt x="20306" y="242358"/>
                  </a:lnTo>
                  <a:lnTo>
                    <a:pt x="1570" y="295461"/>
                  </a:lnTo>
                  <a:lnTo>
                    <a:pt x="0" y="313503"/>
                  </a:lnTo>
                  <a:lnTo>
                    <a:pt x="620" y="330230"/>
                  </a:lnTo>
                  <a:lnTo>
                    <a:pt x="22607" y="368925"/>
                  </a:lnTo>
                  <a:lnTo>
                    <a:pt x="33600" y="369308"/>
                  </a:lnTo>
                  <a:lnTo>
                    <a:pt x="46967" y="365455"/>
                  </a:lnTo>
                  <a:lnTo>
                    <a:pt x="89697" y="333079"/>
                  </a:lnTo>
                  <a:lnTo>
                    <a:pt x="115664" y="283939"/>
                  </a:lnTo>
                  <a:lnTo>
                    <a:pt x="123882" y="246595"/>
                  </a:lnTo>
                  <a:lnTo>
                    <a:pt x="118476" y="286112"/>
                  </a:lnTo>
                  <a:lnTo>
                    <a:pt x="132939" y="335416"/>
                  </a:lnTo>
                  <a:lnTo>
                    <a:pt x="165663" y="361127"/>
                  </a:lnTo>
                  <a:lnTo>
                    <a:pt x="204777" y="349952"/>
                  </a:lnTo>
                  <a:lnTo>
                    <a:pt x="235346" y="296849"/>
                  </a:lnTo>
                  <a:lnTo>
                    <a:pt x="243965" y="234908"/>
                  </a:lnTo>
                  <a:lnTo>
                    <a:pt x="243235" y="157920"/>
                  </a:lnTo>
                  <a:lnTo>
                    <a:pt x="238122" y="88821"/>
                  </a:lnTo>
                  <a:lnTo>
                    <a:pt x="233593" y="47478"/>
                  </a:lnTo>
                  <a:lnTo>
                    <a:pt x="225266" y="0"/>
                  </a:lnTo>
                  <a:lnTo>
                    <a:pt x="224098" y="0"/>
                  </a:lnTo>
                  <a:lnTo>
                    <a:pt x="227604" y="49085"/>
                  </a:lnTo>
                  <a:lnTo>
                    <a:pt x="237830" y="119791"/>
                  </a:lnTo>
                  <a:lnTo>
                    <a:pt x="245025" y="160842"/>
                  </a:lnTo>
                  <a:lnTo>
                    <a:pt x="253315" y="201016"/>
                  </a:lnTo>
                  <a:lnTo>
                    <a:pt x="272160" y="269092"/>
                  </a:lnTo>
                  <a:lnTo>
                    <a:pt x="291882" y="317886"/>
                  </a:lnTo>
                  <a:lnTo>
                    <a:pt x="318835" y="353549"/>
                  </a:lnTo>
                  <a:lnTo>
                    <a:pt x="359667" y="316717"/>
                  </a:lnTo>
                  <a:lnTo>
                    <a:pt x="380119" y="256383"/>
                  </a:lnTo>
                  <a:lnTo>
                    <a:pt x="397065" y="184654"/>
                  </a:lnTo>
                  <a:lnTo>
                    <a:pt x="403785" y="120083"/>
                  </a:lnTo>
                  <a:lnTo>
                    <a:pt x="401740" y="67784"/>
                  </a:lnTo>
                  <a:lnTo>
                    <a:pt x="394727" y="30093"/>
                  </a:lnTo>
                  <a:lnTo>
                    <a:pt x="393175" y="77188"/>
                  </a:lnTo>
                  <a:lnTo>
                    <a:pt x="404826" y="142453"/>
                  </a:lnTo>
                  <a:lnTo>
                    <a:pt x="417006" y="205106"/>
                  </a:lnTo>
                  <a:lnTo>
                    <a:pt x="427524" y="254191"/>
                  </a:lnTo>
                  <a:lnTo>
                    <a:pt x="440453" y="302254"/>
                  </a:lnTo>
                  <a:lnTo>
                    <a:pt x="461782" y="334393"/>
                  </a:lnTo>
                  <a:lnTo>
                    <a:pt x="503161" y="336658"/>
                  </a:lnTo>
                  <a:lnTo>
                    <a:pt x="537893" y="306053"/>
                  </a:lnTo>
                  <a:lnTo>
                    <a:pt x="564810" y="257880"/>
                  </a:lnTo>
                  <a:lnTo>
                    <a:pt x="572370" y="211534"/>
                  </a:lnTo>
                  <a:lnTo>
                    <a:pt x="571201" y="170630"/>
                  </a:lnTo>
                  <a:lnTo>
                    <a:pt x="549306" y="138107"/>
                  </a:lnTo>
                  <a:lnTo>
                    <a:pt x="509205" y="161116"/>
                  </a:lnTo>
                  <a:lnTo>
                    <a:pt x="497281" y="210073"/>
                  </a:lnTo>
                  <a:lnTo>
                    <a:pt x="495236" y="251270"/>
                  </a:lnTo>
                  <a:lnTo>
                    <a:pt x="509698" y="304847"/>
                  </a:lnTo>
                  <a:lnTo>
                    <a:pt x="553670" y="340529"/>
                  </a:lnTo>
                  <a:lnTo>
                    <a:pt x="593406" y="350609"/>
                  </a:lnTo>
                  <a:lnTo>
                    <a:pt x="632119" y="345934"/>
                  </a:lnTo>
                  <a:lnTo>
                    <a:pt x="664697" y="320223"/>
                  </a:lnTo>
                  <a:lnTo>
                    <a:pt x="687633" y="272014"/>
                  </a:lnTo>
                  <a:lnTo>
                    <a:pt x="700926" y="222052"/>
                  </a:lnTo>
                  <a:lnTo>
                    <a:pt x="705693" y="179650"/>
                  </a:lnTo>
                  <a:lnTo>
                    <a:pt x="689239" y="144918"/>
                  </a:lnTo>
                  <a:lnTo>
                    <a:pt x="658415" y="174428"/>
                  </a:lnTo>
                  <a:lnTo>
                    <a:pt x="659657" y="217469"/>
                  </a:lnTo>
                  <a:lnTo>
                    <a:pt x="686902" y="250101"/>
                  </a:lnTo>
                  <a:lnTo>
                    <a:pt x="727313" y="248019"/>
                  </a:lnTo>
                  <a:lnTo>
                    <a:pt x="762575" y="219423"/>
                  </a:lnTo>
                  <a:lnTo>
                    <a:pt x="784909" y="183814"/>
                  </a:lnTo>
                  <a:lnTo>
                    <a:pt x="770610" y="234616"/>
                  </a:lnTo>
                  <a:lnTo>
                    <a:pt x="774408" y="286203"/>
                  </a:lnTo>
                  <a:lnTo>
                    <a:pt x="786242" y="330741"/>
                  </a:lnTo>
                  <a:lnTo>
                    <a:pt x="821193" y="358407"/>
                  </a:lnTo>
                  <a:lnTo>
                    <a:pt x="860746" y="343159"/>
                  </a:lnTo>
                  <a:lnTo>
                    <a:pt x="879774" y="291462"/>
                  </a:lnTo>
                  <a:lnTo>
                    <a:pt x="889343" y="238615"/>
                  </a:lnTo>
                  <a:lnTo>
                    <a:pt x="894602" y="196816"/>
                  </a:lnTo>
                  <a:lnTo>
                    <a:pt x="895552" y="172638"/>
                  </a:lnTo>
                  <a:lnTo>
                    <a:pt x="894931" y="163617"/>
                  </a:lnTo>
                  <a:lnTo>
                    <a:pt x="878861" y="219715"/>
                  </a:lnTo>
                  <a:lnTo>
                    <a:pt x="880906" y="262957"/>
                  </a:lnTo>
                  <a:lnTo>
                    <a:pt x="881581" y="279154"/>
                  </a:lnTo>
                  <a:lnTo>
                    <a:pt x="881928" y="291736"/>
                  </a:lnTo>
                  <a:lnTo>
                    <a:pt x="882056" y="301907"/>
                  </a:lnTo>
                  <a:lnTo>
                    <a:pt x="882075" y="310873"/>
                  </a:lnTo>
                  <a:lnTo>
                    <a:pt x="882075" y="322560"/>
                  </a:lnTo>
                  <a:lnTo>
                    <a:pt x="882075" y="334247"/>
                  </a:lnTo>
                  <a:lnTo>
                    <a:pt x="882129" y="331983"/>
                  </a:lnTo>
                  <a:lnTo>
                    <a:pt x="882513" y="324898"/>
                  </a:lnTo>
                  <a:lnTo>
                    <a:pt x="888813" y="270937"/>
                  </a:lnTo>
                  <a:lnTo>
                    <a:pt x="897907" y="218090"/>
                  </a:lnTo>
                  <a:lnTo>
                    <a:pt x="908407" y="178062"/>
                  </a:lnTo>
                  <a:lnTo>
                    <a:pt x="933899" y="147146"/>
                  </a:lnTo>
                  <a:lnTo>
                    <a:pt x="959209" y="140243"/>
                  </a:lnTo>
                  <a:lnTo>
                    <a:pt x="967938" y="141193"/>
                  </a:lnTo>
                  <a:lnTo>
                    <a:pt x="998488" y="171086"/>
                  </a:lnTo>
                  <a:lnTo>
                    <a:pt x="1011800" y="220884"/>
                  </a:lnTo>
                  <a:lnTo>
                    <a:pt x="1014759" y="276105"/>
                  </a:lnTo>
                  <a:lnTo>
                    <a:pt x="1014138" y="293343"/>
                  </a:lnTo>
                  <a:lnTo>
                    <a:pt x="1013170" y="309193"/>
                  </a:lnTo>
                  <a:lnTo>
                    <a:pt x="1012531" y="322853"/>
                  </a:lnTo>
                  <a:lnTo>
                    <a:pt x="1012987" y="333444"/>
                  </a:lnTo>
                  <a:lnTo>
                    <a:pt x="1015306" y="340091"/>
                  </a:lnTo>
                  <a:lnTo>
                    <a:pt x="1019981" y="342227"/>
                  </a:lnTo>
                  <a:lnTo>
                    <a:pt x="1026409" y="340529"/>
                  </a:lnTo>
                  <a:lnTo>
                    <a:pt x="1057617" y="308043"/>
                  </a:lnTo>
                  <a:lnTo>
                    <a:pt x="1064392" y="296849"/>
                  </a:lnTo>
                </a:path>
              </a:pathLst>
            </a:custGeom>
            <a:ln w="42775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578591" y="2385335"/>
              <a:ext cx="278765" cy="28575"/>
            </a:xfrm>
            <a:custGeom>
              <a:avLst/>
              <a:gdLst/>
              <a:ahLst/>
              <a:cxnLst/>
              <a:rect l="l" t="t" r="r" b="b"/>
              <a:pathLst>
                <a:path w="278764" h="28575">
                  <a:moveTo>
                    <a:pt x="39735" y="28048"/>
                  </a:moveTo>
                  <a:lnTo>
                    <a:pt x="25967" y="24579"/>
                  </a:lnTo>
                  <a:lnTo>
                    <a:pt x="13732" y="21328"/>
                  </a:lnTo>
                  <a:lnTo>
                    <a:pt x="4565" y="18516"/>
                  </a:lnTo>
                  <a:lnTo>
                    <a:pt x="0" y="16361"/>
                  </a:lnTo>
                  <a:lnTo>
                    <a:pt x="1606" y="14973"/>
                  </a:lnTo>
                  <a:lnTo>
                    <a:pt x="11102" y="14024"/>
                  </a:lnTo>
                  <a:lnTo>
                    <a:pt x="30240" y="13074"/>
                  </a:lnTo>
                  <a:lnTo>
                    <a:pt x="60772" y="11686"/>
                  </a:lnTo>
                  <a:lnTo>
                    <a:pt x="103612" y="9532"/>
                  </a:lnTo>
                  <a:lnTo>
                    <a:pt x="156313" y="6720"/>
                  </a:lnTo>
                  <a:lnTo>
                    <a:pt x="215588" y="3469"/>
                  </a:lnTo>
                  <a:lnTo>
                    <a:pt x="278150" y="0"/>
                  </a:lnTo>
                </a:path>
              </a:pathLst>
            </a:custGeom>
            <a:ln w="42775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" name="object 23"/>
          <p:cNvGrpSpPr/>
          <p:nvPr/>
        </p:nvGrpSpPr>
        <p:grpSpPr>
          <a:xfrm>
            <a:off x="3641756" y="2173450"/>
            <a:ext cx="863600" cy="443865"/>
            <a:chOff x="3641756" y="2173450"/>
            <a:chExt cx="863600" cy="443865"/>
          </a:xfrm>
        </p:grpSpPr>
        <p:sp>
          <p:nvSpPr>
            <p:cNvPr id="24" name="object 24"/>
            <p:cNvSpPr/>
            <p:nvPr/>
          </p:nvSpPr>
          <p:spPr>
            <a:xfrm>
              <a:off x="3663144" y="2213426"/>
              <a:ext cx="462915" cy="382270"/>
            </a:xfrm>
            <a:custGeom>
              <a:avLst/>
              <a:gdLst/>
              <a:ahLst/>
              <a:cxnLst/>
              <a:rect l="l" t="t" r="r" b="b"/>
              <a:pathLst>
                <a:path w="462914" h="382269">
                  <a:moveTo>
                    <a:pt x="0" y="192944"/>
                  </a:moveTo>
                  <a:lnTo>
                    <a:pt x="14024" y="135240"/>
                  </a:lnTo>
                  <a:lnTo>
                    <a:pt x="28048" y="88930"/>
                  </a:lnTo>
                  <a:lnTo>
                    <a:pt x="49085" y="53431"/>
                  </a:lnTo>
                  <a:lnTo>
                    <a:pt x="89989" y="49194"/>
                  </a:lnTo>
                  <a:lnTo>
                    <a:pt x="115262" y="92436"/>
                  </a:lnTo>
                  <a:lnTo>
                    <a:pt x="137906" y="163727"/>
                  </a:lnTo>
                  <a:lnTo>
                    <a:pt x="145046" y="206713"/>
                  </a:lnTo>
                  <a:lnTo>
                    <a:pt x="149447" y="250795"/>
                  </a:lnTo>
                  <a:lnTo>
                    <a:pt x="151876" y="292247"/>
                  </a:lnTo>
                  <a:lnTo>
                    <a:pt x="153756" y="353184"/>
                  </a:lnTo>
                  <a:lnTo>
                    <a:pt x="153099" y="382273"/>
                  </a:lnTo>
                  <a:lnTo>
                    <a:pt x="152058" y="379425"/>
                  </a:lnTo>
                  <a:lnTo>
                    <a:pt x="149593" y="326176"/>
                  </a:lnTo>
                  <a:lnTo>
                    <a:pt x="151346" y="248311"/>
                  </a:lnTo>
                  <a:lnTo>
                    <a:pt x="153537" y="205380"/>
                  </a:lnTo>
                  <a:lnTo>
                    <a:pt x="156605" y="166064"/>
                  </a:lnTo>
                  <a:lnTo>
                    <a:pt x="165517" y="109090"/>
                  </a:lnTo>
                  <a:lnTo>
                    <a:pt x="187284" y="63255"/>
                  </a:lnTo>
                  <a:lnTo>
                    <a:pt x="225650" y="43040"/>
                  </a:lnTo>
                  <a:lnTo>
                    <a:pt x="261149" y="65812"/>
                  </a:lnTo>
                  <a:lnTo>
                    <a:pt x="277255" y="104014"/>
                  </a:lnTo>
                  <a:lnTo>
                    <a:pt x="289490" y="173551"/>
                  </a:lnTo>
                  <a:lnTo>
                    <a:pt x="293781" y="217195"/>
                  </a:lnTo>
                  <a:lnTo>
                    <a:pt x="296977" y="260400"/>
                  </a:lnTo>
                  <a:lnTo>
                    <a:pt x="300519" y="326377"/>
                  </a:lnTo>
                  <a:lnTo>
                    <a:pt x="295059" y="273530"/>
                  </a:lnTo>
                  <a:lnTo>
                    <a:pt x="295096" y="233995"/>
                  </a:lnTo>
                  <a:lnTo>
                    <a:pt x="296009" y="192926"/>
                  </a:lnTo>
                  <a:lnTo>
                    <a:pt x="298018" y="154377"/>
                  </a:lnTo>
                  <a:lnTo>
                    <a:pt x="305468" y="94628"/>
                  </a:lnTo>
                  <a:lnTo>
                    <a:pt x="315548" y="55038"/>
                  </a:lnTo>
                  <a:lnTo>
                    <a:pt x="338922" y="14133"/>
                  </a:lnTo>
                  <a:lnTo>
                    <a:pt x="380411" y="0"/>
                  </a:lnTo>
                  <a:lnTo>
                    <a:pt x="389176" y="1862"/>
                  </a:lnTo>
                  <a:lnTo>
                    <a:pt x="423799" y="42620"/>
                  </a:lnTo>
                  <a:lnTo>
                    <a:pt x="438261" y="94774"/>
                  </a:lnTo>
                  <a:lnTo>
                    <a:pt x="448195" y="171762"/>
                  </a:lnTo>
                  <a:lnTo>
                    <a:pt x="451738" y="211954"/>
                  </a:lnTo>
                  <a:lnTo>
                    <a:pt x="454623" y="247873"/>
                  </a:lnTo>
                  <a:lnTo>
                    <a:pt x="457052" y="276488"/>
                  </a:lnTo>
                  <a:lnTo>
                    <a:pt x="459152" y="298858"/>
                  </a:lnTo>
                  <a:lnTo>
                    <a:pt x="461033" y="317064"/>
                  </a:lnTo>
                  <a:lnTo>
                    <a:pt x="462804" y="333188"/>
                  </a:lnTo>
                </a:path>
              </a:pathLst>
            </a:custGeom>
            <a:ln w="42775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83959" y="2348882"/>
              <a:ext cx="243865" cy="23593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435216" y="2194838"/>
              <a:ext cx="34925" cy="354330"/>
            </a:xfrm>
            <a:custGeom>
              <a:avLst/>
              <a:gdLst/>
              <a:ahLst/>
              <a:cxnLst/>
              <a:rect l="l" t="t" r="r" b="b"/>
              <a:pathLst>
                <a:path w="34925" h="354330">
                  <a:moveTo>
                    <a:pt x="20306" y="29217"/>
                  </a:moveTo>
                  <a:lnTo>
                    <a:pt x="15101" y="18900"/>
                  </a:lnTo>
                  <a:lnTo>
                    <a:pt x="10226" y="9787"/>
                  </a:lnTo>
                  <a:lnTo>
                    <a:pt x="6007" y="3086"/>
                  </a:lnTo>
                  <a:lnTo>
                    <a:pt x="2775" y="0"/>
                  </a:lnTo>
                  <a:lnTo>
                    <a:pt x="785" y="1844"/>
                  </a:lnTo>
                  <a:lnTo>
                    <a:pt x="0" y="10372"/>
                  </a:lnTo>
                  <a:lnTo>
                    <a:pt x="310" y="27446"/>
                  </a:lnTo>
                  <a:lnTo>
                    <a:pt x="3743" y="93441"/>
                  </a:lnTo>
                  <a:lnTo>
                    <a:pt x="6427" y="138636"/>
                  </a:lnTo>
                  <a:lnTo>
                    <a:pt x="9331" y="184928"/>
                  </a:lnTo>
                  <a:lnTo>
                    <a:pt x="12125" y="226727"/>
                  </a:lnTo>
                  <a:lnTo>
                    <a:pt x="16799" y="284870"/>
                  </a:lnTo>
                  <a:lnTo>
                    <a:pt x="24268" y="334229"/>
                  </a:lnTo>
                  <a:lnTo>
                    <a:pt x="31993" y="354115"/>
                  </a:lnTo>
                  <a:lnTo>
                    <a:pt x="33344" y="349148"/>
                  </a:lnTo>
                  <a:lnTo>
                    <a:pt x="34038" y="338922"/>
                  </a:lnTo>
                  <a:lnTo>
                    <a:pt x="34293" y="325190"/>
                  </a:lnTo>
                  <a:lnTo>
                    <a:pt x="34330" y="309705"/>
                  </a:lnTo>
                </a:path>
              </a:pathLst>
            </a:custGeom>
            <a:ln w="42775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47796" y="2358104"/>
              <a:ext cx="157162" cy="76668"/>
            </a:xfrm>
            <a:prstGeom prst="rect">
              <a:avLst/>
            </a:prstGeom>
          </p:spPr>
        </p:pic>
      </p:grpSp>
      <p:pic>
        <p:nvPicPr>
          <p:cNvPr id="28" name="object 2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50904" y="1326143"/>
            <a:ext cx="1100448" cy="3960252"/>
          </a:xfrm>
          <a:prstGeom prst="rect">
            <a:avLst/>
          </a:prstGeom>
        </p:spPr>
      </p:pic>
      <p:grpSp>
        <p:nvGrpSpPr>
          <p:cNvPr id="29" name="object 29"/>
          <p:cNvGrpSpPr/>
          <p:nvPr/>
        </p:nvGrpSpPr>
        <p:grpSpPr>
          <a:xfrm>
            <a:off x="4555679" y="2071772"/>
            <a:ext cx="1018540" cy="1001394"/>
            <a:chOff x="4555679" y="2071772"/>
            <a:chExt cx="1018540" cy="1001394"/>
          </a:xfrm>
        </p:grpSpPr>
        <p:sp>
          <p:nvSpPr>
            <p:cNvPr id="30" name="object 30"/>
            <p:cNvSpPr/>
            <p:nvPr/>
          </p:nvSpPr>
          <p:spPr>
            <a:xfrm>
              <a:off x="4577067" y="2093160"/>
              <a:ext cx="727075" cy="447675"/>
            </a:xfrm>
            <a:custGeom>
              <a:avLst/>
              <a:gdLst/>
              <a:ahLst/>
              <a:cxnLst/>
              <a:rect l="l" t="t" r="r" b="b"/>
              <a:pathLst>
                <a:path w="727075" h="447675">
                  <a:moveTo>
                    <a:pt x="74796" y="327235"/>
                  </a:moveTo>
                  <a:lnTo>
                    <a:pt x="68021" y="283518"/>
                  </a:lnTo>
                  <a:lnTo>
                    <a:pt x="27920" y="268891"/>
                  </a:lnTo>
                  <a:lnTo>
                    <a:pt x="5989" y="314525"/>
                  </a:lnTo>
                  <a:lnTo>
                    <a:pt x="0" y="357621"/>
                  </a:lnTo>
                  <a:lnTo>
                    <a:pt x="1771" y="377708"/>
                  </a:lnTo>
                  <a:lnTo>
                    <a:pt x="29217" y="423068"/>
                  </a:lnTo>
                  <a:lnTo>
                    <a:pt x="65154" y="436216"/>
                  </a:lnTo>
                  <a:lnTo>
                    <a:pt x="85753" y="435888"/>
                  </a:lnTo>
                  <a:lnTo>
                    <a:pt x="125835" y="418174"/>
                  </a:lnTo>
                  <a:lnTo>
                    <a:pt x="160422" y="374202"/>
                  </a:lnTo>
                  <a:lnTo>
                    <a:pt x="188434" y="301049"/>
                  </a:lnTo>
                  <a:lnTo>
                    <a:pt x="199701" y="256237"/>
                  </a:lnTo>
                  <a:lnTo>
                    <a:pt x="208996" y="210110"/>
                  </a:lnTo>
                  <a:lnTo>
                    <a:pt x="216209" y="165955"/>
                  </a:lnTo>
                  <a:lnTo>
                    <a:pt x="221285" y="126529"/>
                  </a:lnTo>
                  <a:lnTo>
                    <a:pt x="225741" y="63894"/>
                  </a:lnTo>
                  <a:lnTo>
                    <a:pt x="225558" y="40904"/>
                  </a:lnTo>
                  <a:lnTo>
                    <a:pt x="224043" y="23501"/>
                  </a:lnTo>
                  <a:lnTo>
                    <a:pt x="221322" y="11248"/>
                  </a:lnTo>
                  <a:lnTo>
                    <a:pt x="217505" y="3597"/>
                  </a:lnTo>
                  <a:lnTo>
                    <a:pt x="212703" y="0"/>
                  </a:lnTo>
                  <a:lnTo>
                    <a:pt x="207096" y="18"/>
                  </a:lnTo>
                  <a:lnTo>
                    <a:pt x="186772" y="37544"/>
                  </a:lnTo>
                  <a:lnTo>
                    <a:pt x="183266" y="85315"/>
                  </a:lnTo>
                  <a:lnTo>
                    <a:pt x="184946" y="163544"/>
                  </a:lnTo>
                  <a:lnTo>
                    <a:pt x="187283" y="210657"/>
                  </a:lnTo>
                  <a:lnTo>
                    <a:pt x="190059" y="256456"/>
                  </a:lnTo>
                  <a:lnTo>
                    <a:pt x="192835" y="295680"/>
                  </a:lnTo>
                  <a:lnTo>
                    <a:pt x="197217" y="344619"/>
                  </a:lnTo>
                  <a:lnTo>
                    <a:pt x="198751" y="359283"/>
                  </a:lnTo>
                  <a:lnTo>
                    <a:pt x="199847" y="371646"/>
                  </a:lnTo>
                  <a:lnTo>
                    <a:pt x="200523" y="384081"/>
                  </a:lnTo>
                  <a:lnTo>
                    <a:pt x="200870" y="395750"/>
                  </a:lnTo>
                  <a:lnTo>
                    <a:pt x="200997" y="405008"/>
                  </a:lnTo>
                  <a:lnTo>
                    <a:pt x="201016" y="410213"/>
                  </a:lnTo>
                  <a:lnTo>
                    <a:pt x="201144" y="410048"/>
                  </a:lnTo>
                  <a:lnTo>
                    <a:pt x="216684" y="359301"/>
                  </a:lnTo>
                  <a:lnTo>
                    <a:pt x="236478" y="316205"/>
                  </a:lnTo>
                  <a:lnTo>
                    <a:pt x="255689" y="281327"/>
                  </a:lnTo>
                  <a:lnTo>
                    <a:pt x="281656" y="250101"/>
                  </a:lnTo>
                  <a:lnTo>
                    <a:pt x="313046" y="228243"/>
                  </a:lnTo>
                  <a:lnTo>
                    <a:pt x="322560" y="225558"/>
                  </a:lnTo>
                  <a:lnTo>
                    <a:pt x="330467" y="226709"/>
                  </a:lnTo>
                  <a:lnTo>
                    <a:pt x="346793" y="276871"/>
                  </a:lnTo>
                  <a:lnTo>
                    <a:pt x="348217" y="322524"/>
                  </a:lnTo>
                  <a:lnTo>
                    <a:pt x="348290" y="360853"/>
                  </a:lnTo>
                  <a:lnTo>
                    <a:pt x="348418" y="374713"/>
                  </a:lnTo>
                  <a:lnTo>
                    <a:pt x="352508" y="414157"/>
                  </a:lnTo>
                  <a:lnTo>
                    <a:pt x="395020" y="420731"/>
                  </a:lnTo>
                  <a:lnTo>
                    <a:pt x="421461" y="385086"/>
                  </a:lnTo>
                  <a:lnTo>
                    <a:pt x="445274" y="338922"/>
                  </a:lnTo>
                  <a:lnTo>
                    <a:pt x="459152" y="297141"/>
                  </a:lnTo>
                  <a:lnTo>
                    <a:pt x="466420" y="251507"/>
                  </a:lnTo>
                  <a:lnTo>
                    <a:pt x="441476" y="294749"/>
                  </a:lnTo>
                  <a:lnTo>
                    <a:pt x="441476" y="340219"/>
                  </a:lnTo>
                  <a:lnTo>
                    <a:pt x="448415" y="382018"/>
                  </a:lnTo>
                  <a:lnTo>
                    <a:pt x="467479" y="425406"/>
                  </a:lnTo>
                  <a:lnTo>
                    <a:pt x="496696" y="447611"/>
                  </a:lnTo>
                  <a:lnTo>
                    <a:pt x="504804" y="447301"/>
                  </a:lnTo>
                  <a:lnTo>
                    <a:pt x="541509" y="413500"/>
                  </a:lnTo>
                  <a:lnTo>
                    <a:pt x="559696" y="377124"/>
                  </a:lnTo>
                  <a:lnTo>
                    <a:pt x="571931" y="338831"/>
                  </a:lnTo>
                  <a:lnTo>
                    <a:pt x="578505" y="291005"/>
                  </a:lnTo>
                  <a:lnTo>
                    <a:pt x="579382" y="268362"/>
                  </a:lnTo>
                  <a:lnTo>
                    <a:pt x="579163" y="258958"/>
                  </a:lnTo>
                  <a:lnTo>
                    <a:pt x="578505" y="250101"/>
                  </a:lnTo>
                  <a:lnTo>
                    <a:pt x="577337" y="238414"/>
                  </a:lnTo>
                  <a:lnTo>
                    <a:pt x="574999" y="226727"/>
                  </a:lnTo>
                  <a:lnTo>
                    <a:pt x="572662" y="226727"/>
                  </a:lnTo>
                  <a:lnTo>
                    <a:pt x="563933" y="281199"/>
                  </a:lnTo>
                  <a:lnTo>
                    <a:pt x="561377" y="325719"/>
                  </a:lnTo>
                  <a:lnTo>
                    <a:pt x="561377" y="365620"/>
                  </a:lnTo>
                  <a:lnTo>
                    <a:pt x="577337" y="363465"/>
                  </a:lnTo>
                  <a:lnTo>
                    <a:pt x="583363" y="343012"/>
                  </a:lnTo>
                  <a:lnTo>
                    <a:pt x="598044" y="296411"/>
                  </a:lnTo>
                  <a:lnTo>
                    <a:pt x="612032" y="256383"/>
                  </a:lnTo>
                  <a:lnTo>
                    <a:pt x="631097" y="220883"/>
                  </a:lnTo>
                  <a:lnTo>
                    <a:pt x="654105" y="207571"/>
                  </a:lnTo>
                  <a:lnTo>
                    <a:pt x="661483" y="208028"/>
                  </a:lnTo>
                  <a:lnTo>
                    <a:pt x="687194" y="251270"/>
                  </a:lnTo>
                  <a:lnTo>
                    <a:pt x="702095" y="310143"/>
                  </a:lnTo>
                  <a:lnTo>
                    <a:pt x="715243" y="371646"/>
                  </a:lnTo>
                  <a:lnTo>
                    <a:pt x="722693" y="410505"/>
                  </a:lnTo>
                  <a:lnTo>
                    <a:pt x="724611" y="419964"/>
                  </a:lnTo>
                  <a:lnTo>
                    <a:pt x="725761" y="423068"/>
                  </a:lnTo>
                  <a:lnTo>
                    <a:pt x="726437" y="420256"/>
                  </a:lnTo>
                  <a:lnTo>
                    <a:pt x="726784" y="412842"/>
                  </a:lnTo>
                  <a:lnTo>
                    <a:pt x="726912" y="402360"/>
                  </a:lnTo>
                  <a:lnTo>
                    <a:pt x="726930" y="390345"/>
                  </a:lnTo>
                </a:path>
              </a:pathLst>
            </a:custGeom>
            <a:ln w="42775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5369443" y="2293976"/>
              <a:ext cx="183515" cy="757555"/>
            </a:xfrm>
            <a:custGeom>
              <a:avLst/>
              <a:gdLst/>
              <a:ahLst/>
              <a:cxnLst/>
              <a:rect l="l" t="t" r="r" b="b"/>
              <a:pathLst>
                <a:path w="183514" h="757555">
                  <a:moveTo>
                    <a:pt x="137906" y="105383"/>
                  </a:moveTo>
                  <a:lnTo>
                    <a:pt x="137467" y="64479"/>
                  </a:lnTo>
                  <a:lnTo>
                    <a:pt x="131040" y="18279"/>
                  </a:lnTo>
                  <a:lnTo>
                    <a:pt x="95942" y="0"/>
                  </a:lnTo>
                  <a:lnTo>
                    <a:pt x="81224" y="3853"/>
                  </a:lnTo>
                  <a:lnTo>
                    <a:pt x="50254" y="29418"/>
                  </a:lnTo>
                  <a:lnTo>
                    <a:pt x="23666" y="81425"/>
                  </a:lnTo>
                  <a:lnTo>
                    <a:pt x="5843" y="136938"/>
                  </a:lnTo>
                  <a:lnTo>
                    <a:pt x="0" y="173022"/>
                  </a:lnTo>
                  <a:lnTo>
                    <a:pt x="2227" y="184764"/>
                  </a:lnTo>
                  <a:lnTo>
                    <a:pt x="45159" y="212611"/>
                  </a:lnTo>
                  <a:lnTo>
                    <a:pt x="91596" y="201363"/>
                  </a:lnTo>
                  <a:lnTo>
                    <a:pt x="128374" y="160823"/>
                  </a:lnTo>
                  <a:lnTo>
                    <a:pt x="148424" y="108889"/>
                  </a:lnTo>
                  <a:lnTo>
                    <a:pt x="155162" y="69281"/>
                  </a:lnTo>
                  <a:lnTo>
                    <a:pt x="140243" y="107721"/>
                  </a:lnTo>
                  <a:lnTo>
                    <a:pt x="135568" y="187192"/>
                  </a:lnTo>
                  <a:lnTo>
                    <a:pt x="135642" y="238542"/>
                  </a:lnTo>
                  <a:lnTo>
                    <a:pt x="137906" y="294712"/>
                  </a:lnTo>
                  <a:lnTo>
                    <a:pt x="141478" y="341694"/>
                  </a:lnTo>
                  <a:lnTo>
                    <a:pt x="146283" y="389517"/>
                  </a:lnTo>
                  <a:lnTo>
                    <a:pt x="151874" y="437340"/>
                  </a:lnTo>
                  <a:lnTo>
                    <a:pt x="157802" y="484322"/>
                  </a:lnTo>
                  <a:lnTo>
                    <a:pt x="163617" y="529621"/>
                  </a:lnTo>
                  <a:lnTo>
                    <a:pt x="170155" y="582632"/>
                  </a:lnTo>
                  <a:lnTo>
                    <a:pt x="175596" y="630275"/>
                  </a:lnTo>
                  <a:lnTo>
                    <a:pt x="179723" y="671125"/>
                  </a:lnTo>
                  <a:lnTo>
                    <a:pt x="182316" y="703757"/>
                  </a:lnTo>
                  <a:lnTo>
                    <a:pt x="183193" y="727259"/>
                  </a:lnTo>
                  <a:lnTo>
                    <a:pt x="182316" y="742762"/>
                  </a:lnTo>
                  <a:lnTo>
                    <a:pt x="179687" y="751911"/>
                  </a:lnTo>
                  <a:lnTo>
                    <a:pt x="175304" y="756348"/>
                  </a:lnTo>
                  <a:lnTo>
                    <a:pt x="169205" y="757316"/>
                  </a:lnTo>
                  <a:lnTo>
                    <a:pt x="161572" y="754449"/>
                  </a:lnTo>
                  <a:lnTo>
                    <a:pt x="131752" y="715462"/>
                  </a:lnTo>
                  <a:lnTo>
                    <a:pt x="110533" y="663637"/>
                  </a:lnTo>
                  <a:lnTo>
                    <a:pt x="94847" y="599305"/>
                  </a:lnTo>
                  <a:lnTo>
                    <a:pt x="86885" y="535172"/>
                  </a:lnTo>
                  <a:lnTo>
                    <a:pt x="85114" y="487986"/>
                  </a:lnTo>
                  <a:lnTo>
                    <a:pt x="86337" y="472647"/>
                  </a:lnTo>
                  <a:lnTo>
                    <a:pt x="106497" y="439339"/>
                  </a:lnTo>
                  <a:lnTo>
                    <a:pt x="128556" y="427944"/>
                  </a:lnTo>
                  <a:lnTo>
                    <a:pt x="133231" y="427944"/>
                  </a:lnTo>
                  <a:lnTo>
                    <a:pt x="137906" y="427944"/>
                  </a:lnTo>
                </a:path>
              </a:pathLst>
            </a:custGeom>
            <a:ln w="42775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5016497" y="2224055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20" h="0">
                  <a:moveTo>
                    <a:pt x="7011" y="0"/>
                  </a:moveTo>
                  <a:lnTo>
                    <a:pt x="4674" y="0"/>
                  </a:lnTo>
                  <a:lnTo>
                    <a:pt x="2337" y="0"/>
                  </a:lnTo>
                  <a:lnTo>
                    <a:pt x="0" y="0"/>
                  </a:lnTo>
                </a:path>
              </a:pathLst>
            </a:custGeom>
            <a:ln w="42775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3" name="object 33"/>
          <p:cNvGrpSpPr/>
          <p:nvPr/>
        </p:nvGrpSpPr>
        <p:grpSpPr>
          <a:xfrm>
            <a:off x="5740739" y="2061875"/>
            <a:ext cx="643890" cy="509270"/>
            <a:chOff x="5740739" y="2061875"/>
            <a:chExt cx="643890" cy="509270"/>
          </a:xfrm>
        </p:grpSpPr>
        <p:sp>
          <p:nvSpPr>
            <p:cNvPr id="34" name="object 34"/>
            <p:cNvSpPr/>
            <p:nvPr/>
          </p:nvSpPr>
          <p:spPr>
            <a:xfrm>
              <a:off x="5762127" y="2083263"/>
              <a:ext cx="166370" cy="466725"/>
            </a:xfrm>
            <a:custGeom>
              <a:avLst/>
              <a:gdLst/>
              <a:ahLst/>
              <a:cxnLst/>
              <a:rect l="l" t="t" r="r" b="b"/>
              <a:pathLst>
                <a:path w="166370" h="466725">
                  <a:moveTo>
                    <a:pt x="165955" y="49633"/>
                  </a:moveTo>
                  <a:lnTo>
                    <a:pt x="153957" y="11997"/>
                  </a:lnTo>
                  <a:lnTo>
                    <a:pt x="141576" y="0"/>
                  </a:lnTo>
                  <a:lnTo>
                    <a:pt x="133085" y="547"/>
                  </a:lnTo>
                  <a:lnTo>
                    <a:pt x="94682" y="36284"/>
                  </a:lnTo>
                  <a:lnTo>
                    <a:pt x="60388" y="92856"/>
                  </a:lnTo>
                  <a:lnTo>
                    <a:pt x="43241" y="131442"/>
                  </a:lnTo>
                  <a:lnTo>
                    <a:pt x="27446" y="176418"/>
                  </a:lnTo>
                  <a:lnTo>
                    <a:pt x="14170" y="224791"/>
                  </a:lnTo>
                  <a:lnTo>
                    <a:pt x="4619" y="272945"/>
                  </a:lnTo>
                  <a:lnTo>
                    <a:pt x="0" y="317265"/>
                  </a:lnTo>
                  <a:lnTo>
                    <a:pt x="1150" y="354846"/>
                  </a:lnTo>
                  <a:lnTo>
                    <a:pt x="17913" y="410286"/>
                  </a:lnTo>
                  <a:lnTo>
                    <a:pt x="47368" y="443813"/>
                  </a:lnTo>
                  <a:lnTo>
                    <a:pt x="97001" y="464521"/>
                  </a:lnTo>
                  <a:lnTo>
                    <a:pt x="110898" y="466146"/>
                  </a:lnTo>
                  <a:lnTo>
                    <a:pt x="123151" y="466128"/>
                  </a:lnTo>
                  <a:lnTo>
                    <a:pt x="134309" y="465014"/>
                  </a:lnTo>
                  <a:lnTo>
                    <a:pt x="144918" y="463352"/>
                  </a:lnTo>
                </a:path>
              </a:pathLst>
            </a:custGeom>
            <a:ln w="42775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5907045" y="2182146"/>
              <a:ext cx="197485" cy="245745"/>
            </a:xfrm>
            <a:custGeom>
              <a:avLst/>
              <a:gdLst/>
              <a:ahLst/>
              <a:cxnLst/>
              <a:rect l="l" t="t" r="r" b="b"/>
              <a:pathLst>
                <a:path w="197485" h="245744">
                  <a:moveTo>
                    <a:pt x="175304" y="62945"/>
                  </a:moveTo>
                  <a:lnTo>
                    <a:pt x="178719" y="54180"/>
                  </a:lnTo>
                  <a:lnTo>
                    <a:pt x="181586" y="45414"/>
                  </a:lnTo>
                  <a:lnTo>
                    <a:pt x="183357" y="36649"/>
                  </a:lnTo>
                  <a:lnTo>
                    <a:pt x="183485" y="27884"/>
                  </a:lnTo>
                  <a:lnTo>
                    <a:pt x="181458" y="19246"/>
                  </a:lnTo>
                  <a:lnTo>
                    <a:pt x="176911" y="11376"/>
                  </a:lnTo>
                  <a:lnTo>
                    <a:pt x="169516" y="5040"/>
                  </a:lnTo>
                  <a:lnTo>
                    <a:pt x="158942" y="1004"/>
                  </a:lnTo>
                  <a:lnTo>
                    <a:pt x="145119" y="0"/>
                  </a:lnTo>
                  <a:lnTo>
                    <a:pt x="128994" y="2611"/>
                  </a:lnTo>
                  <a:lnTo>
                    <a:pt x="94664" y="20872"/>
                  </a:lnTo>
                  <a:lnTo>
                    <a:pt x="65446" y="56809"/>
                  </a:lnTo>
                  <a:lnTo>
                    <a:pt x="50253" y="98006"/>
                  </a:lnTo>
                  <a:lnTo>
                    <a:pt x="50345" y="115975"/>
                  </a:lnTo>
                  <a:lnTo>
                    <a:pt x="77133" y="154103"/>
                  </a:lnTo>
                  <a:lnTo>
                    <a:pt x="126602" y="171524"/>
                  </a:lnTo>
                  <a:lnTo>
                    <a:pt x="143749" y="175140"/>
                  </a:lnTo>
                  <a:lnTo>
                    <a:pt x="159636" y="178701"/>
                  </a:lnTo>
                  <a:lnTo>
                    <a:pt x="197016" y="199409"/>
                  </a:lnTo>
                  <a:lnTo>
                    <a:pt x="197363" y="207133"/>
                  </a:lnTo>
                  <a:lnTo>
                    <a:pt x="193985" y="215515"/>
                  </a:lnTo>
                  <a:lnTo>
                    <a:pt x="162156" y="240003"/>
                  </a:lnTo>
                  <a:lnTo>
                    <a:pt x="121544" y="245262"/>
                  </a:lnTo>
                  <a:lnTo>
                    <a:pt x="94993" y="241098"/>
                  </a:lnTo>
                  <a:lnTo>
                    <a:pt x="65154" y="232991"/>
                  </a:lnTo>
                  <a:lnTo>
                    <a:pt x="33125" y="222253"/>
                  </a:lnTo>
                  <a:lnTo>
                    <a:pt x="0" y="210201"/>
                  </a:lnTo>
                </a:path>
              </a:pathLst>
            </a:custGeom>
            <a:ln w="42775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6184191" y="2213536"/>
              <a:ext cx="175260" cy="235585"/>
            </a:xfrm>
            <a:custGeom>
              <a:avLst/>
              <a:gdLst/>
              <a:ahLst/>
              <a:cxnLst/>
              <a:rect l="l" t="t" r="r" b="b"/>
              <a:pathLst>
                <a:path w="175260" h="235585">
                  <a:moveTo>
                    <a:pt x="59439" y="24542"/>
                  </a:moveTo>
                  <a:lnTo>
                    <a:pt x="52445" y="15941"/>
                  </a:lnTo>
                  <a:lnTo>
                    <a:pt x="45561" y="8326"/>
                  </a:lnTo>
                  <a:lnTo>
                    <a:pt x="38895" y="2684"/>
                  </a:lnTo>
                  <a:lnTo>
                    <a:pt x="32559" y="0"/>
                  </a:lnTo>
                  <a:lnTo>
                    <a:pt x="26624" y="1205"/>
                  </a:lnTo>
                  <a:lnTo>
                    <a:pt x="5295" y="58142"/>
                  </a:lnTo>
                  <a:lnTo>
                    <a:pt x="0" y="115262"/>
                  </a:lnTo>
                  <a:lnTo>
                    <a:pt x="2173" y="144918"/>
                  </a:lnTo>
                  <a:lnTo>
                    <a:pt x="19703" y="196633"/>
                  </a:lnTo>
                  <a:lnTo>
                    <a:pt x="51258" y="229064"/>
                  </a:lnTo>
                  <a:lnTo>
                    <a:pt x="70578" y="234963"/>
                  </a:lnTo>
                  <a:lnTo>
                    <a:pt x="90994" y="233301"/>
                  </a:lnTo>
                  <a:lnTo>
                    <a:pt x="130729" y="206859"/>
                  </a:lnTo>
                  <a:lnTo>
                    <a:pt x="161700" y="153245"/>
                  </a:lnTo>
                  <a:lnTo>
                    <a:pt x="175140" y="93495"/>
                  </a:lnTo>
                  <a:lnTo>
                    <a:pt x="172949" y="68697"/>
                  </a:lnTo>
                  <a:lnTo>
                    <a:pt x="154103" y="32687"/>
                  </a:lnTo>
                  <a:lnTo>
                    <a:pt x="108816" y="8473"/>
                  </a:lnTo>
                  <a:lnTo>
                    <a:pt x="67200" y="4072"/>
                  </a:lnTo>
                  <a:lnTo>
                    <a:pt x="29053" y="18114"/>
                  </a:lnTo>
                  <a:lnTo>
                    <a:pt x="38402" y="59603"/>
                  </a:lnTo>
                </a:path>
              </a:pathLst>
            </a:custGeom>
            <a:ln w="42775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6174969" y="2329238"/>
              <a:ext cx="187960" cy="215900"/>
            </a:xfrm>
            <a:custGeom>
              <a:avLst/>
              <a:gdLst/>
              <a:ahLst/>
              <a:cxnLst/>
              <a:rect l="l" t="t" r="r" b="b"/>
              <a:pathLst>
                <a:path w="187960" h="215900">
                  <a:moveTo>
                    <a:pt x="33599" y="63109"/>
                  </a:moveTo>
                  <a:lnTo>
                    <a:pt x="1095" y="38877"/>
                  </a:lnTo>
                  <a:lnTo>
                    <a:pt x="0" y="31408"/>
                  </a:lnTo>
                  <a:lnTo>
                    <a:pt x="1095" y="23720"/>
                  </a:lnTo>
                  <a:lnTo>
                    <a:pt x="40612" y="0"/>
                  </a:lnTo>
                  <a:lnTo>
                    <a:pt x="55677" y="1460"/>
                  </a:lnTo>
                  <a:lnTo>
                    <a:pt x="100215" y="30386"/>
                  </a:lnTo>
                  <a:lnTo>
                    <a:pt x="116139" y="73920"/>
                  </a:lnTo>
                  <a:lnTo>
                    <a:pt x="122421" y="119207"/>
                  </a:lnTo>
                  <a:lnTo>
                    <a:pt x="124722" y="160294"/>
                  </a:lnTo>
                  <a:lnTo>
                    <a:pt x="124758" y="170629"/>
                  </a:lnTo>
                  <a:lnTo>
                    <a:pt x="124849" y="181422"/>
                  </a:lnTo>
                  <a:lnTo>
                    <a:pt x="142873" y="215624"/>
                  </a:lnTo>
                  <a:lnTo>
                    <a:pt x="150652" y="214784"/>
                  </a:lnTo>
                  <a:lnTo>
                    <a:pt x="158650" y="211534"/>
                  </a:lnTo>
                  <a:lnTo>
                    <a:pt x="166338" y="206147"/>
                  </a:lnTo>
                  <a:lnTo>
                    <a:pt x="173697" y="199117"/>
                  </a:lnTo>
                  <a:lnTo>
                    <a:pt x="180837" y="190990"/>
                  </a:lnTo>
                  <a:lnTo>
                    <a:pt x="187868" y="182317"/>
                  </a:lnTo>
                </a:path>
              </a:pathLst>
            </a:custGeom>
            <a:ln w="42775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/>
          <p:nvPr/>
        </p:nvSpPr>
        <p:spPr>
          <a:xfrm>
            <a:off x="6461008" y="2204186"/>
            <a:ext cx="126364" cy="264795"/>
          </a:xfrm>
          <a:custGeom>
            <a:avLst/>
            <a:gdLst/>
            <a:ahLst/>
            <a:cxnLst/>
            <a:rect l="l" t="t" r="r" b="b"/>
            <a:pathLst>
              <a:path w="126365" h="264794">
                <a:moveTo>
                  <a:pt x="0" y="33892"/>
                </a:moveTo>
                <a:lnTo>
                  <a:pt x="1734" y="21858"/>
                </a:lnTo>
                <a:lnTo>
                  <a:pt x="3360" y="11248"/>
                </a:lnTo>
                <a:lnTo>
                  <a:pt x="4766" y="3487"/>
                </a:lnTo>
                <a:lnTo>
                  <a:pt x="5843" y="0"/>
                </a:lnTo>
                <a:lnTo>
                  <a:pt x="6519" y="2136"/>
                </a:lnTo>
                <a:lnTo>
                  <a:pt x="6866" y="10956"/>
                </a:lnTo>
                <a:lnTo>
                  <a:pt x="6994" y="27446"/>
                </a:lnTo>
                <a:lnTo>
                  <a:pt x="7012" y="52591"/>
                </a:lnTo>
                <a:lnTo>
                  <a:pt x="7085" y="86447"/>
                </a:lnTo>
                <a:lnTo>
                  <a:pt x="7596" y="125342"/>
                </a:lnTo>
                <a:lnTo>
                  <a:pt x="8984" y="164676"/>
                </a:lnTo>
                <a:lnTo>
                  <a:pt x="16051" y="227147"/>
                </a:lnTo>
                <a:lnTo>
                  <a:pt x="38567" y="264125"/>
                </a:lnTo>
                <a:lnTo>
                  <a:pt x="48793" y="264198"/>
                </a:lnTo>
                <a:lnTo>
                  <a:pt x="59895" y="260327"/>
                </a:lnTo>
                <a:lnTo>
                  <a:pt x="71436" y="254264"/>
                </a:lnTo>
                <a:lnTo>
                  <a:pt x="82977" y="247764"/>
                </a:lnTo>
                <a:lnTo>
                  <a:pt x="94171" y="242231"/>
                </a:lnTo>
                <a:lnTo>
                  <a:pt x="105036" y="237684"/>
                </a:lnTo>
                <a:lnTo>
                  <a:pt x="115682" y="233794"/>
                </a:lnTo>
                <a:lnTo>
                  <a:pt x="126219" y="230233"/>
                </a:lnTo>
              </a:path>
            </a:pathLst>
          </a:custGeom>
          <a:ln w="42775">
            <a:solidFill>
              <a:srgbClr val="371A9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9" name="object 39"/>
          <p:cNvGrpSpPr/>
          <p:nvPr/>
        </p:nvGrpSpPr>
        <p:grpSpPr>
          <a:xfrm>
            <a:off x="6664011" y="2019181"/>
            <a:ext cx="1663064" cy="1091565"/>
            <a:chOff x="6664011" y="2019181"/>
            <a:chExt cx="1663064" cy="1091565"/>
          </a:xfrm>
        </p:grpSpPr>
        <p:sp>
          <p:nvSpPr>
            <p:cNvPr id="40" name="object 40"/>
            <p:cNvSpPr/>
            <p:nvPr/>
          </p:nvSpPr>
          <p:spPr>
            <a:xfrm>
              <a:off x="6685399" y="2163283"/>
              <a:ext cx="252729" cy="19050"/>
            </a:xfrm>
            <a:custGeom>
              <a:avLst/>
              <a:gdLst/>
              <a:ahLst/>
              <a:cxnLst/>
              <a:rect l="l" t="t" r="r" b="b"/>
              <a:pathLst>
                <a:path w="252729" h="19050">
                  <a:moveTo>
                    <a:pt x="0" y="18699"/>
                  </a:moveTo>
                  <a:lnTo>
                    <a:pt x="46930" y="15229"/>
                  </a:lnTo>
                  <a:lnTo>
                    <a:pt x="91450" y="11979"/>
                  </a:lnTo>
                  <a:lnTo>
                    <a:pt x="131149" y="9166"/>
                  </a:lnTo>
                  <a:lnTo>
                    <a:pt x="187265" y="5642"/>
                  </a:lnTo>
                  <a:lnTo>
                    <a:pt x="203791" y="4820"/>
                  </a:lnTo>
                  <a:lnTo>
                    <a:pt x="215716" y="4218"/>
                  </a:lnTo>
                  <a:lnTo>
                    <a:pt x="252439" y="0"/>
                  </a:lnTo>
                  <a:lnTo>
                    <a:pt x="250028" y="401"/>
                  </a:lnTo>
                  <a:lnTo>
                    <a:pt x="243673" y="1460"/>
                  </a:lnTo>
                  <a:lnTo>
                    <a:pt x="234689" y="2958"/>
                  </a:lnTo>
                  <a:lnTo>
                    <a:pt x="224390" y="4674"/>
                  </a:lnTo>
                </a:path>
              </a:pathLst>
            </a:custGeom>
            <a:ln w="42775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6811071" y="2181981"/>
              <a:ext cx="36195" cy="248285"/>
            </a:xfrm>
            <a:custGeom>
              <a:avLst/>
              <a:gdLst/>
              <a:ahLst/>
              <a:cxnLst/>
              <a:rect l="l" t="t" r="r" b="b"/>
              <a:pathLst>
                <a:path w="36195" h="248285">
                  <a:moveTo>
                    <a:pt x="21584" y="0"/>
                  </a:moveTo>
                  <a:lnTo>
                    <a:pt x="0" y="46583"/>
                  </a:lnTo>
                  <a:lnTo>
                    <a:pt x="1424" y="65008"/>
                  </a:lnTo>
                  <a:lnTo>
                    <a:pt x="4163" y="86282"/>
                  </a:lnTo>
                  <a:lnTo>
                    <a:pt x="7559" y="109857"/>
                  </a:lnTo>
                  <a:lnTo>
                    <a:pt x="11047" y="135002"/>
                  </a:lnTo>
                  <a:lnTo>
                    <a:pt x="14425" y="160257"/>
                  </a:lnTo>
                  <a:lnTo>
                    <a:pt x="17585" y="183978"/>
                  </a:lnTo>
                  <a:lnTo>
                    <a:pt x="20415" y="204522"/>
                  </a:lnTo>
                  <a:lnTo>
                    <a:pt x="28596" y="244258"/>
                  </a:lnTo>
                  <a:lnTo>
                    <a:pt x="30933" y="247764"/>
                  </a:lnTo>
                  <a:lnTo>
                    <a:pt x="33271" y="243089"/>
                  </a:lnTo>
                  <a:lnTo>
                    <a:pt x="35608" y="238414"/>
                  </a:lnTo>
                </a:path>
              </a:pathLst>
            </a:custGeom>
            <a:ln w="42775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13097" y="2240065"/>
              <a:ext cx="414421" cy="236779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7092270" y="2277815"/>
              <a:ext cx="177800" cy="811530"/>
            </a:xfrm>
            <a:custGeom>
              <a:avLst/>
              <a:gdLst/>
              <a:ahLst/>
              <a:cxnLst/>
              <a:rect l="l" t="t" r="r" b="b"/>
              <a:pathLst>
                <a:path w="177800" h="811530">
                  <a:moveTo>
                    <a:pt x="112030" y="23374"/>
                  </a:moveTo>
                  <a:lnTo>
                    <a:pt x="109693" y="11687"/>
                  </a:lnTo>
                  <a:lnTo>
                    <a:pt x="107355" y="0"/>
                  </a:lnTo>
                  <a:lnTo>
                    <a:pt x="106186" y="0"/>
                  </a:lnTo>
                  <a:lnTo>
                    <a:pt x="105566" y="2501"/>
                  </a:lnTo>
                  <a:lnTo>
                    <a:pt x="105602" y="11248"/>
                  </a:lnTo>
                  <a:lnTo>
                    <a:pt x="108524" y="54928"/>
                  </a:lnTo>
                  <a:lnTo>
                    <a:pt x="116412" y="139951"/>
                  </a:lnTo>
                  <a:lnTo>
                    <a:pt x="122329" y="193638"/>
                  </a:lnTo>
                  <a:lnTo>
                    <a:pt x="129560" y="251270"/>
                  </a:lnTo>
                  <a:lnTo>
                    <a:pt x="136227" y="298607"/>
                  </a:lnTo>
                  <a:lnTo>
                    <a:pt x="143342" y="346392"/>
                  </a:lnTo>
                  <a:lnTo>
                    <a:pt x="150513" y="394234"/>
                  </a:lnTo>
                  <a:lnTo>
                    <a:pt x="157347" y="441740"/>
                  </a:lnTo>
                  <a:lnTo>
                    <a:pt x="163453" y="488516"/>
                  </a:lnTo>
                  <a:lnTo>
                    <a:pt x="169588" y="545197"/>
                  </a:lnTo>
                  <a:lnTo>
                    <a:pt x="173971" y="598373"/>
                  </a:lnTo>
                  <a:lnTo>
                    <a:pt x="176601" y="646290"/>
                  </a:lnTo>
                  <a:lnTo>
                    <a:pt x="177477" y="687195"/>
                  </a:lnTo>
                  <a:lnTo>
                    <a:pt x="176637" y="719863"/>
                  </a:lnTo>
                  <a:lnTo>
                    <a:pt x="170574" y="764602"/>
                  </a:lnTo>
                  <a:lnTo>
                    <a:pt x="153665" y="799974"/>
                  </a:lnTo>
                  <a:lnTo>
                    <a:pt x="130656" y="811222"/>
                  </a:lnTo>
                  <a:lnTo>
                    <a:pt x="121087" y="809031"/>
                  </a:lnTo>
                  <a:lnTo>
                    <a:pt x="76257" y="768693"/>
                  </a:lnTo>
                  <a:lnTo>
                    <a:pt x="37142" y="710806"/>
                  </a:lnTo>
                  <a:lnTo>
                    <a:pt x="20872" y="675508"/>
                  </a:lnTo>
                  <a:lnTo>
                    <a:pt x="9386" y="637525"/>
                  </a:lnTo>
                  <a:lnTo>
                    <a:pt x="2611" y="597789"/>
                  </a:lnTo>
                  <a:lnTo>
                    <a:pt x="0" y="557177"/>
                  </a:lnTo>
                  <a:lnTo>
                    <a:pt x="1004" y="516564"/>
                  </a:lnTo>
                  <a:lnTo>
                    <a:pt x="5149" y="476902"/>
                  </a:lnTo>
                  <a:lnTo>
                    <a:pt x="12253" y="439430"/>
                  </a:lnTo>
                  <a:lnTo>
                    <a:pt x="34896" y="376321"/>
                  </a:lnTo>
                  <a:lnTo>
                    <a:pt x="67327" y="333955"/>
                  </a:lnTo>
                  <a:lnTo>
                    <a:pt x="85844" y="318141"/>
                  </a:lnTo>
                  <a:lnTo>
                    <a:pt x="105018" y="303861"/>
                  </a:lnTo>
                </a:path>
              </a:pathLst>
            </a:custGeom>
            <a:ln w="42775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74146" y="2220198"/>
              <a:ext cx="168922" cy="245782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7491289" y="2040569"/>
              <a:ext cx="814069" cy="416559"/>
            </a:xfrm>
            <a:custGeom>
              <a:avLst/>
              <a:gdLst/>
              <a:ahLst/>
              <a:cxnLst/>
              <a:rect l="l" t="t" r="r" b="b"/>
              <a:pathLst>
                <a:path w="814070" h="416560">
                  <a:moveTo>
                    <a:pt x="56608" y="239583"/>
                  </a:moveTo>
                  <a:lnTo>
                    <a:pt x="34403" y="203353"/>
                  </a:lnTo>
                  <a:lnTo>
                    <a:pt x="9860" y="233739"/>
                  </a:lnTo>
                  <a:lnTo>
                    <a:pt x="1680" y="278880"/>
                  </a:lnTo>
                  <a:lnTo>
                    <a:pt x="0" y="304245"/>
                  </a:lnTo>
                  <a:lnTo>
                    <a:pt x="511" y="328404"/>
                  </a:lnTo>
                  <a:lnTo>
                    <a:pt x="9276" y="367117"/>
                  </a:lnTo>
                  <a:lnTo>
                    <a:pt x="42054" y="400461"/>
                  </a:lnTo>
                  <a:lnTo>
                    <a:pt x="92838" y="385670"/>
                  </a:lnTo>
                  <a:lnTo>
                    <a:pt x="128775" y="330157"/>
                  </a:lnTo>
                  <a:lnTo>
                    <a:pt x="144114" y="291992"/>
                  </a:lnTo>
                  <a:lnTo>
                    <a:pt x="155947" y="250101"/>
                  </a:lnTo>
                  <a:lnTo>
                    <a:pt x="163361" y="206914"/>
                  </a:lnTo>
                  <a:lnTo>
                    <a:pt x="167050" y="164932"/>
                  </a:lnTo>
                  <a:lnTo>
                    <a:pt x="168109" y="126676"/>
                  </a:lnTo>
                  <a:lnTo>
                    <a:pt x="166521" y="70633"/>
                  </a:lnTo>
                  <a:lnTo>
                    <a:pt x="159454" y="29217"/>
                  </a:lnTo>
                  <a:lnTo>
                    <a:pt x="143092" y="0"/>
                  </a:lnTo>
                  <a:lnTo>
                    <a:pt x="140042" y="1716"/>
                  </a:lnTo>
                  <a:lnTo>
                    <a:pt x="137249" y="46747"/>
                  </a:lnTo>
                  <a:lnTo>
                    <a:pt x="141631" y="115701"/>
                  </a:lnTo>
                  <a:lnTo>
                    <a:pt x="145794" y="156861"/>
                  </a:lnTo>
                  <a:lnTo>
                    <a:pt x="151273" y="198678"/>
                  </a:lnTo>
                  <a:lnTo>
                    <a:pt x="157974" y="238578"/>
                  </a:lnTo>
                  <a:lnTo>
                    <a:pt x="173131" y="306984"/>
                  </a:lnTo>
                  <a:lnTo>
                    <a:pt x="187119" y="352618"/>
                  </a:lnTo>
                  <a:lnTo>
                    <a:pt x="211461" y="390893"/>
                  </a:lnTo>
                  <a:lnTo>
                    <a:pt x="250046" y="385999"/>
                  </a:lnTo>
                  <a:lnTo>
                    <a:pt x="276378" y="355393"/>
                  </a:lnTo>
                  <a:lnTo>
                    <a:pt x="297269" y="306783"/>
                  </a:lnTo>
                  <a:lnTo>
                    <a:pt x="309211" y="251562"/>
                  </a:lnTo>
                  <a:lnTo>
                    <a:pt x="314525" y="209872"/>
                  </a:lnTo>
                  <a:lnTo>
                    <a:pt x="296520" y="251325"/>
                  </a:lnTo>
                  <a:lnTo>
                    <a:pt x="295570" y="297452"/>
                  </a:lnTo>
                  <a:lnTo>
                    <a:pt x="298967" y="346519"/>
                  </a:lnTo>
                  <a:lnTo>
                    <a:pt x="318835" y="385341"/>
                  </a:lnTo>
                  <a:lnTo>
                    <a:pt x="360470" y="389176"/>
                  </a:lnTo>
                  <a:lnTo>
                    <a:pt x="393504" y="349404"/>
                  </a:lnTo>
                  <a:lnTo>
                    <a:pt x="412660" y="304226"/>
                  </a:lnTo>
                  <a:lnTo>
                    <a:pt x="425734" y="254118"/>
                  </a:lnTo>
                  <a:lnTo>
                    <a:pt x="431048" y="215898"/>
                  </a:lnTo>
                  <a:lnTo>
                    <a:pt x="426246" y="267248"/>
                  </a:lnTo>
                  <a:lnTo>
                    <a:pt x="432308" y="323601"/>
                  </a:lnTo>
                  <a:lnTo>
                    <a:pt x="441055" y="367135"/>
                  </a:lnTo>
                  <a:lnTo>
                    <a:pt x="466055" y="405045"/>
                  </a:lnTo>
                  <a:lnTo>
                    <a:pt x="491364" y="416056"/>
                  </a:lnTo>
                  <a:lnTo>
                    <a:pt x="500129" y="415764"/>
                  </a:lnTo>
                  <a:lnTo>
                    <a:pt x="535062" y="384063"/>
                  </a:lnTo>
                  <a:lnTo>
                    <a:pt x="549269" y="347395"/>
                  </a:lnTo>
                  <a:lnTo>
                    <a:pt x="554492" y="300446"/>
                  </a:lnTo>
                  <a:lnTo>
                    <a:pt x="549854" y="252420"/>
                  </a:lnTo>
                  <a:lnTo>
                    <a:pt x="532999" y="206421"/>
                  </a:lnTo>
                  <a:lnTo>
                    <a:pt x="501736" y="180710"/>
                  </a:lnTo>
                  <a:lnTo>
                    <a:pt x="462001" y="176272"/>
                  </a:lnTo>
                  <a:lnTo>
                    <a:pt x="509041" y="202550"/>
                  </a:lnTo>
                  <a:lnTo>
                    <a:pt x="558857" y="204449"/>
                  </a:lnTo>
                  <a:lnTo>
                    <a:pt x="581354" y="204522"/>
                  </a:lnTo>
                  <a:lnTo>
                    <a:pt x="598867" y="204595"/>
                  </a:lnTo>
                  <a:lnTo>
                    <a:pt x="641250" y="220299"/>
                  </a:lnTo>
                  <a:lnTo>
                    <a:pt x="648554" y="274790"/>
                  </a:lnTo>
                  <a:lnTo>
                    <a:pt x="643861" y="322031"/>
                  </a:lnTo>
                  <a:lnTo>
                    <a:pt x="634658" y="360360"/>
                  </a:lnTo>
                  <a:lnTo>
                    <a:pt x="626933" y="375152"/>
                  </a:lnTo>
                  <a:lnTo>
                    <a:pt x="625746" y="372851"/>
                  </a:lnTo>
                  <a:lnTo>
                    <a:pt x="635114" y="333079"/>
                  </a:lnTo>
                  <a:lnTo>
                    <a:pt x="656589" y="278296"/>
                  </a:lnTo>
                  <a:lnTo>
                    <a:pt x="680693" y="224390"/>
                  </a:lnTo>
                  <a:lnTo>
                    <a:pt x="704359" y="184782"/>
                  </a:lnTo>
                  <a:lnTo>
                    <a:pt x="733595" y="169443"/>
                  </a:lnTo>
                  <a:lnTo>
                    <a:pt x="740297" y="170630"/>
                  </a:lnTo>
                  <a:lnTo>
                    <a:pt x="755491" y="209197"/>
                  </a:lnTo>
                  <a:lnTo>
                    <a:pt x="757536" y="250101"/>
                  </a:lnTo>
                  <a:lnTo>
                    <a:pt x="757828" y="291005"/>
                  </a:lnTo>
                  <a:lnTo>
                    <a:pt x="757883" y="306509"/>
                  </a:lnTo>
                  <a:lnTo>
                    <a:pt x="764603" y="344108"/>
                  </a:lnTo>
                  <a:lnTo>
                    <a:pt x="781202" y="355284"/>
                  </a:lnTo>
                  <a:lnTo>
                    <a:pt x="788616" y="352600"/>
                  </a:lnTo>
                  <a:lnTo>
                    <a:pt x="796687" y="346957"/>
                  </a:lnTo>
                  <a:lnTo>
                    <a:pt x="805196" y="339342"/>
                  </a:lnTo>
                  <a:lnTo>
                    <a:pt x="813925" y="330741"/>
                  </a:lnTo>
                </a:path>
              </a:pathLst>
            </a:custGeom>
            <a:ln w="42775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7603997" y="2167958"/>
              <a:ext cx="133350" cy="7620"/>
            </a:xfrm>
            <a:custGeom>
              <a:avLst/>
              <a:gdLst/>
              <a:ahLst/>
              <a:cxnLst/>
              <a:rect l="l" t="t" r="r" b="b"/>
              <a:pathLst>
                <a:path w="133350" h="7619">
                  <a:moveTo>
                    <a:pt x="0" y="7012"/>
                  </a:moveTo>
                  <a:lnTo>
                    <a:pt x="33307" y="5259"/>
                  </a:lnTo>
                  <a:lnTo>
                    <a:pt x="66615" y="3506"/>
                  </a:lnTo>
                  <a:lnTo>
                    <a:pt x="99923" y="1753"/>
                  </a:lnTo>
                  <a:lnTo>
                    <a:pt x="133231" y="0"/>
                  </a:lnTo>
                </a:path>
              </a:pathLst>
            </a:custGeom>
            <a:ln w="42775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7856436" y="2111859"/>
              <a:ext cx="7620" cy="14604"/>
            </a:xfrm>
            <a:custGeom>
              <a:avLst/>
              <a:gdLst/>
              <a:ahLst/>
              <a:cxnLst/>
              <a:rect l="l" t="t" r="r" b="b"/>
              <a:pathLst>
                <a:path w="7620" h="14605">
                  <a:moveTo>
                    <a:pt x="7011" y="14024"/>
                  </a:moveTo>
                  <a:lnTo>
                    <a:pt x="4674" y="9349"/>
                  </a:lnTo>
                  <a:lnTo>
                    <a:pt x="2337" y="4674"/>
                  </a:lnTo>
                  <a:lnTo>
                    <a:pt x="0" y="0"/>
                  </a:lnTo>
                </a:path>
              </a:pathLst>
            </a:custGeom>
            <a:ln w="42775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7246375" y="2104848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w="0" h="14605">
                  <a:moveTo>
                    <a:pt x="0" y="14024"/>
                  </a:moveTo>
                  <a:lnTo>
                    <a:pt x="0" y="9349"/>
                  </a:lnTo>
                  <a:lnTo>
                    <a:pt x="0" y="4674"/>
                  </a:lnTo>
                  <a:lnTo>
                    <a:pt x="0" y="0"/>
                  </a:lnTo>
                </a:path>
              </a:pathLst>
            </a:custGeom>
            <a:ln w="42775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9" name="object 4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445107" y="2346417"/>
            <a:ext cx="91861" cy="179513"/>
          </a:xfrm>
          <a:prstGeom prst="rect">
            <a:avLst/>
          </a:prstGeom>
        </p:spPr>
      </p:pic>
      <p:grpSp>
        <p:nvGrpSpPr>
          <p:cNvPr id="50" name="object 50"/>
          <p:cNvGrpSpPr/>
          <p:nvPr/>
        </p:nvGrpSpPr>
        <p:grpSpPr>
          <a:xfrm>
            <a:off x="8676510" y="2071188"/>
            <a:ext cx="468630" cy="302260"/>
            <a:chOff x="8676510" y="2071188"/>
            <a:chExt cx="468630" cy="302260"/>
          </a:xfrm>
        </p:grpSpPr>
        <p:sp>
          <p:nvSpPr>
            <p:cNvPr id="51" name="object 51"/>
            <p:cNvSpPr/>
            <p:nvPr/>
          </p:nvSpPr>
          <p:spPr>
            <a:xfrm>
              <a:off x="8746982" y="2102510"/>
              <a:ext cx="147320" cy="240029"/>
            </a:xfrm>
            <a:custGeom>
              <a:avLst/>
              <a:gdLst/>
              <a:ahLst/>
              <a:cxnLst/>
              <a:rect l="l" t="t" r="r" b="b"/>
              <a:pathLst>
                <a:path w="147320" h="240030">
                  <a:moveTo>
                    <a:pt x="147255" y="23374"/>
                  </a:moveTo>
                  <a:lnTo>
                    <a:pt x="147255" y="11687"/>
                  </a:lnTo>
                  <a:lnTo>
                    <a:pt x="147255" y="0"/>
                  </a:lnTo>
                  <a:lnTo>
                    <a:pt x="142581" y="0"/>
                  </a:lnTo>
                  <a:lnTo>
                    <a:pt x="111026" y="44410"/>
                  </a:lnTo>
                  <a:lnTo>
                    <a:pt x="80348" y="104890"/>
                  </a:lnTo>
                  <a:lnTo>
                    <a:pt x="63694" y="138746"/>
                  </a:lnTo>
                  <a:lnTo>
                    <a:pt x="47916" y="170629"/>
                  </a:lnTo>
                  <a:lnTo>
                    <a:pt x="34129" y="197674"/>
                  </a:lnTo>
                  <a:lnTo>
                    <a:pt x="22643" y="218692"/>
                  </a:lnTo>
                  <a:lnTo>
                    <a:pt x="13567" y="232917"/>
                  </a:lnTo>
                  <a:lnTo>
                    <a:pt x="7012" y="239583"/>
                  </a:lnTo>
                  <a:lnTo>
                    <a:pt x="2958" y="238396"/>
                  </a:lnTo>
                  <a:lnTo>
                    <a:pt x="876" y="230964"/>
                  </a:lnTo>
                  <a:lnTo>
                    <a:pt x="109" y="219368"/>
                  </a:lnTo>
                  <a:lnTo>
                    <a:pt x="0" y="205690"/>
                  </a:lnTo>
                </a:path>
              </a:pathLst>
            </a:custGeom>
            <a:ln w="42775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76510" y="2116183"/>
              <a:ext cx="232104" cy="220418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8943324" y="2092576"/>
              <a:ext cx="180340" cy="259079"/>
            </a:xfrm>
            <a:custGeom>
              <a:avLst/>
              <a:gdLst/>
              <a:ahLst/>
              <a:cxnLst/>
              <a:rect l="l" t="t" r="r" b="b"/>
              <a:pathLst>
                <a:path w="180340" h="259080">
                  <a:moveTo>
                    <a:pt x="154267" y="61356"/>
                  </a:moveTo>
                  <a:lnTo>
                    <a:pt x="157682" y="52609"/>
                  </a:lnTo>
                  <a:lnTo>
                    <a:pt x="160549" y="43972"/>
                  </a:lnTo>
                  <a:lnTo>
                    <a:pt x="162321" y="35554"/>
                  </a:lnTo>
                  <a:lnTo>
                    <a:pt x="162449" y="27464"/>
                  </a:lnTo>
                  <a:lnTo>
                    <a:pt x="160531" y="19849"/>
                  </a:lnTo>
                  <a:lnTo>
                    <a:pt x="128556" y="0"/>
                  </a:lnTo>
                  <a:lnTo>
                    <a:pt x="117965" y="2264"/>
                  </a:lnTo>
                  <a:lnTo>
                    <a:pt x="74358" y="27756"/>
                  </a:lnTo>
                  <a:lnTo>
                    <a:pt x="47916" y="56681"/>
                  </a:lnTo>
                  <a:lnTo>
                    <a:pt x="38858" y="89259"/>
                  </a:lnTo>
                  <a:lnTo>
                    <a:pt x="42656" y="105493"/>
                  </a:lnTo>
                  <a:lnTo>
                    <a:pt x="68569" y="135167"/>
                  </a:lnTo>
                  <a:lnTo>
                    <a:pt x="109291" y="158760"/>
                  </a:lnTo>
                  <a:lnTo>
                    <a:pt x="144023" y="174647"/>
                  </a:lnTo>
                  <a:lnTo>
                    <a:pt x="155874" y="180271"/>
                  </a:lnTo>
                  <a:lnTo>
                    <a:pt x="164877" y="185457"/>
                  </a:lnTo>
                  <a:lnTo>
                    <a:pt x="171798" y="191082"/>
                  </a:lnTo>
                  <a:lnTo>
                    <a:pt x="177094" y="197820"/>
                  </a:lnTo>
                  <a:lnTo>
                    <a:pt x="179979" y="205544"/>
                  </a:lnTo>
                  <a:lnTo>
                    <a:pt x="179358" y="213926"/>
                  </a:lnTo>
                  <a:lnTo>
                    <a:pt x="149008" y="239583"/>
                  </a:lnTo>
                  <a:lnTo>
                    <a:pt x="95230" y="257259"/>
                  </a:lnTo>
                  <a:lnTo>
                    <a:pt x="77864" y="258866"/>
                  </a:lnTo>
                  <a:lnTo>
                    <a:pt x="61593" y="256967"/>
                  </a:lnTo>
                  <a:lnTo>
                    <a:pt x="46747" y="250685"/>
                  </a:lnTo>
                  <a:lnTo>
                    <a:pt x="33527" y="239510"/>
                  </a:lnTo>
                  <a:lnTo>
                    <a:pt x="21620" y="224390"/>
                  </a:lnTo>
                  <a:lnTo>
                    <a:pt x="10591" y="206640"/>
                  </a:lnTo>
                  <a:lnTo>
                    <a:pt x="0" y="187576"/>
                  </a:lnTo>
                </a:path>
              </a:pathLst>
            </a:custGeom>
            <a:ln w="42775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4" name="object 54"/>
          <p:cNvGrpSpPr/>
          <p:nvPr/>
        </p:nvGrpSpPr>
        <p:grpSpPr>
          <a:xfrm>
            <a:off x="9195412" y="2013338"/>
            <a:ext cx="361315" cy="435609"/>
            <a:chOff x="9195412" y="2013338"/>
            <a:chExt cx="361315" cy="435609"/>
          </a:xfrm>
        </p:grpSpPr>
        <p:sp>
          <p:nvSpPr>
            <p:cNvPr id="55" name="object 55"/>
            <p:cNvSpPr/>
            <p:nvPr/>
          </p:nvSpPr>
          <p:spPr>
            <a:xfrm>
              <a:off x="9216800" y="2115366"/>
              <a:ext cx="131445" cy="227329"/>
            </a:xfrm>
            <a:custGeom>
              <a:avLst/>
              <a:gdLst/>
              <a:ahLst/>
              <a:cxnLst/>
              <a:rect l="l" t="t" r="r" b="b"/>
              <a:pathLst>
                <a:path w="131445" h="227330">
                  <a:moveTo>
                    <a:pt x="91158" y="52591"/>
                  </a:moveTo>
                  <a:lnTo>
                    <a:pt x="84292" y="11175"/>
                  </a:lnTo>
                  <a:lnTo>
                    <a:pt x="61940" y="0"/>
                  </a:lnTo>
                  <a:lnTo>
                    <a:pt x="49340" y="2775"/>
                  </a:lnTo>
                  <a:lnTo>
                    <a:pt x="12855" y="30386"/>
                  </a:lnTo>
                  <a:lnTo>
                    <a:pt x="6135" y="59749"/>
                  </a:lnTo>
                  <a:lnTo>
                    <a:pt x="8911" y="75253"/>
                  </a:lnTo>
                  <a:lnTo>
                    <a:pt x="36375" y="115116"/>
                  </a:lnTo>
                  <a:lnTo>
                    <a:pt x="81443" y="147237"/>
                  </a:lnTo>
                  <a:lnTo>
                    <a:pt x="97001" y="157628"/>
                  </a:lnTo>
                  <a:lnTo>
                    <a:pt x="110807" y="167799"/>
                  </a:lnTo>
                  <a:lnTo>
                    <a:pt x="121544" y="177642"/>
                  </a:lnTo>
                  <a:lnTo>
                    <a:pt x="128209" y="187010"/>
                  </a:lnTo>
                  <a:lnTo>
                    <a:pt x="131040" y="195610"/>
                  </a:lnTo>
                  <a:lnTo>
                    <a:pt x="130583" y="203116"/>
                  </a:lnTo>
                  <a:lnTo>
                    <a:pt x="89332" y="222618"/>
                  </a:lnTo>
                  <a:lnTo>
                    <a:pt x="45524" y="227293"/>
                  </a:lnTo>
                  <a:lnTo>
                    <a:pt x="32285" y="226873"/>
                  </a:lnTo>
                  <a:lnTo>
                    <a:pt x="164" y="196231"/>
                  </a:lnTo>
                  <a:lnTo>
                    <a:pt x="0" y="185823"/>
                  </a:lnTo>
                </a:path>
              </a:pathLst>
            </a:custGeom>
            <a:ln w="42775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9406130" y="2034726"/>
              <a:ext cx="129539" cy="393065"/>
            </a:xfrm>
            <a:custGeom>
              <a:avLst/>
              <a:gdLst/>
              <a:ahLst/>
              <a:cxnLst/>
              <a:rect l="l" t="t" r="r" b="b"/>
              <a:pathLst>
                <a:path w="129540" h="393064">
                  <a:moveTo>
                    <a:pt x="14023" y="0"/>
                  </a:moveTo>
                  <a:lnTo>
                    <a:pt x="45578" y="34330"/>
                  </a:lnTo>
                  <a:lnTo>
                    <a:pt x="77133" y="85314"/>
                  </a:lnTo>
                  <a:lnTo>
                    <a:pt x="92691" y="121215"/>
                  </a:lnTo>
                  <a:lnTo>
                    <a:pt x="106935" y="161280"/>
                  </a:lnTo>
                  <a:lnTo>
                    <a:pt x="118549" y="201344"/>
                  </a:lnTo>
                  <a:lnTo>
                    <a:pt x="128921" y="265878"/>
                  </a:lnTo>
                  <a:lnTo>
                    <a:pt x="126803" y="288376"/>
                  </a:lnTo>
                  <a:lnTo>
                    <a:pt x="109857" y="323729"/>
                  </a:lnTo>
                  <a:lnTo>
                    <a:pt x="80201" y="356306"/>
                  </a:lnTo>
                  <a:lnTo>
                    <a:pt x="47916" y="380995"/>
                  </a:lnTo>
                  <a:lnTo>
                    <a:pt x="10609" y="392500"/>
                  </a:lnTo>
                  <a:lnTo>
                    <a:pt x="0" y="392682"/>
                  </a:lnTo>
                </a:path>
              </a:pathLst>
            </a:custGeom>
            <a:ln w="42775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7" name="object 57"/>
          <p:cNvGrpSpPr/>
          <p:nvPr/>
        </p:nvGrpSpPr>
        <p:grpSpPr>
          <a:xfrm>
            <a:off x="2260355" y="3075685"/>
            <a:ext cx="1193165" cy="967740"/>
            <a:chOff x="2260355" y="3075685"/>
            <a:chExt cx="1193165" cy="967740"/>
          </a:xfrm>
        </p:grpSpPr>
        <p:sp>
          <p:nvSpPr>
            <p:cNvPr id="58" name="object 58"/>
            <p:cNvSpPr/>
            <p:nvPr/>
          </p:nvSpPr>
          <p:spPr>
            <a:xfrm>
              <a:off x="2281742" y="3163689"/>
              <a:ext cx="119380" cy="328295"/>
            </a:xfrm>
            <a:custGeom>
              <a:avLst/>
              <a:gdLst/>
              <a:ahLst/>
              <a:cxnLst/>
              <a:rect l="l" t="t" r="r" b="b"/>
              <a:pathLst>
                <a:path w="119380" h="328295">
                  <a:moveTo>
                    <a:pt x="0" y="0"/>
                  </a:moveTo>
                  <a:lnTo>
                    <a:pt x="1734" y="50509"/>
                  </a:lnTo>
                  <a:lnTo>
                    <a:pt x="3359" y="99047"/>
                  </a:lnTo>
                  <a:lnTo>
                    <a:pt x="4766" y="143640"/>
                  </a:lnTo>
                  <a:lnTo>
                    <a:pt x="5843" y="182317"/>
                  </a:lnTo>
                  <a:lnTo>
                    <a:pt x="6592" y="213707"/>
                  </a:lnTo>
                  <a:lnTo>
                    <a:pt x="7450" y="238852"/>
                  </a:lnTo>
                  <a:lnTo>
                    <a:pt x="11686" y="276981"/>
                  </a:lnTo>
                  <a:lnTo>
                    <a:pt x="29107" y="317575"/>
                  </a:lnTo>
                  <a:lnTo>
                    <a:pt x="56389" y="328258"/>
                  </a:lnTo>
                  <a:lnTo>
                    <a:pt x="66652" y="326377"/>
                  </a:lnTo>
                  <a:lnTo>
                    <a:pt x="77134" y="323729"/>
                  </a:lnTo>
                  <a:lnTo>
                    <a:pt x="87652" y="321300"/>
                  </a:lnTo>
                  <a:lnTo>
                    <a:pt x="98170" y="319200"/>
                  </a:lnTo>
                  <a:lnTo>
                    <a:pt x="108688" y="317319"/>
                  </a:lnTo>
                  <a:lnTo>
                    <a:pt x="119207" y="315548"/>
                  </a:lnTo>
                </a:path>
              </a:pathLst>
            </a:custGeom>
            <a:ln w="42775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439165" y="3266183"/>
              <a:ext cx="417927" cy="224251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2916345" y="3097073"/>
              <a:ext cx="515620" cy="924560"/>
            </a:xfrm>
            <a:custGeom>
              <a:avLst/>
              <a:gdLst/>
              <a:ahLst/>
              <a:cxnLst/>
              <a:rect l="l" t="t" r="r" b="b"/>
              <a:pathLst>
                <a:path w="515620" h="924560">
                  <a:moveTo>
                    <a:pt x="122713" y="283993"/>
                  </a:moveTo>
                  <a:lnTo>
                    <a:pt x="111208" y="234360"/>
                  </a:lnTo>
                  <a:lnTo>
                    <a:pt x="85150" y="196889"/>
                  </a:lnTo>
                  <a:lnTo>
                    <a:pt x="74796" y="195172"/>
                  </a:lnTo>
                  <a:lnTo>
                    <a:pt x="62488" y="196998"/>
                  </a:lnTo>
                  <a:lnTo>
                    <a:pt x="23373" y="227896"/>
                  </a:lnTo>
                  <a:lnTo>
                    <a:pt x="5551" y="270553"/>
                  </a:lnTo>
                  <a:lnTo>
                    <a:pt x="0" y="316717"/>
                  </a:lnTo>
                  <a:lnTo>
                    <a:pt x="2702" y="336000"/>
                  </a:lnTo>
                  <a:lnTo>
                    <a:pt x="25711" y="372814"/>
                  </a:lnTo>
                  <a:lnTo>
                    <a:pt x="68953" y="366971"/>
                  </a:lnTo>
                  <a:lnTo>
                    <a:pt x="93934" y="335854"/>
                  </a:lnTo>
                  <a:lnTo>
                    <a:pt x="114532" y="300355"/>
                  </a:lnTo>
                  <a:lnTo>
                    <a:pt x="126858" y="262884"/>
                  </a:lnTo>
                  <a:lnTo>
                    <a:pt x="123936" y="215442"/>
                  </a:lnTo>
                  <a:lnTo>
                    <a:pt x="114532" y="258282"/>
                  </a:lnTo>
                  <a:lnTo>
                    <a:pt x="121106" y="341113"/>
                  </a:lnTo>
                  <a:lnTo>
                    <a:pt x="128502" y="393869"/>
                  </a:lnTo>
                  <a:lnTo>
                    <a:pt x="139075" y="451117"/>
                  </a:lnTo>
                  <a:lnTo>
                    <a:pt x="149864" y="498585"/>
                  </a:lnTo>
                  <a:lnTo>
                    <a:pt x="162000" y="546165"/>
                  </a:lnTo>
                  <a:lnTo>
                    <a:pt x="174584" y="592567"/>
                  </a:lnTo>
                  <a:lnTo>
                    <a:pt x="186720" y="636501"/>
                  </a:lnTo>
                  <a:lnTo>
                    <a:pt x="197510" y="676676"/>
                  </a:lnTo>
                  <a:lnTo>
                    <a:pt x="208064" y="720265"/>
                  </a:lnTo>
                  <a:lnTo>
                    <a:pt x="215332" y="757170"/>
                  </a:lnTo>
                  <a:lnTo>
                    <a:pt x="219532" y="788597"/>
                  </a:lnTo>
                  <a:lnTo>
                    <a:pt x="220884" y="815751"/>
                  </a:lnTo>
                  <a:lnTo>
                    <a:pt x="219569" y="839636"/>
                  </a:lnTo>
                  <a:lnTo>
                    <a:pt x="209051" y="878204"/>
                  </a:lnTo>
                  <a:lnTo>
                    <a:pt x="175012" y="913338"/>
                  </a:lnTo>
                  <a:lnTo>
                    <a:pt x="136847" y="924458"/>
                  </a:lnTo>
                  <a:lnTo>
                    <a:pt x="125927" y="921372"/>
                  </a:lnTo>
                  <a:lnTo>
                    <a:pt x="86721" y="866370"/>
                  </a:lnTo>
                  <a:lnTo>
                    <a:pt x="71436" y="830360"/>
                  </a:lnTo>
                  <a:lnTo>
                    <a:pt x="58124" y="788214"/>
                  </a:lnTo>
                  <a:lnTo>
                    <a:pt x="49085" y="742123"/>
                  </a:lnTo>
                  <a:lnTo>
                    <a:pt x="46163" y="693988"/>
                  </a:lnTo>
                  <a:lnTo>
                    <a:pt x="49377" y="644537"/>
                  </a:lnTo>
                  <a:lnTo>
                    <a:pt x="58288" y="594210"/>
                  </a:lnTo>
                  <a:lnTo>
                    <a:pt x="72459" y="543444"/>
                  </a:lnTo>
                  <a:lnTo>
                    <a:pt x="91213" y="492734"/>
                  </a:lnTo>
                  <a:lnTo>
                    <a:pt x="112925" y="442790"/>
                  </a:lnTo>
                  <a:lnTo>
                    <a:pt x="135733" y="394381"/>
                  </a:lnTo>
                  <a:lnTo>
                    <a:pt x="157774" y="348272"/>
                  </a:lnTo>
                  <a:lnTo>
                    <a:pt x="177496" y="305066"/>
                  </a:lnTo>
                  <a:lnTo>
                    <a:pt x="194588" y="264710"/>
                  </a:lnTo>
                  <a:lnTo>
                    <a:pt x="209051" y="226983"/>
                  </a:lnTo>
                  <a:lnTo>
                    <a:pt x="230142" y="158687"/>
                  </a:lnTo>
                  <a:lnTo>
                    <a:pt x="242085" y="101932"/>
                  </a:lnTo>
                  <a:lnTo>
                    <a:pt x="247398" y="61539"/>
                  </a:lnTo>
                  <a:lnTo>
                    <a:pt x="242194" y="16434"/>
                  </a:lnTo>
                  <a:lnTo>
                    <a:pt x="227896" y="0"/>
                  </a:lnTo>
                  <a:lnTo>
                    <a:pt x="222691" y="1186"/>
                  </a:lnTo>
                  <a:lnTo>
                    <a:pt x="208393" y="56079"/>
                  </a:lnTo>
                  <a:lnTo>
                    <a:pt x="208393" y="114916"/>
                  </a:lnTo>
                  <a:lnTo>
                    <a:pt x="213598" y="186243"/>
                  </a:lnTo>
                  <a:lnTo>
                    <a:pt x="222691" y="256912"/>
                  </a:lnTo>
                  <a:lnTo>
                    <a:pt x="233191" y="309358"/>
                  </a:lnTo>
                  <a:lnTo>
                    <a:pt x="251270" y="350609"/>
                  </a:lnTo>
                  <a:lnTo>
                    <a:pt x="282825" y="373983"/>
                  </a:lnTo>
                  <a:lnTo>
                    <a:pt x="290585" y="373125"/>
                  </a:lnTo>
                  <a:lnTo>
                    <a:pt x="316717" y="340091"/>
                  </a:lnTo>
                  <a:lnTo>
                    <a:pt x="339360" y="284870"/>
                  </a:lnTo>
                  <a:lnTo>
                    <a:pt x="357621" y="213871"/>
                  </a:lnTo>
                  <a:lnTo>
                    <a:pt x="363026" y="141996"/>
                  </a:lnTo>
                  <a:lnTo>
                    <a:pt x="358790" y="80640"/>
                  </a:lnTo>
                  <a:lnTo>
                    <a:pt x="350755" y="38859"/>
                  </a:lnTo>
                  <a:lnTo>
                    <a:pt x="343597" y="77134"/>
                  </a:lnTo>
                  <a:lnTo>
                    <a:pt x="346793" y="120850"/>
                  </a:lnTo>
                  <a:lnTo>
                    <a:pt x="350755" y="171798"/>
                  </a:lnTo>
                  <a:lnTo>
                    <a:pt x="354937" y="222746"/>
                  </a:lnTo>
                  <a:lnTo>
                    <a:pt x="358790" y="266463"/>
                  </a:lnTo>
                  <a:lnTo>
                    <a:pt x="364195" y="317739"/>
                  </a:lnTo>
                  <a:lnTo>
                    <a:pt x="365857" y="330723"/>
                  </a:lnTo>
                  <a:lnTo>
                    <a:pt x="366971" y="340091"/>
                  </a:lnTo>
                  <a:lnTo>
                    <a:pt x="367665" y="348619"/>
                  </a:lnTo>
                  <a:lnTo>
                    <a:pt x="368140" y="355722"/>
                  </a:lnTo>
                  <a:lnTo>
                    <a:pt x="368614" y="359977"/>
                  </a:lnTo>
                  <a:lnTo>
                    <a:pt x="369308" y="359959"/>
                  </a:lnTo>
                  <a:lnTo>
                    <a:pt x="370459" y="354572"/>
                  </a:lnTo>
                  <a:lnTo>
                    <a:pt x="372376" y="344035"/>
                  </a:lnTo>
                  <a:lnTo>
                    <a:pt x="375389" y="328897"/>
                  </a:lnTo>
                  <a:lnTo>
                    <a:pt x="385871" y="287262"/>
                  </a:lnTo>
                  <a:lnTo>
                    <a:pt x="401027" y="240185"/>
                  </a:lnTo>
                  <a:lnTo>
                    <a:pt x="416750" y="203609"/>
                  </a:lnTo>
                  <a:lnTo>
                    <a:pt x="447483" y="174355"/>
                  </a:lnTo>
                  <a:lnTo>
                    <a:pt x="455646" y="173259"/>
                  </a:lnTo>
                  <a:lnTo>
                    <a:pt x="463589" y="174355"/>
                  </a:lnTo>
                  <a:lnTo>
                    <a:pt x="489063" y="204595"/>
                  </a:lnTo>
                  <a:lnTo>
                    <a:pt x="499618" y="244824"/>
                  </a:lnTo>
                  <a:lnTo>
                    <a:pt x="510136" y="301761"/>
                  </a:lnTo>
                  <a:lnTo>
                    <a:pt x="515396" y="333079"/>
                  </a:lnTo>
                </a:path>
              </a:pathLst>
            </a:custGeom>
            <a:ln w="42775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3088144" y="3191738"/>
              <a:ext cx="147320" cy="28575"/>
            </a:xfrm>
            <a:custGeom>
              <a:avLst/>
              <a:gdLst/>
              <a:ahLst/>
              <a:cxnLst/>
              <a:rect l="l" t="t" r="r" b="b"/>
              <a:pathLst>
                <a:path w="147319" h="28575">
                  <a:moveTo>
                    <a:pt x="0" y="28048"/>
                  </a:moveTo>
                  <a:lnTo>
                    <a:pt x="36814" y="21036"/>
                  </a:lnTo>
                  <a:lnTo>
                    <a:pt x="73628" y="14024"/>
                  </a:lnTo>
                  <a:lnTo>
                    <a:pt x="110442" y="7012"/>
                  </a:lnTo>
                  <a:lnTo>
                    <a:pt x="147255" y="0"/>
                  </a:lnTo>
                </a:path>
              </a:pathLst>
            </a:custGeom>
            <a:ln w="42775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/>
          <p:cNvSpPr/>
          <p:nvPr/>
        </p:nvSpPr>
        <p:spPr>
          <a:xfrm>
            <a:off x="3677461" y="3069024"/>
            <a:ext cx="13970" cy="305435"/>
          </a:xfrm>
          <a:custGeom>
            <a:avLst/>
            <a:gdLst/>
            <a:ahLst/>
            <a:cxnLst/>
            <a:rect l="l" t="t" r="r" b="b"/>
            <a:pathLst>
              <a:path w="13970" h="305435">
                <a:moveTo>
                  <a:pt x="6719" y="38566"/>
                </a:moveTo>
                <a:lnTo>
                  <a:pt x="4985" y="24816"/>
                </a:lnTo>
                <a:lnTo>
                  <a:pt x="3359" y="12709"/>
                </a:lnTo>
                <a:lnTo>
                  <a:pt x="1953" y="3889"/>
                </a:lnTo>
                <a:lnTo>
                  <a:pt x="876" y="0"/>
                </a:lnTo>
                <a:lnTo>
                  <a:pt x="219" y="2538"/>
                </a:lnTo>
                <a:lnTo>
                  <a:pt x="0" y="12417"/>
                </a:lnTo>
                <a:lnTo>
                  <a:pt x="219" y="30404"/>
                </a:lnTo>
                <a:lnTo>
                  <a:pt x="1953" y="92893"/>
                </a:lnTo>
                <a:lnTo>
                  <a:pt x="3359" y="133669"/>
                </a:lnTo>
                <a:lnTo>
                  <a:pt x="4985" y="175103"/>
                </a:lnTo>
                <a:lnTo>
                  <a:pt x="8472" y="243070"/>
                </a:lnTo>
                <a:lnTo>
                  <a:pt x="11979" y="287152"/>
                </a:lnTo>
                <a:lnTo>
                  <a:pt x="13732" y="305030"/>
                </a:lnTo>
              </a:path>
            </a:pathLst>
          </a:custGeom>
          <a:ln w="42775">
            <a:solidFill>
              <a:srgbClr val="371A94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3" name="object 6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767975" y="3182036"/>
            <a:ext cx="63812" cy="213405"/>
          </a:xfrm>
          <a:prstGeom prst="rect">
            <a:avLst/>
          </a:prstGeom>
        </p:spPr>
      </p:pic>
      <p:sp>
        <p:nvSpPr>
          <p:cNvPr id="64" name="object 64"/>
          <p:cNvSpPr/>
          <p:nvPr/>
        </p:nvSpPr>
        <p:spPr>
          <a:xfrm>
            <a:off x="3768327" y="3079542"/>
            <a:ext cx="7620" cy="7620"/>
          </a:xfrm>
          <a:custGeom>
            <a:avLst/>
            <a:gdLst/>
            <a:ahLst/>
            <a:cxnLst/>
            <a:rect l="l" t="t" r="r" b="b"/>
            <a:pathLst>
              <a:path w="7620" h="7619">
                <a:moveTo>
                  <a:pt x="0" y="7012"/>
                </a:moveTo>
                <a:lnTo>
                  <a:pt x="2337" y="4674"/>
                </a:lnTo>
                <a:lnTo>
                  <a:pt x="4674" y="2337"/>
                </a:lnTo>
                <a:lnTo>
                  <a:pt x="7012" y="0"/>
                </a:lnTo>
              </a:path>
            </a:pathLst>
          </a:custGeom>
          <a:ln w="42775">
            <a:solidFill>
              <a:srgbClr val="371A9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5" name="object 65"/>
          <p:cNvGrpSpPr/>
          <p:nvPr/>
        </p:nvGrpSpPr>
        <p:grpSpPr>
          <a:xfrm>
            <a:off x="3880718" y="2961152"/>
            <a:ext cx="781685" cy="440690"/>
            <a:chOff x="3880718" y="2961152"/>
            <a:chExt cx="781685" cy="440690"/>
          </a:xfrm>
        </p:grpSpPr>
        <p:sp>
          <p:nvSpPr>
            <p:cNvPr id="66" name="object 66"/>
            <p:cNvSpPr/>
            <p:nvPr/>
          </p:nvSpPr>
          <p:spPr>
            <a:xfrm>
              <a:off x="3902106" y="2982540"/>
              <a:ext cx="738505" cy="397510"/>
            </a:xfrm>
            <a:custGeom>
              <a:avLst/>
              <a:gdLst/>
              <a:ahLst/>
              <a:cxnLst/>
              <a:rect l="l" t="t" r="r" b="b"/>
              <a:pathLst>
                <a:path w="738504" h="397510">
                  <a:moveTo>
                    <a:pt x="6464" y="230233"/>
                  </a:moveTo>
                  <a:lnTo>
                    <a:pt x="4729" y="216464"/>
                  </a:lnTo>
                  <a:lnTo>
                    <a:pt x="3104" y="204230"/>
                  </a:lnTo>
                  <a:lnTo>
                    <a:pt x="1698" y="195063"/>
                  </a:lnTo>
                  <a:lnTo>
                    <a:pt x="620" y="190497"/>
                  </a:lnTo>
                  <a:lnTo>
                    <a:pt x="0" y="191830"/>
                  </a:lnTo>
                  <a:lnTo>
                    <a:pt x="2958" y="233739"/>
                  </a:lnTo>
                  <a:lnTo>
                    <a:pt x="10116" y="289691"/>
                  </a:lnTo>
                  <a:lnTo>
                    <a:pt x="18151" y="344766"/>
                  </a:lnTo>
                  <a:lnTo>
                    <a:pt x="25711" y="384045"/>
                  </a:lnTo>
                  <a:lnTo>
                    <a:pt x="27500" y="385670"/>
                  </a:lnTo>
                  <a:lnTo>
                    <a:pt x="29290" y="382420"/>
                  </a:lnTo>
                  <a:lnTo>
                    <a:pt x="31299" y="374567"/>
                  </a:lnTo>
                  <a:lnTo>
                    <a:pt x="33746" y="362333"/>
                  </a:lnTo>
                  <a:lnTo>
                    <a:pt x="36850" y="345934"/>
                  </a:lnTo>
                  <a:lnTo>
                    <a:pt x="40849" y="325847"/>
                  </a:lnTo>
                  <a:lnTo>
                    <a:pt x="52792" y="280852"/>
                  </a:lnTo>
                  <a:lnTo>
                    <a:pt x="71984" y="240861"/>
                  </a:lnTo>
                  <a:lnTo>
                    <a:pt x="108141" y="205690"/>
                  </a:lnTo>
                  <a:lnTo>
                    <a:pt x="146708" y="226727"/>
                  </a:lnTo>
                  <a:lnTo>
                    <a:pt x="163508" y="280049"/>
                  </a:lnTo>
                  <a:lnTo>
                    <a:pt x="175925" y="337753"/>
                  </a:lnTo>
                  <a:lnTo>
                    <a:pt x="181184" y="382292"/>
                  </a:lnTo>
                  <a:lnTo>
                    <a:pt x="180600" y="385670"/>
                  </a:lnTo>
                  <a:lnTo>
                    <a:pt x="179596" y="384118"/>
                  </a:lnTo>
                  <a:lnTo>
                    <a:pt x="181970" y="327965"/>
                  </a:lnTo>
                  <a:lnTo>
                    <a:pt x="190114" y="279757"/>
                  </a:lnTo>
                  <a:lnTo>
                    <a:pt x="198843" y="241427"/>
                  </a:lnTo>
                  <a:lnTo>
                    <a:pt x="217834" y="202769"/>
                  </a:lnTo>
                  <a:lnTo>
                    <a:pt x="247070" y="185439"/>
                  </a:lnTo>
                  <a:lnTo>
                    <a:pt x="255104" y="185969"/>
                  </a:lnTo>
                  <a:lnTo>
                    <a:pt x="282898" y="216994"/>
                  </a:lnTo>
                  <a:lnTo>
                    <a:pt x="290312" y="259012"/>
                  </a:lnTo>
                  <a:lnTo>
                    <a:pt x="293964" y="293343"/>
                  </a:lnTo>
                  <a:lnTo>
                    <a:pt x="295753" y="310764"/>
                  </a:lnTo>
                  <a:lnTo>
                    <a:pt x="303313" y="356452"/>
                  </a:lnTo>
                  <a:lnTo>
                    <a:pt x="344054" y="363921"/>
                  </a:lnTo>
                  <a:lnTo>
                    <a:pt x="361456" y="327472"/>
                  </a:lnTo>
                  <a:lnTo>
                    <a:pt x="378695" y="279738"/>
                  </a:lnTo>
                  <a:lnTo>
                    <a:pt x="389122" y="241427"/>
                  </a:lnTo>
                  <a:lnTo>
                    <a:pt x="385451" y="202896"/>
                  </a:lnTo>
                  <a:lnTo>
                    <a:pt x="373435" y="246595"/>
                  </a:lnTo>
                  <a:lnTo>
                    <a:pt x="378548" y="292905"/>
                  </a:lnTo>
                  <a:lnTo>
                    <a:pt x="386291" y="336585"/>
                  </a:lnTo>
                  <a:lnTo>
                    <a:pt x="402397" y="374549"/>
                  </a:lnTo>
                  <a:lnTo>
                    <a:pt x="437275" y="396791"/>
                  </a:lnTo>
                  <a:lnTo>
                    <a:pt x="447063" y="397357"/>
                  </a:lnTo>
                  <a:lnTo>
                    <a:pt x="456468" y="394837"/>
                  </a:lnTo>
                  <a:lnTo>
                    <a:pt x="480955" y="362296"/>
                  </a:lnTo>
                  <a:lnTo>
                    <a:pt x="493081" y="313795"/>
                  </a:lnTo>
                  <a:lnTo>
                    <a:pt x="500823" y="240751"/>
                  </a:lnTo>
                  <a:lnTo>
                    <a:pt x="502795" y="195245"/>
                  </a:lnTo>
                  <a:lnTo>
                    <a:pt x="503453" y="147548"/>
                  </a:lnTo>
                  <a:lnTo>
                    <a:pt x="502795" y="102041"/>
                  </a:lnTo>
                  <a:lnTo>
                    <a:pt x="500823" y="63109"/>
                  </a:lnTo>
                  <a:lnTo>
                    <a:pt x="493811" y="14900"/>
                  </a:lnTo>
                  <a:lnTo>
                    <a:pt x="486799" y="0"/>
                  </a:lnTo>
                  <a:lnTo>
                    <a:pt x="484808" y="2136"/>
                  </a:lnTo>
                  <a:lnTo>
                    <a:pt x="485630" y="52591"/>
                  </a:lnTo>
                  <a:lnTo>
                    <a:pt x="491036" y="126803"/>
                  </a:lnTo>
                  <a:lnTo>
                    <a:pt x="495327" y="169607"/>
                  </a:lnTo>
                  <a:lnTo>
                    <a:pt x="500823" y="211534"/>
                  </a:lnTo>
                  <a:lnTo>
                    <a:pt x="507525" y="249590"/>
                  </a:lnTo>
                  <a:lnTo>
                    <a:pt x="522682" y="310800"/>
                  </a:lnTo>
                  <a:lnTo>
                    <a:pt x="536724" y="349495"/>
                  </a:lnTo>
                  <a:lnTo>
                    <a:pt x="567604" y="377653"/>
                  </a:lnTo>
                  <a:lnTo>
                    <a:pt x="608051" y="372577"/>
                  </a:lnTo>
                  <a:lnTo>
                    <a:pt x="631717" y="336585"/>
                  </a:lnTo>
                  <a:lnTo>
                    <a:pt x="647495" y="293051"/>
                  </a:lnTo>
                  <a:lnTo>
                    <a:pt x="659767" y="247764"/>
                  </a:lnTo>
                  <a:lnTo>
                    <a:pt x="665519" y="201582"/>
                  </a:lnTo>
                  <a:lnTo>
                    <a:pt x="669993" y="243965"/>
                  </a:lnTo>
                  <a:lnTo>
                    <a:pt x="685478" y="281656"/>
                  </a:lnTo>
                  <a:lnTo>
                    <a:pt x="707665" y="313704"/>
                  </a:lnTo>
                  <a:lnTo>
                    <a:pt x="721616" y="326194"/>
                  </a:lnTo>
                  <a:lnTo>
                    <a:pt x="727989" y="332056"/>
                  </a:lnTo>
                  <a:lnTo>
                    <a:pt x="733266" y="338137"/>
                  </a:lnTo>
                  <a:lnTo>
                    <a:pt x="736901" y="344766"/>
                  </a:lnTo>
                  <a:lnTo>
                    <a:pt x="738453" y="352106"/>
                  </a:lnTo>
                  <a:lnTo>
                    <a:pt x="737923" y="359666"/>
                  </a:lnTo>
                  <a:lnTo>
                    <a:pt x="705419" y="380210"/>
                  </a:lnTo>
                  <a:lnTo>
                    <a:pt x="691321" y="378658"/>
                  </a:lnTo>
                  <a:lnTo>
                    <a:pt x="673937" y="375024"/>
                  </a:lnTo>
                  <a:lnTo>
                    <a:pt x="653923" y="369747"/>
                  </a:lnTo>
                  <a:lnTo>
                    <a:pt x="632156" y="363373"/>
                  </a:lnTo>
                  <a:lnTo>
                    <a:pt x="609512" y="356453"/>
                  </a:lnTo>
                </a:path>
              </a:pathLst>
            </a:custGeom>
            <a:ln w="42775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4321121" y="3093567"/>
              <a:ext cx="183515" cy="7620"/>
            </a:xfrm>
            <a:custGeom>
              <a:avLst/>
              <a:gdLst/>
              <a:ahLst/>
              <a:cxnLst/>
              <a:rect l="l" t="t" r="r" b="b"/>
              <a:pathLst>
                <a:path w="183514" h="7619">
                  <a:moveTo>
                    <a:pt x="29217" y="7012"/>
                  </a:moveTo>
                  <a:lnTo>
                    <a:pt x="18900" y="5277"/>
                  </a:lnTo>
                  <a:lnTo>
                    <a:pt x="9787" y="3652"/>
                  </a:lnTo>
                  <a:lnTo>
                    <a:pt x="3086" y="2246"/>
                  </a:lnTo>
                  <a:lnTo>
                    <a:pt x="0" y="1168"/>
                  </a:lnTo>
                  <a:lnTo>
                    <a:pt x="1661" y="493"/>
                  </a:lnTo>
                  <a:lnTo>
                    <a:pt x="8911" y="146"/>
                  </a:lnTo>
                  <a:lnTo>
                    <a:pt x="22515" y="18"/>
                  </a:lnTo>
                  <a:lnTo>
                    <a:pt x="43241" y="0"/>
                  </a:lnTo>
                  <a:lnTo>
                    <a:pt x="71400" y="0"/>
                  </a:lnTo>
                  <a:lnTo>
                    <a:pt x="105475" y="0"/>
                  </a:lnTo>
                  <a:lnTo>
                    <a:pt x="143494" y="0"/>
                  </a:lnTo>
                  <a:lnTo>
                    <a:pt x="183485" y="0"/>
                  </a:lnTo>
                </a:path>
              </a:pathLst>
            </a:custGeom>
            <a:ln w="42775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8" name="object 6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139622" y="2962321"/>
              <a:ext cx="86017" cy="95075"/>
            </a:xfrm>
            <a:prstGeom prst="rect">
              <a:avLst/>
            </a:prstGeom>
          </p:spPr>
        </p:pic>
      </p:grpSp>
      <p:grpSp>
        <p:nvGrpSpPr>
          <p:cNvPr id="69" name="object 69"/>
          <p:cNvGrpSpPr/>
          <p:nvPr/>
        </p:nvGrpSpPr>
        <p:grpSpPr>
          <a:xfrm>
            <a:off x="2187530" y="3964480"/>
            <a:ext cx="840740" cy="556895"/>
            <a:chOff x="2187530" y="3964480"/>
            <a:chExt cx="840740" cy="556895"/>
          </a:xfrm>
        </p:grpSpPr>
        <p:sp>
          <p:nvSpPr>
            <p:cNvPr id="70" name="object 70"/>
            <p:cNvSpPr/>
            <p:nvPr/>
          </p:nvSpPr>
          <p:spPr>
            <a:xfrm>
              <a:off x="2208917" y="3985868"/>
              <a:ext cx="222250" cy="513715"/>
            </a:xfrm>
            <a:custGeom>
              <a:avLst/>
              <a:gdLst/>
              <a:ahLst/>
              <a:cxnLst/>
              <a:rect l="l" t="t" r="r" b="b"/>
              <a:pathLst>
                <a:path w="222250" h="513714">
                  <a:moveTo>
                    <a:pt x="2702" y="89405"/>
                  </a:moveTo>
                  <a:lnTo>
                    <a:pt x="4437" y="79106"/>
                  </a:lnTo>
                  <a:lnTo>
                    <a:pt x="6062" y="70121"/>
                  </a:lnTo>
                  <a:lnTo>
                    <a:pt x="7468" y="63767"/>
                  </a:lnTo>
                  <a:lnTo>
                    <a:pt x="8546" y="61356"/>
                  </a:lnTo>
                  <a:lnTo>
                    <a:pt x="9258" y="64168"/>
                  </a:lnTo>
                  <a:lnTo>
                    <a:pt x="9860" y="73335"/>
                  </a:lnTo>
                  <a:lnTo>
                    <a:pt x="10682" y="89953"/>
                  </a:lnTo>
                  <a:lnTo>
                    <a:pt x="12052" y="115116"/>
                  </a:lnTo>
                  <a:lnTo>
                    <a:pt x="17019" y="190497"/>
                  </a:lnTo>
                  <a:lnTo>
                    <a:pt x="20269" y="236077"/>
                  </a:lnTo>
                  <a:lnTo>
                    <a:pt x="23739" y="283409"/>
                  </a:lnTo>
                  <a:lnTo>
                    <a:pt x="27227" y="330029"/>
                  </a:lnTo>
                  <a:lnTo>
                    <a:pt x="30605" y="374129"/>
                  </a:lnTo>
                  <a:lnTo>
                    <a:pt x="33764" y="414066"/>
                  </a:lnTo>
                  <a:lnTo>
                    <a:pt x="39005" y="475185"/>
                  </a:lnTo>
                  <a:lnTo>
                    <a:pt x="43607" y="513643"/>
                  </a:lnTo>
                  <a:lnTo>
                    <a:pt x="44227" y="512894"/>
                  </a:lnTo>
                  <a:lnTo>
                    <a:pt x="41269" y="465726"/>
                  </a:lnTo>
                  <a:lnTo>
                    <a:pt x="33673" y="394435"/>
                  </a:lnTo>
                  <a:lnTo>
                    <a:pt x="28450" y="350025"/>
                  </a:lnTo>
                  <a:lnTo>
                    <a:pt x="22570" y="302108"/>
                  </a:lnTo>
                  <a:lnTo>
                    <a:pt x="16325" y="252584"/>
                  </a:lnTo>
                  <a:lnTo>
                    <a:pt x="10299" y="203937"/>
                  </a:lnTo>
                  <a:lnTo>
                    <a:pt x="5149" y="158796"/>
                  </a:lnTo>
                  <a:lnTo>
                    <a:pt x="1533" y="119791"/>
                  </a:lnTo>
                  <a:lnTo>
                    <a:pt x="0" y="88857"/>
                  </a:lnTo>
                  <a:lnTo>
                    <a:pt x="657" y="65154"/>
                  </a:lnTo>
                  <a:lnTo>
                    <a:pt x="15777" y="22314"/>
                  </a:lnTo>
                  <a:lnTo>
                    <a:pt x="50619" y="2921"/>
                  </a:lnTo>
                  <a:lnTo>
                    <a:pt x="84365" y="0"/>
                  </a:lnTo>
                  <a:lnTo>
                    <a:pt x="103703" y="2264"/>
                  </a:lnTo>
                  <a:lnTo>
                    <a:pt x="145502" y="16325"/>
                  </a:lnTo>
                  <a:lnTo>
                    <a:pt x="185384" y="43424"/>
                  </a:lnTo>
                  <a:lnTo>
                    <a:pt x="213159" y="81863"/>
                  </a:lnTo>
                  <a:lnTo>
                    <a:pt x="222253" y="128575"/>
                  </a:lnTo>
                  <a:lnTo>
                    <a:pt x="218911" y="153683"/>
                  </a:lnTo>
                  <a:lnTo>
                    <a:pt x="197875" y="203645"/>
                  </a:lnTo>
                  <a:lnTo>
                    <a:pt x="169826" y="244842"/>
                  </a:lnTo>
                  <a:lnTo>
                    <a:pt x="137778" y="278040"/>
                  </a:lnTo>
                  <a:lnTo>
                    <a:pt x="102626" y="301505"/>
                  </a:lnTo>
                  <a:lnTo>
                    <a:pt x="68551" y="319109"/>
                  </a:lnTo>
                  <a:lnTo>
                    <a:pt x="111391" y="309120"/>
                  </a:lnTo>
                  <a:lnTo>
                    <a:pt x="151273" y="362296"/>
                  </a:lnTo>
                  <a:lnTo>
                    <a:pt x="174665" y="396553"/>
                  </a:lnTo>
                  <a:lnTo>
                    <a:pt x="199043" y="433002"/>
                  </a:lnTo>
                </a:path>
              </a:pathLst>
            </a:custGeom>
            <a:ln w="42775">
              <a:solidFill>
                <a:srgbClr val="4D22B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2490939" y="4021093"/>
              <a:ext cx="515620" cy="403860"/>
            </a:xfrm>
            <a:custGeom>
              <a:avLst/>
              <a:gdLst/>
              <a:ahLst/>
              <a:cxnLst/>
              <a:rect l="l" t="t" r="r" b="b"/>
              <a:pathLst>
                <a:path w="515619" h="403860">
                  <a:moveTo>
                    <a:pt x="113363" y="306619"/>
                  </a:moveTo>
                  <a:lnTo>
                    <a:pt x="107118" y="256985"/>
                  </a:lnTo>
                  <a:lnTo>
                    <a:pt x="87086" y="220007"/>
                  </a:lnTo>
                  <a:lnTo>
                    <a:pt x="77134" y="218966"/>
                  </a:lnTo>
                  <a:lnTo>
                    <a:pt x="64460" y="221851"/>
                  </a:lnTo>
                  <a:lnTo>
                    <a:pt x="23373" y="256364"/>
                  </a:lnTo>
                  <a:lnTo>
                    <a:pt x="6427" y="299606"/>
                  </a:lnTo>
                  <a:lnTo>
                    <a:pt x="0" y="342848"/>
                  </a:lnTo>
                  <a:lnTo>
                    <a:pt x="182" y="358972"/>
                  </a:lnTo>
                  <a:lnTo>
                    <a:pt x="27026" y="391787"/>
                  </a:lnTo>
                  <a:lnTo>
                    <a:pt x="37489" y="389541"/>
                  </a:lnTo>
                  <a:lnTo>
                    <a:pt x="81078" y="354827"/>
                  </a:lnTo>
                  <a:lnTo>
                    <a:pt x="107520" y="321811"/>
                  </a:lnTo>
                  <a:lnTo>
                    <a:pt x="120375" y="278570"/>
                  </a:lnTo>
                  <a:lnTo>
                    <a:pt x="120375" y="266883"/>
                  </a:lnTo>
                  <a:lnTo>
                    <a:pt x="120375" y="255196"/>
                  </a:lnTo>
                  <a:lnTo>
                    <a:pt x="114002" y="298547"/>
                  </a:lnTo>
                  <a:lnTo>
                    <a:pt x="114678" y="314215"/>
                  </a:lnTo>
                  <a:lnTo>
                    <a:pt x="131277" y="363775"/>
                  </a:lnTo>
                  <a:lnTo>
                    <a:pt x="165955" y="398946"/>
                  </a:lnTo>
                  <a:lnTo>
                    <a:pt x="204522" y="387259"/>
                  </a:lnTo>
                  <a:lnTo>
                    <a:pt x="228352" y="333845"/>
                  </a:lnTo>
                  <a:lnTo>
                    <a:pt x="237081" y="274461"/>
                  </a:lnTo>
                  <a:lnTo>
                    <a:pt x="238505" y="200943"/>
                  </a:lnTo>
                  <a:lnTo>
                    <a:pt x="235091" y="126055"/>
                  </a:lnTo>
                  <a:lnTo>
                    <a:pt x="229028" y="61630"/>
                  </a:lnTo>
                  <a:lnTo>
                    <a:pt x="222089" y="18005"/>
                  </a:lnTo>
                  <a:lnTo>
                    <a:pt x="216026" y="0"/>
                  </a:lnTo>
                  <a:lnTo>
                    <a:pt x="213871" y="420"/>
                  </a:lnTo>
                  <a:lnTo>
                    <a:pt x="213543" y="41014"/>
                  </a:lnTo>
                  <a:lnTo>
                    <a:pt x="220573" y="105475"/>
                  </a:lnTo>
                  <a:lnTo>
                    <a:pt x="226581" y="146945"/>
                  </a:lnTo>
                  <a:lnTo>
                    <a:pt x="234123" y="190826"/>
                  </a:lnTo>
                  <a:lnTo>
                    <a:pt x="243089" y="234159"/>
                  </a:lnTo>
                  <a:lnTo>
                    <a:pt x="253278" y="274315"/>
                  </a:lnTo>
                  <a:lnTo>
                    <a:pt x="274972" y="340164"/>
                  </a:lnTo>
                  <a:lnTo>
                    <a:pt x="294219" y="380557"/>
                  </a:lnTo>
                  <a:lnTo>
                    <a:pt x="335124" y="398946"/>
                  </a:lnTo>
                  <a:lnTo>
                    <a:pt x="371646" y="369126"/>
                  </a:lnTo>
                  <a:lnTo>
                    <a:pt x="401009" y="330668"/>
                  </a:lnTo>
                  <a:lnTo>
                    <a:pt x="423653" y="290659"/>
                  </a:lnTo>
                  <a:lnTo>
                    <a:pt x="439430" y="242340"/>
                  </a:lnTo>
                  <a:lnTo>
                    <a:pt x="438261" y="202604"/>
                  </a:lnTo>
                  <a:lnTo>
                    <a:pt x="405666" y="175432"/>
                  </a:lnTo>
                  <a:lnTo>
                    <a:pt x="369746" y="189603"/>
                  </a:lnTo>
                  <a:lnTo>
                    <a:pt x="355868" y="233064"/>
                  </a:lnTo>
                  <a:lnTo>
                    <a:pt x="350755" y="278059"/>
                  </a:lnTo>
                  <a:lnTo>
                    <a:pt x="352508" y="321574"/>
                  </a:lnTo>
                  <a:lnTo>
                    <a:pt x="366971" y="369728"/>
                  </a:lnTo>
                  <a:lnTo>
                    <a:pt x="402032" y="400114"/>
                  </a:lnTo>
                  <a:lnTo>
                    <a:pt x="432856" y="403620"/>
                  </a:lnTo>
                  <a:lnTo>
                    <a:pt x="449857" y="402744"/>
                  </a:lnTo>
                  <a:lnTo>
                    <a:pt x="493775" y="389742"/>
                  </a:lnTo>
                  <a:lnTo>
                    <a:pt x="515395" y="351759"/>
                  </a:lnTo>
                  <a:lnTo>
                    <a:pt x="514665" y="339872"/>
                  </a:lnTo>
                  <a:lnTo>
                    <a:pt x="513058" y="327655"/>
                  </a:lnTo>
                </a:path>
              </a:pathLst>
            </a:custGeom>
            <a:ln w="42775">
              <a:solidFill>
                <a:srgbClr val="4D22B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2" name="object 7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657712" y="4131896"/>
              <a:ext cx="150295" cy="69948"/>
            </a:xfrm>
            <a:prstGeom prst="rect">
              <a:avLst/>
            </a:prstGeom>
          </p:spPr>
        </p:pic>
      </p:grpSp>
      <p:grpSp>
        <p:nvGrpSpPr>
          <p:cNvPr id="73" name="object 73"/>
          <p:cNvGrpSpPr/>
          <p:nvPr/>
        </p:nvGrpSpPr>
        <p:grpSpPr>
          <a:xfrm>
            <a:off x="3270110" y="3862219"/>
            <a:ext cx="1504315" cy="971550"/>
            <a:chOff x="3270110" y="3862219"/>
            <a:chExt cx="1504315" cy="971550"/>
          </a:xfrm>
        </p:grpSpPr>
        <p:sp>
          <p:nvSpPr>
            <p:cNvPr id="74" name="object 74"/>
            <p:cNvSpPr/>
            <p:nvPr/>
          </p:nvSpPr>
          <p:spPr>
            <a:xfrm>
              <a:off x="3291498" y="4026187"/>
              <a:ext cx="154305" cy="370840"/>
            </a:xfrm>
            <a:custGeom>
              <a:avLst/>
              <a:gdLst/>
              <a:ahLst/>
              <a:cxnLst/>
              <a:rect l="l" t="t" r="r" b="b"/>
              <a:pathLst>
                <a:path w="154304" h="370839">
                  <a:moveTo>
                    <a:pt x="0" y="0"/>
                  </a:moveTo>
                  <a:lnTo>
                    <a:pt x="1734" y="38621"/>
                  </a:lnTo>
                  <a:lnTo>
                    <a:pt x="3359" y="77572"/>
                  </a:lnTo>
                  <a:lnTo>
                    <a:pt x="4766" y="117180"/>
                  </a:lnTo>
                  <a:lnTo>
                    <a:pt x="5843" y="157774"/>
                  </a:lnTo>
                  <a:lnTo>
                    <a:pt x="6537" y="199244"/>
                  </a:lnTo>
                  <a:lnTo>
                    <a:pt x="7012" y="239729"/>
                  </a:lnTo>
                  <a:lnTo>
                    <a:pt x="7486" y="276926"/>
                  </a:lnTo>
                  <a:lnTo>
                    <a:pt x="9331" y="332805"/>
                  </a:lnTo>
                  <a:lnTo>
                    <a:pt x="24944" y="370641"/>
                  </a:lnTo>
                  <a:lnTo>
                    <a:pt x="33599" y="369747"/>
                  </a:lnTo>
                  <a:lnTo>
                    <a:pt x="80311" y="352143"/>
                  </a:lnTo>
                  <a:lnTo>
                    <a:pt x="128155" y="333006"/>
                  </a:lnTo>
                  <a:lnTo>
                    <a:pt x="154268" y="322560"/>
                  </a:lnTo>
                </a:path>
              </a:pathLst>
            </a:custGeom>
            <a:ln w="42775">
              <a:solidFill>
                <a:srgbClr val="4D22B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5" name="object 7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445414" y="4170756"/>
              <a:ext cx="63812" cy="204056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3441091" y="4030863"/>
              <a:ext cx="5080" cy="30480"/>
            </a:xfrm>
            <a:custGeom>
              <a:avLst/>
              <a:gdLst/>
              <a:ahLst/>
              <a:cxnLst/>
              <a:rect l="l" t="t" r="r" b="b"/>
              <a:pathLst>
                <a:path w="5079" h="30479">
                  <a:moveTo>
                    <a:pt x="4674" y="30386"/>
                  </a:moveTo>
                  <a:lnTo>
                    <a:pt x="2958" y="20068"/>
                  </a:lnTo>
                  <a:lnTo>
                    <a:pt x="1460" y="10956"/>
                  </a:lnTo>
                  <a:lnTo>
                    <a:pt x="401" y="4254"/>
                  </a:lnTo>
                  <a:lnTo>
                    <a:pt x="0" y="1168"/>
                  </a:lnTo>
                  <a:lnTo>
                    <a:pt x="0" y="0"/>
                  </a:lnTo>
                  <a:lnTo>
                    <a:pt x="2337" y="11687"/>
                  </a:lnTo>
                  <a:lnTo>
                    <a:pt x="4674" y="23374"/>
                  </a:lnTo>
                </a:path>
              </a:pathLst>
            </a:custGeom>
            <a:ln w="42775">
              <a:solidFill>
                <a:srgbClr val="4D22B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3565412" y="3883607"/>
              <a:ext cx="1187450" cy="929005"/>
            </a:xfrm>
            <a:custGeom>
              <a:avLst/>
              <a:gdLst/>
              <a:ahLst/>
              <a:cxnLst/>
              <a:rect l="l" t="t" r="r" b="b"/>
              <a:pathLst>
                <a:path w="1187450" h="929004">
                  <a:moveTo>
                    <a:pt x="6574" y="331910"/>
                  </a:moveTo>
                  <a:lnTo>
                    <a:pt x="91" y="288303"/>
                  </a:lnTo>
                  <a:lnTo>
                    <a:pt x="0" y="281072"/>
                  </a:lnTo>
                  <a:lnTo>
                    <a:pt x="566" y="276470"/>
                  </a:lnTo>
                  <a:lnTo>
                    <a:pt x="1899" y="275812"/>
                  </a:lnTo>
                  <a:lnTo>
                    <a:pt x="4072" y="280177"/>
                  </a:lnTo>
                  <a:lnTo>
                    <a:pt x="14754" y="323729"/>
                  </a:lnTo>
                  <a:lnTo>
                    <a:pt x="23958" y="373837"/>
                  </a:lnTo>
                  <a:lnTo>
                    <a:pt x="32285" y="423068"/>
                  </a:lnTo>
                  <a:lnTo>
                    <a:pt x="35371" y="441457"/>
                  </a:lnTo>
                  <a:lnTo>
                    <a:pt x="37690" y="454477"/>
                  </a:lnTo>
                  <a:lnTo>
                    <a:pt x="39352" y="462019"/>
                  </a:lnTo>
                  <a:lnTo>
                    <a:pt x="40466" y="463973"/>
                  </a:lnTo>
                  <a:lnTo>
                    <a:pt x="41214" y="460357"/>
                  </a:lnTo>
                  <a:lnTo>
                    <a:pt x="42073" y="451701"/>
                  </a:lnTo>
                  <a:lnTo>
                    <a:pt x="43588" y="438663"/>
                  </a:lnTo>
                  <a:lnTo>
                    <a:pt x="56097" y="381287"/>
                  </a:lnTo>
                  <a:lnTo>
                    <a:pt x="68515" y="342428"/>
                  </a:lnTo>
                  <a:lnTo>
                    <a:pt x="86429" y="307258"/>
                  </a:lnTo>
                  <a:lnTo>
                    <a:pt x="123443" y="289837"/>
                  </a:lnTo>
                  <a:lnTo>
                    <a:pt x="147986" y="329572"/>
                  </a:lnTo>
                  <a:lnTo>
                    <a:pt x="160403" y="381141"/>
                  </a:lnTo>
                  <a:lnTo>
                    <a:pt x="170191" y="433587"/>
                  </a:lnTo>
                  <a:lnTo>
                    <a:pt x="174300" y="472209"/>
                  </a:lnTo>
                  <a:lnTo>
                    <a:pt x="173697" y="474491"/>
                  </a:lnTo>
                  <a:lnTo>
                    <a:pt x="172748" y="472245"/>
                  </a:lnTo>
                  <a:lnTo>
                    <a:pt x="181769" y="413408"/>
                  </a:lnTo>
                  <a:lnTo>
                    <a:pt x="198057" y="363118"/>
                  </a:lnTo>
                  <a:lnTo>
                    <a:pt x="213707" y="324788"/>
                  </a:lnTo>
                  <a:lnTo>
                    <a:pt x="236259" y="289928"/>
                  </a:lnTo>
                  <a:lnTo>
                    <a:pt x="261697" y="273110"/>
                  </a:lnTo>
                  <a:lnTo>
                    <a:pt x="269384" y="273767"/>
                  </a:lnTo>
                  <a:lnTo>
                    <a:pt x="297525" y="312389"/>
                  </a:lnTo>
                  <a:lnTo>
                    <a:pt x="304592" y="350664"/>
                  </a:lnTo>
                  <a:lnTo>
                    <a:pt x="308098" y="373837"/>
                  </a:lnTo>
                  <a:lnTo>
                    <a:pt x="311604" y="396791"/>
                  </a:lnTo>
                  <a:lnTo>
                    <a:pt x="322560" y="445420"/>
                  </a:lnTo>
                  <a:lnTo>
                    <a:pt x="354992" y="467862"/>
                  </a:lnTo>
                  <a:lnTo>
                    <a:pt x="363026" y="466310"/>
                  </a:lnTo>
                  <a:lnTo>
                    <a:pt x="392244" y="431249"/>
                  </a:lnTo>
                  <a:lnTo>
                    <a:pt x="405684" y="391368"/>
                  </a:lnTo>
                  <a:lnTo>
                    <a:pt x="415618" y="350609"/>
                  </a:lnTo>
                  <a:lnTo>
                    <a:pt x="420293" y="303861"/>
                  </a:lnTo>
                  <a:lnTo>
                    <a:pt x="420293" y="292174"/>
                  </a:lnTo>
                  <a:lnTo>
                    <a:pt x="420293" y="280487"/>
                  </a:lnTo>
                  <a:lnTo>
                    <a:pt x="407291" y="323857"/>
                  </a:lnTo>
                  <a:lnTo>
                    <a:pt x="406853" y="339652"/>
                  </a:lnTo>
                  <a:lnTo>
                    <a:pt x="407291" y="356544"/>
                  </a:lnTo>
                  <a:lnTo>
                    <a:pt x="413865" y="408021"/>
                  </a:lnTo>
                  <a:lnTo>
                    <a:pt x="428309" y="445876"/>
                  </a:lnTo>
                  <a:lnTo>
                    <a:pt x="465872" y="467625"/>
                  </a:lnTo>
                  <a:lnTo>
                    <a:pt x="474162" y="467899"/>
                  </a:lnTo>
                  <a:lnTo>
                    <a:pt x="482234" y="466310"/>
                  </a:lnTo>
                  <a:lnTo>
                    <a:pt x="509114" y="420731"/>
                  </a:lnTo>
                  <a:lnTo>
                    <a:pt x="517587" y="356745"/>
                  </a:lnTo>
                  <a:lnTo>
                    <a:pt x="519961" y="316534"/>
                  </a:lnTo>
                  <a:lnTo>
                    <a:pt x="520801" y="273475"/>
                  </a:lnTo>
                  <a:lnTo>
                    <a:pt x="520016" y="229631"/>
                  </a:lnTo>
                  <a:lnTo>
                    <a:pt x="518025" y="187430"/>
                  </a:lnTo>
                  <a:lnTo>
                    <a:pt x="515377" y="149392"/>
                  </a:lnTo>
                  <a:lnTo>
                    <a:pt x="510209" y="95084"/>
                  </a:lnTo>
                  <a:lnTo>
                    <a:pt x="506703" y="67583"/>
                  </a:lnTo>
                  <a:lnTo>
                    <a:pt x="505608" y="58434"/>
                  </a:lnTo>
                  <a:lnTo>
                    <a:pt x="504914" y="49669"/>
                  </a:lnTo>
                  <a:lnTo>
                    <a:pt x="504439" y="40904"/>
                  </a:lnTo>
                  <a:lnTo>
                    <a:pt x="503964" y="32139"/>
                  </a:lnTo>
                  <a:lnTo>
                    <a:pt x="503270" y="23374"/>
                  </a:lnTo>
                  <a:lnTo>
                    <a:pt x="502101" y="11687"/>
                  </a:lnTo>
                  <a:lnTo>
                    <a:pt x="499764" y="0"/>
                  </a:lnTo>
                  <a:lnTo>
                    <a:pt x="497427" y="0"/>
                  </a:lnTo>
                  <a:lnTo>
                    <a:pt x="495728" y="2501"/>
                  </a:lnTo>
                  <a:lnTo>
                    <a:pt x="494359" y="11248"/>
                  </a:lnTo>
                  <a:lnTo>
                    <a:pt x="493647" y="28103"/>
                  </a:lnTo>
                  <a:lnTo>
                    <a:pt x="493921" y="54928"/>
                  </a:lnTo>
                  <a:lnTo>
                    <a:pt x="498303" y="137906"/>
                  </a:lnTo>
                  <a:lnTo>
                    <a:pt x="502467" y="186736"/>
                  </a:lnTo>
                  <a:lnTo>
                    <a:pt x="507945" y="234908"/>
                  </a:lnTo>
                  <a:lnTo>
                    <a:pt x="514610" y="278862"/>
                  </a:lnTo>
                  <a:lnTo>
                    <a:pt x="521823" y="317447"/>
                  </a:lnTo>
                  <a:lnTo>
                    <a:pt x="534825" y="376320"/>
                  </a:lnTo>
                  <a:lnTo>
                    <a:pt x="545672" y="421023"/>
                  </a:lnTo>
                  <a:lnTo>
                    <a:pt x="569886" y="455792"/>
                  </a:lnTo>
                  <a:lnTo>
                    <a:pt x="577318" y="455719"/>
                  </a:lnTo>
                  <a:lnTo>
                    <a:pt x="613530" y="412075"/>
                  </a:lnTo>
                  <a:lnTo>
                    <a:pt x="631718" y="369929"/>
                  </a:lnTo>
                  <a:lnTo>
                    <a:pt x="647020" y="322560"/>
                  </a:lnTo>
                  <a:lnTo>
                    <a:pt x="644391" y="280779"/>
                  </a:lnTo>
                  <a:lnTo>
                    <a:pt x="631206" y="320862"/>
                  </a:lnTo>
                  <a:lnTo>
                    <a:pt x="632156" y="363483"/>
                  </a:lnTo>
                  <a:lnTo>
                    <a:pt x="641907" y="407291"/>
                  </a:lnTo>
                  <a:lnTo>
                    <a:pt x="678027" y="436855"/>
                  </a:lnTo>
                  <a:lnTo>
                    <a:pt x="719479" y="432418"/>
                  </a:lnTo>
                  <a:lnTo>
                    <a:pt x="741685" y="395020"/>
                  </a:lnTo>
                  <a:lnTo>
                    <a:pt x="752368" y="346537"/>
                  </a:lnTo>
                  <a:lnTo>
                    <a:pt x="756440" y="304738"/>
                  </a:lnTo>
                  <a:lnTo>
                    <a:pt x="751108" y="261478"/>
                  </a:lnTo>
                  <a:lnTo>
                    <a:pt x="736827" y="318324"/>
                  </a:lnTo>
                  <a:lnTo>
                    <a:pt x="735878" y="366533"/>
                  </a:lnTo>
                  <a:lnTo>
                    <a:pt x="735878" y="404698"/>
                  </a:lnTo>
                  <a:lnTo>
                    <a:pt x="757846" y="370952"/>
                  </a:lnTo>
                  <a:lnTo>
                    <a:pt x="764036" y="349148"/>
                  </a:lnTo>
                  <a:lnTo>
                    <a:pt x="770446" y="326907"/>
                  </a:lnTo>
                  <a:lnTo>
                    <a:pt x="782717" y="288613"/>
                  </a:lnTo>
                  <a:lnTo>
                    <a:pt x="801288" y="253607"/>
                  </a:lnTo>
                  <a:lnTo>
                    <a:pt x="824297" y="241774"/>
                  </a:lnTo>
                  <a:lnTo>
                    <a:pt x="831675" y="244258"/>
                  </a:lnTo>
                  <a:lnTo>
                    <a:pt x="853880" y="292174"/>
                  </a:lnTo>
                  <a:lnTo>
                    <a:pt x="861623" y="335124"/>
                  </a:lnTo>
                  <a:lnTo>
                    <a:pt x="866736" y="376320"/>
                  </a:lnTo>
                  <a:lnTo>
                    <a:pt x="868160" y="391806"/>
                  </a:lnTo>
                  <a:lnTo>
                    <a:pt x="869365" y="403785"/>
                  </a:lnTo>
                  <a:lnTo>
                    <a:pt x="890675" y="435851"/>
                  </a:lnTo>
                  <a:lnTo>
                    <a:pt x="898290" y="437093"/>
                  </a:lnTo>
                  <a:lnTo>
                    <a:pt x="906398" y="435632"/>
                  </a:lnTo>
                  <a:lnTo>
                    <a:pt x="933351" y="406707"/>
                  </a:lnTo>
                  <a:lnTo>
                    <a:pt x="952781" y="362442"/>
                  </a:lnTo>
                  <a:lnTo>
                    <a:pt x="969581" y="312042"/>
                  </a:lnTo>
                  <a:lnTo>
                    <a:pt x="980976" y="270845"/>
                  </a:lnTo>
                  <a:lnTo>
                    <a:pt x="985687" y="254849"/>
                  </a:lnTo>
                  <a:lnTo>
                    <a:pt x="1009846" y="219569"/>
                  </a:lnTo>
                  <a:lnTo>
                    <a:pt x="1025642" y="214346"/>
                  </a:lnTo>
                  <a:lnTo>
                    <a:pt x="1034443" y="214456"/>
                  </a:lnTo>
                  <a:lnTo>
                    <a:pt x="1079146" y="244842"/>
                  </a:lnTo>
                  <a:lnTo>
                    <a:pt x="1110172" y="280213"/>
                  </a:lnTo>
                  <a:lnTo>
                    <a:pt x="1121512" y="294512"/>
                  </a:lnTo>
                  <a:lnTo>
                    <a:pt x="1120270" y="292850"/>
                  </a:lnTo>
                  <a:lnTo>
                    <a:pt x="1116837" y="288230"/>
                  </a:lnTo>
                  <a:lnTo>
                    <a:pt x="1111651" y="281199"/>
                  </a:lnTo>
                  <a:lnTo>
                    <a:pt x="1105150" y="272306"/>
                  </a:lnTo>
                  <a:lnTo>
                    <a:pt x="1097718" y="262172"/>
                  </a:lnTo>
                  <a:lnTo>
                    <a:pt x="1071258" y="233739"/>
                  </a:lnTo>
                  <a:lnTo>
                    <a:pt x="1041839" y="224536"/>
                  </a:lnTo>
                  <a:lnTo>
                    <a:pt x="1032691" y="226727"/>
                  </a:lnTo>
                  <a:lnTo>
                    <a:pt x="1003473" y="268800"/>
                  </a:lnTo>
                  <a:lnTo>
                    <a:pt x="993101" y="315110"/>
                  </a:lnTo>
                  <a:lnTo>
                    <a:pt x="990490" y="340949"/>
                  </a:lnTo>
                  <a:lnTo>
                    <a:pt x="990618" y="365802"/>
                  </a:lnTo>
                  <a:lnTo>
                    <a:pt x="999967" y="406561"/>
                  </a:lnTo>
                  <a:lnTo>
                    <a:pt x="1025130" y="438992"/>
                  </a:lnTo>
                  <a:lnTo>
                    <a:pt x="1064574" y="421626"/>
                  </a:lnTo>
                  <a:lnTo>
                    <a:pt x="1095801" y="372814"/>
                  </a:lnTo>
                  <a:lnTo>
                    <a:pt x="1109971" y="335708"/>
                  </a:lnTo>
                  <a:lnTo>
                    <a:pt x="1119996" y="284541"/>
                  </a:lnTo>
                  <a:lnTo>
                    <a:pt x="1108620" y="325245"/>
                  </a:lnTo>
                  <a:lnTo>
                    <a:pt x="1111468" y="403511"/>
                  </a:lnTo>
                  <a:lnTo>
                    <a:pt x="1116837" y="452286"/>
                  </a:lnTo>
                  <a:lnTo>
                    <a:pt x="1123457" y="495266"/>
                  </a:lnTo>
                  <a:lnTo>
                    <a:pt x="1131647" y="540602"/>
                  </a:lnTo>
                  <a:lnTo>
                    <a:pt x="1140735" y="587004"/>
                  </a:lnTo>
                  <a:lnTo>
                    <a:pt x="1150047" y="633182"/>
                  </a:lnTo>
                  <a:lnTo>
                    <a:pt x="1158910" y="677845"/>
                  </a:lnTo>
                  <a:lnTo>
                    <a:pt x="1168534" y="729870"/>
                  </a:lnTo>
                  <a:lnTo>
                    <a:pt x="1176295" y="776746"/>
                  </a:lnTo>
                  <a:lnTo>
                    <a:pt x="1182083" y="817705"/>
                  </a:lnTo>
                  <a:lnTo>
                    <a:pt x="1187342" y="879061"/>
                  </a:lnTo>
                  <a:lnTo>
                    <a:pt x="1186813" y="899459"/>
                  </a:lnTo>
                  <a:lnTo>
                    <a:pt x="1184311" y="913940"/>
                  </a:lnTo>
                  <a:lnTo>
                    <a:pt x="1179946" y="923271"/>
                  </a:lnTo>
                  <a:lnTo>
                    <a:pt x="1173847" y="928092"/>
                  </a:lnTo>
                  <a:lnTo>
                    <a:pt x="1166214" y="928531"/>
                  </a:lnTo>
                  <a:lnTo>
                    <a:pt x="1157267" y="924586"/>
                  </a:lnTo>
                  <a:lnTo>
                    <a:pt x="1125164" y="886457"/>
                  </a:lnTo>
                  <a:lnTo>
                    <a:pt x="1103981" y="839125"/>
                  </a:lnTo>
                  <a:lnTo>
                    <a:pt x="1087912" y="777330"/>
                  </a:lnTo>
                  <a:lnTo>
                    <a:pt x="1080607" y="716412"/>
                  </a:lnTo>
                  <a:lnTo>
                    <a:pt x="1081173" y="691613"/>
                  </a:lnTo>
                  <a:lnTo>
                    <a:pt x="1095801" y="643952"/>
                  </a:lnTo>
                  <a:lnTo>
                    <a:pt x="1119795" y="628339"/>
                  </a:lnTo>
                  <a:lnTo>
                    <a:pt x="1128524" y="626422"/>
                  </a:lnTo>
                </a:path>
              </a:pathLst>
            </a:custGeom>
            <a:ln w="42775">
              <a:solidFill>
                <a:srgbClr val="4D22B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8" name="object 7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971329" y="3955715"/>
              <a:ext cx="274178" cy="147520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3873510" y="3960741"/>
              <a:ext cx="0" cy="59055"/>
            </a:xfrm>
            <a:custGeom>
              <a:avLst/>
              <a:gdLst/>
              <a:ahLst/>
              <a:cxnLst/>
              <a:rect l="l" t="t" r="r" b="b"/>
              <a:pathLst>
                <a:path w="0" h="59054">
                  <a:moveTo>
                    <a:pt x="0" y="23374"/>
                  </a:moveTo>
                  <a:lnTo>
                    <a:pt x="0" y="11687"/>
                  </a:lnTo>
                  <a:lnTo>
                    <a:pt x="0" y="0"/>
                  </a:lnTo>
                  <a:lnTo>
                    <a:pt x="0" y="11687"/>
                  </a:lnTo>
                  <a:lnTo>
                    <a:pt x="0" y="23373"/>
                  </a:lnTo>
                  <a:lnTo>
                    <a:pt x="0" y="32139"/>
                  </a:lnTo>
                  <a:lnTo>
                    <a:pt x="0" y="40904"/>
                  </a:lnTo>
                  <a:lnTo>
                    <a:pt x="0" y="49669"/>
                  </a:lnTo>
                  <a:lnTo>
                    <a:pt x="0" y="58434"/>
                  </a:lnTo>
                </a:path>
              </a:pathLst>
            </a:custGeom>
            <a:ln w="42775">
              <a:solidFill>
                <a:srgbClr val="4D22B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0" name="object 80"/>
          <p:cNvGrpSpPr/>
          <p:nvPr/>
        </p:nvGrpSpPr>
        <p:grpSpPr>
          <a:xfrm>
            <a:off x="2094399" y="4945603"/>
            <a:ext cx="1819910" cy="429895"/>
            <a:chOff x="2094399" y="4945603"/>
            <a:chExt cx="1819910" cy="429895"/>
          </a:xfrm>
        </p:grpSpPr>
        <p:sp>
          <p:nvSpPr>
            <p:cNvPr id="81" name="object 81"/>
            <p:cNvSpPr/>
            <p:nvPr/>
          </p:nvSpPr>
          <p:spPr>
            <a:xfrm>
              <a:off x="2115787" y="4966991"/>
              <a:ext cx="502920" cy="387350"/>
            </a:xfrm>
            <a:custGeom>
              <a:avLst/>
              <a:gdLst/>
              <a:ahLst/>
              <a:cxnLst/>
              <a:rect l="l" t="t" r="r" b="b"/>
              <a:pathLst>
                <a:path w="502919" h="387350">
                  <a:moveTo>
                    <a:pt x="25711" y="153099"/>
                  </a:moveTo>
                  <a:lnTo>
                    <a:pt x="17092" y="156477"/>
                  </a:lnTo>
                  <a:lnTo>
                    <a:pt x="9349" y="159089"/>
                  </a:lnTo>
                  <a:lnTo>
                    <a:pt x="3360" y="160166"/>
                  </a:lnTo>
                  <a:lnTo>
                    <a:pt x="0" y="158943"/>
                  </a:lnTo>
                  <a:lnTo>
                    <a:pt x="36" y="154742"/>
                  </a:lnTo>
                  <a:lnTo>
                    <a:pt x="23373" y="121544"/>
                  </a:lnTo>
                  <a:lnTo>
                    <a:pt x="57558" y="83561"/>
                  </a:lnTo>
                  <a:lnTo>
                    <a:pt x="93495" y="49085"/>
                  </a:lnTo>
                  <a:lnTo>
                    <a:pt x="127023" y="31828"/>
                  </a:lnTo>
                  <a:lnTo>
                    <a:pt x="133231" y="33892"/>
                  </a:lnTo>
                  <a:lnTo>
                    <a:pt x="144918" y="92327"/>
                  </a:lnTo>
                  <a:lnTo>
                    <a:pt x="148278" y="171944"/>
                  </a:lnTo>
                  <a:lnTo>
                    <a:pt x="149684" y="217067"/>
                  </a:lnTo>
                  <a:lnTo>
                    <a:pt x="150762" y="259450"/>
                  </a:lnTo>
                  <a:lnTo>
                    <a:pt x="151529" y="294639"/>
                  </a:lnTo>
                  <a:lnTo>
                    <a:pt x="152515" y="319200"/>
                  </a:lnTo>
                  <a:lnTo>
                    <a:pt x="154377" y="329956"/>
                  </a:lnTo>
                  <a:lnTo>
                    <a:pt x="157774" y="323729"/>
                  </a:lnTo>
                  <a:lnTo>
                    <a:pt x="163143" y="299077"/>
                  </a:lnTo>
                  <a:lnTo>
                    <a:pt x="170045" y="261496"/>
                  </a:lnTo>
                  <a:lnTo>
                    <a:pt x="177824" y="218217"/>
                  </a:lnTo>
                  <a:lnTo>
                    <a:pt x="185823" y="176473"/>
                  </a:lnTo>
                  <a:lnTo>
                    <a:pt x="200724" y="114824"/>
                  </a:lnTo>
                  <a:lnTo>
                    <a:pt x="213871" y="75965"/>
                  </a:lnTo>
                  <a:lnTo>
                    <a:pt x="231785" y="40466"/>
                  </a:lnTo>
                  <a:lnTo>
                    <a:pt x="275411" y="36247"/>
                  </a:lnTo>
                  <a:lnTo>
                    <a:pt x="292174" y="79471"/>
                  </a:lnTo>
                  <a:lnTo>
                    <a:pt x="302254" y="144334"/>
                  </a:lnTo>
                  <a:lnTo>
                    <a:pt x="306473" y="182353"/>
                  </a:lnTo>
                  <a:lnTo>
                    <a:pt x="311713" y="253717"/>
                  </a:lnTo>
                  <a:lnTo>
                    <a:pt x="312663" y="310764"/>
                  </a:lnTo>
                  <a:lnTo>
                    <a:pt x="310983" y="354462"/>
                  </a:lnTo>
                  <a:lnTo>
                    <a:pt x="307367" y="386839"/>
                  </a:lnTo>
                  <a:lnTo>
                    <a:pt x="306801" y="384939"/>
                  </a:lnTo>
                  <a:lnTo>
                    <a:pt x="313211" y="328404"/>
                  </a:lnTo>
                  <a:lnTo>
                    <a:pt x="319712" y="290512"/>
                  </a:lnTo>
                  <a:lnTo>
                    <a:pt x="328404" y="246157"/>
                  </a:lnTo>
                  <a:lnTo>
                    <a:pt x="338849" y="199390"/>
                  </a:lnTo>
                  <a:lnTo>
                    <a:pt x="350609" y="154268"/>
                  </a:lnTo>
                  <a:lnTo>
                    <a:pt x="363227" y="114203"/>
                  </a:lnTo>
                  <a:lnTo>
                    <a:pt x="388902" y="52043"/>
                  </a:lnTo>
                  <a:lnTo>
                    <a:pt x="411619" y="15120"/>
                  </a:lnTo>
                  <a:lnTo>
                    <a:pt x="437093" y="0"/>
                  </a:lnTo>
                  <a:lnTo>
                    <a:pt x="443722" y="2684"/>
                  </a:lnTo>
                  <a:lnTo>
                    <a:pt x="461635" y="45579"/>
                  </a:lnTo>
                  <a:lnTo>
                    <a:pt x="474199" y="112925"/>
                  </a:lnTo>
                  <a:lnTo>
                    <a:pt x="480042" y="152569"/>
                  </a:lnTo>
                  <a:lnTo>
                    <a:pt x="485009" y="191666"/>
                  </a:lnTo>
                  <a:lnTo>
                    <a:pt x="491583" y="259012"/>
                  </a:lnTo>
                  <a:lnTo>
                    <a:pt x="493720" y="286495"/>
                  </a:lnTo>
                  <a:lnTo>
                    <a:pt x="495528" y="309704"/>
                  </a:lnTo>
                  <a:lnTo>
                    <a:pt x="500294" y="352106"/>
                  </a:lnTo>
                  <a:lnTo>
                    <a:pt x="502540" y="358790"/>
                  </a:lnTo>
                  <a:lnTo>
                    <a:pt x="502540" y="347103"/>
                  </a:lnTo>
                  <a:lnTo>
                    <a:pt x="502540" y="340091"/>
                  </a:lnTo>
                  <a:lnTo>
                    <a:pt x="502540" y="333079"/>
                  </a:lnTo>
                  <a:lnTo>
                    <a:pt x="502540" y="330741"/>
                  </a:lnTo>
                  <a:lnTo>
                    <a:pt x="502540" y="328404"/>
                  </a:lnTo>
                </a:path>
              </a:pathLst>
            </a:custGeom>
            <a:ln w="42775">
              <a:solidFill>
                <a:srgbClr val="4D22B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2" name="object 8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671389" y="5118570"/>
              <a:ext cx="220764" cy="236779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2913569" y="4969327"/>
              <a:ext cx="41910" cy="333375"/>
            </a:xfrm>
            <a:custGeom>
              <a:avLst/>
              <a:gdLst/>
              <a:ahLst/>
              <a:cxnLst/>
              <a:rect l="l" t="t" r="r" b="b"/>
              <a:pathLst>
                <a:path w="41910" h="333375">
                  <a:moveTo>
                    <a:pt x="13294" y="31554"/>
                  </a:moveTo>
                  <a:lnTo>
                    <a:pt x="9824" y="19557"/>
                  </a:lnTo>
                  <a:lnTo>
                    <a:pt x="6573" y="9203"/>
                  </a:lnTo>
                  <a:lnTo>
                    <a:pt x="3761" y="2136"/>
                  </a:lnTo>
                  <a:lnTo>
                    <a:pt x="1606" y="0"/>
                  </a:lnTo>
                  <a:lnTo>
                    <a:pt x="310" y="4236"/>
                  </a:lnTo>
                  <a:lnTo>
                    <a:pt x="0" y="15485"/>
                  </a:lnTo>
                  <a:lnTo>
                    <a:pt x="785" y="34184"/>
                  </a:lnTo>
                  <a:lnTo>
                    <a:pt x="6007" y="95048"/>
                  </a:lnTo>
                  <a:lnTo>
                    <a:pt x="10226" y="134254"/>
                  </a:lnTo>
                  <a:lnTo>
                    <a:pt x="15101" y="174994"/>
                  </a:lnTo>
                  <a:lnTo>
                    <a:pt x="20306" y="213871"/>
                  </a:lnTo>
                  <a:lnTo>
                    <a:pt x="30824" y="278734"/>
                  </a:lnTo>
                  <a:lnTo>
                    <a:pt x="36083" y="306564"/>
                  </a:lnTo>
                  <a:lnTo>
                    <a:pt x="41342" y="333079"/>
                  </a:lnTo>
                </a:path>
              </a:pathLst>
            </a:custGeom>
            <a:ln w="42775">
              <a:solidFill>
                <a:srgbClr val="4D22B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4" name="object 8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003646" y="5105714"/>
              <a:ext cx="63812" cy="237473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3011010" y="4979846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w="0" h="14604">
                  <a:moveTo>
                    <a:pt x="0" y="0"/>
                  </a:moveTo>
                  <a:lnTo>
                    <a:pt x="0" y="4674"/>
                  </a:lnTo>
                  <a:lnTo>
                    <a:pt x="0" y="9349"/>
                  </a:lnTo>
                  <a:lnTo>
                    <a:pt x="0" y="14024"/>
                  </a:lnTo>
                </a:path>
              </a:pathLst>
            </a:custGeom>
            <a:ln w="42775">
              <a:solidFill>
                <a:srgbClr val="4D22B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6" name="object 8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102876" y="5099870"/>
              <a:ext cx="252082" cy="230935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3305523" y="4979846"/>
              <a:ext cx="7620" cy="14604"/>
            </a:xfrm>
            <a:custGeom>
              <a:avLst/>
              <a:gdLst/>
              <a:ahLst/>
              <a:cxnLst/>
              <a:rect l="l" t="t" r="r" b="b"/>
              <a:pathLst>
                <a:path w="7620" h="14604">
                  <a:moveTo>
                    <a:pt x="7012" y="0"/>
                  </a:moveTo>
                  <a:lnTo>
                    <a:pt x="4674" y="4674"/>
                  </a:lnTo>
                  <a:lnTo>
                    <a:pt x="2337" y="9349"/>
                  </a:lnTo>
                  <a:lnTo>
                    <a:pt x="0" y="14024"/>
                  </a:lnTo>
                </a:path>
              </a:pathLst>
            </a:custGeom>
            <a:ln w="42775">
              <a:solidFill>
                <a:srgbClr val="4D22B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8" name="object 8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382890" y="5092658"/>
              <a:ext cx="156249" cy="246038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3572278" y="5110741"/>
              <a:ext cx="320040" cy="204470"/>
            </a:xfrm>
            <a:custGeom>
              <a:avLst/>
              <a:gdLst/>
              <a:ahLst/>
              <a:cxnLst/>
              <a:rect l="l" t="t" r="r" b="b"/>
              <a:pathLst>
                <a:path w="320039" h="204470">
                  <a:moveTo>
                    <a:pt x="6719" y="58434"/>
                  </a:moveTo>
                  <a:lnTo>
                    <a:pt x="4985" y="42931"/>
                  </a:lnTo>
                  <a:lnTo>
                    <a:pt x="3359" y="29071"/>
                  </a:lnTo>
                  <a:lnTo>
                    <a:pt x="1953" y="18498"/>
                  </a:lnTo>
                  <a:lnTo>
                    <a:pt x="876" y="12855"/>
                  </a:lnTo>
                  <a:lnTo>
                    <a:pt x="219" y="13421"/>
                  </a:lnTo>
                  <a:lnTo>
                    <a:pt x="0" y="20014"/>
                  </a:lnTo>
                  <a:lnTo>
                    <a:pt x="219" y="32084"/>
                  </a:lnTo>
                  <a:lnTo>
                    <a:pt x="2045" y="70249"/>
                  </a:lnTo>
                  <a:lnTo>
                    <a:pt x="7450" y="118276"/>
                  </a:lnTo>
                  <a:lnTo>
                    <a:pt x="19685" y="161718"/>
                  </a:lnTo>
                  <a:lnTo>
                    <a:pt x="47624" y="199847"/>
                  </a:lnTo>
                  <a:lnTo>
                    <a:pt x="57119" y="203444"/>
                  </a:lnTo>
                  <a:lnTo>
                    <a:pt x="66615" y="201454"/>
                  </a:lnTo>
                  <a:lnTo>
                    <a:pt x="99211" y="155016"/>
                  </a:lnTo>
                  <a:lnTo>
                    <a:pt x="122037" y="100562"/>
                  </a:lnTo>
                  <a:lnTo>
                    <a:pt x="136025" y="57065"/>
                  </a:lnTo>
                  <a:lnTo>
                    <a:pt x="141120" y="23374"/>
                  </a:lnTo>
                  <a:lnTo>
                    <a:pt x="142288" y="11687"/>
                  </a:lnTo>
                  <a:lnTo>
                    <a:pt x="144626" y="0"/>
                  </a:lnTo>
                  <a:lnTo>
                    <a:pt x="144224" y="2191"/>
                  </a:lnTo>
                  <a:lnTo>
                    <a:pt x="143165" y="8765"/>
                  </a:lnTo>
                  <a:lnTo>
                    <a:pt x="141668" y="19721"/>
                  </a:lnTo>
                  <a:lnTo>
                    <a:pt x="139951" y="35061"/>
                  </a:lnTo>
                  <a:lnTo>
                    <a:pt x="138307" y="54527"/>
                  </a:lnTo>
                  <a:lnTo>
                    <a:pt x="137321" y="76842"/>
                  </a:lnTo>
                  <a:lnTo>
                    <a:pt x="137650" y="100471"/>
                  </a:lnTo>
                  <a:lnTo>
                    <a:pt x="144662" y="145667"/>
                  </a:lnTo>
                  <a:lnTo>
                    <a:pt x="159344" y="180910"/>
                  </a:lnTo>
                  <a:lnTo>
                    <a:pt x="185822" y="201746"/>
                  </a:lnTo>
                  <a:lnTo>
                    <a:pt x="195282" y="197601"/>
                  </a:lnTo>
                  <a:lnTo>
                    <a:pt x="227311" y="147694"/>
                  </a:lnTo>
                  <a:lnTo>
                    <a:pt x="247471" y="97001"/>
                  </a:lnTo>
                  <a:lnTo>
                    <a:pt x="261496" y="50984"/>
                  </a:lnTo>
                  <a:lnTo>
                    <a:pt x="268508" y="23374"/>
                  </a:lnTo>
                  <a:lnTo>
                    <a:pt x="269476" y="20068"/>
                  </a:lnTo>
                  <a:lnTo>
                    <a:pt x="269238" y="23227"/>
                  </a:lnTo>
                  <a:lnTo>
                    <a:pt x="268344" y="31427"/>
                  </a:lnTo>
                  <a:lnTo>
                    <a:pt x="267339" y="43241"/>
                  </a:lnTo>
                  <a:lnTo>
                    <a:pt x="266773" y="57375"/>
                  </a:lnTo>
                  <a:lnTo>
                    <a:pt x="267193" y="73043"/>
                  </a:lnTo>
                  <a:lnTo>
                    <a:pt x="269147" y="89588"/>
                  </a:lnTo>
                  <a:lnTo>
                    <a:pt x="287645" y="138344"/>
                  </a:lnTo>
                  <a:lnTo>
                    <a:pt x="304737" y="165955"/>
                  </a:lnTo>
                  <a:lnTo>
                    <a:pt x="311877" y="177331"/>
                  </a:lnTo>
                  <a:lnTo>
                    <a:pt x="317155" y="186845"/>
                  </a:lnTo>
                  <a:lnTo>
                    <a:pt x="320022" y="194387"/>
                  </a:lnTo>
                  <a:lnTo>
                    <a:pt x="319931" y="199847"/>
                  </a:lnTo>
                  <a:lnTo>
                    <a:pt x="316498" y="203134"/>
                  </a:lnTo>
                  <a:lnTo>
                    <a:pt x="309997" y="204230"/>
                  </a:lnTo>
                  <a:lnTo>
                    <a:pt x="300866" y="203134"/>
                  </a:lnTo>
                  <a:lnTo>
                    <a:pt x="289544" y="199847"/>
                  </a:lnTo>
                  <a:lnTo>
                    <a:pt x="276470" y="194460"/>
                  </a:lnTo>
                  <a:lnTo>
                    <a:pt x="262080" y="187430"/>
                  </a:lnTo>
                  <a:lnTo>
                    <a:pt x="246814" y="179304"/>
                  </a:lnTo>
                  <a:lnTo>
                    <a:pt x="231110" y="170630"/>
                  </a:lnTo>
                </a:path>
              </a:pathLst>
            </a:custGeom>
            <a:ln w="42775">
              <a:solidFill>
                <a:srgbClr val="4D22B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90" name="object 90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4132609" y="5075328"/>
            <a:ext cx="63812" cy="246129"/>
          </a:xfrm>
          <a:prstGeom prst="rect">
            <a:avLst/>
          </a:prstGeom>
        </p:spPr>
      </p:pic>
      <p:sp>
        <p:nvSpPr>
          <p:cNvPr id="91" name="object 91"/>
          <p:cNvSpPr/>
          <p:nvPr/>
        </p:nvSpPr>
        <p:spPr>
          <a:xfrm>
            <a:off x="4118631" y="4979846"/>
            <a:ext cx="635" cy="0"/>
          </a:xfrm>
          <a:custGeom>
            <a:avLst/>
            <a:gdLst/>
            <a:ahLst/>
            <a:cxnLst/>
            <a:rect l="l" t="t" r="r" b="b"/>
            <a:pathLst>
              <a:path w="635" h="0">
                <a:moveTo>
                  <a:pt x="0" y="0"/>
                </a:moveTo>
                <a:lnTo>
                  <a:pt x="203" y="0"/>
                </a:lnTo>
                <a:lnTo>
                  <a:pt x="407" y="0"/>
                </a:lnTo>
                <a:lnTo>
                  <a:pt x="611" y="0"/>
                </a:lnTo>
              </a:path>
            </a:pathLst>
          </a:custGeom>
          <a:ln w="42775">
            <a:solidFill>
              <a:srgbClr val="4D22B2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92" name="object 92"/>
          <p:cNvGrpSpPr/>
          <p:nvPr/>
        </p:nvGrpSpPr>
        <p:grpSpPr>
          <a:xfrm>
            <a:off x="4230780" y="4890674"/>
            <a:ext cx="351790" cy="433705"/>
            <a:chOff x="4230780" y="4890674"/>
            <a:chExt cx="351790" cy="433705"/>
          </a:xfrm>
        </p:grpSpPr>
        <p:sp>
          <p:nvSpPr>
            <p:cNvPr id="93" name="object 93"/>
            <p:cNvSpPr/>
            <p:nvPr/>
          </p:nvSpPr>
          <p:spPr>
            <a:xfrm>
              <a:off x="4252168" y="5086198"/>
              <a:ext cx="182880" cy="216535"/>
            </a:xfrm>
            <a:custGeom>
              <a:avLst/>
              <a:gdLst/>
              <a:ahLst/>
              <a:cxnLst/>
              <a:rect l="l" t="t" r="r" b="b"/>
              <a:pathLst>
                <a:path w="182879" h="216535">
                  <a:moveTo>
                    <a:pt x="0" y="40904"/>
                  </a:moveTo>
                  <a:lnTo>
                    <a:pt x="0" y="27117"/>
                  </a:lnTo>
                  <a:lnTo>
                    <a:pt x="0" y="14754"/>
                  </a:lnTo>
                  <a:lnTo>
                    <a:pt x="0" y="5240"/>
                  </a:lnTo>
                  <a:lnTo>
                    <a:pt x="0" y="0"/>
                  </a:lnTo>
                  <a:lnTo>
                    <a:pt x="54" y="310"/>
                  </a:lnTo>
                  <a:lnTo>
                    <a:pt x="3506" y="40904"/>
                  </a:lnTo>
                  <a:lnTo>
                    <a:pt x="10664" y="100507"/>
                  </a:lnTo>
                  <a:lnTo>
                    <a:pt x="18699" y="160111"/>
                  </a:lnTo>
                  <a:lnTo>
                    <a:pt x="25765" y="200705"/>
                  </a:lnTo>
                  <a:lnTo>
                    <a:pt x="26879" y="201016"/>
                  </a:lnTo>
                  <a:lnTo>
                    <a:pt x="27610" y="195647"/>
                  </a:lnTo>
                  <a:lnTo>
                    <a:pt x="28340" y="185238"/>
                  </a:lnTo>
                  <a:lnTo>
                    <a:pt x="29509" y="170447"/>
                  </a:lnTo>
                  <a:lnTo>
                    <a:pt x="34859" y="130510"/>
                  </a:lnTo>
                  <a:lnTo>
                    <a:pt x="45852" y="85040"/>
                  </a:lnTo>
                  <a:lnTo>
                    <a:pt x="63365" y="46784"/>
                  </a:lnTo>
                  <a:lnTo>
                    <a:pt x="100507" y="17530"/>
                  </a:lnTo>
                  <a:lnTo>
                    <a:pt x="114824" y="16471"/>
                  </a:lnTo>
                  <a:lnTo>
                    <a:pt x="129141" y="21328"/>
                  </a:lnTo>
                  <a:lnTo>
                    <a:pt x="154268" y="54928"/>
                  </a:lnTo>
                  <a:lnTo>
                    <a:pt x="170922" y="125050"/>
                  </a:lnTo>
                  <a:lnTo>
                    <a:pt x="176948" y="169315"/>
                  </a:lnTo>
                  <a:lnTo>
                    <a:pt x="182316" y="216209"/>
                  </a:lnTo>
                </a:path>
              </a:pathLst>
            </a:custGeom>
            <a:ln w="42775">
              <a:solidFill>
                <a:srgbClr val="4D22B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4516294" y="4912062"/>
              <a:ext cx="44450" cy="362585"/>
            </a:xfrm>
            <a:custGeom>
              <a:avLst/>
              <a:gdLst/>
              <a:ahLst/>
              <a:cxnLst/>
              <a:rect l="l" t="t" r="r" b="b"/>
              <a:pathLst>
                <a:path w="44450" h="362585">
                  <a:moveTo>
                    <a:pt x="23374" y="32723"/>
                  </a:moveTo>
                  <a:lnTo>
                    <a:pt x="19867" y="20707"/>
                  </a:lnTo>
                  <a:lnTo>
                    <a:pt x="16361" y="10226"/>
                  </a:lnTo>
                  <a:lnTo>
                    <a:pt x="12855" y="2812"/>
                  </a:lnTo>
                  <a:lnTo>
                    <a:pt x="9349" y="0"/>
                  </a:lnTo>
                  <a:lnTo>
                    <a:pt x="5916" y="3177"/>
                  </a:lnTo>
                  <a:lnTo>
                    <a:pt x="2921" y="13147"/>
                  </a:lnTo>
                  <a:lnTo>
                    <a:pt x="803" y="30568"/>
                  </a:lnTo>
                  <a:lnTo>
                    <a:pt x="0" y="56097"/>
                  </a:lnTo>
                  <a:lnTo>
                    <a:pt x="858" y="89788"/>
                  </a:lnTo>
                  <a:lnTo>
                    <a:pt x="3360" y="129287"/>
                  </a:lnTo>
                  <a:lnTo>
                    <a:pt x="7395" y="171634"/>
                  </a:lnTo>
                  <a:lnTo>
                    <a:pt x="12855" y="213871"/>
                  </a:lnTo>
                  <a:lnTo>
                    <a:pt x="19594" y="253662"/>
                  </a:lnTo>
                  <a:lnTo>
                    <a:pt x="27318" y="291151"/>
                  </a:lnTo>
                  <a:lnTo>
                    <a:pt x="35700" y="327107"/>
                  </a:lnTo>
                  <a:lnTo>
                    <a:pt x="44410" y="362296"/>
                  </a:lnTo>
                </a:path>
              </a:pathLst>
            </a:custGeom>
            <a:ln w="42775">
              <a:solidFill>
                <a:srgbClr val="4D22B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5" name="object 9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430299" y="5092713"/>
              <a:ext cx="151793" cy="76814"/>
            </a:xfrm>
            <a:prstGeom prst="rect">
              <a:avLst/>
            </a:prstGeom>
          </p:spPr>
        </p:pic>
      </p:grpSp>
      <p:grpSp>
        <p:nvGrpSpPr>
          <p:cNvPr id="96" name="object 96"/>
          <p:cNvGrpSpPr/>
          <p:nvPr/>
        </p:nvGrpSpPr>
        <p:grpSpPr>
          <a:xfrm>
            <a:off x="4657355" y="4820552"/>
            <a:ext cx="633095" cy="482600"/>
            <a:chOff x="4657355" y="4820552"/>
            <a:chExt cx="633095" cy="482600"/>
          </a:xfrm>
        </p:grpSpPr>
        <p:sp>
          <p:nvSpPr>
            <p:cNvPr id="97" name="object 97"/>
            <p:cNvSpPr/>
            <p:nvPr/>
          </p:nvSpPr>
          <p:spPr>
            <a:xfrm>
              <a:off x="4678743" y="4841940"/>
              <a:ext cx="590550" cy="440055"/>
            </a:xfrm>
            <a:custGeom>
              <a:avLst/>
              <a:gdLst/>
              <a:ahLst/>
              <a:cxnLst/>
              <a:rect l="l" t="t" r="r" b="b"/>
              <a:pathLst>
                <a:path w="590550" h="440054">
                  <a:moveTo>
                    <a:pt x="15193" y="355284"/>
                  </a:moveTo>
                  <a:lnTo>
                    <a:pt x="49231" y="337023"/>
                  </a:lnTo>
                  <a:lnTo>
                    <a:pt x="87013" y="300337"/>
                  </a:lnTo>
                  <a:lnTo>
                    <a:pt x="99339" y="257113"/>
                  </a:lnTo>
                  <a:lnTo>
                    <a:pt x="77133" y="225558"/>
                  </a:lnTo>
                  <a:lnTo>
                    <a:pt x="50253" y="220007"/>
                  </a:lnTo>
                  <a:lnTo>
                    <a:pt x="36046" y="220299"/>
                  </a:lnTo>
                  <a:lnTo>
                    <a:pt x="2008" y="253625"/>
                  </a:lnTo>
                  <a:lnTo>
                    <a:pt x="0" y="273475"/>
                  </a:lnTo>
                  <a:lnTo>
                    <a:pt x="328" y="298858"/>
                  </a:lnTo>
                  <a:lnTo>
                    <a:pt x="10189" y="356635"/>
                  </a:lnTo>
                  <a:lnTo>
                    <a:pt x="36485" y="405173"/>
                  </a:lnTo>
                  <a:lnTo>
                    <a:pt x="79215" y="431322"/>
                  </a:lnTo>
                  <a:lnTo>
                    <a:pt x="105182" y="434755"/>
                  </a:lnTo>
                  <a:lnTo>
                    <a:pt x="133085" y="431286"/>
                  </a:lnTo>
                  <a:lnTo>
                    <a:pt x="186699" y="404187"/>
                  </a:lnTo>
                  <a:lnTo>
                    <a:pt x="223330" y="352198"/>
                  </a:lnTo>
                  <a:lnTo>
                    <a:pt x="238597" y="289782"/>
                  </a:lnTo>
                  <a:lnTo>
                    <a:pt x="240623" y="242925"/>
                  </a:lnTo>
                  <a:lnTo>
                    <a:pt x="217322" y="289398"/>
                  </a:lnTo>
                  <a:lnTo>
                    <a:pt x="214291" y="336000"/>
                  </a:lnTo>
                  <a:lnTo>
                    <a:pt x="215916" y="384063"/>
                  </a:lnTo>
                  <a:lnTo>
                    <a:pt x="254776" y="372814"/>
                  </a:lnTo>
                  <a:lnTo>
                    <a:pt x="283701" y="323510"/>
                  </a:lnTo>
                  <a:lnTo>
                    <a:pt x="292174" y="307367"/>
                  </a:lnTo>
                  <a:lnTo>
                    <a:pt x="299496" y="293909"/>
                  </a:lnTo>
                  <a:lnTo>
                    <a:pt x="326431" y="259980"/>
                  </a:lnTo>
                  <a:lnTo>
                    <a:pt x="349440" y="251270"/>
                  </a:lnTo>
                  <a:lnTo>
                    <a:pt x="356014" y="253772"/>
                  </a:lnTo>
                  <a:lnTo>
                    <a:pt x="373581" y="304902"/>
                  </a:lnTo>
                  <a:lnTo>
                    <a:pt x="378037" y="350080"/>
                  </a:lnTo>
                  <a:lnTo>
                    <a:pt x="379827" y="370477"/>
                  </a:lnTo>
                  <a:lnTo>
                    <a:pt x="381616" y="386656"/>
                  </a:lnTo>
                  <a:lnTo>
                    <a:pt x="393120" y="424803"/>
                  </a:lnTo>
                  <a:lnTo>
                    <a:pt x="417627" y="439814"/>
                  </a:lnTo>
                  <a:lnTo>
                    <a:pt x="425698" y="437239"/>
                  </a:lnTo>
                  <a:lnTo>
                    <a:pt x="451647" y="408387"/>
                  </a:lnTo>
                  <a:lnTo>
                    <a:pt x="467753" y="366021"/>
                  </a:lnTo>
                  <a:lnTo>
                    <a:pt x="479969" y="298000"/>
                  </a:lnTo>
                  <a:lnTo>
                    <a:pt x="484133" y="256091"/>
                  </a:lnTo>
                  <a:lnTo>
                    <a:pt x="486981" y="212648"/>
                  </a:lnTo>
                  <a:lnTo>
                    <a:pt x="488515" y="170630"/>
                  </a:lnTo>
                  <a:lnTo>
                    <a:pt x="488789" y="132501"/>
                  </a:lnTo>
                  <a:lnTo>
                    <a:pt x="486708" y="69391"/>
                  </a:lnTo>
                  <a:lnTo>
                    <a:pt x="483220" y="23994"/>
                  </a:lnTo>
                  <a:lnTo>
                    <a:pt x="475660" y="0"/>
                  </a:lnTo>
                  <a:lnTo>
                    <a:pt x="471807" y="7815"/>
                  </a:lnTo>
                  <a:lnTo>
                    <a:pt x="463662" y="47989"/>
                  </a:lnTo>
                  <a:lnTo>
                    <a:pt x="458494" y="117527"/>
                  </a:lnTo>
                  <a:lnTo>
                    <a:pt x="457837" y="159527"/>
                  </a:lnTo>
                  <a:lnTo>
                    <a:pt x="458494" y="202404"/>
                  </a:lnTo>
                  <a:lnTo>
                    <a:pt x="460467" y="243089"/>
                  </a:lnTo>
                  <a:lnTo>
                    <a:pt x="468209" y="310289"/>
                  </a:lnTo>
                  <a:lnTo>
                    <a:pt x="480335" y="359959"/>
                  </a:lnTo>
                  <a:lnTo>
                    <a:pt x="495820" y="395166"/>
                  </a:lnTo>
                  <a:lnTo>
                    <a:pt x="521823" y="423525"/>
                  </a:lnTo>
                  <a:lnTo>
                    <a:pt x="565065" y="400279"/>
                  </a:lnTo>
                  <a:lnTo>
                    <a:pt x="586102" y="359667"/>
                  </a:lnTo>
                  <a:lnTo>
                    <a:pt x="588366" y="353640"/>
                  </a:lnTo>
                  <a:lnTo>
                    <a:pt x="590192" y="348272"/>
                  </a:lnTo>
                </a:path>
              </a:pathLst>
            </a:custGeom>
            <a:ln w="42775">
              <a:solidFill>
                <a:srgbClr val="4D22B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5072594" y="5014906"/>
              <a:ext cx="147320" cy="7620"/>
            </a:xfrm>
            <a:custGeom>
              <a:avLst/>
              <a:gdLst/>
              <a:ahLst/>
              <a:cxnLst/>
              <a:rect l="l" t="t" r="r" b="b"/>
              <a:pathLst>
                <a:path w="147320" h="7620">
                  <a:moveTo>
                    <a:pt x="0" y="7012"/>
                  </a:moveTo>
                  <a:lnTo>
                    <a:pt x="54490" y="3652"/>
                  </a:lnTo>
                  <a:lnTo>
                    <a:pt x="99339" y="1168"/>
                  </a:lnTo>
                  <a:lnTo>
                    <a:pt x="138289" y="18"/>
                  </a:lnTo>
                  <a:lnTo>
                    <a:pt x="147255" y="0"/>
                  </a:lnTo>
                </a:path>
              </a:pathLst>
            </a:custGeom>
            <a:ln w="42775">
              <a:solidFill>
                <a:srgbClr val="4D22B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9" name="object 99"/>
          <p:cNvGrpSpPr/>
          <p:nvPr/>
        </p:nvGrpSpPr>
        <p:grpSpPr>
          <a:xfrm>
            <a:off x="5531395" y="4755853"/>
            <a:ext cx="488315" cy="531495"/>
            <a:chOff x="5531395" y="4755853"/>
            <a:chExt cx="488315" cy="531495"/>
          </a:xfrm>
        </p:grpSpPr>
        <p:sp>
          <p:nvSpPr>
            <p:cNvPr id="100" name="object 100"/>
            <p:cNvSpPr/>
            <p:nvPr/>
          </p:nvSpPr>
          <p:spPr>
            <a:xfrm>
              <a:off x="5552783" y="4777241"/>
              <a:ext cx="256540" cy="488315"/>
            </a:xfrm>
            <a:custGeom>
              <a:avLst/>
              <a:gdLst/>
              <a:ahLst/>
              <a:cxnLst/>
              <a:rect l="l" t="t" r="r" b="b"/>
              <a:pathLst>
                <a:path w="256539" h="488314">
                  <a:moveTo>
                    <a:pt x="164932" y="335836"/>
                  </a:moveTo>
                  <a:lnTo>
                    <a:pt x="146671" y="295078"/>
                  </a:lnTo>
                  <a:lnTo>
                    <a:pt x="124028" y="262208"/>
                  </a:lnTo>
                  <a:lnTo>
                    <a:pt x="77681" y="244458"/>
                  </a:lnTo>
                  <a:lnTo>
                    <a:pt x="44629" y="263651"/>
                  </a:lnTo>
                  <a:lnTo>
                    <a:pt x="16873" y="306564"/>
                  </a:lnTo>
                  <a:lnTo>
                    <a:pt x="1333" y="362132"/>
                  </a:lnTo>
                  <a:lnTo>
                    <a:pt x="0" y="390765"/>
                  </a:lnTo>
                  <a:lnTo>
                    <a:pt x="3706" y="417645"/>
                  </a:lnTo>
                  <a:lnTo>
                    <a:pt x="27975" y="459426"/>
                  </a:lnTo>
                  <a:lnTo>
                    <a:pt x="67565" y="480462"/>
                  </a:lnTo>
                  <a:lnTo>
                    <a:pt x="105840" y="480280"/>
                  </a:lnTo>
                  <a:lnTo>
                    <a:pt x="135788" y="454495"/>
                  </a:lnTo>
                  <a:lnTo>
                    <a:pt x="160349" y="395038"/>
                  </a:lnTo>
                  <a:lnTo>
                    <a:pt x="170922" y="353074"/>
                  </a:lnTo>
                  <a:lnTo>
                    <a:pt x="179961" y="305413"/>
                  </a:lnTo>
                  <a:lnTo>
                    <a:pt x="187137" y="254027"/>
                  </a:lnTo>
                  <a:lnTo>
                    <a:pt x="192214" y="201107"/>
                  </a:lnTo>
                  <a:lnTo>
                    <a:pt x="195318" y="149721"/>
                  </a:lnTo>
                  <a:lnTo>
                    <a:pt x="196670" y="103155"/>
                  </a:lnTo>
                  <a:lnTo>
                    <a:pt x="196487" y="64698"/>
                  </a:lnTo>
                  <a:lnTo>
                    <a:pt x="192104" y="18242"/>
                  </a:lnTo>
                  <a:lnTo>
                    <a:pt x="175743" y="0"/>
                  </a:lnTo>
                  <a:lnTo>
                    <a:pt x="168146" y="2903"/>
                  </a:lnTo>
                  <a:lnTo>
                    <a:pt x="144553" y="48172"/>
                  </a:lnTo>
                  <a:lnTo>
                    <a:pt x="134327" y="112414"/>
                  </a:lnTo>
                  <a:lnTo>
                    <a:pt x="133377" y="153519"/>
                  </a:lnTo>
                  <a:lnTo>
                    <a:pt x="136080" y="199464"/>
                  </a:lnTo>
                  <a:lnTo>
                    <a:pt x="141850" y="247599"/>
                  </a:lnTo>
                  <a:lnTo>
                    <a:pt x="149812" y="294859"/>
                  </a:lnTo>
                  <a:lnTo>
                    <a:pt x="159089" y="338173"/>
                  </a:lnTo>
                  <a:lnTo>
                    <a:pt x="168895" y="375097"/>
                  </a:lnTo>
                  <a:lnTo>
                    <a:pt x="188507" y="430537"/>
                  </a:lnTo>
                  <a:lnTo>
                    <a:pt x="206019" y="465744"/>
                  </a:lnTo>
                  <a:lnTo>
                    <a:pt x="235054" y="487913"/>
                  </a:lnTo>
                  <a:lnTo>
                    <a:pt x="242066" y="485429"/>
                  </a:lnTo>
                  <a:lnTo>
                    <a:pt x="249078" y="481193"/>
                  </a:lnTo>
                  <a:lnTo>
                    <a:pt x="256091" y="476080"/>
                  </a:lnTo>
                </a:path>
              </a:pathLst>
            </a:custGeom>
            <a:ln w="42775">
              <a:solidFill>
                <a:srgbClr val="4D22B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1" name="object 10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839056" y="5036980"/>
              <a:ext cx="180536" cy="250146"/>
            </a:xfrm>
            <a:prstGeom prst="rect">
              <a:avLst/>
            </a:prstGeom>
          </p:spPr>
        </p:pic>
      </p:grpSp>
      <p:grpSp>
        <p:nvGrpSpPr>
          <p:cNvPr id="102" name="object 102"/>
          <p:cNvGrpSpPr/>
          <p:nvPr/>
        </p:nvGrpSpPr>
        <p:grpSpPr>
          <a:xfrm>
            <a:off x="6025901" y="4855612"/>
            <a:ext cx="800100" cy="454659"/>
            <a:chOff x="6025901" y="4855612"/>
            <a:chExt cx="800100" cy="454659"/>
          </a:xfrm>
        </p:grpSpPr>
        <p:sp>
          <p:nvSpPr>
            <p:cNvPr id="103" name="object 103"/>
            <p:cNvSpPr/>
            <p:nvPr/>
          </p:nvSpPr>
          <p:spPr>
            <a:xfrm>
              <a:off x="6099606" y="4895699"/>
              <a:ext cx="39370" cy="393065"/>
            </a:xfrm>
            <a:custGeom>
              <a:avLst/>
              <a:gdLst/>
              <a:ahLst/>
              <a:cxnLst/>
              <a:rect l="l" t="t" r="r" b="b"/>
              <a:pathLst>
                <a:path w="39370" h="393064">
                  <a:moveTo>
                    <a:pt x="3779" y="0"/>
                  </a:moveTo>
                  <a:lnTo>
                    <a:pt x="2081" y="28395"/>
                  </a:lnTo>
                  <a:lnTo>
                    <a:pt x="712" y="58873"/>
                  </a:lnTo>
                  <a:lnTo>
                    <a:pt x="0" y="93514"/>
                  </a:lnTo>
                  <a:lnTo>
                    <a:pt x="273" y="134400"/>
                  </a:lnTo>
                  <a:lnTo>
                    <a:pt x="1771" y="182408"/>
                  </a:lnTo>
                  <a:lnTo>
                    <a:pt x="4364" y="233593"/>
                  </a:lnTo>
                  <a:lnTo>
                    <a:pt x="7833" y="282806"/>
                  </a:lnTo>
                  <a:lnTo>
                    <a:pt x="11960" y="324898"/>
                  </a:lnTo>
                  <a:lnTo>
                    <a:pt x="21164" y="376320"/>
                  </a:lnTo>
                  <a:lnTo>
                    <a:pt x="29491" y="392682"/>
                  </a:lnTo>
                  <a:lnTo>
                    <a:pt x="32577" y="391933"/>
                  </a:lnTo>
                  <a:lnTo>
                    <a:pt x="38347" y="351650"/>
                  </a:lnTo>
                  <a:lnTo>
                    <a:pt x="38822" y="318963"/>
                  </a:lnTo>
                  <a:lnTo>
                    <a:pt x="38841" y="301524"/>
                  </a:lnTo>
                </a:path>
              </a:pathLst>
            </a:custGeom>
            <a:ln w="42775">
              <a:solidFill>
                <a:srgbClr val="4D22B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4" name="object 10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025901" y="5070105"/>
              <a:ext cx="154971" cy="64360"/>
            </a:xfrm>
            <a:prstGeom prst="rect">
              <a:avLst/>
            </a:prstGeom>
          </p:spPr>
        </p:pic>
        <p:sp>
          <p:nvSpPr>
            <p:cNvPr id="105" name="object 105"/>
            <p:cNvSpPr/>
            <p:nvPr/>
          </p:nvSpPr>
          <p:spPr>
            <a:xfrm>
              <a:off x="6243631" y="5051575"/>
              <a:ext cx="112395" cy="218440"/>
            </a:xfrm>
            <a:custGeom>
              <a:avLst/>
              <a:gdLst/>
              <a:ahLst/>
              <a:cxnLst/>
              <a:rect l="l" t="t" r="r" b="b"/>
              <a:pathLst>
                <a:path w="112395" h="218439">
                  <a:moveTo>
                    <a:pt x="0" y="117600"/>
                  </a:moveTo>
                  <a:lnTo>
                    <a:pt x="50619" y="94098"/>
                  </a:lnTo>
                  <a:lnTo>
                    <a:pt x="89259" y="57996"/>
                  </a:lnTo>
                  <a:lnTo>
                    <a:pt x="102461" y="21967"/>
                  </a:lnTo>
                  <a:lnTo>
                    <a:pt x="100069" y="13732"/>
                  </a:lnTo>
                  <a:lnTo>
                    <a:pt x="95266" y="7468"/>
                  </a:lnTo>
                  <a:lnTo>
                    <a:pt x="88820" y="3067"/>
                  </a:lnTo>
                  <a:lnTo>
                    <a:pt x="81370" y="493"/>
                  </a:lnTo>
                  <a:lnTo>
                    <a:pt x="73043" y="0"/>
                  </a:lnTo>
                  <a:lnTo>
                    <a:pt x="63839" y="1917"/>
                  </a:lnTo>
                  <a:lnTo>
                    <a:pt x="31992" y="25419"/>
                  </a:lnTo>
                  <a:lnTo>
                    <a:pt x="12855" y="59165"/>
                  </a:lnTo>
                  <a:lnTo>
                    <a:pt x="2191" y="107227"/>
                  </a:lnTo>
                  <a:lnTo>
                    <a:pt x="4674" y="156167"/>
                  </a:lnTo>
                  <a:lnTo>
                    <a:pt x="22643" y="192104"/>
                  </a:lnTo>
                  <a:lnTo>
                    <a:pt x="65355" y="216592"/>
                  </a:lnTo>
                  <a:lnTo>
                    <a:pt x="80786" y="217962"/>
                  </a:lnTo>
                  <a:lnTo>
                    <a:pt x="96435" y="217359"/>
                  </a:lnTo>
                  <a:lnTo>
                    <a:pt x="112194" y="215770"/>
                  </a:lnTo>
                </a:path>
              </a:pathLst>
            </a:custGeom>
            <a:ln w="42775">
              <a:solidFill>
                <a:srgbClr val="4D22B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6" name="object 10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400323" y="5039299"/>
              <a:ext cx="208292" cy="244759"/>
            </a:xfrm>
            <a:prstGeom prst="rect">
              <a:avLst/>
            </a:prstGeom>
          </p:spPr>
        </p:pic>
        <p:sp>
          <p:nvSpPr>
            <p:cNvPr id="107" name="object 107"/>
            <p:cNvSpPr/>
            <p:nvPr/>
          </p:nvSpPr>
          <p:spPr>
            <a:xfrm>
              <a:off x="6664653" y="4877000"/>
              <a:ext cx="13970" cy="379095"/>
            </a:xfrm>
            <a:custGeom>
              <a:avLst/>
              <a:gdLst/>
              <a:ahLst/>
              <a:cxnLst/>
              <a:rect l="l" t="t" r="r" b="b"/>
              <a:pathLst>
                <a:path w="13970" h="379095">
                  <a:moveTo>
                    <a:pt x="13732" y="39735"/>
                  </a:moveTo>
                  <a:lnTo>
                    <a:pt x="11979" y="24323"/>
                  </a:lnTo>
                  <a:lnTo>
                    <a:pt x="10226" y="11102"/>
                  </a:lnTo>
                  <a:lnTo>
                    <a:pt x="8473" y="2264"/>
                  </a:lnTo>
                  <a:lnTo>
                    <a:pt x="6719" y="0"/>
                  </a:lnTo>
                  <a:lnTo>
                    <a:pt x="4985" y="6172"/>
                  </a:lnTo>
                  <a:lnTo>
                    <a:pt x="1953" y="45688"/>
                  </a:lnTo>
                  <a:lnTo>
                    <a:pt x="219" y="122019"/>
                  </a:lnTo>
                  <a:lnTo>
                    <a:pt x="0" y="169168"/>
                  </a:lnTo>
                  <a:lnTo>
                    <a:pt x="219" y="215880"/>
                  </a:lnTo>
                  <a:lnTo>
                    <a:pt x="876" y="257113"/>
                  </a:lnTo>
                  <a:lnTo>
                    <a:pt x="3359" y="312772"/>
                  </a:lnTo>
                  <a:lnTo>
                    <a:pt x="8454" y="357110"/>
                  </a:lnTo>
                  <a:lnTo>
                    <a:pt x="13732" y="378658"/>
                  </a:lnTo>
                  <a:lnTo>
                    <a:pt x="13732" y="366971"/>
                  </a:lnTo>
                  <a:lnTo>
                    <a:pt x="13732" y="355284"/>
                  </a:lnTo>
                </a:path>
              </a:pathLst>
            </a:custGeom>
            <a:ln w="42775">
              <a:solidFill>
                <a:srgbClr val="4D22B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6601252" y="5056980"/>
              <a:ext cx="112395" cy="7620"/>
            </a:xfrm>
            <a:custGeom>
              <a:avLst/>
              <a:gdLst/>
              <a:ahLst/>
              <a:cxnLst/>
              <a:rect l="l" t="t" r="r" b="b"/>
              <a:pathLst>
                <a:path w="112395" h="7620">
                  <a:moveTo>
                    <a:pt x="0" y="0"/>
                  </a:moveTo>
                  <a:lnTo>
                    <a:pt x="28048" y="1753"/>
                  </a:lnTo>
                  <a:lnTo>
                    <a:pt x="56097" y="3506"/>
                  </a:lnTo>
                  <a:lnTo>
                    <a:pt x="84146" y="5259"/>
                  </a:lnTo>
                  <a:lnTo>
                    <a:pt x="112194" y="7012"/>
                  </a:lnTo>
                </a:path>
              </a:pathLst>
            </a:custGeom>
            <a:ln w="42775">
              <a:solidFill>
                <a:srgbClr val="4D22B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6788245" y="5049967"/>
              <a:ext cx="16510" cy="227329"/>
            </a:xfrm>
            <a:custGeom>
              <a:avLst/>
              <a:gdLst/>
              <a:ahLst/>
              <a:cxnLst/>
              <a:rect l="l" t="t" r="r" b="b"/>
              <a:pathLst>
                <a:path w="16509" h="227329">
                  <a:moveTo>
                    <a:pt x="9349" y="0"/>
                  </a:moveTo>
                  <a:lnTo>
                    <a:pt x="5916" y="45250"/>
                  </a:lnTo>
                  <a:lnTo>
                    <a:pt x="2921" y="88528"/>
                  </a:lnTo>
                  <a:lnTo>
                    <a:pt x="803" y="127862"/>
                  </a:lnTo>
                  <a:lnTo>
                    <a:pt x="0" y="161280"/>
                  </a:lnTo>
                  <a:lnTo>
                    <a:pt x="785" y="187228"/>
                  </a:lnTo>
                  <a:lnTo>
                    <a:pt x="2775" y="205836"/>
                  </a:lnTo>
                  <a:lnTo>
                    <a:pt x="5423" y="217651"/>
                  </a:lnTo>
                  <a:lnTo>
                    <a:pt x="8180" y="223221"/>
                  </a:lnTo>
                  <a:lnTo>
                    <a:pt x="11686" y="226727"/>
                  </a:lnTo>
                  <a:lnTo>
                    <a:pt x="14024" y="215040"/>
                  </a:lnTo>
                  <a:lnTo>
                    <a:pt x="15193" y="208028"/>
                  </a:lnTo>
                  <a:lnTo>
                    <a:pt x="16361" y="201015"/>
                  </a:lnTo>
                  <a:lnTo>
                    <a:pt x="16361" y="198678"/>
                  </a:lnTo>
                  <a:lnTo>
                    <a:pt x="16361" y="196341"/>
                  </a:lnTo>
                </a:path>
              </a:pathLst>
            </a:custGeom>
            <a:ln w="42775">
              <a:solidFill>
                <a:srgbClr val="4D22B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6776557" y="4882844"/>
              <a:ext cx="7620" cy="34290"/>
            </a:xfrm>
            <a:custGeom>
              <a:avLst/>
              <a:gdLst/>
              <a:ahLst/>
              <a:cxnLst/>
              <a:rect l="l" t="t" r="r" b="b"/>
              <a:pathLst>
                <a:path w="7620" h="34289">
                  <a:moveTo>
                    <a:pt x="0" y="26880"/>
                  </a:moveTo>
                  <a:lnTo>
                    <a:pt x="18" y="16599"/>
                  </a:lnTo>
                  <a:lnTo>
                    <a:pt x="146" y="7742"/>
                  </a:lnTo>
                  <a:lnTo>
                    <a:pt x="493" y="1734"/>
                  </a:lnTo>
                  <a:lnTo>
                    <a:pt x="1168" y="0"/>
                  </a:lnTo>
                  <a:lnTo>
                    <a:pt x="2246" y="3487"/>
                  </a:lnTo>
                  <a:lnTo>
                    <a:pt x="3652" y="11248"/>
                  </a:lnTo>
                  <a:lnTo>
                    <a:pt x="5277" y="21858"/>
                  </a:lnTo>
                  <a:lnTo>
                    <a:pt x="7012" y="33892"/>
                  </a:lnTo>
                </a:path>
              </a:pathLst>
            </a:custGeom>
            <a:ln w="42775">
              <a:solidFill>
                <a:srgbClr val="4D22B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1" name="object 111"/>
          <p:cNvSpPr/>
          <p:nvPr/>
        </p:nvSpPr>
        <p:spPr>
          <a:xfrm>
            <a:off x="6903507" y="5025644"/>
            <a:ext cx="469265" cy="246379"/>
          </a:xfrm>
          <a:custGeom>
            <a:avLst/>
            <a:gdLst/>
            <a:ahLst/>
            <a:cxnLst/>
            <a:rect l="l" t="t" r="r" b="b"/>
            <a:pathLst>
              <a:path w="469265" h="246379">
                <a:moveTo>
                  <a:pt x="34330" y="52372"/>
                </a:moveTo>
                <a:lnTo>
                  <a:pt x="785" y="100252"/>
                </a:lnTo>
                <a:lnTo>
                  <a:pt x="0" y="132720"/>
                </a:lnTo>
                <a:lnTo>
                  <a:pt x="310" y="164749"/>
                </a:lnTo>
                <a:lnTo>
                  <a:pt x="3962" y="213415"/>
                </a:lnTo>
                <a:lnTo>
                  <a:pt x="41415" y="241391"/>
                </a:lnTo>
                <a:lnTo>
                  <a:pt x="59749" y="237757"/>
                </a:lnTo>
                <a:lnTo>
                  <a:pt x="98609" y="211315"/>
                </a:lnTo>
                <a:lnTo>
                  <a:pt x="130017" y="156532"/>
                </a:lnTo>
                <a:lnTo>
                  <a:pt x="146525" y="95614"/>
                </a:lnTo>
                <a:lnTo>
                  <a:pt x="147511" y="71162"/>
                </a:lnTo>
                <a:lnTo>
                  <a:pt x="143896" y="51641"/>
                </a:lnTo>
                <a:lnTo>
                  <a:pt x="112049" y="15083"/>
                </a:lnTo>
                <a:lnTo>
                  <a:pt x="64716" y="949"/>
                </a:lnTo>
                <a:lnTo>
                  <a:pt x="49596" y="0"/>
                </a:lnTo>
                <a:lnTo>
                  <a:pt x="36668" y="365"/>
                </a:lnTo>
                <a:lnTo>
                  <a:pt x="92272" y="9842"/>
                </a:lnTo>
                <a:lnTo>
                  <a:pt x="121837" y="10445"/>
                </a:lnTo>
                <a:lnTo>
                  <a:pt x="151182" y="11266"/>
                </a:lnTo>
                <a:lnTo>
                  <a:pt x="196414" y="14937"/>
                </a:lnTo>
                <a:lnTo>
                  <a:pt x="230361" y="45907"/>
                </a:lnTo>
                <a:lnTo>
                  <a:pt x="233393" y="80019"/>
                </a:lnTo>
                <a:lnTo>
                  <a:pt x="231840" y="101457"/>
                </a:lnTo>
                <a:lnTo>
                  <a:pt x="228261" y="125288"/>
                </a:lnTo>
                <a:lnTo>
                  <a:pt x="223367" y="150104"/>
                </a:lnTo>
                <a:lnTo>
                  <a:pt x="218035" y="174263"/>
                </a:lnTo>
                <a:lnTo>
                  <a:pt x="213141" y="196122"/>
                </a:lnTo>
                <a:lnTo>
                  <a:pt x="209379" y="214255"/>
                </a:lnTo>
                <a:lnTo>
                  <a:pt x="206713" y="228115"/>
                </a:lnTo>
                <a:lnTo>
                  <a:pt x="204924" y="237373"/>
                </a:lnTo>
                <a:lnTo>
                  <a:pt x="203791" y="241701"/>
                </a:lnTo>
                <a:lnTo>
                  <a:pt x="203262" y="240806"/>
                </a:lnTo>
                <a:lnTo>
                  <a:pt x="220555" y="182864"/>
                </a:lnTo>
                <a:lnTo>
                  <a:pt x="243856" y="130200"/>
                </a:lnTo>
                <a:lnTo>
                  <a:pt x="268216" y="83214"/>
                </a:lnTo>
                <a:lnTo>
                  <a:pt x="289253" y="50235"/>
                </a:lnTo>
                <a:lnTo>
                  <a:pt x="320808" y="19612"/>
                </a:lnTo>
                <a:lnTo>
                  <a:pt x="326505" y="19648"/>
                </a:lnTo>
                <a:lnTo>
                  <a:pt x="342867" y="60553"/>
                </a:lnTo>
                <a:lnTo>
                  <a:pt x="349587" y="108469"/>
                </a:lnTo>
                <a:lnTo>
                  <a:pt x="354553" y="156386"/>
                </a:lnTo>
                <a:lnTo>
                  <a:pt x="356854" y="197637"/>
                </a:lnTo>
                <a:lnTo>
                  <a:pt x="356891" y="206640"/>
                </a:lnTo>
                <a:lnTo>
                  <a:pt x="356982" y="215350"/>
                </a:lnTo>
                <a:lnTo>
                  <a:pt x="376028" y="245937"/>
                </a:lnTo>
                <a:lnTo>
                  <a:pt x="386236" y="244276"/>
                </a:lnTo>
                <a:lnTo>
                  <a:pt x="398964" y="237026"/>
                </a:lnTo>
                <a:lnTo>
                  <a:pt x="414194" y="223294"/>
                </a:lnTo>
                <a:lnTo>
                  <a:pt x="431396" y="204303"/>
                </a:lnTo>
                <a:lnTo>
                  <a:pt x="449912" y="181805"/>
                </a:lnTo>
                <a:lnTo>
                  <a:pt x="469086" y="157554"/>
                </a:lnTo>
              </a:path>
            </a:pathLst>
          </a:custGeom>
          <a:ln w="42775">
            <a:solidFill>
              <a:srgbClr val="4D22B2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72418" y="1295919"/>
            <a:ext cx="193040" cy="282575"/>
          </a:xfrm>
          <a:custGeom>
            <a:avLst/>
            <a:gdLst/>
            <a:ahLst/>
            <a:cxnLst/>
            <a:rect l="l" t="t" r="r" b="b"/>
            <a:pathLst>
              <a:path w="193039" h="282575">
                <a:moveTo>
                  <a:pt x="48116" y="64762"/>
                </a:moveTo>
                <a:lnTo>
                  <a:pt x="16112" y="40288"/>
                </a:lnTo>
                <a:lnTo>
                  <a:pt x="33087" y="4361"/>
                </a:lnTo>
                <a:lnTo>
                  <a:pt x="55568" y="0"/>
                </a:lnTo>
                <a:lnTo>
                  <a:pt x="69829" y="753"/>
                </a:lnTo>
                <a:lnTo>
                  <a:pt x="114824" y="27517"/>
                </a:lnTo>
                <a:lnTo>
                  <a:pt x="137039" y="68621"/>
                </a:lnTo>
                <a:lnTo>
                  <a:pt x="142984" y="120973"/>
                </a:lnTo>
                <a:lnTo>
                  <a:pt x="138858" y="148726"/>
                </a:lnTo>
                <a:lnTo>
                  <a:pt x="119405" y="201314"/>
                </a:lnTo>
                <a:lnTo>
                  <a:pt x="90287" y="243108"/>
                </a:lnTo>
                <a:lnTo>
                  <a:pt x="61169" y="270595"/>
                </a:lnTo>
                <a:lnTo>
                  <a:pt x="39958" y="282016"/>
                </a:lnTo>
                <a:lnTo>
                  <a:pt x="31659" y="281749"/>
                </a:lnTo>
                <a:lnTo>
                  <a:pt x="4392" y="245148"/>
                </a:lnTo>
                <a:lnTo>
                  <a:pt x="0" y="212359"/>
                </a:lnTo>
                <a:lnTo>
                  <a:pt x="1804" y="195290"/>
                </a:lnTo>
                <a:lnTo>
                  <a:pt x="24395" y="158924"/>
                </a:lnTo>
                <a:lnTo>
                  <a:pt x="66189" y="163160"/>
                </a:lnTo>
                <a:lnTo>
                  <a:pt x="95433" y="188889"/>
                </a:lnTo>
                <a:lnTo>
                  <a:pt x="128002" y="229616"/>
                </a:lnTo>
                <a:lnTo>
                  <a:pt x="134717" y="238214"/>
                </a:lnTo>
                <a:lnTo>
                  <a:pt x="168604" y="263566"/>
                </a:lnTo>
                <a:lnTo>
                  <a:pt x="174628" y="262531"/>
                </a:lnTo>
                <a:lnTo>
                  <a:pt x="180653" y="259801"/>
                </a:lnTo>
                <a:lnTo>
                  <a:pt x="186677" y="255942"/>
                </a:lnTo>
                <a:lnTo>
                  <a:pt x="192701" y="251518"/>
                </a:lnTo>
              </a:path>
            </a:pathLst>
          </a:custGeom>
          <a:ln w="367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179582" y="1360682"/>
            <a:ext cx="0" cy="6350"/>
          </a:xfrm>
          <a:custGeom>
            <a:avLst/>
            <a:gdLst/>
            <a:ahLst/>
            <a:cxnLst/>
            <a:rect l="l" t="t" r="r" b="b"/>
            <a:pathLst>
              <a:path w="0" h="6350">
                <a:moveTo>
                  <a:pt x="0" y="6024"/>
                </a:moveTo>
                <a:lnTo>
                  <a:pt x="0" y="4016"/>
                </a:lnTo>
                <a:lnTo>
                  <a:pt x="0" y="2008"/>
                </a:lnTo>
                <a:lnTo>
                  <a:pt x="0" y="0"/>
                </a:lnTo>
              </a:path>
            </a:pathLst>
          </a:custGeom>
          <a:ln w="367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191632" y="1499243"/>
            <a:ext cx="6350" cy="42545"/>
          </a:xfrm>
          <a:custGeom>
            <a:avLst/>
            <a:gdLst/>
            <a:ahLst/>
            <a:cxnLst/>
            <a:rect l="l" t="t" r="r" b="b"/>
            <a:pathLst>
              <a:path w="6350" h="42544">
                <a:moveTo>
                  <a:pt x="6024" y="0"/>
                </a:moveTo>
                <a:lnTo>
                  <a:pt x="4518" y="10542"/>
                </a:lnTo>
                <a:lnTo>
                  <a:pt x="3012" y="21085"/>
                </a:lnTo>
                <a:lnTo>
                  <a:pt x="1506" y="31628"/>
                </a:lnTo>
                <a:lnTo>
                  <a:pt x="0" y="42170"/>
                </a:lnTo>
              </a:path>
            </a:pathLst>
          </a:custGeom>
          <a:ln w="367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2459227" y="1138922"/>
            <a:ext cx="1850389" cy="432434"/>
            <a:chOff x="2459227" y="1138922"/>
            <a:chExt cx="1850389" cy="432434"/>
          </a:xfrm>
        </p:grpSpPr>
        <p:sp>
          <p:nvSpPr>
            <p:cNvPr id="6" name="object 6"/>
            <p:cNvSpPr/>
            <p:nvPr/>
          </p:nvSpPr>
          <p:spPr>
            <a:xfrm>
              <a:off x="2477602" y="1157297"/>
              <a:ext cx="191135" cy="381635"/>
            </a:xfrm>
            <a:custGeom>
              <a:avLst/>
              <a:gdLst/>
              <a:ahLst/>
              <a:cxnLst/>
              <a:rect l="l" t="t" r="r" b="b"/>
              <a:pathLst>
                <a:path w="191135" h="381634">
                  <a:moveTo>
                    <a:pt x="3200" y="76873"/>
                  </a:moveTo>
                  <a:lnTo>
                    <a:pt x="4690" y="66534"/>
                  </a:lnTo>
                  <a:lnTo>
                    <a:pt x="6087" y="57419"/>
                  </a:lnTo>
                  <a:lnTo>
                    <a:pt x="7295" y="50752"/>
                  </a:lnTo>
                  <a:lnTo>
                    <a:pt x="8220" y="47755"/>
                  </a:lnTo>
                  <a:lnTo>
                    <a:pt x="8832" y="49559"/>
                  </a:lnTo>
                  <a:lnTo>
                    <a:pt x="9350" y="56917"/>
                  </a:lnTo>
                  <a:lnTo>
                    <a:pt x="10056" y="70488"/>
                  </a:lnTo>
                  <a:lnTo>
                    <a:pt x="11233" y="90930"/>
                  </a:lnTo>
                  <a:lnTo>
                    <a:pt x="13068" y="118636"/>
                  </a:lnTo>
                  <a:lnTo>
                    <a:pt x="15374" y="152931"/>
                  </a:lnTo>
                  <a:lnTo>
                    <a:pt x="17869" y="192874"/>
                  </a:lnTo>
                  <a:lnTo>
                    <a:pt x="20269" y="237523"/>
                  </a:lnTo>
                  <a:lnTo>
                    <a:pt x="22293" y="284950"/>
                  </a:lnTo>
                  <a:lnTo>
                    <a:pt x="23658" y="329270"/>
                  </a:lnTo>
                  <a:lnTo>
                    <a:pt x="23281" y="381105"/>
                  </a:lnTo>
                  <a:lnTo>
                    <a:pt x="21101" y="376900"/>
                  </a:lnTo>
                  <a:lnTo>
                    <a:pt x="14104" y="318413"/>
                  </a:lnTo>
                  <a:lnTo>
                    <a:pt x="10228" y="274674"/>
                  </a:lnTo>
                  <a:lnTo>
                    <a:pt x="6683" y="227906"/>
                  </a:lnTo>
                  <a:lnTo>
                    <a:pt x="3702" y="181421"/>
                  </a:lnTo>
                  <a:lnTo>
                    <a:pt x="1474" y="138137"/>
                  </a:lnTo>
                  <a:lnTo>
                    <a:pt x="0" y="72088"/>
                  </a:lnTo>
                  <a:lnTo>
                    <a:pt x="941" y="50642"/>
                  </a:lnTo>
                  <a:lnTo>
                    <a:pt x="16504" y="8848"/>
                  </a:lnTo>
                  <a:lnTo>
                    <a:pt x="46892" y="0"/>
                  </a:lnTo>
                  <a:lnTo>
                    <a:pt x="61812" y="313"/>
                  </a:lnTo>
                  <a:lnTo>
                    <a:pt x="117663" y="19783"/>
                  </a:lnTo>
                  <a:lnTo>
                    <a:pt x="156320" y="48430"/>
                  </a:lnTo>
                  <a:lnTo>
                    <a:pt x="183131" y="81407"/>
                  </a:lnTo>
                  <a:lnTo>
                    <a:pt x="190944" y="114949"/>
                  </a:lnTo>
                  <a:lnTo>
                    <a:pt x="186944" y="132097"/>
                  </a:lnTo>
                  <a:lnTo>
                    <a:pt x="163850" y="166235"/>
                  </a:lnTo>
                  <a:lnTo>
                    <a:pt x="128708" y="194349"/>
                  </a:lnTo>
                  <a:lnTo>
                    <a:pt x="91432" y="210790"/>
                  </a:lnTo>
                  <a:lnTo>
                    <a:pt x="47363" y="218211"/>
                  </a:lnTo>
                  <a:lnTo>
                    <a:pt x="33322" y="191336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696425" y="1345621"/>
              <a:ext cx="1106805" cy="207645"/>
            </a:xfrm>
            <a:custGeom>
              <a:avLst/>
              <a:gdLst/>
              <a:ahLst/>
              <a:cxnLst/>
              <a:rect l="l" t="t" r="r" b="b"/>
              <a:pathLst>
                <a:path w="1106804" h="207644">
                  <a:moveTo>
                    <a:pt x="7279" y="135548"/>
                  </a:moveTo>
                  <a:lnTo>
                    <a:pt x="53591" y="119028"/>
                  </a:lnTo>
                  <a:lnTo>
                    <a:pt x="80952" y="87102"/>
                  </a:lnTo>
                  <a:lnTo>
                    <a:pt x="83839" y="43425"/>
                  </a:lnTo>
                  <a:lnTo>
                    <a:pt x="46186" y="29870"/>
                  </a:lnTo>
                  <a:lnTo>
                    <a:pt x="10417" y="59851"/>
                  </a:lnTo>
                  <a:lnTo>
                    <a:pt x="0" y="102492"/>
                  </a:lnTo>
                  <a:lnTo>
                    <a:pt x="251" y="125508"/>
                  </a:lnTo>
                  <a:lnTo>
                    <a:pt x="12801" y="166674"/>
                  </a:lnTo>
                  <a:lnTo>
                    <a:pt x="40413" y="195792"/>
                  </a:lnTo>
                  <a:lnTo>
                    <a:pt x="80199" y="207339"/>
                  </a:lnTo>
                  <a:lnTo>
                    <a:pt x="102116" y="205393"/>
                  </a:lnTo>
                  <a:lnTo>
                    <a:pt x="143957" y="184465"/>
                  </a:lnTo>
                  <a:lnTo>
                    <a:pt x="176840" y="144993"/>
                  </a:lnTo>
                  <a:lnTo>
                    <a:pt x="194929" y="97253"/>
                  </a:lnTo>
                  <a:lnTo>
                    <a:pt x="198600" y="52164"/>
                  </a:lnTo>
                  <a:lnTo>
                    <a:pt x="190646" y="12048"/>
                  </a:lnTo>
                  <a:lnTo>
                    <a:pt x="165215" y="45841"/>
                  </a:lnTo>
                  <a:lnTo>
                    <a:pt x="170690" y="83964"/>
                  </a:lnTo>
                  <a:lnTo>
                    <a:pt x="204405" y="105426"/>
                  </a:lnTo>
                  <a:lnTo>
                    <a:pt x="250702" y="88749"/>
                  </a:lnTo>
                  <a:lnTo>
                    <a:pt x="283475" y="57890"/>
                  </a:lnTo>
                  <a:lnTo>
                    <a:pt x="296449" y="19077"/>
                  </a:lnTo>
                  <a:lnTo>
                    <a:pt x="273105" y="64134"/>
                  </a:lnTo>
                  <a:lnTo>
                    <a:pt x="271050" y="113537"/>
                  </a:lnTo>
                  <a:lnTo>
                    <a:pt x="279380" y="154625"/>
                  </a:lnTo>
                  <a:lnTo>
                    <a:pt x="304843" y="189548"/>
                  </a:lnTo>
                  <a:lnTo>
                    <a:pt x="344896" y="191399"/>
                  </a:lnTo>
                  <a:lnTo>
                    <a:pt x="383427" y="157763"/>
                  </a:lnTo>
                  <a:lnTo>
                    <a:pt x="400872" y="123499"/>
                  </a:lnTo>
                  <a:lnTo>
                    <a:pt x="412795" y="81580"/>
                  </a:lnTo>
                  <a:lnTo>
                    <a:pt x="417941" y="41166"/>
                  </a:lnTo>
                  <a:lnTo>
                    <a:pt x="411917" y="0"/>
                  </a:lnTo>
                  <a:lnTo>
                    <a:pt x="409877" y="2070"/>
                  </a:lnTo>
                  <a:lnTo>
                    <a:pt x="407901" y="42170"/>
                  </a:lnTo>
                  <a:lnTo>
                    <a:pt x="411164" y="93503"/>
                  </a:lnTo>
                  <a:lnTo>
                    <a:pt x="415933" y="145589"/>
                  </a:lnTo>
                  <a:lnTo>
                    <a:pt x="421440" y="188371"/>
                  </a:lnTo>
                  <a:lnTo>
                    <a:pt x="429598" y="163521"/>
                  </a:lnTo>
                  <a:lnTo>
                    <a:pt x="434006" y="145589"/>
                  </a:lnTo>
                  <a:lnTo>
                    <a:pt x="447310" y="102916"/>
                  </a:lnTo>
                  <a:lnTo>
                    <a:pt x="462120" y="63256"/>
                  </a:lnTo>
                  <a:lnTo>
                    <a:pt x="480334" y="29227"/>
                  </a:lnTo>
                  <a:lnTo>
                    <a:pt x="513625" y="5992"/>
                  </a:lnTo>
                  <a:lnTo>
                    <a:pt x="522364" y="4016"/>
                  </a:lnTo>
                  <a:lnTo>
                    <a:pt x="530114" y="4675"/>
                  </a:lnTo>
                  <a:lnTo>
                    <a:pt x="553521" y="44508"/>
                  </a:lnTo>
                  <a:lnTo>
                    <a:pt x="561742" y="83321"/>
                  </a:lnTo>
                  <a:lnTo>
                    <a:pt x="567045" y="128143"/>
                  </a:lnTo>
                  <a:lnTo>
                    <a:pt x="563530" y="167678"/>
                  </a:lnTo>
                  <a:lnTo>
                    <a:pt x="561522" y="167678"/>
                  </a:lnTo>
                  <a:lnTo>
                    <a:pt x="567468" y="117083"/>
                  </a:lnTo>
                  <a:lnTo>
                    <a:pt x="581870" y="75257"/>
                  </a:lnTo>
                  <a:lnTo>
                    <a:pt x="603568" y="29243"/>
                  </a:lnTo>
                  <a:lnTo>
                    <a:pt x="641847" y="14056"/>
                  </a:lnTo>
                  <a:lnTo>
                    <a:pt x="653896" y="52211"/>
                  </a:lnTo>
                  <a:lnTo>
                    <a:pt x="660925" y="93377"/>
                  </a:lnTo>
                  <a:lnTo>
                    <a:pt x="664627" y="115184"/>
                  </a:lnTo>
                  <a:lnTo>
                    <a:pt x="667953" y="134544"/>
                  </a:lnTo>
                  <a:lnTo>
                    <a:pt x="678998" y="176715"/>
                  </a:lnTo>
                  <a:lnTo>
                    <a:pt x="709920" y="198145"/>
                  </a:lnTo>
                  <a:lnTo>
                    <a:pt x="718031" y="197800"/>
                  </a:lnTo>
                  <a:lnTo>
                    <a:pt x="749737" y="172589"/>
                  </a:lnTo>
                  <a:lnTo>
                    <a:pt x="762962" y="123123"/>
                  </a:lnTo>
                  <a:lnTo>
                    <a:pt x="769364" y="84341"/>
                  </a:lnTo>
                  <a:lnTo>
                    <a:pt x="771905" y="44241"/>
                  </a:lnTo>
                  <a:lnTo>
                    <a:pt x="767355" y="8032"/>
                  </a:lnTo>
                  <a:lnTo>
                    <a:pt x="766791" y="9428"/>
                  </a:lnTo>
                  <a:lnTo>
                    <a:pt x="768297" y="65264"/>
                  </a:lnTo>
                  <a:lnTo>
                    <a:pt x="771309" y="115467"/>
                  </a:lnTo>
                  <a:lnTo>
                    <a:pt x="775859" y="154343"/>
                  </a:lnTo>
                  <a:lnTo>
                    <a:pt x="799737" y="191776"/>
                  </a:lnTo>
                  <a:lnTo>
                    <a:pt x="842660" y="167678"/>
                  </a:lnTo>
                  <a:lnTo>
                    <a:pt x="862365" y="126135"/>
                  </a:lnTo>
                  <a:lnTo>
                    <a:pt x="879810" y="82333"/>
                  </a:lnTo>
                  <a:lnTo>
                    <a:pt x="890824" y="42798"/>
                  </a:lnTo>
                  <a:lnTo>
                    <a:pt x="902402" y="81203"/>
                  </a:lnTo>
                  <a:lnTo>
                    <a:pt x="914953" y="117475"/>
                  </a:lnTo>
                  <a:lnTo>
                    <a:pt x="924742" y="140192"/>
                  </a:lnTo>
                  <a:lnTo>
                    <a:pt x="927096" y="147832"/>
                  </a:lnTo>
                  <a:lnTo>
                    <a:pt x="927002" y="154625"/>
                  </a:lnTo>
                  <a:lnTo>
                    <a:pt x="924272" y="161497"/>
                  </a:lnTo>
                  <a:lnTo>
                    <a:pt x="920224" y="168180"/>
                  </a:lnTo>
                  <a:lnTo>
                    <a:pt x="916553" y="174110"/>
                  </a:lnTo>
                  <a:lnTo>
                    <a:pt x="914953" y="178723"/>
                  </a:lnTo>
                  <a:lnTo>
                    <a:pt x="916773" y="181562"/>
                  </a:lnTo>
                  <a:lnTo>
                    <a:pt x="921981" y="182614"/>
                  </a:lnTo>
                  <a:lnTo>
                    <a:pt x="930202" y="181970"/>
                  </a:lnTo>
                  <a:lnTo>
                    <a:pt x="968419" y="169812"/>
                  </a:lnTo>
                  <a:lnTo>
                    <a:pt x="1010041" y="132520"/>
                  </a:lnTo>
                  <a:lnTo>
                    <a:pt x="1029903" y="95088"/>
                  </a:lnTo>
                  <a:lnTo>
                    <a:pt x="1042469" y="49324"/>
                  </a:lnTo>
                  <a:lnTo>
                    <a:pt x="1040335" y="10542"/>
                  </a:lnTo>
                  <a:lnTo>
                    <a:pt x="1037448" y="2008"/>
                  </a:lnTo>
                  <a:lnTo>
                    <a:pt x="1036052" y="3310"/>
                  </a:lnTo>
                  <a:lnTo>
                    <a:pt x="1043395" y="47740"/>
                  </a:lnTo>
                  <a:lnTo>
                    <a:pt x="1057796" y="84357"/>
                  </a:lnTo>
                  <a:lnTo>
                    <a:pt x="1079368" y="122495"/>
                  </a:lnTo>
                  <a:lnTo>
                    <a:pt x="1085612" y="130622"/>
                  </a:lnTo>
                  <a:lnTo>
                    <a:pt x="1091668" y="138560"/>
                  </a:lnTo>
                  <a:lnTo>
                    <a:pt x="1097552" y="147267"/>
                  </a:lnTo>
                  <a:lnTo>
                    <a:pt x="1102588" y="156257"/>
                  </a:lnTo>
                  <a:lnTo>
                    <a:pt x="1105929" y="164682"/>
                  </a:lnTo>
                  <a:lnTo>
                    <a:pt x="1106729" y="171694"/>
                  </a:lnTo>
                  <a:lnTo>
                    <a:pt x="1104345" y="176589"/>
                  </a:lnTo>
                  <a:lnTo>
                    <a:pt x="1098948" y="179225"/>
                  </a:lnTo>
                  <a:lnTo>
                    <a:pt x="1090915" y="179601"/>
                  </a:lnTo>
                  <a:lnTo>
                    <a:pt x="1080623" y="177719"/>
                  </a:lnTo>
                  <a:lnTo>
                    <a:pt x="1068465" y="173671"/>
                  </a:lnTo>
                  <a:lnTo>
                    <a:pt x="1054894" y="167929"/>
                  </a:lnTo>
                  <a:lnTo>
                    <a:pt x="1040383" y="161058"/>
                  </a:lnTo>
                  <a:lnTo>
                    <a:pt x="1025400" y="153621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872435" y="1360682"/>
              <a:ext cx="21590" cy="165735"/>
            </a:xfrm>
            <a:custGeom>
              <a:avLst/>
              <a:gdLst/>
              <a:ahLst/>
              <a:cxnLst/>
              <a:rect l="l" t="t" r="r" b="b"/>
              <a:pathLst>
                <a:path w="21589" h="165734">
                  <a:moveTo>
                    <a:pt x="0" y="0"/>
                  </a:moveTo>
                  <a:lnTo>
                    <a:pt x="6024" y="67272"/>
                  </a:lnTo>
                  <a:lnTo>
                    <a:pt x="12048" y="122495"/>
                  </a:lnTo>
                  <a:lnTo>
                    <a:pt x="19814" y="163583"/>
                  </a:lnTo>
                  <a:lnTo>
                    <a:pt x="21085" y="165670"/>
                  </a:lnTo>
                  <a:lnTo>
                    <a:pt x="21320" y="162328"/>
                  </a:lnTo>
                  <a:lnTo>
                    <a:pt x="20708" y="154751"/>
                  </a:lnTo>
                  <a:lnTo>
                    <a:pt x="19532" y="144349"/>
                  </a:lnTo>
                  <a:lnTo>
                    <a:pt x="18073" y="132536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848338" y="1240194"/>
              <a:ext cx="12065" cy="12065"/>
            </a:xfrm>
            <a:custGeom>
              <a:avLst/>
              <a:gdLst/>
              <a:ahLst/>
              <a:cxnLst/>
              <a:rect l="l" t="t" r="r" b="b"/>
              <a:pathLst>
                <a:path w="12064" h="12065">
                  <a:moveTo>
                    <a:pt x="0" y="12048"/>
                  </a:moveTo>
                  <a:lnTo>
                    <a:pt x="4016" y="8032"/>
                  </a:lnTo>
                  <a:lnTo>
                    <a:pt x="8032" y="4016"/>
                  </a:lnTo>
                  <a:lnTo>
                    <a:pt x="12048" y="0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957734" y="1320268"/>
              <a:ext cx="333375" cy="197485"/>
            </a:xfrm>
            <a:custGeom>
              <a:avLst/>
              <a:gdLst/>
              <a:ahLst/>
              <a:cxnLst/>
              <a:rect l="l" t="t" r="r" b="b"/>
              <a:pathLst>
                <a:path w="333375" h="197484">
                  <a:moveTo>
                    <a:pt x="23140" y="58486"/>
                  </a:moveTo>
                  <a:lnTo>
                    <a:pt x="19124" y="48446"/>
                  </a:lnTo>
                  <a:lnTo>
                    <a:pt x="15107" y="38405"/>
                  </a:lnTo>
                  <a:lnTo>
                    <a:pt x="11091" y="38405"/>
                  </a:lnTo>
                  <a:lnTo>
                    <a:pt x="0" y="83274"/>
                  </a:lnTo>
                  <a:lnTo>
                    <a:pt x="172" y="100908"/>
                  </a:lnTo>
                  <a:lnTo>
                    <a:pt x="12613" y="150264"/>
                  </a:lnTo>
                  <a:lnTo>
                    <a:pt x="45229" y="175962"/>
                  </a:lnTo>
                  <a:lnTo>
                    <a:pt x="59349" y="177907"/>
                  </a:lnTo>
                  <a:lnTo>
                    <a:pt x="73845" y="175711"/>
                  </a:lnTo>
                  <a:lnTo>
                    <a:pt x="108376" y="137274"/>
                  </a:lnTo>
                  <a:lnTo>
                    <a:pt x="114557" y="90648"/>
                  </a:lnTo>
                  <a:lnTo>
                    <a:pt x="110494" y="67523"/>
                  </a:lnTo>
                  <a:lnTo>
                    <a:pt x="88404" y="30749"/>
                  </a:lnTo>
                  <a:lnTo>
                    <a:pt x="48728" y="2541"/>
                  </a:lnTo>
                  <a:lnTo>
                    <a:pt x="39330" y="0"/>
                  </a:lnTo>
                  <a:lnTo>
                    <a:pt x="31627" y="94"/>
                  </a:lnTo>
                  <a:lnTo>
                    <a:pt x="51254" y="23344"/>
                  </a:lnTo>
                  <a:lnTo>
                    <a:pt x="73390" y="24254"/>
                  </a:lnTo>
                  <a:lnTo>
                    <a:pt x="98821" y="25352"/>
                  </a:lnTo>
                  <a:lnTo>
                    <a:pt x="124817" y="26450"/>
                  </a:lnTo>
                  <a:lnTo>
                    <a:pt x="148648" y="27360"/>
                  </a:lnTo>
                  <a:lnTo>
                    <a:pt x="168133" y="28192"/>
                  </a:lnTo>
                  <a:lnTo>
                    <a:pt x="202867" y="44429"/>
                  </a:lnTo>
                  <a:lnTo>
                    <a:pt x="213881" y="96248"/>
                  </a:lnTo>
                  <a:lnTo>
                    <a:pt x="215669" y="138435"/>
                  </a:lnTo>
                  <a:lnTo>
                    <a:pt x="228471" y="91746"/>
                  </a:lnTo>
                  <a:lnTo>
                    <a:pt x="244034" y="45433"/>
                  </a:lnTo>
                  <a:lnTo>
                    <a:pt x="264508" y="11829"/>
                  </a:lnTo>
                  <a:lnTo>
                    <a:pt x="291900" y="1913"/>
                  </a:lnTo>
                  <a:lnTo>
                    <a:pt x="298253" y="3263"/>
                  </a:lnTo>
                  <a:lnTo>
                    <a:pt x="318335" y="36397"/>
                  </a:lnTo>
                  <a:lnTo>
                    <a:pt x="326869" y="77438"/>
                  </a:lnTo>
                  <a:lnTo>
                    <a:pt x="332392" y="123750"/>
                  </a:lnTo>
                  <a:lnTo>
                    <a:pt x="333207" y="144381"/>
                  </a:lnTo>
                  <a:lnTo>
                    <a:pt x="332894" y="163034"/>
                  </a:lnTo>
                  <a:lnTo>
                    <a:pt x="331827" y="180370"/>
                  </a:lnTo>
                  <a:lnTo>
                    <a:pt x="330383" y="197047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486875" y="1240194"/>
              <a:ext cx="6350" cy="18415"/>
            </a:xfrm>
            <a:custGeom>
              <a:avLst/>
              <a:gdLst/>
              <a:ahLst/>
              <a:cxnLst/>
              <a:rect l="l" t="t" r="r" b="b"/>
              <a:pathLst>
                <a:path w="6350" h="18415">
                  <a:moveTo>
                    <a:pt x="0" y="18073"/>
                  </a:moveTo>
                  <a:lnTo>
                    <a:pt x="2008" y="12048"/>
                  </a:lnTo>
                  <a:lnTo>
                    <a:pt x="4016" y="6024"/>
                  </a:lnTo>
                  <a:lnTo>
                    <a:pt x="6024" y="0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4422627" y="1129445"/>
            <a:ext cx="1185545" cy="424180"/>
            <a:chOff x="4422627" y="1129445"/>
            <a:chExt cx="1185545" cy="424180"/>
          </a:xfrm>
        </p:grpSpPr>
        <p:sp>
          <p:nvSpPr>
            <p:cNvPr id="13" name="object 13"/>
            <p:cNvSpPr/>
            <p:nvPr/>
          </p:nvSpPr>
          <p:spPr>
            <a:xfrm>
              <a:off x="4441002" y="1147820"/>
              <a:ext cx="1062355" cy="387350"/>
            </a:xfrm>
            <a:custGeom>
              <a:avLst/>
              <a:gdLst/>
              <a:ahLst/>
              <a:cxnLst/>
              <a:rect l="l" t="t" r="r" b="b"/>
              <a:pathLst>
                <a:path w="1062354" h="387350">
                  <a:moveTo>
                    <a:pt x="196529" y="104422"/>
                  </a:moveTo>
                  <a:lnTo>
                    <a:pt x="196043" y="59239"/>
                  </a:lnTo>
                  <a:lnTo>
                    <a:pt x="165403" y="32130"/>
                  </a:lnTo>
                  <a:lnTo>
                    <a:pt x="149856" y="29980"/>
                  </a:lnTo>
                  <a:lnTo>
                    <a:pt x="132144" y="33008"/>
                  </a:lnTo>
                  <a:lnTo>
                    <a:pt x="92107" y="57231"/>
                  </a:lnTo>
                  <a:lnTo>
                    <a:pt x="50312" y="106932"/>
                  </a:lnTo>
                  <a:lnTo>
                    <a:pt x="16802" y="171694"/>
                  </a:lnTo>
                  <a:lnTo>
                    <a:pt x="862" y="238465"/>
                  </a:lnTo>
                  <a:lnTo>
                    <a:pt x="0" y="269120"/>
                  </a:lnTo>
                  <a:lnTo>
                    <a:pt x="3749" y="296198"/>
                  </a:lnTo>
                  <a:lnTo>
                    <a:pt x="23830" y="336110"/>
                  </a:lnTo>
                  <a:lnTo>
                    <a:pt x="74645" y="359298"/>
                  </a:lnTo>
                  <a:lnTo>
                    <a:pt x="113145" y="351077"/>
                  </a:lnTo>
                  <a:lnTo>
                    <a:pt x="147597" y="325803"/>
                  </a:lnTo>
                  <a:lnTo>
                    <a:pt x="173483" y="291382"/>
                  </a:lnTo>
                  <a:lnTo>
                    <a:pt x="191885" y="251141"/>
                  </a:lnTo>
                  <a:lnTo>
                    <a:pt x="170298" y="291429"/>
                  </a:lnTo>
                  <a:lnTo>
                    <a:pt x="172636" y="337036"/>
                  </a:lnTo>
                  <a:lnTo>
                    <a:pt x="196906" y="371880"/>
                  </a:lnTo>
                  <a:lnTo>
                    <a:pt x="218462" y="380132"/>
                  </a:lnTo>
                  <a:lnTo>
                    <a:pt x="226902" y="380038"/>
                  </a:lnTo>
                  <a:lnTo>
                    <a:pt x="262296" y="353179"/>
                  </a:lnTo>
                  <a:lnTo>
                    <a:pt x="282063" y="311840"/>
                  </a:lnTo>
                  <a:lnTo>
                    <a:pt x="286456" y="282126"/>
                  </a:lnTo>
                  <a:lnTo>
                    <a:pt x="284887" y="267081"/>
                  </a:lnTo>
                  <a:lnTo>
                    <a:pt x="266108" y="225286"/>
                  </a:lnTo>
                  <a:lnTo>
                    <a:pt x="233774" y="198349"/>
                  </a:lnTo>
                  <a:lnTo>
                    <a:pt x="284008" y="191776"/>
                  </a:lnTo>
                  <a:lnTo>
                    <a:pt x="309408" y="191085"/>
                  </a:lnTo>
                  <a:lnTo>
                    <a:pt x="349775" y="191180"/>
                  </a:lnTo>
                  <a:lnTo>
                    <a:pt x="386470" y="204185"/>
                  </a:lnTo>
                  <a:lnTo>
                    <a:pt x="398126" y="253526"/>
                  </a:lnTo>
                  <a:lnTo>
                    <a:pt x="395930" y="293563"/>
                  </a:lnTo>
                  <a:lnTo>
                    <a:pt x="386423" y="339750"/>
                  </a:lnTo>
                  <a:lnTo>
                    <a:pt x="380273" y="351422"/>
                  </a:lnTo>
                  <a:lnTo>
                    <a:pt x="378657" y="350669"/>
                  </a:lnTo>
                  <a:lnTo>
                    <a:pt x="392620" y="302866"/>
                  </a:lnTo>
                  <a:lnTo>
                    <a:pt x="411415" y="261856"/>
                  </a:lnTo>
                  <a:lnTo>
                    <a:pt x="434493" y="220643"/>
                  </a:lnTo>
                  <a:lnTo>
                    <a:pt x="467501" y="199432"/>
                  </a:lnTo>
                  <a:lnTo>
                    <a:pt x="499819" y="233005"/>
                  </a:lnTo>
                  <a:lnTo>
                    <a:pt x="502941" y="271787"/>
                  </a:lnTo>
                  <a:lnTo>
                    <a:pt x="504165" y="314836"/>
                  </a:lnTo>
                  <a:lnTo>
                    <a:pt x="504777" y="333349"/>
                  </a:lnTo>
                  <a:lnTo>
                    <a:pt x="513813" y="372507"/>
                  </a:lnTo>
                  <a:lnTo>
                    <a:pt x="552219" y="375770"/>
                  </a:lnTo>
                  <a:lnTo>
                    <a:pt x="575736" y="332031"/>
                  </a:lnTo>
                  <a:lnTo>
                    <a:pt x="593150" y="275050"/>
                  </a:lnTo>
                  <a:lnTo>
                    <a:pt x="605120" y="201832"/>
                  </a:lnTo>
                  <a:lnTo>
                    <a:pt x="608195" y="163034"/>
                  </a:lnTo>
                  <a:lnTo>
                    <a:pt x="610204" y="94382"/>
                  </a:lnTo>
                  <a:lnTo>
                    <a:pt x="608697" y="50203"/>
                  </a:lnTo>
                  <a:lnTo>
                    <a:pt x="597276" y="6777"/>
                  </a:lnTo>
                  <a:lnTo>
                    <a:pt x="591127" y="0"/>
                  </a:lnTo>
                  <a:lnTo>
                    <a:pt x="589432" y="2196"/>
                  </a:lnTo>
                  <a:lnTo>
                    <a:pt x="591127" y="50203"/>
                  </a:lnTo>
                  <a:lnTo>
                    <a:pt x="597778" y="126763"/>
                  </a:lnTo>
                  <a:lnTo>
                    <a:pt x="602563" y="170220"/>
                  </a:lnTo>
                  <a:lnTo>
                    <a:pt x="608195" y="210853"/>
                  </a:lnTo>
                  <a:lnTo>
                    <a:pt x="621374" y="272854"/>
                  </a:lnTo>
                  <a:lnTo>
                    <a:pt x="635305" y="315276"/>
                  </a:lnTo>
                  <a:lnTo>
                    <a:pt x="654790" y="358482"/>
                  </a:lnTo>
                  <a:lnTo>
                    <a:pt x="693541" y="371503"/>
                  </a:lnTo>
                  <a:lnTo>
                    <a:pt x="724604" y="336910"/>
                  </a:lnTo>
                  <a:lnTo>
                    <a:pt x="741077" y="296606"/>
                  </a:lnTo>
                  <a:lnTo>
                    <a:pt x="750930" y="251361"/>
                  </a:lnTo>
                  <a:lnTo>
                    <a:pt x="756044" y="205582"/>
                  </a:lnTo>
                  <a:lnTo>
                    <a:pt x="737720" y="171694"/>
                  </a:lnTo>
                  <a:lnTo>
                    <a:pt x="712116" y="201314"/>
                  </a:lnTo>
                  <a:lnTo>
                    <a:pt x="709104" y="239720"/>
                  </a:lnTo>
                  <a:lnTo>
                    <a:pt x="725592" y="276964"/>
                  </a:lnTo>
                  <a:lnTo>
                    <a:pt x="774808" y="276745"/>
                  </a:lnTo>
                  <a:lnTo>
                    <a:pt x="812899" y="248129"/>
                  </a:lnTo>
                  <a:lnTo>
                    <a:pt x="835930" y="207888"/>
                  </a:lnTo>
                  <a:lnTo>
                    <a:pt x="829843" y="267081"/>
                  </a:lnTo>
                  <a:lnTo>
                    <a:pt x="832102" y="316280"/>
                  </a:lnTo>
                  <a:lnTo>
                    <a:pt x="843115" y="354826"/>
                  </a:lnTo>
                  <a:lnTo>
                    <a:pt x="879261" y="376225"/>
                  </a:lnTo>
                  <a:lnTo>
                    <a:pt x="914623" y="343374"/>
                  </a:lnTo>
                  <a:lnTo>
                    <a:pt x="935458" y="307322"/>
                  </a:lnTo>
                  <a:lnTo>
                    <a:pt x="951931" y="269936"/>
                  </a:lnTo>
                  <a:lnTo>
                    <a:pt x="964638" y="223906"/>
                  </a:lnTo>
                  <a:lnTo>
                    <a:pt x="959116" y="281890"/>
                  </a:lnTo>
                  <a:lnTo>
                    <a:pt x="962630" y="325316"/>
                  </a:lnTo>
                  <a:lnTo>
                    <a:pt x="975683" y="367487"/>
                  </a:lnTo>
                  <a:lnTo>
                    <a:pt x="1012833" y="386815"/>
                  </a:lnTo>
                  <a:lnTo>
                    <a:pt x="1019956" y="386250"/>
                  </a:lnTo>
                  <a:lnTo>
                    <a:pt x="1050988" y="361463"/>
                  </a:lnTo>
                  <a:lnTo>
                    <a:pt x="1062142" y="317127"/>
                  </a:lnTo>
                  <a:lnTo>
                    <a:pt x="1062032" y="297202"/>
                  </a:lnTo>
                  <a:lnTo>
                    <a:pt x="1054000" y="253024"/>
                  </a:lnTo>
                  <a:lnTo>
                    <a:pt x="1039943" y="214869"/>
                  </a:lnTo>
                  <a:lnTo>
                    <a:pt x="1009821" y="184747"/>
                  </a:lnTo>
                  <a:lnTo>
                    <a:pt x="971667" y="182739"/>
                  </a:lnTo>
                  <a:lnTo>
                    <a:pt x="955602" y="202820"/>
                  </a:lnTo>
                  <a:lnTo>
                    <a:pt x="955602" y="206837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573319" y="1158065"/>
              <a:ext cx="16510" cy="350520"/>
            </a:xfrm>
            <a:custGeom>
              <a:avLst/>
              <a:gdLst/>
              <a:ahLst/>
              <a:cxnLst/>
              <a:rect l="l" t="t" r="r" b="b"/>
              <a:pathLst>
                <a:path w="16510" h="350519">
                  <a:moveTo>
                    <a:pt x="10040" y="45983"/>
                  </a:moveTo>
                  <a:lnTo>
                    <a:pt x="5945" y="7153"/>
                  </a:lnTo>
                  <a:lnTo>
                    <a:pt x="4424" y="0"/>
                  </a:lnTo>
                  <a:lnTo>
                    <a:pt x="4016" y="5694"/>
                  </a:lnTo>
                  <a:lnTo>
                    <a:pt x="3608" y="18732"/>
                  </a:lnTo>
                  <a:lnTo>
                    <a:pt x="3012" y="39958"/>
                  </a:lnTo>
                  <a:lnTo>
                    <a:pt x="2117" y="69562"/>
                  </a:lnTo>
                  <a:lnTo>
                    <a:pt x="1129" y="105097"/>
                  </a:lnTo>
                  <a:lnTo>
                    <a:pt x="329" y="143455"/>
                  </a:lnTo>
                  <a:lnTo>
                    <a:pt x="0" y="181531"/>
                  </a:lnTo>
                  <a:lnTo>
                    <a:pt x="345" y="216720"/>
                  </a:lnTo>
                  <a:lnTo>
                    <a:pt x="2541" y="276556"/>
                  </a:lnTo>
                  <a:lnTo>
                    <a:pt x="5522" y="321551"/>
                  </a:lnTo>
                  <a:lnTo>
                    <a:pt x="10040" y="350214"/>
                  </a:lnTo>
                  <a:lnTo>
                    <a:pt x="11546" y="345837"/>
                  </a:lnTo>
                  <a:lnTo>
                    <a:pt x="13052" y="335529"/>
                  </a:lnTo>
                  <a:lnTo>
                    <a:pt x="14558" y="321269"/>
                  </a:lnTo>
                  <a:lnTo>
                    <a:pt x="16064" y="305031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982569" y="1240194"/>
              <a:ext cx="173355" cy="24130"/>
            </a:xfrm>
            <a:custGeom>
              <a:avLst/>
              <a:gdLst/>
              <a:ahLst/>
              <a:cxnLst/>
              <a:rect l="l" t="t" r="r" b="b"/>
              <a:pathLst>
                <a:path w="173354" h="24130">
                  <a:moveTo>
                    <a:pt x="22450" y="24097"/>
                  </a:moveTo>
                  <a:lnTo>
                    <a:pt x="9569" y="19610"/>
                  </a:lnTo>
                  <a:lnTo>
                    <a:pt x="737" y="15311"/>
                  </a:lnTo>
                  <a:lnTo>
                    <a:pt x="0" y="11389"/>
                  </a:lnTo>
                  <a:lnTo>
                    <a:pt x="11405" y="8032"/>
                  </a:lnTo>
                  <a:lnTo>
                    <a:pt x="37652" y="5365"/>
                  </a:lnTo>
                  <a:lnTo>
                    <a:pt x="76042" y="3263"/>
                  </a:lnTo>
                  <a:lnTo>
                    <a:pt x="122527" y="1537"/>
                  </a:lnTo>
                  <a:lnTo>
                    <a:pt x="173059" y="0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/>
          <p:nvPr/>
        </p:nvSpPr>
        <p:spPr>
          <a:xfrm>
            <a:off x="2402485" y="2433022"/>
            <a:ext cx="78740" cy="24130"/>
          </a:xfrm>
          <a:custGeom>
            <a:avLst/>
            <a:gdLst/>
            <a:ahLst/>
            <a:cxnLst/>
            <a:rect l="l" t="t" r="r" b="b"/>
            <a:pathLst>
              <a:path w="78739" h="24130">
                <a:moveTo>
                  <a:pt x="0" y="24097"/>
                </a:moveTo>
                <a:lnTo>
                  <a:pt x="19579" y="18073"/>
                </a:lnTo>
                <a:lnTo>
                  <a:pt x="39158" y="12048"/>
                </a:lnTo>
                <a:lnTo>
                  <a:pt x="58737" y="6024"/>
                </a:lnTo>
                <a:lnTo>
                  <a:pt x="78316" y="0"/>
                </a:lnTo>
              </a:path>
            </a:pathLst>
          </a:custGeom>
          <a:ln w="36749">
            <a:solidFill>
              <a:srgbClr val="371A9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7" name="object 17"/>
          <p:cNvGrpSpPr/>
          <p:nvPr/>
        </p:nvGrpSpPr>
        <p:grpSpPr>
          <a:xfrm>
            <a:off x="2631110" y="2085314"/>
            <a:ext cx="1024890" cy="445770"/>
            <a:chOff x="2631110" y="2085314"/>
            <a:chExt cx="1024890" cy="445770"/>
          </a:xfrm>
        </p:grpSpPr>
        <p:sp>
          <p:nvSpPr>
            <p:cNvPr id="18" name="object 18"/>
            <p:cNvSpPr/>
            <p:nvPr/>
          </p:nvSpPr>
          <p:spPr>
            <a:xfrm>
              <a:off x="2649485" y="2142346"/>
              <a:ext cx="207010" cy="370205"/>
            </a:xfrm>
            <a:custGeom>
              <a:avLst/>
              <a:gdLst/>
              <a:ahLst/>
              <a:cxnLst/>
              <a:rect l="l" t="t" r="r" b="b"/>
              <a:pathLst>
                <a:path w="207010" h="370205">
                  <a:moveTo>
                    <a:pt x="0" y="97896"/>
                  </a:moveTo>
                  <a:lnTo>
                    <a:pt x="0" y="86051"/>
                  </a:lnTo>
                  <a:lnTo>
                    <a:pt x="0" y="75430"/>
                  </a:lnTo>
                  <a:lnTo>
                    <a:pt x="0" y="67256"/>
                  </a:lnTo>
                  <a:lnTo>
                    <a:pt x="0" y="62753"/>
                  </a:lnTo>
                  <a:lnTo>
                    <a:pt x="78" y="63114"/>
                  </a:lnTo>
                  <a:lnTo>
                    <a:pt x="5020" y="103920"/>
                  </a:lnTo>
                  <a:lnTo>
                    <a:pt x="15186" y="168431"/>
                  </a:lnTo>
                  <a:lnTo>
                    <a:pt x="20975" y="205299"/>
                  </a:lnTo>
                  <a:lnTo>
                    <a:pt x="29933" y="271050"/>
                  </a:lnTo>
                  <a:lnTo>
                    <a:pt x="34577" y="318272"/>
                  </a:lnTo>
                  <a:lnTo>
                    <a:pt x="36146" y="335859"/>
                  </a:lnTo>
                  <a:lnTo>
                    <a:pt x="37636" y="349947"/>
                  </a:lnTo>
                  <a:lnTo>
                    <a:pt x="39032" y="360459"/>
                  </a:lnTo>
                  <a:lnTo>
                    <a:pt x="40240" y="367205"/>
                  </a:lnTo>
                  <a:lnTo>
                    <a:pt x="41166" y="369997"/>
                  </a:lnTo>
                  <a:lnTo>
                    <a:pt x="41715" y="368569"/>
                  </a:lnTo>
                  <a:lnTo>
                    <a:pt x="41794" y="362341"/>
                  </a:lnTo>
                  <a:lnTo>
                    <a:pt x="41307" y="350653"/>
                  </a:lnTo>
                  <a:lnTo>
                    <a:pt x="40162" y="332847"/>
                  </a:lnTo>
                  <a:lnTo>
                    <a:pt x="38311" y="308592"/>
                  </a:lnTo>
                  <a:lnTo>
                    <a:pt x="35895" y="278878"/>
                  </a:lnTo>
                  <a:lnTo>
                    <a:pt x="33102" y="245022"/>
                  </a:lnTo>
                  <a:lnTo>
                    <a:pt x="30121" y="208343"/>
                  </a:lnTo>
                  <a:lnTo>
                    <a:pt x="27156" y="170345"/>
                  </a:lnTo>
                  <a:lnTo>
                    <a:pt x="22356" y="99621"/>
                  </a:lnTo>
                  <a:lnTo>
                    <a:pt x="20897" y="51521"/>
                  </a:lnTo>
                  <a:lnTo>
                    <a:pt x="21838" y="37652"/>
                  </a:lnTo>
                  <a:lnTo>
                    <a:pt x="44759" y="6902"/>
                  </a:lnTo>
                  <a:lnTo>
                    <a:pt x="79320" y="0"/>
                  </a:lnTo>
                  <a:lnTo>
                    <a:pt x="94319" y="1255"/>
                  </a:lnTo>
                  <a:lnTo>
                    <a:pt x="143581" y="24599"/>
                  </a:lnTo>
                  <a:lnTo>
                    <a:pt x="170690" y="55725"/>
                  </a:lnTo>
                  <a:lnTo>
                    <a:pt x="183618" y="96013"/>
                  </a:lnTo>
                  <a:lnTo>
                    <a:pt x="177719" y="143079"/>
                  </a:lnTo>
                  <a:lnTo>
                    <a:pt x="152617" y="192780"/>
                  </a:lnTo>
                  <a:lnTo>
                    <a:pt x="121491" y="233444"/>
                  </a:lnTo>
                  <a:lnTo>
                    <a:pt x="91275" y="258860"/>
                  </a:lnTo>
                  <a:lnTo>
                    <a:pt x="126763" y="230934"/>
                  </a:lnTo>
                  <a:lnTo>
                    <a:pt x="171067" y="219764"/>
                  </a:lnTo>
                  <a:lnTo>
                    <a:pt x="205111" y="252663"/>
                  </a:lnTo>
                  <a:lnTo>
                    <a:pt x="206837" y="266578"/>
                  </a:lnTo>
                  <a:lnTo>
                    <a:pt x="205032" y="282549"/>
                  </a:lnTo>
                  <a:lnTo>
                    <a:pt x="181735" y="330839"/>
                  </a:lnTo>
                  <a:lnTo>
                    <a:pt x="143188" y="359219"/>
                  </a:lnTo>
                  <a:lnTo>
                    <a:pt x="99888" y="368491"/>
                  </a:lnTo>
                  <a:lnTo>
                    <a:pt x="91369" y="367989"/>
                  </a:lnTo>
                  <a:lnTo>
                    <a:pt x="60871" y="334855"/>
                  </a:lnTo>
                  <a:lnTo>
                    <a:pt x="60243" y="308749"/>
                  </a:lnTo>
                </a:path>
              </a:pathLst>
            </a:custGeom>
            <a:ln w="36749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915562" y="2310527"/>
              <a:ext cx="310515" cy="186055"/>
            </a:xfrm>
            <a:custGeom>
              <a:avLst/>
              <a:gdLst/>
              <a:ahLst/>
              <a:cxnLst/>
              <a:rect l="l" t="t" r="r" b="b"/>
              <a:pathLst>
                <a:path w="310514" h="186055">
                  <a:moveTo>
                    <a:pt x="137556" y="86349"/>
                  </a:moveTo>
                  <a:lnTo>
                    <a:pt x="130073" y="43284"/>
                  </a:lnTo>
                  <a:lnTo>
                    <a:pt x="106179" y="13052"/>
                  </a:lnTo>
                  <a:lnTo>
                    <a:pt x="65609" y="9758"/>
                  </a:lnTo>
                  <a:lnTo>
                    <a:pt x="24097" y="37150"/>
                  </a:lnTo>
                  <a:lnTo>
                    <a:pt x="2070" y="82756"/>
                  </a:lnTo>
                  <a:lnTo>
                    <a:pt x="0" y="100406"/>
                  </a:lnTo>
                  <a:lnTo>
                    <a:pt x="580" y="118652"/>
                  </a:lnTo>
                  <a:lnTo>
                    <a:pt x="19077" y="165670"/>
                  </a:lnTo>
                  <a:lnTo>
                    <a:pt x="60447" y="178801"/>
                  </a:lnTo>
                  <a:lnTo>
                    <a:pt x="106179" y="145589"/>
                  </a:lnTo>
                  <a:lnTo>
                    <a:pt x="128520" y="112455"/>
                  </a:lnTo>
                  <a:lnTo>
                    <a:pt x="141086" y="76167"/>
                  </a:lnTo>
                  <a:lnTo>
                    <a:pt x="139031" y="33918"/>
                  </a:lnTo>
                  <a:lnTo>
                    <a:pt x="132034" y="76497"/>
                  </a:lnTo>
                  <a:lnTo>
                    <a:pt x="133666" y="115153"/>
                  </a:lnTo>
                  <a:lnTo>
                    <a:pt x="147346" y="162532"/>
                  </a:lnTo>
                  <a:lnTo>
                    <a:pt x="189203" y="171522"/>
                  </a:lnTo>
                  <a:lnTo>
                    <a:pt x="208657" y="137290"/>
                  </a:lnTo>
                  <a:lnTo>
                    <a:pt x="226479" y="88310"/>
                  </a:lnTo>
                  <a:lnTo>
                    <a:pt x="236974" y="49450"/>
                  </a:lnTo>
                  <a:lnTo>
                    <a:pt x="235955" y="10040"/>
                  </a:lnTo>
                  <a:lnTo>
                    <a:pt x="231938" y="0"/>
                  </a:lnTo>
                  <a:lnTo>
                    <a:pt x="229930" y="3012"/>
                  </a:lnTo>
                  <a:lnTo>
                    <a:pt x="235955" y="48195"/>
                  </a:lnTo>
                  <a:lnTo>
                    <a:pt x="252396" y="91871"/>
                  </a:lnTo>
                  <a:lnTo>
                    <a:pt x="271097" y="132536"/>
                  </a:lnTo>
                  <a:lnTo>
                    <a:pt x="295194" y="169686"/>
                  </a:lnTo>
                  <a:lnTo>
                    <a:pt x="310255" y="182739"/>
                  </a:lnTo>
                  <a:lnTo>
                    <a:pt x="307243" y="184747"/>
                  </a:lnTo>
                  <a:lnTo>
                    <a:pt x="303101" y="185532"/>
                  </a:lnTo>
                  <a:lnTo>
                    <a:pt x="295947" y="184998"/>
                  </a:lnTo>
                  <a:lnTo>
                    <a:pt x="286911" y="183335"/>
                  </a:lnTo>
                  <a:lnTo>
                    <a:pt x="277121" y="180731"/>
                  </a:lnTo>
                  <a:lnTo>
                    <a:pt x="267504" y="177374"/>
                  </a:lnTo>
                  <a:lnTo>
                    <a:pt x="258170" y="173452"/>
                  </a:lnTo>
                  <a:lnTo>
                    <a:pt x="249023" y="169153"/>
                  </a:lnTo>
                  <a:lnTo>
                    <a:pt x="239971" y="164666"/>
                  </a:lnTo>
                </a:path>
              </a:pathLst>
            </a:custGeom>
            <a:ln w="36749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54006" y="2314241"/>
              <a:ext cx="160877" cy="20455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416528" y="2103689"/>
              <a:ext cx="220979" cy="386080"/>
            </a:xfrm>
            <a:custGeom>
              <a:avLst/>
              <a:gdLst/>
              <a:ahLst/>
              <a:cxnLst/>
              <a:rect l="l" t="t" r="r" b="b"/>
              <a:pathLst>
                <a:path w="220979" h="386080">
                  <a:moveTo>
                    <a:pt x="100469" y="263064"/>
                  </a:moveTo>
                  <a:lnTo>
                    <a:pt x="85047" y="219858"/>
                  </a:lnTo>
                  <a:lnTo>
                    <a:pt x="42217" y="201785"/>
                  </a:lnTo>
                  <a:lnTo>
                    <a:pt x="14119" y="235955"/>
                  </a:lnTo>
                  <a:lnTo>
                    <a:pt x="2572" y="275490"/>
                  </a:lnTo>
                  <a:lnTo>
                    <a:pt x="0" y="296810"/>
                  </a:lnTo>
                  <a:lnTo>
                    <a:pt x="62" y="317284"/>
                  </a:lnTo>
                  <a:lnTo>
                    <a:pt x="17288" y="364585"/>
                  </a:lnTo>
                  <a:lnTo>
                    <a:pt x="55160" y="384807"/>
                  </a:lnTo>
                  <a:lnTo>
                    <a:pt x="68982" y="385811"/>
                  </a:lnTo>
                  <a:lnTo>
                    <a:pt x="81391" y="384556"/>
                  </a:lnTo>
                  <a:lnTo>
                    <a:pt x="115529" y="346402"/>
                  </a:lnTo>
                  <a:lnTo>
                    <a:pt x="133477" y="293061"/>
                  </a:lnTo>
                  <a:lnTo>
                    <a:pt x="150672" y="220894"/>
                  </a:lnTo>
                  <a:lnTo>
                    <a:pt x="157465" y="181076"/>
                  </a:lnTo>
                  <a:lnTo>
                    <a:pt x="162846" y="141824"/>
                  </a:lnTo>
                  <a:lnTo>
                    <a:pt x="169749" y="76308"/>
                  </a:lnTo>
                  <a:lnTo>
                    <a:pt x="171020" y="29996"/>
                  </a:lnTo>
                  <a:lnTo>
                    <a:pt x="147660" y="0"/>
                  </a:lnTo>
                  <a:lnTo>
                    <a:pt x="140741" y="235"/>
                  </a:lnTo>
                  <a:lnTo>
                    <a:pt x="120550" y="33134"/>
                  </a:lnTo>
                  <a:lnTo>
                    <a:pt x="110635" y="91369"/>
                  </a:lnTo>
                  <a:lnTo>
                    <a:pt x="107497" y="167678"/>
                  </a:lnTo>
                  <a:lnTo>
                    <a:pt x="109489" y="207464"/>
                  </a:lnTo>
                  <a:lnTo>
                    <a:pt x="113647" y="245744"/>
                  </a:lnTo>
                  <a:lnTo>
                    <a:pt x="126574" y="310255"/>
                  </a:lnTo>
                  <a:lnTo>
                    <a:pt x="142765" y="350167"/>
                  </a:lnTo>
                  <a:lnTo>
                    <a:pt x="175648" y="379034"/>
                  </a:lnTo>
                  <a:lnTo>
                    <a:pt x="213426" y="365400"/>
                  </a:lnTo>
                  <a:lnTo>
                    <a:pt x="220956" y="359454"/>
                  </a:lnTo>
                </a:path>
              </a:pathLst>
            </a:custGeom>
            <a:ln w="36749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" name="object 22"/>
          <p:cNvGrpSpPr/>
          <p:nvPr/>
        </p:nvGrpSpPr>
        <p:grpSpPr>
          <a:xfrm>
            <a:off x="3848915" y="2070254"/>
            <a:ext cx="1052195" cy="395605"/>
            <a:chOff x="3848915" y="2070254"/>
            <a:chExt cx="1052195" cy="395605"/>
          </a:xfrm>
        </p:grpSpPr>
        <p:sp>
          <p:nvSpPr>
            <p:cNvPr id="23" name="object 23"/>
            <p:cNvSpPr/>
            <p:nvPr/>
          </p:nvSpPr>
          <p:spPr>
            <a:xfrm>
              <a:off x="3867290" y="2088629"/>
              <a:ext cx="192405" cy="358775"/>
            </a:xfrm>
            <a:custGeom>
              <a:avLst/>
              <a:gdLst/>
              <a:ahLst/>
              <a:cxnLst/>
              <a:rect l="l" t="t" r="r" b="b"/>
              <a:pathLst>
                <a:path w="192404" h="358775">
                  <a:moveTo>
                    <a:pt x="107560" y="97394"/>
                  </a:moveTo>
                  <a:lnTo>
                    <a:pt x="109568" y="57231"/>
                  </a:lnTo>
                  <a:lnTo>
                    <a:pt x="111576" y="47191"/>
                  </a:lnTo>
                  <a:lnTo>
                    <a:pt x="108564" y="49199"/>
                  </a:lnTo>
                  <a:lnTo>
                    <a:pt x="81454" y="103418"/>
                  </a:lnTo>
                  <a:lnTo>
                    <a:pt x="53466" y="173326"/>
                  </a:lnTo>
                  <a:lnTo>
                    <a:pt x="38954" y="211716"/>
                  </a:lnTo>
                  <a:lnTo>
                    <a:pt x="16535" y="275992"/>
                  </a:lnTo>
                  <a:lnTo>
                    <a:pt x="5051" y="317033"/>
                  </a:lnTo>
                  <a:lnTo>
                    <a:pt x="0" y="351296"/>
                  </a:lnTo>
                  <a:lnTo>
                    <a:pt x="862" y="356615"/>
                  </a:lnTo>
                  <a:lnTo>
                    <a:pt x="3137" y="358450"/>
                  </a:lnTo>
                  <a:lnTo>
                    <a:pt x="6918" y="356411"/>
                  </a:lnTo>
                  <a:lnTo>
                    <a:pt x="28239" y="318288"/>
                  </a:lnTo>
                  <a:lnTo>
                    <a:pt x="51081" y="260178"/>
                  </a:lnTo>
                  <a:lnTo>
                    <a:pt x="64385" y="223827"/>
                  </a:lnTo>
                  <a:lnTo>
                    <a:pt x="78442" y="184747"/>
                  </a:lnTo>
                  <a:lnTo>
                    <a:pt x="92797" y="144679"/>
                  </a:lnTo>
                  <a:lnTo>
                    <a:pt x="106681" y="105928"/>
                  </a:lnTo>
                  <a:lnTo>
                    <a:pt x="129649" y="42170"/>
                  </a:lnTo>
                  <a:lnTo>
                    <a:pt x="146169" y="1506"/>
                  </a:lnTo>
                  <a:lnTo>
                    <a:pt x="148726" y="0"/>
                  </a:lnTo>
                  <a:lnTo>
                    <a:pt x="150829" y="3027"/>
                  </a:lnTo>
                  <a:lnTo>
                    <a:pt x="156759" y="49199"/>
                  </a:lnTo>
                  <a:lnTo>
                    <a:pt x="161905" y="117475"/>
                  </a:lnTo>
                  <a:lnTo>
                    <a:pt x="164807" y="157638"/>
                  </a:lnTo>
                  <a:lnTo>
                    <a:pt x="167804" y="197800"/>
                  </a:lnTo>
                  <a:lnTo>
                    <a:pt x="173828" y="268963"/>
                  </a:lnTo>
                  <a:lnTo>
                    <a:pt x="179852" y="321300"/>
                  </a:lnTo>
                  <a:lnTo>
                    <a:pt x="189893" y="357446"/>
                  </a:lnTo>
                  <a:lnTo>
                    <a:pt x="191901" y="356442"/>
                  </a:lnTo>
                  <a:lnTo>
                    <a:pt x="191901" y="344393"/>
                  </a:lnTo>
                  <a:lnTo>
                    <a:pt x="191901" y="333349"/>
                  </a:lnTo>
                  <a:lnTo>
                    <a:pt x="191901" y="325238"/>
                  </a:lnTo>
                  <a:lnTo>
                    <a:pt x="191901" y="317409"/>
                  </a:lnTo>
                  <a:lnTo>
                    <a:pt x="191901" y="309769"/>
                  </a:lnTo>
                  <a:lnTo>
                    <a:pt x="191901" y="302223"/>
                  </a:lnTo>
                </a:path>
              </a:pathLst>
            </a:custGeom>
            <a:ln w="36749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944727" y="2324583"/>
              <a:ext cx="72390" cy="12065"/>
            </a:xfrm>
            <a:custGeom>
              <a:avLst/>
              <a:gdLst/>
              <a:ahLst/>
              <a:cxnLst/>
              <a:rect l="l" t="t" r="r" b="b"/>
              <a:pathLst>
                <a:path w="72389" h="12064">
                  <a:moveTo>
                    <a:pt x="0" y="12048"/>
                  </a:moveTo>
                  <a:lnTo>
                    <a:pt x="18073" y="9036"/>
                  </a:lnTo>
                  <a:lnTo>
                    <a:pt x="36146" y="6024"/>
                  </a:lnTo>
                  <a:lnTo>
                    <a:pt x="54219" y="3012"/>
                  </a:lnTo>
                  <a:lnTo>
                    <a:pt x="72292" y="0"/>
                  </a:lnTo>
                </a:path>
              </a:pathLst>
            </a:custGeom>
            <a:ln w="36749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06080" y="2208814"/>
              <a:ext cx="326924" cy="240888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460816" y="2221337"/>
              <a:ext cx="422275" cy="198120"/>
            </a:xfrm>
            <a:custGeom>
              <a:avLst/>
              <a:gdLst/>
              <a:ahLst/>
              <a:cxnLst/>
              <a:rect l="l" t="t" r="r" b="b"/>
              <a:pathLst>
                <a:path w="422275" h="198119">
                  <a:moveTo>
                    <a:pt x="20081" y="97221"/>
                  </a:moveTo>
                  <a:lnTo>
                    <a:pt x="10040" y="97221"/>
                  </a:lnTo>
                  <a:lnTo>
                    <a:pt x="0" y="97221"/>
                  </a:lnTo>
                  <a:lnTo>
                    <a:pt x="2008" y="98225"/>
                  </a:lnTo>
                  <a:lnTo>
                    <a:pt x="46437" y="93174"/>
                  </a:lnTo>
                  <a:lnTo>
                    <a:pt x="80324" y="73124"/>
                  </a:lnTo>
                  <a:lnTo>
                    <a:pt x="93503" y="29823"/>
                  </a:lnTo>
                  <a:lnTo>
                    <a:pt x="66723" y="470"/>
                  </a:lnTo>
                  <a:lnTo>
                    <a:pt x="31110" y="44586"/>
                  </a:lnTo>
                  <a:lnTo>
                    <a:pt x="14762" y="99590"/>
                  </a:lnTo>
                  <a:lnTo>
                    <a:pt x="14888" y="148789"/>
                  </a:lnTo>
                  <a:lnTo>
                    <a:pt x="49199" y="189595"/>
                  </a:lnTo>
                  <a:lnTo>
                    <a:pt x="84341" y="195870"/>
                  </a:lnTo>
                  <a:lnTo>
                    <a:pt x="104265" y="191007"/>
                  </a:lnTo>
                  <a:lnTo>
                    <a:pt x="147644" y="161262"/>
                  </a:lnTo>
                  <a:lnTo>
                    <a:pt x="188905" y="114886"/>
                  </a:lnTo>
                  <a:lnTo>
                    <a:pt x="215952" y="76057"/>
                  </a:lnTo>
                  <a:lnTo>
                    <a:pt x="232942" y="32961"/>
                  </a:lnTo>
                  <a:lnTo>
                    <a:pt x="234574" y="88561"/>
                  </a:lnTo>
                  <a:lnTo>
                    <a:pt x="242983" y="126339"/>
                  </a:lnTo>
                  <a:lnTo>
                    <a:pt x="257385" y="165168"/>
                  </a:lnTo>
                  <a:lnTo>
                    <a:pt x="304419" y="141541"/>
                  </a:lnTo>
                  <a:lnTo>
                    <a:pt x="325253" y="104924"/>
                  </a:lnTo>
                  <a:lnTo>
                    <a:pt x="347531" y="58941"/>
                  </a:lnTo>
                  <a:lnTo>
                    <a:pt x="359705" y="14260"/>
                  </a:lnTo>
                  <a:lnTo>
                    <a:pt x="357274" y="0"/>
                  </a:lnTo>
                  <a:lnTo>
                    <a:pt x="354057" y="3216"/>
                  </a:lnTo>
                  <a:lnTo>
                    <a:pt x="340628" y="47269"/>
                  </a:lnTo>
                  <a:lnTo>
                    <a:pt x="347672" y="101316"/>
                  </a:lnTo>
                  <a:lnTo>
                    <a:pt x="364271" y="137368"/>
                  </a:lnTo>
                  <a:lnTo>
                    <a:pt x="390204" y="168133"/>
                  </a:lnTo>
                  <a:lnTo>
                    <a:pt x="404637" y="176542"/>
                  </a:lnTo>
                  <a:lnTo>
                    <a:pt x="413674" y="181563"/>
                  </a:lnTo>
                  <a:lnTo>
                    <a:pt x="421706" y="187587"/>
                  </a:lnTo>
                  <a:lnTo>
                    <a:pt x="420702" y="191603"/>
                  </a:lnTo>
                  <a:lnTo>
                    <a:pt x="419698" y="195619"/>
                  </a:lnTo>
                  <a:lnTo>
                    <a:pt x="409657" y="197628"/>
                  </a:lnTo>
                  <a:lnTo>
                    <a:pt x="396605" y="196623"/>
                  </a:lnTo>
                  <a:lnTo>
                    <a:pt x="386297" y="195353"/>
                  </a:lnTo>
                  <a:lnTo>
                    <a:pt x="375143" y="193235"/>
                  </a:lnTo>
                  <a:lnTo>
                    <a:pt x="363424" y="190552"/>
                  </a:lnTo>
                  <a:lnTo>
                    <a:pt x="351422" y="187587"/>
                  </a:lnTo>
                </a:path>
              </a:pathLst>
            </a:custGeom>
            <a:ln w="36749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" name="object 27"/>
          <p:cNvGrpSpPr/>
          <p:nvPr/>
        </p:nvGrpSpPr>
        <p:grpSpPr>
          <a:xfrm>
            <a:off x="5012467" y="2019046"/>
            <a:ext cx="1155700" cy="423545"/>
            <a:chOff x="5012467" y="2019046"/>
            <a:chExt cx="1155700" cy="423545"/>
          </a:xfrm>
        </p:grpSpPr>
        <p:sp>
          <p:nvSpPr>
            <p:cNvPr id="28" name="object 28"/>
            <p:cNvSpPr/>
            <p:nvPr/>
          </p:nvSpPr>
          <p:spPr>
            <a:xfrm>
              <a:off x="5030842" y="2040434"/>
              <a:ext cx="1038860" cy="383540"/>
            </a:xfrm>
            <a:custGeom>
              <a:avLst/>
              <a:gdLst/>
              <a:ahLst/>
              <a:cxnLst/>
              <a:rect l="l" t="t" r="r" b="b"/>
              <a:pathLst>
                <a:path w="1038860" h="383539">
                  <a:moveTo>
                    <a:pt x="154908" y="139564"/>
                  </a:moveTo>
                  <a:lnTo>
                    <a:pt x="157308" y="94805"/>
                  </a:lnTo>
                  <a:lnTo>
                    <a:pt x="146875" y="54344"/>
                  </a:lnTo>
                  <a:lnTo>
                    <a:pt x="125790" y="41166"/>
                  </a:lnTo>
                  <a:lnTo>
                    <a:pt x="109678" y="42625"/>
                  </a:lnTo>
                  <a:lnTo>
                    <a:pt x="71429" y="62487"/>
                  </a:lnTo>
                  <a:lnTo>
                    <a:pt x="35628" y="102916"/>
                  </a:lnTo>
                  <a:lnTo>
                    <a:pt x="10558" y="158265"/>
                  </a:lnTo>
                  <a:lnTo>
                    <a:pt x="0" y="219607"/>
                  </a:lnTo>
                  <a:lnTo>
                    <a:pt x="282" y="249509"/>
                  </a:lnTo>
                  <a:lnTo>
                    <a:pt x="9318" y="301219"/>
                  </a:lnTo>
                  <a:lnTo>
                    <a:pt x="26764" y="335984"/>
                  </a:lnTo>
                  <a:lnTo>
                    <a:pt x="68543" y="362686"/>
                  </a:lnTo>
                  <a:lnTo>
                    <a:pt x="121774" y="358450"/>
                  </a:lnTo>
                  <a:lnTo>
                    <a:pt x="153402" y="331466"/>
                  </a:lnTo>
                  <a:lnTo>
                    <a:pt x="175993" y="299211"/>
                  </a:lnTo>
                  <a:lnTo>
                    <a:pt x="190050" y="260052"/>
                  </a:lnTo>
                  <a:lnTo>
                    <a:pt x="168714" y="293720"/>
                  </a:lnTo>
                  <a:lnTo>
                    <a:pt x="179633" y="340377"/>
                  </a:lnTo>
                  <a:lnTo>
                    <a:pt x="199087" y="373621"/>
                  </a:lnTo>
                  <a:lnTo>
                    <a:pt x="215779" y="380869"/>
                  </a:lnTo>
                  <a:lnTo>
                    <a:pt x="226196" y="380540"/>
                  </a:lnTo>
                  <a:lnTo>
                    <a:pt x="263896" y="365432"/>
                  </a:lnTo>
                  <a:lnTo>
                    <a:pt x="292214" y="328956"/>
                  </a:lnTo>
                  <a:lnTo>
                    <a:pt x="303635" y="287334"/>
                  </a:lnTo>
                  <a:lnTo>
                    <a:pt x="303509" y="275490"/>
                  </a:lnTo>
                  <a:lnTo>
                    <a:pt x="282471" y="241681"/>
                  </a:lnTo>
                  <a:lnTo>
                    <a:pt x="240253" y="213865"/>
                  </a:lnTo>
                  <a:lnTo>
                    <a:pt x="288699" y="211841"/>
                  </a:lnTo>
                  <a:lnTo>
                    <a:pt x="303509" y="211857"/>
                  </a:lnTo>
                  <a:lnTo>
                    <a:pt x="315684" y="211967"/>
                  </a:lnTo>
                  <a:lnTo>
                    <a:pt x="356097" y="234448"/>
                  </a:lnTo>
                  <a:lnTo>
                    <a:pt x="369668" y="274109"/>
                  </a:lnTo>
                  <a:lnTo>
                    <a:pt x="371786" y="319292"/>
                  </a:lnTo>
                  <a:lnTo>
                    <a:pt x="371801" y="330729"/>
                  </a:lnTo>
                  <a:lnTo>
                    <a:pt x="371911" y="339248"/>
                  </a:lnTo>
                  <a:lnTo>
                    <a:pt x="372209" y="344566"/>
                  </a:lnTo>
                  <a:lnTo>
                    <a:pt x="372790" y="346402"/>
                  </a:lnTo>
                  <a:lnTo>
                    <a:pt x="373794" y="344566"/>
                  </a:lnTo>
                  <a:lnTo>
                    <a:pt x="375551" y="339248"/>
                  </a:lnTo>
                  <a:lnTo>
                    <a:pt x="378438" y="330729"/>
                  </a:lnTo>
                  <a:lnTo>
                    <a:pt x="396260" y="290048"/>
                  </a:lnTo>
                  <a:lnTo>
                    <a:pt x="419149" y="247611"/>
                  </a:lnTo>
                  <a:lnTo>
                    <a:pt x="445977" y="218572"/>
                  </a:lnTo>
                  <a:lnTo>
                    <a:pt x="459814" y="215560"/>
                  </a:lnTo>
                  <a:lnTo>
                    <a:pt x="466168" y="216877"/>
                  </a:lnTo>
                  <a:lnTo>
                    <a:pt x="488838" y="266924"/>
                  </a:lnTo>
                  <a:lnTo>
                    <a:pt x="495270" y="309157"/>
                  </a:lnTo>
                  <a:lnTo>
                    <a:pt x="498298" y="329333"/>
                  </a:lnTo>
                  <a:lnTo>
                    <a:pt x="508605" y="370138"/>
                  </a:lnTo>
                  <a:lnTo>
                    <a:pt x="547952" y="353728"/>
                  </a:lnTo>
                  <a:lnTo>
                    <a:pt x="561789" y="313660"/>
                  </a:lnTo>
                  <a:lnTo>
                    <a:pt x="572285" y="241932"/>
                  </a:lnTo>
                  <a:lnTo>
                    <a:pt x="575862" y="196922"/>
                  </a:lnTo>
                  <a:lnTo>
                    <a:pt x="578309" y="152100"/>
                  </a:lnTo>
                  <a:lnTo>
                    <a:pt x="579627" y="112455"/>
                  </a:lnTo>
                  <a:lnTo>
                    <a:pt x="578999" y="59114"/>
                  </a:lnTo>
                  <a:lnTo>
                    <a:pt x="571296" y="17931"/>
                  </a:lnTo>
                  <a:lnTo>
                    <a:pt x="561554" y="0"/>
                  </a:lnTo>
                  <a:lnTo>
                    <a:pt x="559812" y="1443"/>
                  </a:lnTo>
                  <a:lnTo>
                    <a:pt x="558651" y="63350"/>
                  </a:lnTo>
                  <a:lnTo>
                    <a:pt x="561507" y="129932"/>
                  </a:lnTo>
                  <a:lnTo>
                    <a:pt x="565570" y="168682"/>
                  </a:lnTo>
                  <a:lnTo>
                    <a:pt x="571987" y="209080"/>
                  </a:lnTo>
                  <a:lnTo>
                    <a:pt x="580003" y="248631"/>
                  </a:lnTo>
                  <a:lnTo>
                    <a:pt x="596696" y="314272"/>
                  </a:lnTo>
                  <a:lnTo>
                    <a:pt x="614628" y="359737"/>
                  </a:lnTo>
                  <a:lnTo>
                    <a:pt x="650853" y="383254"/>
                  </a:lnTo>
                  <a:lnTo>
                    <a:pt x="658195" y="382171"/>
                  </a:lnTo>
                  <a:lnTo>
                    <a:pt x="690953" y="354309"/>
                  </a:lnTo>
                  <a:lnTo>
                    <a:pt x="714266" y="301203"/>
                  </a:lnTo>
                  <a:lnTo>
                    <a:pt x="725499" y="256365"/>
                  </a:lnTo>
                  <a:lnTo>
                    <a:pt x="732119" y="210853"/>
                  </a:lnTo>
                  <a:lnTo>
                    <a:pt x="699487" y="190411"/>
                  </a:lnTo>
                  <a:lnTo>
                    <a:pt x="682795" y="238967"/>
                  </a:lnTo>
                  <a:lnTo>
                    <a:pt x="689070" y="282769"/>
                  </a:lnTo>
                  <a:lnTo>
                    <a:pt x="729217" y="292747"/>
                  </a:lnTo>
                  <a:lnTo>
                    <a:pt x="762994" y="271599"/>
                  </a:lnTo>
                  <a:lnTo>
                    <a:pt x="791751" y="243626"/>
                  </a:lnTo>
                  <a:lnTo>
                    <a:pt x="813699" y="204201"/>
                  </a:lnTo>
                  <a:lnTo>
                    <a:pt x="800803" y="253557"/>
                  </a:lnTo>
                  <a:lnTo>
                    <a:pt x="799988" y="295790"/>
                  </a:lnTo>
                  <a:lnTo>
                    <a:pt x="802906" y="339750"/>
                  </a:lnTo>
                  <a:lnTo>
                    <a:pt x="828635" y="375519"/>
                  </a:lnTo>
                  <a:lnTo>
                    <a:pt x="873818" y="358450"/>
                  </a:lnTo>
                  <a:lnTo>
                    <a:pt x="901053" y="322806"/>
                  </a:lnTo>
                  <a:lnTo>
                    <a:pt x="923017" y="284150"/>
                  </a:lnTo>
                  <a:lnTo>
                    <a:pt x="937074" y="241979"/>
                  </a:lnTo>
                  <a:lnTo>
                    <a:pt x="920382" y="278125"/>
                  </a:lnTo>
                  <a:lnTo>
                    <a:pt x="920068" y="318837"/>
                  </a:lnTo>
                  <a:lnTo>
                    <a:pt x="932681" y="358952"/>
                  </a:lnTo>
                  <a:lnTo>
                    <a:pt x="966710" y="377700"/>
                  </a:lnTo>
                  <a:lnTo>
                    <a:pt x="1005350" y="360458"/>
                  </a:lnTo>
                  <a:lnTo>
                    <a:pt x="1028930" y="322335"/>
                  </a:lnTo>
                  <a:lnTo>
                    <a:pt x="1038484" y="272477"/>
                  </a:lnTo>
                  <a:lnTo>
                    <a:pt x="1036162" y="256114"/>
                  </a:lnTo>
                  <a:lnTo>
                    <a:pt x="1009492" y="216250"/>
                  </a:lnTo>
                  <a:lnTo>
                    <a:pt x="971040" y="194960"/>
                  </a:lnTo>
                  <a:lnTo>
                    <a:pt x="929544" y="212987"/>
                  </a:lnTo>
                  <a:lnTo>
                    <a:pt x="920005" y="235955"/>
                  </a:lnTo>
                </a:path>
              </a:pathLst>
            </a:custGeom>
            <a:ln w="36749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6121539" y="2037421"/>
              <a:ext cx="28575" cy="349885"/>
            </a:xfrm>
            <a:custGeom>
              <a:avLst/>
              <a:gdLst/>
              <a:ahLst/>
              <a:cxnLst/>
              <a:rect l="l" t="t" r="r" b="b"/>
              <a:pathLst>
                <a:path w="28575" h="349885">
                  <a:moveTo>
                    <a:pt x="4016" y="28113"/>
                  </a:moveTo>
                  <a:lnTo>
                    <a:pt x="4000" y="16378"/>
                  </a:lnTo>
                  <a:lnTo>
                    <a:pt x="3890" y="6526"/>
                  </a:lnTo>
                  <a:lnTo>
                    <a:pt x="3592" y="439"/>
                  </a:lnTo>
                  <a:lnTo>
                    <a:pt x="3012" y="0"/>
                  </a:lnTo>
                  <a:lnTo>
                    <a:pt x="2117" y="6777"/>
                  </a:lnTo>
                  <a:lnTo>
                    <a:pt x="1129" y="21085"/>
                  </a:lnTo>
                  <a:lnTo>
                    <a:pt x="329" y="42923"/>
                  </a:lnTo>
                  <a:lnTo>
                    <a:pt x="0" y="72292"/>
                  </a:lnTo>
                  <a:lnTo>
                    <a:pt x="345" y="108580"/>
                  </a:lnTo>
                  <a:lnTo>
                    <a:pt x="1255" y="148726"/>
                  </a:lnTo>
                  <a:lnTo>
                    <a:pt x="2541" y="189062"/>
                  </a:lnTo>
                  <a:lnTo>
                    <a:pt x="5538" y="256428"/>
                  </a:lnTo>
                  <a:lnTo>
                    <a:pt x="8958" y="300889"/>
                  </a:lnTo>
                  <a:lnTo>
                    <a:pt x="16065" y="341632"/>
                  </a:lnTo>
                  <a:lnTo>
                    <a:pt x="21085" y="349414"/>
                  </a:lnTo>
                  <a:lnTo>
                    <a:pt x="23171" y="345147"/>
                  </a:lnTo>
                  <a:lnTo>
                    <a:pt x="24976" y="336361"/>
                  </a:lnTo>
                  <a:lnTo>
                    <a:pt x="26592" y="324563"/>
                  </a:lnTo>
                  <a:lnTo>
                    <a:pt x="28114" y="311259"/>
                  </a:lnTo>
                </a:path>
              </a:pathLst>
            </a:custGeom>
            <a:ln w="36749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5541190" y="2113730"/>
              <a:ext cx="151130" cy="6350"/>
            </a:xfrm>
            <a:custGeom>
              <a:avLst/>
              <a:gdLst/>
              <a:ahLst/>
              <a:cxnLst/>
              <a:rect l="l" t="t" r="r" b="b"/>
              <a:pathLst>
                <a:path w="151129" h="6350">
                  <a:moveTo>
                    <a:pt x="0" y="6024"/>
                  </a:moveTo>
                  <a:lnTo>
                    <a:pt x="37652" y="4518"/>
                  </a:lnTo>
                  <a:lnTo>
                    <a:pt x="75304" y="3012"/>
                  </a:lnTo>
                  <a:lnTo>
                    <a:pt x="112957" y="1506"/>
                  </a:lnTo>
                  <a:lnTo>
                    <a:pt x="150609" y="0"/>
                  </a:lnTo>
                </a:path>
              </a:pathLst>
            </a:custGeom>
            <a:ln w="36749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1" name="object 3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3673" y="1208123"/>
            <a:ext cx="2283845" cy="4118254"/>
          </a:xfrm>
          <a:prstGeom prst="rect">
            <a:avLst/>
          </a:prstGeom>
        </p:spPr>
      </p:pic>
      <p:grpSp>
        <p:nvGrpSpPr>
          <p:cNvPr id="32" name="object 32"/>
          <p:cNvGrpSpPr/>
          <p:nvPr/>
        </p:nvGrpSpPr>
        <p:grpSpPr>
          <a:xfrm>
            <a:off x="4948365" y="2767199"/>
            <a:ext cx="642620" cy="514350"/>
            <a:chOff x="4948365" y="2767199"/>
            <a:chExt cx="642620" cy="514350"/>
          </a:xfrm>
        </p:grpSpPr>
        <p:sp>
          <p:nvSpPr>
            <p:cNvPr id="33" name="object 33"/>
            <p:cNvSpPr/>
            <p:nvPr/>
          </p:nvSpPr>
          <p:spPr>
            <a:xfrm>
              <a:off x="4966740" y="2785574"/>
              <a:ext cx="159385" cy="478155"/>
            </a:xfrm>
            <a:custGeom>
              <a:avLst/>
              <a:gdLst/>
              <a:ahLst/>
              <a:cxnLst/>
              <a:rect l="l" t="t" r="r" b="b"/>
              <a:pathLst>
                <a:path w="159385" h="478154">
                  <a:moveTo>
                    <a:pt x="146718" y="39033"/>
                  </a:moveTo>
                  <a:lnTo>
                    <a:pt x="148130" y="28600"/>
                  </a:lnTo>
                  <a:lnTo>
                    <a:pt x="148978" y="18826"/>
                  </a:lnTo>
                  <a:lnTo>
                    <a:pt x="148695" y="10370"/>
                  </a:lnTo>
                  <a:lnTo>
                    <a:pt x="146718" y="3890"/>
                  </a:lnTo>
                  <a:lnTo>
                    <a:pt x="142545" y="109"/>
                  </a:lnTo>
                  <a:lnTo>
                    <a:pt x="135925" y="0"/>
                  </a:lnTo>
                  <a:lnTo>
                    <a:pt x="126668" y="4596"/>
                  </a:lnTo>
                  <a:lnTo>
                    <a:pt x="99700" y="31784"/>
                  </a:lnTo>
                  <a:lnTo>
                    <a:pt x="65028" y="83556"/>
                  </a:lnTo>
                  <a:lnTo>
                    <a:pt x="47316" y="117349"/>
                  </a:lnTo>
                  <a:lnTo>
                    <a:pt x="30765" y="155488"/>
                  </a:lnTo>
                  <a:lnTo>
                    <a:pt x="16567" y="196545"/>
                  </a:lnTo>
                  <a:lnTo>
                    <a:pt x="5945" y="238920"/>
                  </a:lnTo>
                  <a:lnTo>
                    <a:pt x="125" y="281012"/>
                  </a:lnTo>
                  <a:lnTo>
                    <a:pt x="0" y="321300"/>
                  </a:lnTo>
                  <a:lnTo>
                    <a:pt x="5145" y="358576"/>
                  </a:lnTo>
                  <a:lnTo>
                    <a:pt x="28239" y="419573"/>
                  </a:lnTo>
                  <a:lnTo>
                    <a:pt x="62753" y="457351"/>
                  </a:lnTo>
                  <a:lnTo>
                    <a:pt x="99527" y="474796"/>
                  </a:lnTo>
                  <a:lnTo>
                    <a:pt x="115984" y="477589"/>
                  </a:lnTo>
                  <a:lnTo>
                    <a:pt x="131030" y="477558"/>
                  </a:lnTo>
                  <a:lnTo>
                    <a:pt x="145134" y="475644"/>
                  </a:lnTo>
                  <a:lnTo>
                    <a:pt x="158767" y="472788"/>
                  </a:lnTo>
                </a:path>
              </a:pathLst>
            </a:custGeom>
            <a:ln w="36749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5203825" y="2863765"/>
              <a:ext cx="130175" cy="280670"/>
            </a:xfrm>
            <a:custGeom>
              <a:avLst/>
              <a:gdLst/>
              <a:ahLst/>
              <a:cxnLst/>
              <a:rect l="l" t="t" r="r" b="b"/>
              <a:pathLst>
                <a:path w="130175" h="280669">
                  <a:moveTo>
                    <a:pt x="0" y="69280"/>
                  </a:moveTo>
                  <a:lnTo>
                    <a:pt x="0" y="59239"/>
                  </a:lnTo>
                  <a:lnTo>
                    <a:pt x="0" y="49199"/>
                  </a:lnTo>
                  <a:lnTo>
                    <a:pt x="1004" y="49199"/>
                  </a:lnTo>
                  <a:lnTo>
                    <a:pt x="5020" y="92373"/>
                  </a:lnTo>
                  <a:lnTo>
                    <a:pt x="6024" y="154249"/>
                  </a:lnTo>
                  <a:lnTo>
                    <a:pt x="6432" y="188528"/>
                  </a:lnTo>
                  <a:lnTo>
                    <a:pt x="7028" y="219890"/>
                  </a:lnTo>
                  <a:lnTo>
                    <a:pt x="7954" y="245117"/>
                  </a:lnTo>
                  <a:lnTo>
                    <a:pt x="9162" y="263566"/>
                  </a:lnTo>
                  <a:lnTo>
                    <a:pt x="10558" y="275239"/>
                  </a:lnTo>
                  <a:lnTo>
                    <a:pt x="12048" y="280133"/>
                  </a:lnTo>
                  <a:lnTo>
                    <a:pt x="13523" y="278157"/>
                  </a:lnTo>
                  <a:lnTo>
                    <a:pt x="14810" y="268838"/>
                  </a:lnTo>
                  <a:lnTo>
                    <a:pt x="15719" y="251612"/>
                  </a:lnTo>
                  <a:lnTo>
                    <a:pt x="16065" y="225914"/>
                  </a:lnTo>
                  <a:lnTo>
                    <a:pt x="15735" y="192058"/>
                  </a:lnTo>
                  <a:lnTo>
                    <a:pt x="14935" y="153872"/>
                  </a:lnTo>
                  <a:lnTo>
                    <a:pt x="13947" y="116063"/>
                  </a:lnTo>
                  <a:lnTo>
                    <a:pt x="13053" y="83337"/>
                  </a:lnTo>
                  <a:lnTo>
                    <a:pt x="12488" y="59224"/>
                  </a:lnTo>
                  <a:lnTo>
                    <a:pt x="14151" y="14119"/>
                  </a:lnTo>
                  <a:lnTo>
                    <a:pt x="29117" y="0"/>
                  </a:lnTo>
                  <a:lnTo>
                    <a:pt x="40727" y="957"/>
                  </a:lnTo>
                  <a:lnTo>
                    <a:pt x="85345" y="25101"/>
                  </a:lnTo>
                  <a:lnTo>
                    <a:pt x="109945" y="57357"/>
                  </a:lnTo>
                  <a:lnTo>
                    <a:pt x="129351" y="103136"/>
                  </a:lnTo>
                  <a:lnTo>
                    <a:pt x="129900" y="113459"/>
                  </a:lnTo>
                  <a:lnTo>
                    <a:pt x="126496" y="122276"/>
                  </a:lnTo>
                  <a:lnTo>
                    <a:pt x="89738" y="146844"/>
                  </a:lnTo>
                  <a:lnTo>
                    <a:pt x="44508" y="161152"/>
                  </a:lnTo>
                  <a:lnTo>
                    <a:pt x="34514" y="161403"/>
                  </a:lnTo>
                  <a:lnTo>
                    <a:pt x="26592" y="159771"/>
                  </a:lnTo>
                  <a:lnTo>
                    <a:pt x="4016" y="135548"/>
                  </a:lnTo>
                  <a:lnTo>
                    <a:pt x="8032" y="135548"/>
                  </a:lnTo>
                  <a:lnTo>
                    <a:pt x="12048" y="135548"/>
                  </a:lnTo>
                </a:path>
              </a:pathLst>
            </a:custGeom>
            <a:ln w="36749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5396604" y="2901919"/>
              <a:ext cx="176530" cy="217804"/>
            </a:xfrm>
            <a:custGeom>
              <a:avLst/>
              <a:gdLst/>
              <a:ahLst/>
              <a:cxnLst/>
              <a:rect l="l" t="t" r="r" b="b"/>
              <a:pathLst>
                <a:path w="176529" h="217805">
                  <a:moveTo>
                    <a:pt x="0" y="49199"/>
                  </a:moveTo>
                  <a:lnTo>
                    <a:pt x="2980" y="40335"/>
                  </a:lnTo>
                  <a:lnTo>
                    <a:pt x="5773" y="32506"/>
                  </a:lnTo>
                  <a:lnTo>
                    <a:pt x="8189" y="26748"/>
                  </a:lnTo>
                  <a:lnTo>
                    <a:pt x="10040" y="24097"/>
                  </a:lnTo>
                  <a:lnTo>
                    <a:pt x="11201" y="25431"/>
                  </a:lnTo>
                  <a:lnTo>
                    <a:pt x="11797" y="31000"/>
                  </a:lnTo>
                  <a:lnTo>
                    <a:pt x="12017" y="40899"/>
                  </a:lnTo>
                  <a:lnTo>
                    <a:pt x="12048" y="55223"/>
                  </a:lnTo>
                  <a:lnTo>
                    <a:pt x="12142" y="73767"/>
                  </a:lnTo>
                  <a:lnTo>
                    <a:pt x="14590" y="117632"/>
                  </a:lnTo>
                  <a:lnTo>
                    <a:pt x="23720" y="159489"/>
                  </a:lnTo>
                  <a:lnTo>
                    <a:pt x="54219" y="203825"/>
                  </a:lnTo>
                  <a:lnTo>
                    <a:pt x="84843" y="217505"/>
                  </a:lnTo>
                  <a:lnTo>
                    <a:pt x="101661" y="217238"/>
                  </a:lnTo>
                  <a:lnTo>
                    <a:pt x="134528" y="197737"/>
                  </a:lnTo>
                  <a:lnTo>
                    <a:pt x="160979" y="156069"/>
                  </a:lnTo>
                  <a:lnTo>
                    <a:pt x="174518" y="103873"/>
                  </a:lnTo>
                  <a:lnTo>
                    <a:pt x="175962" y="77689"/>
                  </a:lnTo>
                  <a:lnTo>
                    <a:pt x="174769" y="53576"/>
                  </a:lnTo>
                  <a:lnTo>
                    <a:pt x="162783" y="7153"/>
                  </a:lnTo>
                  <a:lnTo>
                    <a:pt x="154625" y="0"/>
                  </a:lnTo>
                  <a:lnTo>
                    <a:pt x="152303" y="2651"/>
                  </a:lnTo>
                  <a:lnTo>
                    <a:pt x="151111" y="8409"/>
                  </a:lnTo>
                  <a:lnTo>
                    <a:pt x="150672" y="16237"/>
                  </a:lnTo>
                  <a:lnTo>
                    <a:pt x="150609" y="25101"/>
                  </a:lnTo>
                </a:path>
              </a:pathLst>
            </a:custGeom>
            <a:ln w="36749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6" name="object 36"/>
          <p:cNvGrpSpPr/>
          <p:nvPr/>
        </p:nvGrpSpPr>
        <p:grpSpPr>
          <a:xfrm>
            <a:off x="5667399" y="2858459"/>
            <a:ext cx="506730" cy="294005"/>
            <a:chOff x="5667399" y="2858459"/>
            <a:chExt cx="506730" cy="294005"/>
          </a:xfrm>
        </p:grpSpPr>
        <p:sp>
          <p:nvSpPr>
            <p:cNvPr id="37" name="object 37"/>
            <p:cNvSpPr/>
            <p:nvPr/>
          </p:nvSpPr>
          <p:spPr>
            <a:xfrm>
              <a:off x="5685774" y="2876834"/>
              <a:ext cx="187325" cy="257175"/>
            </a:xfrm>
            <a:custGeom>
              <a:avLst/>
              <a:gdLst/>
              <a:ahLst/>
              <a:cxnLst/>
              <a:rect l="l" t="t" r="r" b="b"/>
              <a:pathLst>
                <a:path w="187325" h="257175">
                  <a:moveTo>
                    <a:pt x="0" y="56211"/>
                  </a:moveTo>
                  <a:lnTo>
                    <a:pt x="8911" y="126245"/>
                  </a:lnTo>
                  <a:lnTo>
                    <a:pt x="17069" y="182723"/>
                  </a:lnTo>
                  <a:lnTo>
                    <a:pt x="27094" y="227200"/>
                  </a:lnTo>
                  <a:lnTo>
                    <a:pt x="38154" y="257024"/>
                  </a:lnTo>
                  <a:lnTo>
                    <a:pt x="40162" y="256020"/>
                  </a:lnTo>
                  <a:lnTo>
                    <a:pt x="41244" y="252961"/>
                  </a:lnTo>
                  <a:lnTo>
                    <a:pt x="41291" y="244348"/>
                  </a:lnTo>
                  <a:lnTo>
                    <a:pt x="40021" y="228769"/>
                  </a:lnTo>
                  <a:lnTo>
                    <a:pt x="37150" y="204813"/>
                  </a:lnTo>
                  <a:lnTo>
                    <a:pt x="32600" y="172134"/>
                  </a:lnTo>
                  <a:lnTo>
                    <a:pt x="27109" y="134654"/>
                  </a:lnTo>
                  <a:lnTo>
                    <a:pt x="21618" y="97362"/>
                  </a:lnTo>
                  <a:lnTo>
                    <a:pt x="17069" y="65248"/>
                  </a:lnTo>
                  <a:lnTo>
                    <a:pt x="14229" y="42076"/>
                  </a:lnTo>
                  <a:lnTo>
                    <a:pt x="13178" y="26717"/>
                  </a:lnTo>
                  <a:lnTo>
                    <a:pt x="13821" y="16818"/>
                  </a:lnTo>
                  <a:lnTo>
                    <a:pt x="16065" y="10024"/>
                  </a:lnTo>
                  <a:lnTo>
                    <a:pt x="20002" y="4549"/>
                  </a:lnTo>
                  <a:lnTo>
                    <a:pt x="26482" y="862"/>
                  </a:lnTo>
                  <a:lnTo>
                    <a:pt x="36538" y="0"/>
                  </a:lnTo>
                  <a:lnTo>
                    <a:pt x="51207" y="2996"/>
                  </a:lnTo>
                  <a:lnTo>
                    <a:pt x="93001" y="21697"/>
                  </a:lnTo>
                  <a:lnTo>
                    <a:pt x="132536" y="50187"/>
                  </a:lnTo>
                  <a:lnTo>
                    <a:pt x="150609" y="93676"/>
                  </a:lnTo>
                  <a:lnTo>
                    <a:pt x="128520" y="127500"/>
                  </a:lnTo>
                  <a:lnTo>
                    <a:pt x="92891" y="147801"/>
                  </a:lnTo>
                  <a:lnTo>
                    <a:pt x="127500" y="130904"/>
                  </a:lnTo>
                  <a:lnTo>
                    <a:pt x="166251" y="137713"/>
                  </a:lnTo>
                  <a:lnTo>
                    <a:pt x="185689" y="185532"/>
                  </a:lnTo>
                  <a:lnTo>
                    <a:pt x="186756" y="198788"/>
                  </a:lnTo>
                  <a:lnTo>
                    <a:pt x="185610" y="209441"/>
                  </a:lnTo>
                  <a:lnTo>
                    <a:pt x="156759" y="234966"/>
                  </a:lnTo>
                  <a:lnTo>
                    <a:pt x="119483" y="245980"/>
                  </a:lnTo>
                  <a:lnTo>
                    <a:pt x="99653" y="248239"/>
                  </a:lnTo>
                  <a:lnTo>
                    <a:pt x="90679" y="247674"/>
                  </a:lnTo>
                  <a:lnTo>
                    <a:pt x="51960" y="234543"/>
                  </a:lnTo>
                  <a:lnTo>
                    <a:pt x="42170" y="200797"/>
                  </a:lnTo>
                </a:path>
              </a:pathLst>
            </a:custGeom>
            <a:ln w="36749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28457" y="2896598"/>
              <a:ext cx="155229" cy="229969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07681" y="2864469"/>
              <a:ext cx="66370" cy="243587"/>
            </a:xfrm>
            <a:prstGeom prst="rect">
              <a:avLst/>
            </a:prstGeom>
          </p:spPr>
        </p:pic>
      </p:grpSp>
      <p:pic>
        <p:nvPicPr>
          <p:cNvPr id="40" name="object 4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221063" y="2854003"/>
            <a:ext cx="181915" cy="250035"/>
          </a:xfrm>
          <a:prstGeom prst="rect">
            <a:avLst/>
          </a:prstGeom>
        </p:spPr>
      </p:pic>
      <p:sp>
        <p:nvSpPr>
          <p:cNvPr id="41" name="object 41"/>
          <p:cNvSpPr/>
          <p:nvPr/>
        </p:nvSpPr>
        <p:spPr>
          <a:xfrm>
            <a:off x="6529189" y="2932042"/>
            <a:ext cx="298450" cy="139700"/>
          </a:xfrm>
          <a:custGeom>
            <a:avLst/>
            <a:gdLst/>
            <a:ahLst/>
            <a:cxnLst/>
            <a:rect l="l" t="t" r="r" b="b"/>
            <a:pathLst>
              <a:path w="298450" h="139700">
                <a:moveTo>
                  <a:pt x="0" y="79321"/>
                </a:moveTo>
                <a:lnTo>
                  <a:pt x="43300" y="76340"/>
                </a:lnTo>
                <a:lnTo>
                  <a:pt x="84341" y="73547"/>
                </a:lnTo>
                <a:lnTo>
                  <a:pt x="150609" y="69280"/>
                </a:lnTo>
                <a:lnTo>
                  <a:pt x="199886" y="66880"/>
                </a:lnTo>
                <a:lnTo>
                  <a:pt x="211857" y="66268"/>
                </a:lnTo>
                <a:lnTo>
                  <a:pt x="256192" y="62738"/>
                </a:lnTo>
                <a:lnTo>
                  <a:pt x="295790" y="55882"/>
                </a:lnTo>
                <a:lnTo>
                  <a:pt x="298206" y="53215"/>
                </a:lnTo>
                <a:lnTo>
                  <a:pt x="297312" y="49826"/>
                </a:lnTo>
                <a:lnTo>
                  <a:pt x="252898" y="22214"/>
                </a:lnTo>
                <a:lnTo>
                  <a:pt x="217630" y="5365"/>
                </a:lnTo>
                <a:lnTo>
                  <a:pt x="201816" y="0"/>
                </a:lnTo>
                <a:lnTo>
                  <a:pt x="202695" y="1662"/>
                </a:lnTo>
                <a:lnTo>
                  <a:pt x="206585" y="5020"/>
                </a:lnTo>
                <a:lnTo>
                  <a:pt x="213112" y="9883"/>
                </a:lnTo>
                <a:lnTo>
                  <a:pt x="221898" y="16065"/>
                </a:lnTo>
                <a:lnTo>
                  <a:pt x="232456" y="23328"/>
                </a:lnTo>
                <a:lnTo>
                  <a:pt x="243862" y="31251"/>
                </a:lnTo>
                <a:lnTo>
                  <a:pt x="278627" y="60996"/>
                </a:lnTo>
                <a:lnTo>
                  <a:pt x="283146" y="73296"/>
                </a:lnTo>
                <a:lnTo>
                  <a:pt x="282016" y="79368"/>
                </a:lnTo>
                <a:lnTo>
                  <a:pt x="255000" y="109207"/>
                </a:lnTo>
                <a:lnTo>
                  <a:pt x="230338" y="129069"/>
                </a:lnTo>
                <a:lnTo>
                  <a:pt x="216877" y="139565"/>
                </a:lnTo>
              </a:path>
            </a:pathLst>
          </a:custGeom>
          <a:ln w="36749">
            <a:solidFill>
              <a:srgbClr val="371A9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7071853" y="2799380"/>
            <a:ext cx="168275" cy="302895"/>
          </a:xfrm>
          <a:custGeom>
            <a:avLst/>
            <a:gdLst/>
            <a:ahLst/>
            <a:cxnLst/>
            <a:rect l="l" t="t" r="r" b="b"/>
            <a:pathLst>
              <a:path w="168275" h="302894">
                <a:moveTo>
                  <a:pt x="23626" y="67397"/>
                </a:moveTo>
                <a:lnTo>
                  <a:pt x="17853" y="135172"/>
                </a:lnTo>
                <a:lnTo>
                  <a:pt x="13586" y="193909"/>
                </a:lnTo>
                <a:lnTo>
                  <a:pt x="11703" y="236959"/>
                </a:lnTo>
                <a:lnTo>
                  <a:pt x="11186" y="253353"/>
                </a:lnTo>
                <a:lnTo>
                  <a:pt x="10574" y="267206"/>
                </a:lnTo>
                <a:lnTo>
                  <a:pt x="9664" y="278925"/>
                </a:lnTo>
                <a:lnTo>
                  <a:pt x="8565" y="287915"/>
                </a:lnTo>
                <a:lnTo>
                  <a:pt x="7467" y="293327"/>
                </a:lnTo>
                <a:lnTo>
                  <a:pt x="6557" y="294316"/>
                </a:lnTo>
                <a:lnTo>
                  <a:pt x="5961" y="290096"/>
                </a:lnTo>
                <a:lnTo>
                  <a:pt x="5553" y="280133"/>
                </a:lnTo>
                <a:lnTo>
                  <a:pt x="5145" y="263959"/>
                </a:lnTo>
                <a:lnTo>
                  <a:pt x="4549" y="241100"/>
                </a:lnTo>
                <a:lnTo>
                  <a:pt x="3639" y="211732"/>
                </a:lnTo>
                <a:lnTo>
                  <a:pt x="2541" y="178597"/>
                </a:lnTo>
                <a:lnTo>
                  <a:pt x="1443" y="145087"/>
                </a:lnTo>
                <a:lnTo>
                  <a:pt x="533" y="114588"/>
                </a:lnTo>
                <a:lnTo>
                  <a:pt x="0" y="89722"/>
                </a:lnTo>
                <a:lnTo>
                  <a:pt x="31" y="70033"/>
                </a:lnTo>
                <a:lnTo>
                  <a:pt x="5349" y="30012"/>
                </a:lnTo>
                <a:lnTo>
                  <a:pt x="34420" y="0"/>
                </a:lnTo>
                <a:lnTo>
                  <a:pt x="45308" y="925"/>
                </a:lnTo>
                <a:lnTo>
                  <a:pt x="98806" y="23972"/>
                </a:lnTo>
                <a:lnTo>
                  <a:pt x="137086" y="53340"/>
                </a:lnTo>
                <a:lnTo>
                  <a:pt x="159050" y="88734"/>
                </a:lnTo>
                <a:lnTo>
                  <a:pt x="162925" y="107277"/>
                </a:lnTo>
                <a:lnTo>
                  <a:pt x="162187" y="125633"/>
                </a:lnTo>
                <a:lnTo>
                  <a:pt x="137054" y="175193"/>
                </a:lnTo>
                <a:lnTo>
                  <a:pt x="96296" y="210602"/>
                </a:lnTo>
                <a:lnTo>
                  <a:pt x="60385" y="227498"/>
                </a:lnTo>
                <a:lnTo>
                  <a:pt x="15594" y="226039"/>
                </a:lnTo>
                <a:lnTo>
                  <a:pt x="58580" y="226353"/>
                </a:lnTo>
                <a:lnTo>
                  <a:pt x="92844" y="244175"/>
                </a:lnTo>
                <a:lnTo>
                  <a:pt x="125852" y="266626"/>
                </a:lnTo>
                <a:lnTo>
                  <a:pt x="154594" y="290315"/>
                </a:lnTo>
                <a:lnTo>
                  <a:pt x="168211" y="302348"/>
                </a:lnTo>
              </a:path>
            </a:pathLst>
          </a:custGeom>
          <a:ln w="36749">
            <a:solidFill>
              <a:srgbClr val="371A94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3" name="object 4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600988" y="2805228"/>
            <a:ext cx="2578789" cy="1365126"/>
          </a:xfrm>
          <a:prstGeom prst="rect">
            <a:avLst/>
          </a:prstGeom>
        </p:spPr>
      </p:pic>
      <p:grpSp>
        <p:nvGrpSpPr>
          <p:cNvPr id="44" name="object 44"/>
          <p:cNvGrpSpPr/>
          <p:nvPr/>
        </p:nvGrpSpPr>
        <p:grpSpPr>
          <a:xfrm>
            <a:off x="7307412" y="2829577"/>
            <a:ext cx="807085" cy="313690"/>
            <a:chOff x="7307412" y="2829577"/>
            <a:chExt cx="807085" cy="313690"/>
          </a:xfrm>
        </p:grpSpPr>
        <p:sp>
          <p:nvSpPr>
            <p:cNvPr id="45" name="object 45"/>
            <p:cNvSpPr/>
            <p:nvPr/>
          </p:nvSpPr>
          <p:spPr>
            <a:xfrm>
              <a:off x="7325787" y="2854729"/>
              <a:ext cx="133350" cy="270510"/>
            </a:xfrm>
            <a:custGeom>
              <a:avLst/>
              <a:gdLst/>
              <a:ahLst/>
              <a:cxnLst/>
              <a:rect l="l" t="t" r="r" b="b"/>
              <a:pathLst>
                <a:path w="133350" h="270510">
                  <a:moveTo>
                    <a:pt x="10668" y="30121"/>
                  </a:moveTo>
                  <a:lnTo>
                    <a:pt x="9272" y="22669"/>
                  </a:lnTo>
                  <a:lnTo>
                    <a:pt x="8534" y="15688"/>
                  </a:lnTo>
                  <a:lnTo>
                    <a:pt x="9114" y="9648"/>
                  </a:lnTo>
                  <a:lnTo>
                    <a:pt x="46814" y="0"/>
                  </a:lnTo>
                  <a:lnTo>
                    <a:pt x="61294" y="15"/>
                  </a:lnTo>
                  <a:lnTo>
                    <a:pt x="106054" y="1004"/>
                  </a:lnTo>
                  <a:lnTo>
                    <a:pt x="133163" y="5020"/>
                  </a:lnTo>
                  <a:lnTo>
                    <a:pt x="131344" y="5600"/>
                  </a:lnTo>
                  <a:lnTo>
                    <a:pt x="126135" y="5898"/>
                  </a:lnTo>
                  <a:lnTo>
                    <a:pt x="117914" y="6008"/>
                  </a:lnTo>
                  <a:lnTo>
                    <a:pt x="107058" y="6024"/>
                  </a:lnTo>
                  <a:lnTo>
                    <a:pt x="94021" y="6040"/>
                  </a:lnTo>
                  <a:lnTo>
                    <a:pt x="79572" y="6149"/>
                  </a:lnTo>
                  <a:lnTo>
                    <a:pt x="36162" y="8063"/>
                  </a:lnTo>
                  <a:lnTo>
                    <a:pt x="2055" y="27282"/>
                  </a:lnTo>
                  <a:lnTo>
                    <a:pt x="0" y="38782"/>
                  </a:lnTo>
                  <a:lnTo>
                    <a:pt x="15" y="54235"/>
                  </a:lnTo>
                  <a:lnTo>
                    <a:pt x="1631" y="74300"/>
                  </a:lnTo>
                  <a:lnTo>
                    <a:pt x="4377" y="99120"/>
                  </a:lnTo>
                  <a:lnTo>
                    <a:pt x="7781" y="126763"/>
                  </a:lnTo>
                  <a:lnTo>
                    <a:pt x="11374" y="154782"/>
                  </a:lnTo>
                  <a:lnTo>
                    <a:pt x="14684" y="180731"/>
                  </a:lnTo>
                  <a:lnTo>
                    <a:pt x="19704" y="220643"/>
                  </a:lnTo>
                  <a:lnTo>
                    <a:pt x="32255" y="263441"/>
                  </a:lnTo>
                  <a:lnTo>
                    <a:pt x="42798" y="270093"/>
                  </a:lnTo>
                  <a:lnTo>
                    <a:pt x="49167" y="269654"/>
                  </a:lnTo>
                  <a:lnTo>
                    <a:pt x="56101" y="267332"/>
                  </a:lnTo>
                  <a:lnTo>
                    <a:pt x="63412" y="263880"/>
                  </a:lnTo>
                  <a:lnTo>
                    <a:pt x="70911" y="260052"/>
                  </a:lnTo>
                  <a:lnTo>
                    <a:pt x="78426" y="256444"/>
                  </a:lnTo>
                  <a:lnTo>
                    <a:pt x="112580" y="238214"/>
                  </a:lnTo>
                  <a:lnTo>
                    <a:pt x="117820" y="234699"/>
                  </a:lnTo>
                  <a:lnTo>
                    <a:pt x="122119" y="231938"/>
                  </a:lnTo>
                  <a:lnTo>
                    <a:pt x="127139" y="228926"/>
                  </a:lnTo>
                  <a:lnTo>
                    <a:pt x="129147" y="228926"/>
                  </a:lnTo>
                  <a:lnTo>
                    <a:pt x="131155" y="228926"/>
                  </a:lnTo>
                </a:path>
              </a:pathLst>
            </a:custGeom>
            <a:ln w="36749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37378" y="2962867"/>
              <a:ext cx="113843" cy="66871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7502879" y="2847952"/>
              <a:ext cx="177165" cy="248920"/>
            </a:xfrm>
            <a:custGeom>
              <a:avLst/>
              <a:gdLst/>
              <a:ahLst/>
              <a:cxnLst/>
              <a:rect l="l" t="t" r="r" b="b"/>
              <a:pathLst>
                <a:path w="177165" h="248919">
                  <a:moveTo>
                    <a:pt x="134795" y="73045"/>
                  </a:moveTo>
                  <a:lnTo>
                    <a:pt x="140239" y="31627"/>
                  </a:lnTo>
                  <a:lnTo>
                    <a:pt x="139439" y="22340"/>
                  </a:lnTo>
                  <a:lnTo>
                    <a:pt x="136568" y="13805"/>
                  </a:lnTo>
                  <a:lnTo>
                    <a:pt x="130779" y="6777"/>
                  </a:lnTo>
                  <a:lnTo>
                    <a:pt x="121538" y="1976"/>
                  </a:lnTo>
                  <a:lnTo>
                    <a:pt x="109568" y="0"/>
                  </a:lnTo>
                  <a:lnTo>
                    <a:pt x="95903" y="1411"/>
                  </a:lnTo>
                  <a:lnTo>
                    <a:pt x="54972" y="29243"/>
                  </a:lnTo>
                  <a:lnTo>
                    <a:pt x="34279" y="75618"/>
                  </a:lnTo>
                  <a:lnTo>
                    <a:pt x="35769" y="90867"/>
                  </a:lnTo>
                  <a:lnTo>
                    <a:pt x="72088" y="134277"/>
                  </a:lnTo>
                  <a:lnTo>
                    <a:pt x="114478" y="159348"/>
                  </a:lnTo>
                  <a:lnTo>
                    <a:pt x="133791" y="169435"/>
                  </a:lnTo>
                  <a:lnTo>
                    <a:pt x="148805" y="177468"/>
                  </a:lnTo>
                  <a:lnTo>
                    <a:pt x="176840" y="208970"/>
                  </a:lnTo>
                  <a:lnTo>
                    <a:pt x="172526" y="216579"/>
                  </a:lnTo>
                  <a:lnTo>
                    <a:pt x="121366" y="240473"/>
                  </a:lnTo>
                  <a:lnTo>
                    <a:pt x="72543" y="248756"/>
                  </a:lnTo>
                  <a:lnTo>
                    <a:pt x="51818" y="247611"/>
                  </a:lnTo>
                  <a:lnTo>
                    <a:pt x="11295" y="229679"/>
                  </a:lnTo>
                  <a:lnTo>
                    <a:pt x="0" y="207935"/>
                  </a:lnTo>
                  <a:lnTo>
                    <a:pt x="1255" y="201565"/>
                  </a:lnTo>
                  <a:lnTo>
                    <a:pt x="4377" y="195886"/>
                  </a:lnTo>
                  <a:lnTo>
                    <a:pt x="8911" y="190772"/>
                  </a:lnTo>
                  <a:lnTo>
                    <a:pt x="14386" y="186034"/>
                  </a:lnTo>
                  <a:lnTo>
                    <a:pt x="20332" y="181484"/>
                  </a:lnTo>
                </a:path>
              </a:pathLst>
            </a:custGeom>
            <a:ln w="36749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7736073" y="2856737"/>
              <a:ext cx="149225" cy="22225"/>
            </a:xfrm>
            <a:custGeom>
              <a:avLst/>
              <a:gdLst/>
              <a:ahLst/>
              <a:cxnLst/>
              <a:rect l="l" t="t" r="r" b="b"/>
              <a:pathLst>
                <a:path w="149225" h="22225">
                  <a:moveTo>
                    <a:pt x="16065" y="22089"/>
                  </a:moveTo>
                  <a:lnTo>
                    <a:pt x="8032" y="16065"/>
                  </a:lnTo>
                  <a:lnTo>
                    <a:pt x="0" y="10040"/>
                  </a:lnTo>
                  <a:lnTo>
                    <a:pt x="1004" y="6024"/>
                  </a:lnTo>
                  <a:lnTo>
                    <a:pt x="3561" y="3388"/>
                  </a:lnTo>
                  <a:lnTo>
                    <a:pt x="10166" y="1506"/>
                  </a:lnTo>
                  <a:lnTo>
                    <a:pt x="21477" y="376"/>
                  </a:lnTo>
                  <a:lnTo>
                    <a:pt x="38154" y="0"/>
                  </a:lnTo>
                  <a:lnTo>
                    <a:pt x="60494" y="345"/>
                  </a:lnTo>
                  <a:lnTo>
                    <a:pt x="87353" y="1255"/>
                  </a:lnTo>
                  <a:lnTo>
                    <a:pt x="117224" y="2541"/>
                  </a:lnTo>
                  <a:lnTo>
                    <a:pt x="148601" y="4016"/>
                  </a:lnTo>
                </a:path>
              </a:pathLst>
            </a:custGeom>
            <a:ln w="36749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7785963" y="2872803"/>
              <a:ext cx="50800" cy="234950"/>
            </a:xfrm>
            <a:custGeom>
              <a:avLst/>
              <a:gdLst/>
              <a:ahLst/>
              <a:cxnLst/>
              <a:rect l="l" t="t" r="r" b="b"/>
              <a:pathLst>
                <a:path w="50800" h="234950">
                  <a:moveTo>
                    <a:pt x="38468" y="0"/>
                  </a:moveTo>
                  <a:lnTo>
                    <a:pt x="3012" y="15531"/>
                  </a:lnTo>
                  <a:lnTo>
                    <a:pt x="0" y="36303"/>
                  </a:lnTo>
                  <a:lnTo>
                    <a:pt x="1317" y="54219"/>
                  </a:lnTo>
                  <a:lnTo>
                    <a:pt x="8722" y="105552"/>
                  </a:lnTo>
                  <a:lnTo>
                    <a:pt x="18387" y="157638"/>
                  </a:lnTo>
                  <a:lnTo>
                    <a:pt x="29400" y="201550"/>
                  </a:lnTo>
                  <a:lnTo>
                    <a:pt x="43488" y="234950"/>
                  </a:lnTo>
                  <a:lnTo>
                    <a:pt x="46500" y="234950"/>
                  </a:lnTo>
                  <a:lnTo>
                    <a:pt x="48508" y="222902"/>
                  </a:lnTo>
                  <a:lnTo>
                    <a:pt x="50516" y="210853"/>
                  </a:lnTo>
                </a:path>
              </a:pathLst>
            </a:custGeom>
            <a:ln w="36749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7938894" y="2849159"/>
              <a:ext cx="156845" cy="264795"/>
            </a:xfrm>
            <a:custGeom>
              <a:avLst/>
              <a:gdLst/>
              <a:ahLst/>
              <a:cxnLst/>
              <a:rect l="l" t="t" r="r" b="b"/>
              <a:pathLst>
                <a:path w="156845" h="264794">
                  <a:moveTo>
                    <a:pt x="0" y="53764"/>
                  </a:moveTo>
                  <a:lnTo>
                    <a:pt x="0" y="41715"/>
                  </a:lnTo>
                  <a:lnTo>
                    <a:pt x="0" y="29666"/>
                  </a:lnTo>
                  <a:lnTo>
                    <a:pt x="15" y="32114"/>
                  </a:lnTo>
                  <a:lnTo>
                    <a:pt x="125" y="40209"/>
                  </a:lnTo>
                  <a:lnTo>
                    <a:pt x="1945" y="108752"/>
                  </a:lnTo>
                  <a:lnTo>
                    <a:pt x="4957" y="179947"/>
                  </a:lnTo>
                  <a:lnTo>
                    <a:pt x="9428" y="235107"/>
                  </a:lnTo>
                  <a:lnTo>
                    <a:pt x="16064" y="264617"/>
                  </a:lnTo>
                  <a:lnTo>
                    <a:pt x="17194" y="263708"/>
                  </a:lnTo>
                  <a:lnTo>
                    <a:pt x="17571" y="257338"/>
                  </a:lnTo>
                  <a:lnTo>
                    <a:pt x="17194" y="244568"/>
                  </a:lnTo>
                  <a:lnTo>
                    <a:pt x="16064" y="224455"/>
                  </a:lnTo>
                  <a:lnTo>
                    <a:pt x="14276" y="196796"/>
                  </a:lnTo>
                  <a:lnTo>
                    <a:pt x="12299" y="164337"/>
                  </a:lnTo>
                  <a:lnTo>
                    <a:pt x="10699" y="130559"/>
                  </a:lnTo>
                  <a:lnTo>
                    <a:pt x="10040" y="98947"/>
                  </a:lnTo>
                  <a:lnTo>
                    <a:pt x="10856" y="72292"/>
                  </a:lnTo>
                  <a:lnTo>
                    <a:pt x="18512" y="33291"/>
                  </a:lnTo>
                  <a:lnTo>
                    <a:pt x="49701" y="2431"/>
                  </a:lnTo>
                  <a:lnTo>
                    <a:pt x="65075" y="0"/>
                  </a:lnTo>
                  <a:lnTo>
                    <a:pt x="82333" y="2557"/>
                  </a:lnTo>
                  <a:lnTo>
                    <a:pt x="119106" y="22512"/>
                  </a:lnTo>
                  <a:lnTo>
                    <a:pt x="147597" y="53764"/>
                  </a:lnTo>
                  <a:lnTo>
                    <a:pt x="155504" y="86522"/>
                  </a:lnTo>
                  <a:lnTo>
                    <a:pt x="150280" y="102194"/>
                  </a:lnTo>
                  <a:lnTo>
                    <a:pt x="120613" y="130669"/>
                  </a:lnTo>
                  <a:lnTo>
                    <a:pt x="76434" y="152319"/>
                  </a:lnTo>
                  <a:lnTo>
                    <a:pt x="30121" y="164337"/>
                  </a:lnTo>
                  <a:lnTo>
                    <a:pt x="24034" y="164415"/>
                  </a:lnTo>
                  <a:lnTo>
                    <a:pt x="22089" y="164211"/>
                  </a:lnTo>
                  <a:lnTo>
                    <a:pt x="24034" y="164776"/>
                  </a:lnTo>
                  <a:lnTo>
                    <a:pt x="76716" y="196749"/>
                  </a:lnTo>
                  <a:lnTo>
                    <a:pt x="128237" y="236221"/>
                  </a:lnTo>
                  <a:lnTo>
                    <a:pt x="156634" y="258593"/>
                  </a:lnTo>
                </a:path>
              </a:pathLst>
            </a:custGeom>
            <a:ln w="36749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/>
          <p:cNvSpPr/>
          <p:nvPr/>
        </p:nvSpPr>
        <p:spPr>
          <a:xfrm>
            <a:off x="8197943" y="2874810"/>
            <a:ext cx="30480" cy="227329"/>
          </a:xfrm>
          <a:custGeom>
            <a:avLst/>
            <a:gdLst/>
            <a:ahLst/>
            <a:cxnLst/>
            <a:rect l="l" t="t" r="r" b="b"/>
            <a:pathLst>
              <a:path w="30479" h="227330">
                <a:moveTo>
                  <a:pt x="0" y="28113"/>
                </a:moveTo>
                <a:lnTo>
                  <a:pt x="1490" y="17790"/>
                </a:lnTo>
                <a:lnTo>
                  <a:pt x="2886" y="8785"/>
                </a:lnTo>
                <a:lnTo>
                  <a:pt x="4094" y="2416"/>
                </a:lnTo>
                <a:lnTo>
                  <a:pt x="5020" y="0"/>
                </a:lnTo>
                <a:lnTo>
                  <a:pt x="5601" y="2682"/>
                </a:lnTo>
                <a:lnTo>
                  <a:pt x="5899" y="10919"/>
                </a:lnTo>
                <a:lnTo>
                  <a:pt x="6009" y="24991"/>
                </a:lnTo>
                <a:lnTo>
                  <a:pt x="6024" y="45182"/>
                </a:lnTo>
                <a:lnTo>
                  <a:pt x="6087" y="71225"/>
                </a:lnTo>
                <a:lnTo>
                  <a:pt x="7719" y="130465"/>
                </a:lnTo>
                <a:lnTo>
                  <a:pt x="13743" y="179899"/>
                </a:lnTo>
                <a:lnTo>
                  <a:pt x="24160" y="213128"/>
                </a:lnTo>
                <a:lnTo>
                  <a:pt x="30122" y="226918"/>
                </a:lnTo>
              </a:path>
            </a:pathLst>
          </a:custGeom>
          <a:ln w="36749">
            <a:solidFill>
              <a:srgbClr val="371A9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2" name="object 52"/>
          <p:cNvGrpSpPr/>
          <p:nvPr/>
        </p:nvGrpSpPr>
        <p:grpSpPr>
          <a:xfrm>
            <a:off x="8312230" y="2738458"/>
            <a:ext cx="975994" cy="448309"/>
            <a:chOff x="8312230" y="2738458"/>
            <a:chExt cx="975994" cy="448309"/>
          </a:xfrm>
        </p:grpSpPr>
        <p:pic>
          <p:nvPicPr>
            <p:cNvPr id="53" name="object 5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312230" y="2842504"/>
              <a:ext cx="211331" cy="241453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8547357" y="2854729"/>
              <a:ext cx="146685" cy="227965"/>
            </a:xfrm>
            <a:custGeom>
              <a:avLst/>
              <a:gdLst/>
              <a:ahLst/>
              <a:cxnLst/>
              <a:rect l="l" t="t" r="r" b="b"/>
              <a:pathLst>
                <a:path w="146684" h="227964">
                  <a:moveTo>
                    <a:pt x="0" y="18073"/>
                  </a:moveTo>
                  <a:lnTo>
                    <a:pt x="36146" y="3012"/>
                  </a:lnTo>
                  <a:lnTo>
                    <a:pt x="92342" y="47"/>
                  </a:lnTo>
                  <a:lnTo>
                    <a:pt x="110447" y="0"/>
                  </a:lnTo>
                  <a:lnTo>
                    <a:pt x="125115" y="15"/>
                  </a:lnTo>
                  <a:lnTo>
                    <a:pt x="135925" y="125"/>
                  </a:lnTo>
                  <a:lnTo>
                    <a:pt x="142781" y="423"/>
                  </a:lnTo>
                  <a:lnTo>
                    <a:pt x="145589" y="1004"/>
                  </a:lnTo>
                  <a:lnTo>
                    <a:pt x="146593" y="2008"/>
                  </a:lnTo>
                  <a:lnTo>
                    <a:pt x="136552" y="4016"/>
                  </a:lnTo>
                  <a:lnTo>
                    <a:pt x="96390" y="6024"/>
                  </a:lnTo>
                  <a:lnTo>
                    <a:pt x="88922" y="6102"/>
                  </a:lnTo>
                  <a:lnTo>
                    <a:pt x="62659" y="35471"/>
                  </a:lnTo>
                  <a:lnTo>
                    <a:pt x="62251" y="52211"/>
                  </a:lnTo>
                  <a:lnTo>
                    <a:pt x="62612" y="74316"/>
                  </a:lnTo>
                  <a:lnTo>
                    <a:pt x="65217" y="124927"/>
                  </a:lnTo>
                  <a:lnTo>
                    <a:pt x="69719" y="165356"/>
                  </a:lnTo>
                  <a:lnTo>
                    <a:pt x="83258" y="209567"/>
                  </a:lnTo>
                  <a:lnTo>
                    <a:pt x="96389" y="227922"/>
                  </a:lnTo>
                  <a:lnTo>
                    <a:pt x="100908" y="226432"/>
                  </a:lnTo>
                  <a:lnTo>
                    <a:pt x="105426" y="221270"/>
                  </a:lnTo>
                  <a:lnTo>
                    <a:pt x="109944" y="213661"/>
                  </a:lnTo>
                  <a:lnTo>
                    <a:pt x="114463" y="204829"/>
                  </a:lnTo>
                </a:path>
              </a:pathLst>
            </a:custGeom>
            <a:ln w="36749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8773099" y="2848704"/>
              <a:ext cx="135890" cy="257810"/>
            </a:xfrm>
            <a:custGeom>
              <a:avLst/>
              <a:gdLst/>
              <a:ahLst/>
              <a:cxnLst/>
              <a:rect l="l" t="t" r="r" b="b"/>
              <a:pathLst>
                <a:path w="135890" h="257810">
                  <a:moveTo>
                    <a:pt x="21258" y="24097"/>
                  </a:moveTo>
                  <a:lnTo>
                    <a:pt x="57404" y="2008"/>
                  </a:lnTo>
                  <a:lnTo>
                    <a:pt x="55396" y="1004"/>
                  </a:lnTo>
                  <a:lnTo>
                    <a:pt x="53387" y="0"/>
                  </a:lnTo>
                  <a:lnTo>
                    <a:pt x="43347" y="0"/>
                  </a:lnTo>
                  <a:lnTo>
                    <a:pt x="33306" y="0"/>
                  </a:lnTo>
                  <a:lnTo>
                    <a:pt x="1051" y="32255"/>
                  </a:lnTo>
                  <a:lnTo>
                    <a:pt x="0" y="48304"/>
                  </a:lnTo>
                  <a:lnTo>
                    <a:pt x="172" y="67272"/>
                  </a:lnTo>
                  <a:lnTo>
                    <a:pt x="1427" y="88718"/>
                  </a:lnTo>
                  <a:lnTo>
                    <a:pt x="3435" y="111576"/>
                  </a:lnTo>
                  <a:lnTo>
                    <a:pt x="5820" y="134622"/>
                  </a:lnTo>
                  <a:lnTo>
                    <a:pt x="8205" y="156633"/>
                  </a:lnTo>
                  <a:lnTo>
                    <a:pt x="10291" y="176589"/>
                  </a:lnTo>
                  <a:lnTo>
                    <a:pt x="15233" y="222902"/>
                  </a:lnTo>
                  <a:lnTo>
                    <a:pt x="37950" y="257668"/>
                  </a:lnTo>
                  <a:lnTo>
                    <a:pt x="47724" y="256428"/>
                  </a:lnTo>
                  <a:lnTo>
                    <a:pt x="60416" y="253024"/>
                  </a:lnTo>
                  <a:lnTo>
                    <a:pt x="76277" y="247470"/>
                  </a:lnTo>
                  <a:lnTo>
                    <a:pt x="94680" y="240222"/>
                  </a:lnTo>
                  <a:lnTo>
                    <a:pt x="114777" y="231844"/>
                  </a:lnTo>
                  <a:lnTo>
                    <a:pt x="135721" y="222902"/>
                  </a:lnTo>
                </a:path>
              </a:pathLst>
            </a:custGeom>
            <a:ln w="36749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8781304" y="2975217"/>
              <a:ext cx="91440" cy="24130"/>
            </a:xfrm>
            <a:custGeom>
              <a:avLst/>
              <a:gdLst/>
              <a:ahLst/>
              <a:cxnLst/>
              <a:rect l="l" t="t" r="r" b="b"/>
              <a:pathLst>
                <a:path w="91440" h="24130">
                  <a:moveTo>
                    <a:pt x="19077" y="24097"/>
                  </a:moveTo>
                  <a:lnTo>
                    <a:pt x="11719" y="18135"/>
                  </a:lnTo>
                  <a:lnTo>
                    <a:pt x="5396" y="12550"/>
                  </a:lnTo>
                  <a:lnTo>
                    <a:pt x="1145" y="7718"/>
                  </a:lnTo>
                  <a:lnTo>
                    <a:pt x="0" y="4016"/>
                  </a:lnTo>
                  <a:lnTo>
                    <a:pt x="2729" y="1694"/>
                  </a:lnTo>
                  <a:lnTo>
                    <a:pt x="9036" y="502"/>
                  </a:lnTo>
                  <a:lnTo>
                    <a:pt x="18355" y="62"/>
                  </a:lnTo>
                  <a:lnTo>
                    <a:pt x="30121" y="0"/>
                  </a:lnTo>
                  <a:lnTo>
                    <a:pt x="43786" y="0"/>
                  </a:lnTo>
                  <a:lnTo>
                    <a:pt x="58863" y="0"/>
                  </a:lnTo>
                  <a:lnTo>
                    <a:pt x="74881" y="0"/>
                  </a:lnTo>
                  <a:lnTo>
                    <a:pt x="91369" y="0"/>
                  </a:lnTo>
                </a:path>
              </a:pathLst>
            </a:custGeom>
            <a:ln w="36749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8969063" y="2852878"/>
              <a:ext cx="174625" cy="278130"/>
            </a:xfrm>
            <a:custGeom>
              <a:avLst/>
              <a:gdLst/>
              <a:ahLst/>
              <a:cxnLst/>
              <a:rect l="l" t="t" r="r" b="b"/>
              <a:pathLst>
                <a:path w="174625" h="278130">
                  <a:moveTo>
                    <a:pt x="36146" y="7875"/>
                  </a:moveTo>
                  <a:lnTo>
                    <a:pt x="33259" y="76277"/>
                  </a:lnTo>
                  <a:lnTo>
                    <a:pt x="31126" y="139407"/>
                  </a:lnTo>
                  <a:lnTo>
                    <a:pt x="30373" y="192748"/>
                  </a:lnTo>
                  <a:lnTo>
                    <a:pt x="31126" y="234794"/>
                  </a:lnTo>
                  <a:lnTo>
                    <a:pt x="34232" y="273340"/>
                  </a:lnTo>
                  <a:lnTo>
                    <a:pt x="35142" y="277968"/>
                  </a:lnTo>
                  <a:lnTo>
                    <a:pt x="35675" y="277733"/>
                  </a:lnTo>
                  <a:lnTo>
                    <a:pt x="30372" y="222541"/>
                  </a:lnTo>
                  <a:lnTo>
                    <a:pt x="22967" y="167035"/>
                  </a:lnTo>
                  <a:lnTo>
                    <a:pt x="19077" y="137399"/>
                  </a:lnTo>
                  <a:lnTo>
                    <a:pt x="12551" y="82176"/>
                  </a:lnTo>
                  <a:lnTo>
                    <a:pt x="9036" y="39001"/>
                  </a:lnTo>
                  <a:lnTo>
                    <a:pt x="19077" y="1851"/>
                  </a:lnTo>
                  <a:lnTo>
                    <a:pt x="27157" y="0"/>
                  </a:lnTo>
                  <a:lnTo>
                    <a:pt x="37778" y="596"/>
                  </a:lnTo>
                  <a:lnTo>
                    <a:pt x="83745" y="18920"/>
                  </a:lnTo>
                  <a:lnTo>
                    <a:pt x="120205" y="46030"/>
                  </a:lnTo>
                  <a:lnTo>
                    <a:pt x="150107" y="84953"/>
                  </a:lnTo>
                  <a:lnTo>
                    <a:pt x="168180" y="130041"/>
                  </a:lnTo>
                  <a:lnTo>
                    <a:pt x="174158" y="170565"/>
                  </a:lnTo>
                  <a:lnTo>
                    <a:pt x="172322" y="187603"/>
                  </a:lnTo>
                  <a:lnTo>
                    <a:pt x="144459" y="231703"/>
                  </a:lnTo>
                  <a:lnTo>
                    <a:pt x="110196" y="255142"/>
                  </a:lnTo>
                  <a:lnTo>
                    <a:pt x="72857" y="267159"/>
                  </a:lnTo>
                  <a:lnTo>
                    <a:pt x="55474" y="268304"/>
                  </a:lnTo>
                  <a:lnTo>
                    <a:pt x="39974" y="267002"/>
                  </a:lnTo>
                  <a:lnTo>
                    <a:pt x="3012" y="245838"/>
                  </a:lnTo>
                  <a:lnTo>
                    <a:pt x="0" y="240818"/>
                  </a:lnTo>
                  <a:lnTo>
                    <a:pt x="0" y="238810"/>
                  </a:lnTo>
                  <a:lnTo>
                    <a:pt x="0" y="236802"/>
                  </a:lnTo>
                </a:path>
              </a:pathLst>
            </a:custGeom>
            <a:ln w="36749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9143771" y="2756833"/>
              <a:ext cx="125730" cy="411480"/>
            </a:xfrm>
            <a:custGeom>
              <a:avLst/>
              <a:gdLst/>
              <a:ahLst/>
              <a:cxnLst/>
              <a:rect l="l" t="t" r="r" b="b"/>
              <a:pathLst>
                <a:path w="125729" h="411480">
                  <a:moveTo>
                    <a:pt x="18073" y="1506"/>
                  </a:moveTo>
                  <a:lnTo>
                    <a:pt x="25650" y="188"/>
                  </a:lnTo>
                  <a:lnTo>
                    <a:pt x="33510" y="0"/>
                  </a:lnTo>
                  <a:lnTo>
                    <a:pt x="41935" y="2070"/>
                  </a:lnTo>
                  <a:lnTo>
                    <a:pt x="72543" y="32004"/>
                  </a:lnTo>
                  <a:lnTo>
                    <a:pt x="95385" y="76810"/>
                  </a:lnTo>
                  <a:lnTo>
                    <a:pt x="115718" y="141321"/>
                  </a:lnTo>
                  <a:lnTo>
                    <a:pt x="125508" y="213363"/>
                  </a:lnTo>
                  <a:lnTo>
                    <a:pt x="123876" y="247737"/>
                  </a:lnTo>
                  <a:lnTo>
                    <a:pt x="107435" y="308953"/>
                  </a:lnTo>
                  <a:lnTo>
                    <a:pt x="76214" y="357054"/>
                  </a:lnTo>
                  <a:lnTo>
                    <a:pt x="40005" y="389780"/>
                  </a:lnTo>
                  <a:lnTo>
                    <a:pt x="3216" y="410991"/>
                  </a:lnTo>
                  <a:lnTo>
                    <a:pt x="0" y="411164"/>
                  </a:lnTo>
                </a:path>
              </a:pathLst>
            </a:custGeom>
            <a:ln w="36749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/>
          <p:cNvSpPr/>
          <p:nvPr/>
        </p:nvSpPr>
        <p:spPr>
          <a:xfrm>
            <a:off x="5243202" y="3724123"/>
            <a:ext cx="454025" cy="245745"/>
          </a:xfrm>
          <a:custGeom>
            <a:avLst/>
            <a:gdLst/>
            <a:ahLst/>
            <a:cxnLst/>
            <a:rect l="l" t="t" r="r" b="b"/>
            <a:pathLst>
              <a:path w="454025" h="245745">
                <a:moveTo>
                  <a:pt x="38938" y="58360"/>
                </a:moveTo>
                <a:lnTo>
                  <a:pt x="2196" y="77312"/>
                </a:lnTo>
                <a:lnTo>
                  <a:pt x="0" y="120361"/>
                </a:lnTo>
                <a:lnTo>
                  <a:pt x="784" y="141698"/>
                </a:lnTo>
                <a:lnTo>
                  <a:pt x="14621" y="190834"/>
                </a:lnTo>
                <a:lnTo>
                  <a:pt x="54627" y="215371"/>
                </a:lnTo>
                <a:lnTo>
                  <a:pt x="71618" y="216485"/>
                </a:lnTo>
                <a:lnTo>
                  <a:pt x="88138" y="212986"/>
                </a:lnTo>
                <a:lnTo>
                  <a:pt x="102853" y="204421"/>
                </a:lnTo>
                <a:lnTo>
                  <a:pt x="114745" y="191148"/>
                </a:lnTo>
                <a:lnTo>
                  <a:pt x="122872" y="173734"/>
                </a:lnTo>
                <a:lnTo>
                  <a:pt x="126292" y="152743"/>
                </a:lnTo>
                <a:lnTo>
                  <a:pt x="124503" y="129022"/>
                </a:lnTo>
                <a:lnTo>
                  <a:pt x="110760" y="81580"/>
                </a:lnTo>
                <a:lnTo>
                  <a:pt x="87008" y="39409"/>
                </a:lnTo>
                <a:lnTo>
                  <a:pt x="52242" y="22716"/>
                </a:lnTo>
                <a:lnTo>
                  <a:pt x="44806" y="20489"/>
                </a:lnTo>
                <a:lnTo>
                  <a:pt x="40947" y="19202"/>
                </a:lnTo>
                <a:lnTo>
                  <a:pt x="42029" y="18935"/>
                </a:lnTo>
                <a:lnTo>
                  <a:pt x="48101" y="19328"/>
                </a:lnTo>
                <a:lnTo>
                  <a:pt x="58879" y="19908"/>
                </a:lnTo>
                <a:lnTo>
                  <a:pt x="74081" y="20206"/>
                </a:lnTo>
                <a:lnTo>
                  <a:pt x="93174" y="19939"/>
                </a:lnTo>
                <a:lnTo>
                  <a:pt x="114620" y="19579"/>
                </a:lnTo>
                <a:lnTo>
                  <a:pt x="136631" y="19783"/>
                </a:lnTo>
                <a:lnTo>
                  <a:pt x="175444" y="24646"/>
                </a:lnTo>
                <a:lnTo>
                  <a:pt x="208625" y="60369"/>
                </a:lnTo>
                <a:lnTo>
                  <a:pt x="212265" y="112705"/>
                </a:lnTo>
                <a:lnTo>
                  <a:pt x="207621" y="165795"/>
                </a:lnTo>
                <a:lnTo>
                  <a:pt x="199432" y="201236"/>
                </a:lnTo>
                <a:lnTo>
                  <a:pt x="197580" y="200938"/>
                </a:lnTo>
                <a:lnTo>
                  <a:pt x="201597" y="151739"/>
                </a:lnTo>
                <a:lnTo>
                  <a:pt x="214650" y="106556"/>
                </a:lnTo>
                <a:lnTo>
                  <a:pt x="233727" y="61373"/>
                </a:lnTo>
                <a:lnTo>
                  <a:pt x="255691" y="27486"/>
                </a:lnTo>
                <a:lnTo>
                  <a:pt x="286126" y="2023"/>
                </a:lnTo>
                <a:lnTo>
                  <a:pt x="294222" y="0"/>
                </a:lnTo>
                <a:lnTo>
                  <a:pt x="301187" y="800"/>
                </a:lnTo>
                <a:lnTo>
                  <a:pt x="319072" y="53340"/>
                </a:lnTo>
                <a:lnTo>
                  <a:pt x="319323" y="79681"/>
                </a:lnTo>
                <a:lnTo>
                  <a:pt x="318821" y="109693"/>
                </a:lnTo>
                <a:lnTo>
                  <a:pt x="317943" y="139894"/>
                </a:lnTo>
                <a:lnTo>
                  <a:pt x="317064" y="166799"/>
                </a:lnTo>
                <a:lnTo>
                  <a:pt x="316562" y="187697"/>
                </a:lnTo>
                <a:lnTo>
                  <a:pt x="325709" y="225961"/>
                </a:lnTo>
                <a:lnTo>
                  <a:pt x="338730" y="230197"/>
                </a:lnTo>
                <a:lnTo>
                  <a:pt x="346182" y="230056"/>
                </a:lnTo>
                <a:lnTo>
                  <a:pt x="381324" y="203950"/>
                </a:lnTo>
                <a:lnTo>
                  <a:pt x="406175" y="162532"/>
                </a:lnTo>
                <a:lnTo>
                  <a:pt x="429519" y="113584"/>
                </a:lnTo>
                <a:lnTo>
                  <a:pt x="444329" y="72167"/>
                </a:lnTo>
                <a:lnTo>
                  <a:pt x="453303" y="29839"/>
                </a:lnTo>
                <a:lnTo>
                  <a:pt x="453868" y="21210"/>
                </a:lnTo>
                <a:lnTo>
                  <a:pt x="453303" y="15594"/>
                </a:lnTo>
                <a:lnTo>
                  <a:pt x="451609" y="13178"/>
                </a:lnTo>
                <a:lnTo>
                  <a:pt x="448832" y="14150"/>
                </a:lnTo>
                <a:lnTo>
                  <a:pt x="432092" y="55443"/>
                </a:lnTo>
                <a:lnTo>
                  <a:pt x="424687" y="94915"/>
                </a:lnTo>
                <a:lnTo>
                  <a:pt x="421722" y="135313"/>
                </a:lnTo>
                <a:lnTo>
                  <a:pt x="427511" y="184873"/>
                </a:lnTo>
                <a:lnTo>
                  <a:pt x="435920" y="207841"/>
                </a:lnTo>
                <a:lnTo>
                  <a:pt x="439230" y="216642"/>
                </a:lnTo>
                <a:lnTo>
                  <a:pt x="406897" y="243846"/>
                </a:lnTo>
                <a:lnTo>
                  <a:pt x="379222" y="245069"/>
                </a:lnTo>
                <a:lnTo>
                  <a:pt x="364255" y="245116"/>
                </a:lnTo>
              </a:path>
            </a:pathLst>
          </a:custGeom>
          <a:ln w="36749">
            <a:solidFill>
              <a:srgbClr val="371A9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0" name="object 60"/>
          <p:cNvGrpSpPr/>
          <p:nvPr/>
        </p:nvGrpSpPr>
        <p:grpSpPr>
          <a:xfrm>
            <a:off x="3297134" y="4414743"/>
            <a:ext cx="1398270" cy="377190"/>
            <a:chOff x="3297134" y="4414743"/>
            <a:chExt cx="1398270" cy="377190"/>
          </a:xfrm>
        </p:grpSpPr>
        <p:pic>
          <p:nvPicPr>
            <p:cNvPr id="61" name="object 6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297134" y="4596243"/>
              <a:ext cx="208115" cy="195627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3541093" y="4433118"/>
              <a:ext cx="42545" cy="307340"/>
            </a:xfrm>
            <a:custGeom>
              <a:avLst/>
              <a:gdLst/>
              <a:ahLst/>
              <a:cxnLst/>
              <a:rect l="l" t="t" r="r" b="b"/>
              <a:pathLst>
                <a:path w="42545" h="307339">
                  <a:moveTo>
                    <a:pt x="0" y="54219"/>
                  </a:moveTo>
                  <a:lnTo>
                    <a:pt x="0" y="46673"/>
                  </a:lnTo>
                  <a:lnTo>
                    <a:pt x="0" y="39033"/>
                  </a:lnTo>
                  <a:lnTo>
                    <a:pt x="0" y="31204"/>
                  </a:lnTo>
                  <a:lnTo>
                    <a:pt x="0" y="23093"/>
                  </a:lnTo>
                  <a:lnTo>
                    <a:pt x="0" y="12048"/>
                  </a:lnTo>
                  <a:lnTo>
                    <a:pt x="0" y="0"/>
                  </a:lnTo>
                  <a:lnTo>
                    <a:pt x="31" y="2494"/>
                  </a:lnTo>
                  <a:lnTo>
                    <a:pt x="251" y="10919"/>
                  </a:lnTo>
                  <a:lnTo>
                    <a:pt x="2008" y="51207"/>
                  </a:lnTo>
                  <a:lnTo>
                    <a:pt x="6652" y="124503"/>
                  </a:lnTo>
                  <a:lnTo>
                    <a:pt x="10338" y="165576"/>
                  </a:lnTo>
                  <a:lnTo>
                    <a:pt x="15061" y="203824"/>
                  </a:lnTo>
                  <a:lnTo>
                    <a:pt x="27486" y="262688"/>
                  </a:lnTo>
                  <a:lnTo>
                    <a:pt x="34687" y="285860"/>
                  </a:lnTo>
                  <a:lnTo>
                    <a:pt x="42170" y="307243"/>
                  </a:lnTo>
                </a:path>
              </a:pathLst>
            </a:custGeom>
            <a:ln w="36749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636743" y="4558575"/>
              <a:ext cx="175750" cy="197855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3873266" y="4575695"/>
              <a:ext cx="396875" cy="170815"/>
            </a:xfrm>
            <a:custGeom>
              <a:avLst/>
              <a:gdLst/>
              <a:ahLst/>
              <a:cxnLst/>
              <a:rect l="l" t="t" r="r" b="b"/>
              <a:pathLst>
                <a:path w="396875" h="170814">
                  <a:moveTo>
                    <a:pt x="95558" y="56227"/>
                  </a:moveTo>
                  <a:lnTo>
                    <a:pt x="72621" y="14966"/>
                  </a:lnTo>
                  <a:lnTo>
                    <a:pt x="37322" y="0"/>
                  </a:lnTo>
                  <a:lnTo>
                    <a:pt x="25760" y="4439"/>
                  </a:lnTo>
                  <a:lnTo>
                    <a:pt x="15609" y="14433"/>
                  </a:lnTo>
                  <a:lnTo>
                    <a:pt x="7530" y="29510"/>
                  </a:lnTo>
                  <a:lnTo>
                    <a:pt x="2180" y="49199"/>
                  </a:lnTo>
                  <a:lnTo>
                    <a:pt x="0" y="72669"/>
                  </a:lnTo>
                  <a:lnTo>
                    <a:pt x="549" y="97645"/>
                  </a:lnTo>
                  <a:lnTo>
                    <a:pt x="7201" y="141572"/>
                  </a:lnTo>
                  <a:lnTo>
                    <a:pt x="35314" y="169686"/>
                  </a:lnTo>
                  <a:lnTo>
                    <a:pt x="46830" y="167490"/>
                  </a:lnTo>
                  <a:lnTo>
                    <a:pt x="85517" y="137556"/>
                  </a:lnTo>
                  <a:lnTo>
                    <a:pt x="106226" y="94883"/>
                  </a:lnTo>
                  <a:lnTo>
                    <a:pt x="118651" y="49199"/>
                  </a:lnTo>
                  <a:lnTo>
                    <a:pt x="121052" y="8110"/>
                  </a:lnTo>
                  <a:lnTo>
                    <a:pt x="119860" y="63820"/>
                  </a:lnTo>
                  <a:lnTo>
                    <a:pt x="127672" y="114023"/>
                  </a:lnTo>
                  <a:lnTo>
                    <a:pt x="138309" y="151284"/>
                  </a:lnTo>
                  <a:lnTo>
                    <a:pt x="180935" y="163238"/>
                  </a:lnTo>
                  <a:lnTo>
                    <a:pt x="214132" y="143941"/>
                  </a:lnTo>
                  <a:lnTo>
                    <a:pt x="238025" y="106666"/>
                  </a:lnTo>
                  <a:lnTo>
                    <a:pt x="247721" y="60447"/>
                  </a:lnTo>
                  <a:lnTo>
                    <a:pt x="248301" y="13805"/>
                  </a:lnTo>
                  <a:lnTo>
                    <a:pt x="216124" y="37103"/>
                  </a:lnTo>
                  <a:lnTo>
                    <a:pt x="220062" y="78316"/>
                  </a:lnTo>
                  <a:lnTo>
                    <a:pt x="251988" y="102618"/>
                  </a:lnTo>
                  <a:lnTo>
                    <a:pt x="296622" y="90961"/>
                  </a:lnTo>
                  <a:lnTo>
                    <a:pt x="330509" y="65264"/>
                  </a:lnTo>
                  <a:lnTo>
                    <a:pt x="355218" y="30592"/>
                  </a:lnTo>
                  <a:lnTo>
                    <a:pt x="356991" y="26105"/>
                  </a:lnTo>
                  <a:lnTo>
                    <a:pt x="357823" y="26136"/>
                  </a:lnTo>
                  <a:lnTo>
                    <a:pt x="357619" y="33134"/>
                  </a:lnTo>
                  <a:lnTo>
                    <a:pt x="356395" y="48508"/>
                  </a:lnTo>
                  <a:lnTo>
                    <a:pt x="354607" y="69531"/>
                  </a:lnTo>
                  <a:lnTo>
                    <a:pt x="352818" y="92436"/>
                  </a:lnTo>
                  <a:lnTo>
                    <a:pt x="351594" y="113459"/>
                  </a:lnTo>
                  <a:lnTo>
                    <a:pt x="351453" y="129649"/>
                  </a:lnTo>
                  <a:lnTo>
                    <a:pt x="352724" y="141321"/>
                  </a:lnTo>
                  <a:lnTo>
                    <a:pt x="386329" y="167631"/>
                  </a:lnTo>
                  <a:lnTo>
                    <a:pt x="396777" y="170690"/>
                  </a:lnTo>
                </a:path>
              </a:pathLst>
            </a:custGeom>
            <a:ln w="36749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4319996" y="4561889"/>
              <a:ext cx="356870" cy="184785"/>
            </a:xfrm>
            <a:custGeom>
              <a:avLst/>
              <a:gdLst/>
              <a:ahLst/>
              <a:cxnLst/>
              <a:rect l="l" t="t" r="r" b="b"/>
              <a:pathLst>
                <a:path w="356870" h="184785">
                  <a:moveTo>
                    <a:pt x="118730" y="82082"/>
                  </a:moveTo>
                  <a:lnTo>
                    <a:pt x="106179" y="44555"/>
                  </a:lnTo>
                  <a:lnTo>
                    <a:pt x="80889" y="9522"/>
                  </a:lnTo>
                  <a:lnTo>
                    <a:pt x="34514" y="34561"/>
                  </a:lnTo>
                  <a:lnTo>
                    <a:pt x="13680" y="74190"/>
                  </a:lnTo>
                  <a:lnTo>
                    <a:pt x="1725" y="114510"/>
                  </a:lnTo>
                  <a:lnTo>
                    <a:pt x="0" y="131908"/>
                  </a:lnTo>
                  <a:lnTo>
                    <a:pt x="909" y="147236"/>
                  </a:lnTo>
                  <a:lnTo>
                    <a:pt x="27988" y="183837"/>
                  </a:lnTo>
                  <a:lnTo>
                    <a:pt x="40413" y="184496"/>
                  </a:lnTo>
                  <a:lnTo>
                    <a:pt x="54862" y="180778"/>
                  </a:lnTo>
                  <a:lnTo>
                    <a:pt x="97645" y="145338"/>
                  </a:lnTo>
                  <a:lnTo>
                    <a:pt x="114086" y="106430"/>
                  </a:lnTo>
                  <a:lnTo>
                    <a:pt x="121554" y="55270"/>
                  </a:lnTo>
                  <a:lnTo>
                    <a:pt x="113208" y="106054"/>
                  </a:lnTo>
                  <a:lnTo>
                    <a:pt x="118652" y="155222"/>
                  </a:lnTo>
                  <a:lnTo>
                    <a:pt x="154421" y="172636"/>
                  </a:lnTo>
                  <a:lnTo>
                    <a:pt x="198051" y="148350"/>
                  </a:lnTo>
                  <a:lnTo>
                    <a:pt x="213489" y="105803"/>
                  </a:lnTo>
                  <a:lnTo>
                    <a:pt x="219137" y="60996"/>
                  </a:lnTo>
                  <a:lnTo>
                    <a:pt x="220141" y="15814"/>
                  </a:lnTo>
                  <a:lnTo>
                    <a:pt x="216187" y="0"/>
                  </a:lnTo>
                  <a:lnTo>
                    <a:pt x="214116" y="1757"/>
                  </a:lnTo>
                  <a:lnTo>
                    <a:pt x="205080" y="57984"/>
                  </a:lnTo>
                  <a:lnTo>
                    <a:pt x="203448" y="102414"/>
                  </a:lnTo>
                  <a:lnTo>
                    <a:pt x="204076" y="142326"/>
                  </a:lnTo>
                  <a:lnTo>
                    <a:pt x="222384" y="155818"/>
                  </a:lnTo>
                  <a:lnTo>
                    <a:pt x="231185" y="140317"/>
                  </a:lnTo>
                  <a:lnTo>
                    <a:pt x="257667" y="97519"/>
                  </a:lnTo>
                  <a:lnTo>
                    <a:pt x="286409" y="56980"/>
                  </a:lnTo>
                  <a:lnTo>
                    <a:pt x="315072" y="33683"/>
                  </a:lnTo>
                  <a:lnTo>
                    <a:pt x="321551" y="33887"/>
                  </a:lnTo>
                  <a:lnTo>
                    <a:pt x="346088" y="79070"/>
                  </a:lnTo>
                  <a:lnTo>
                    <a:pt x="355689" y="133289"/>
                  </a:lnTo>
                  <a:lnTo>
                    <a:pt x="356505" y="147550"/>
                  </a:lnTo>
                  <a:lnTo>
                    <a:pt x="356191" y="159269"/>
                  </a:lnTo>
                  <a:lnTo>
                    <a:pt x="355124" y="169294"/>
                  </a:lnTo>
                  <a:lnTo>
                    <a:pt x="353681" y="178472"/>
                  </a:lnTo>
                </a:path>
              </a:pathLst>
            </a:custGeom>
            <a:ln w="36749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6" name="object 66"/>
          <p:cNvGrpSpPr/>
          <p:nvPr/>
        </p:nvGrpSpPr>
        <p:grpSpPr>
          <a:xfrm>
            <a:off x="4768495" y="4543279"/>
            <a:ext cx="345440" cy="220979"/>
            <a:chOff x="4768495" y="4543279"/>
            <a:chExt cx="345440" cy="220979"/>
          </a:xfrm>
        </p:grpSpPr>
        <p:pic>
          <p:nvPicPr>
            <p:cNvPr id="67" name="object 6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768495" y="4543279"/>
              <a:ext cx="140435" cy="220477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931672" y="4561461"/>
              <a:ext cx="182088" cy="201291"/>
            </a:xfrm>
            <a:prstGeom prst="rect">
              <a:avLst/>
            </a:prstGeom>
          </p:spPr>
        </p:pic>
      </p:grpSp>
      <p:grpSp>
        <p:nvGrpSpPr>
          <p:cNvPr id="69" name="object 69"/>
          <p:cNvGrpSpPr/>
          <p:nvPr/>
        </p:nvGrpSpPr>
        <p:grpSpPr>
          <a:xfrm>
            <a:off x="5285730" y="4414743"/>
            <a:ext cx="394335" cy="339090"/>
            <a:chOff x="5285730" y="4414743"/>
            <a:chExt cx="394335" cy="339090"/>
          </a:xfrm>
        </p:grpSpPr>
        <p:pic>
          <p:nvPicPr>
            <p:cNvPr id="70" name="object 7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285730" y="4515667"/>
              <a:ext cx="219615" cy="237546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5507821" y="4433118"/>
              <a:ext cx="154305" cy="291465"/>
            </a:xfrm>
            <a:custGeom>
              <a:avLst/>
              <a:gdLst/>
              <a:ahLst/>
              <a:cxnLst/>
              <a:rect l="l" t="t" r="r" b="b"/>
              <a:pathLst>
                <a:path w="154304" h="291464">
                  <a:moveTo>
                    <a:pt x="3247" y="0"/>
                  </a:moveTo>
                  <a:lnTo>
                    <a:pt x="1788" y="16849"/>
                  </a:lnTo>
                  <a:lnTo>
                    <a:pt x="611" y="35393"/>
                  </a:lnTo>
                  <a:lnTo>
                    <a:pt x="0" y="57325"/>
                  </a:lnTo>
                  <a:lnTo>
                    <a:pt x="235" y="84341"/>
                  </a:lnTo>
                  <a:lnTo>
                    <a:pt x="3498" y="152868"/>
                  </a:lnTo>
                  <a:lnTo>
                    <a:pt x="8267" y="216877"/>
                  </a:lnTo>
                  <a:lnTo>
                    <a:pt x="13774" y="263190"/>
                  </a:lnTo>
                  <a:lnTo>
                    <a:pt x="17304" y="281137"/>
                  </a:lnTo>
                  <a:lnTo>
                    <a:pt x="19312" y="291178"/>
                  </a:lnTo>
                  <a:lnTo>
                    <a:pt x="20316" y="288166"/>
                  </a:lnTo>
                  <a:lnTo>
                    <a:pt x="20975" y="283491"/>
                  </a:lnTo>
                  <a:lnTo>
                    <a:pt x="21822" y="274109"/>
                  </a:lnTo>
                  <a:lnTo>
                    <a:pt x="23422" y="260209"/>
                  </a:lnTo>
                  <a:lnTo>
                    <a:pt x="30984" y="219952"/>
                  </a:lnTo>
                  <a:lnTo>
                    <a:pt x="44414" y="172510"/>
                  </a:lnTo>
                  <a:lnTo>
                    <a:pt x="60887" y="135124"/>
                  </a:lnTo>
                  <a:lnTo>
                    <a:pt x="94711" y="105112"/>
                  </a:lnTo>
                  <a:lnTo>
                    <a:pt x="102649" y="104422"/>
                  </a:lnTo>
                  <a:lnTo>
                    <a:pt x="110588" y="106744"/>
                  </a:lnTo>
                  <a:lnTo>
                    <a:pt x="142294" y="152413"/>
                  </a:lnTo>
                  <a:lnTo>
                    <a:pt x="151315" y="198945"/>
                  </a:lnTo>
                  <a:lnTo>
                    <a:pt x="153762" y="257714"/>
                  </a:lnTo>
                  <a:lnTo>
                    <a:pt x="153857" y="289170"/>
                  </a:lnTo>
                </a:path>
              </a:pathLst>
            </a:custGeom>
            <a:ln w="36749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2" name="object 72"/>
          <p:cNvGrpSpPr/>
          <p:nvPr/>
        </p:nvGrpSpPr>
        <p:grpSpPr>
          <a:xfrm>
            <a:off x="5730154" y="4304296"/>
            <a:ext cx="1191260" cy="922019"/>
            <a:chOff x="5730154" y="4304296"/>
            <a:chExt cx="1191260" cy="922019"/>
          </a:xfrm>
        </p:grpSpPr>
        <p:pic>
          <p:nvPicPr>
            <p:cNvPr id="73" name="object 7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730154" y="4527199"/>
              <a:ext cx="148703" cy="209888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5935535" y="4322671"/>
              <a:ext cx="467359" cy="398780"/>
            </a:xfrm>
            <a:custGeom>
              <a:avLst/>
              <a:gdLst/>
              <a:ahLst/>
              <a:cxnLst/>
              <a:rect l="l" t="t" r="r" b="b"/>
              <a:pathLst>
                <a:path w="467360" h="398779">
                  <a:moveTo>
                    <a:pt x="87604" y="273105"/>
                  </a:moveTo>
                  <a:lnTo>
                    <a:pt x="70519" y="237539"/>
                  </a:lnTo>
                  <a:lnTo>
                    <a:pt x="30498" y="239720"/>
                  </a:lnTo>
                  <a:lnTo>
                    <a:pt x="3451" y="287052"/>
                  </a:lnTo>
                  <a:lnTo>
                    <a:pt x="0" y="309377"/>
                  </a:lnTo>
                  <a:lnTo>
                    <a:pt x="690" y="331890"/>
                  </a:lnTo>
                  <a:lnTo>
                    <a:pt x="17178" y="369119"/>
                  </a:lnTo>
                  <a:lnTo>
                    <a:pt x="51034" y="388572"/>
                  </a:lnTo>
                  <a:lnTo>
                    <a:pt x="71539" y="390580"/>
                  </a:lnTo>
                  <a:lnTo>
                    <a:pt x="92844" y="387019"/>
                  </a:lnTo>
                  <a:lnTo>
                    <a:pt x="133948" y="363329"/>
                  </a:lnTo>
                  <a:lnTo>
                    <a:pt x="166941" y="318256"/>
                  </a:lnTo>
                  <a:lnTo>
                    <a:pt x="188434" y="254436"/>
                  </a:lnTo>
                  <a:lnTo>
                    <a:pt x="195039" y="216877"/>
                  </a:lnTo>
                  <a:lnTo>
                    <a:pt x="199087" y="176730"/>
                  </a:lnTo>
                  <a:lnTo>
                    <a:pt x="201063" y="136678"/>
                  </a:lnTo>
                  <a:lnTo>
                    <a:pt x="201534" y="99825"/>
                  </a:lnTo>
                  <a:lnTo>
                    <a:pt x="201063" y="69280"/>
                  </a:lnTo>
                  <a:lnTo>
                    <a:pt x="196263" y="22403"/>
                  </a:lnTo>
                  <a:lnTo>
                    <a:pt x="172949" y="0"/>
                  </a:lnTo>
                  <a:lnTo>
                    <a:pt x="167882" y="3498"/>
                  </a:lnTo>
                  <a:lnTo>
                    <a:pt x="155880" y="43174"/>
                  </a:lnTo>
                  <a:lnTo>
                    <a:pt x="151990" y="98774"/>
                  </a:lnTo>
                  <a:lnTo>
                    <a:pt x="154876" y="174707"/>
                  </a:lnTo>
                  <a:lnTo>
                    <a:pt x="159771" y="218164"/>
                  </a:lnTo>
                  <a:lnTo>
                    <a:pt x="166172" y="261809"/>
                  </a:lnTo>
                  <a:lnTo>
                    <a:pt x="172950" y="302066"/>
                  </a:lnTo>
                  <a:lnTo>
                    <a:pt x="183382" y="358984"/>
                  </a:lnTo>
                  <a:lnTo>
                    <a:pt x="200059" y="346402"/>
                  </a:lnTo>
                  <a:lnTo>
                    <a:pt x="205237" y="323418"/>
                  </a:lnTo>
                  <a:lnTo>
                    <a:pt x="217850" y="271426"/>
                  </a:lnTo>
                  <a:lnTo>
                    <a:pt x="229883" y="232566"/>
                  </a:lnTo>
                  <a:lnTo>
                    <a:pt x="262688" y="201565"/>
                  </a:lnTo>
                  <a:lnTo>
                    <a:pt x="280384" y="198804"/>
                  </a:lnTo>
                  <a:lnTo>
                    <a:pt x="289389" y="199604"/>
                  </a:lnTo>
                  <a:lnTo>
                    <a:pt x="321551" y="223357"/>
                  </a:lnTo>
                  <a:lnTo>
                    <a:pt x="330588" y="261056"/>
                  </a:lnTo>
                  <a:lnTo>
                    <a:pt x="327309" y="274548"/>
                  </a:lnTo>
                  <a:lnTo>
                    <a:pt x="301470" y="311259"/>
                  </a:lnTo>
                  <a:lnTo>
                    <a:pt x="265041" y="336110"/>
                  </a:lnTo>
                  <a:lnTo>
                    <a:pt x="227436" y="348159"/>
                  </a:lnTo>
                  <a:lnTo>
                    <a:pt x="274360" y="352426"/>
                  </a:lnTo>
                  <a:lnTo>
                    <a:pt x="301595" y="372256"/>
                  </a:lnTo>
                  <a:lnTo>
                    <a:pt x="316013" y="382360"/>
                  </a:lnTo>
                  <a:lnTo>
                    <a:pt x="329583" y="390581"/>
                  </a:lnTo>
                  <a:lnTo>
                    <a:pt x="341491" y="395758"/>
                  </a:lnTo>
                  <a:lnTo>
                    <a:pt x="351798" y="398111"/>
                  </a:lnTo>
                  <a:lnTo>
                    <a:pt x="360788" y="398205"/>
                  </a:lnTo>
                  <a:lnTo>
                    <a:pt x="368742" y="396605"/>
                  </a:lnTo>
                  <a:lnTo>
                    <a:pt x="400809" y="361604"/>
                  </a:lnTo>
                  <a:lnTo>
                    <a:pt x="414929" y="316280"/>
                  </a:lnTo>
                  <a:lnTo>
                    <a:pt x="418883" y="270532"/>
                  </a:lnTo>
                  <a:lnTo>
                    <a:pt x="418820" y="229805"/>
                  </a:lnTo>
                  <a:lnTo>
                    <a:pt x="417031" y="214446"/>
                  </a:lnTo>
                  <a:lnTo>
                    <a:pt x="415933" y="219011"/>
                  </a:lnTo>
                  <a:lnTo>
                    <a:pt x="413376" y="259597"/>
                  </a:lnTo>
                  <a:lnTo>
                    <a:pt x="413784" y="300858"/>
                  </a:lnTo>
                  <a:lnTo>
                    <a:pt x="416812" y="339734"/>
                  </a:lnTo>
                  <a:lnTo>
                    <a:pt x="426978" y="380540"/>
                  </a:lnTo>
                  <a:lnTo>
                    <a:pt x="462607" y="378390"/>
                  </a:lnTo>
                  <a:lnTo>
                    <a:pt x="467141" y="369495"/>
                  </a:lnTo>
                </a:path>
              </a:pathLst>
            </a:custGeom>
            <a:ln w="36749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6321112" y="4407013"/>
              <a:ext cx="9525" cy="26670"/>
            </a:xfrm>
            <a:custGeom>
              <a:avLst/>
              <a:gdLst/>
              <a:ahLst/>
              <a:cxnLst/>
              <a:rect l="l" t="t" r="r" b="b"/>
              <a:pathLst>
                <a:path w="9525" h="26670">
                  <a:moveTo>
                    <a:pt x="3247" y="26105"/>
                  </a:moveTo>
                  <a:lnTo>
                    <a:pt x="1788" y="17241"/>
                  </a:lnTo>
                  <a:lnTo>
                    <a:pt x="611" y="9413"/>
                  </a:lnTo>
                  <a:lnTo>
                    <a:pt x="0" y="3655"/>
                  </a:lnTo>
                  <a:lnTo>
                    <a:pt x="235" y="1004"/>
                  </a:lnTo>
                  <a:lnTo>
                    <a:pt x="1239" y="0"/>
                  </a:lnTo>
                  <a:lnTo>
                    <a:pt x="5255" y="10040"/>
                  </a:lnTo>
                  <a:lnTo>
                    <a:pt x="9272" y="20081"/>
                  </a:lnTo>
                </a:path>
              </a:pathLst>
            </a:custGeom>
            <a:ln w="36749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6" name="object 7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432496" y="4511242"/>
              <a:ext cx="181335" cy="241469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6667122" y="4541369"/>
              <a:ext cx="235585" cy="666750"/>
            </a:xfrm>
            <a:custGeom>
              <a:avLst/>
              <a:gdLst/>
              <a:ahLst/>
              <a:cxnLst/>
              <a:rect l="l" t="t" r="r" b="b"/>
              <a:pathLst>
                <a:path w="235584" h="666750">
                  <a:moveTo>
                    <a:pt x="145212" y="78505"/>
                  </a:moveTo>
                  <a:lnTo>
                    <a:pt x="132364" y="28098"/>
                  </a:lnTo>
                  <a:lnTo>
                    <a:pt x="98900" y="439"/>
                  </a:lnTo>
                  <a:lnTo>
                    <a:pt x="83321" y="0"/>
                  </a:lnTo>
                  <a:lnTo>
                    <a:pt x="66895" y="5208"/>
                  </a:lnTo>
                  <a:lnTo>
                    <a:pt x="35016" y="32192"/>
                  </a:lnTo>
                  <a:lnTo>
                    <a:pt x="10668" y="70472"/>
                  </a:lnTo>
                  <a:lnTo>
                    <a:pt x="0" y="107623"/>
                  </a:lnTo>
                  <a:lnTo>
                    <a:pt x="78" y="124127"/>
                  </a:lnTo>
                  <a:lnTo>
                    <a:pt x="20709" y="160336"/>
                  </a:lnTo>
                  <a:lnTo>
                    <a:pt x="68198" y="162831"/>
                  </a:lnTo>
                  <a:lnTo>
                    <a:pt x="106446" y="141588"/>
                  </a:lnTo>
                  <a:lnTo>
                    <a:pt x="136380" y="107325"/>
                  </a:lnTo>
                  <a:lnTo>
                    <a:pt x="153480" y="69076"/>
                  </a:lnTo>
                  <a:lnTo>
                    <a:pt x="162407" y="29808"/>
                  </a:lnTo>
                  <a:lnTo>
                    <a:pt x="150233" y="67460"/>
                  </a:lnTo>
                  <a:lnTo>
                    <a:pt x="143581" y="136489"/>
                  </a:lnTo>
                  <a:lnTo>
                    <a:pt x="142749" y="180417"/>
                  </a:lnTo>
                  <a:lnTo>
                    <a:pt x="145213" y="228110"/>
                  </a:lnTo>
                  <a:lnTo>
                    <a:pt x="151770" y="277890"/>
                  </a:lnTo>
                  <a:lnTo>
                    <a:pt x="161529" y="328893"/>
                  </a:lnTo>
                  <a:lnTo>
                    <a:pt x="173169" y="380461"/>
                  </a:lnTo>
                  <a:lnTo>
                    <a:pt x="185375" y="431935"/>
                  </a:lnTo>
                  <a:lnTo>
                    <a:pt x="196969" y="482374"/>
                  </a:lnTo>
                  <a:lnTo>
                    <a:pt x="207339" y="529706"/>
                  </a:lnTo>
                  <a:lnTo>
                    <a:pt x="216015" y="571579"/>
                  </a:lnTo>
                  <a:lnTo>
                    <a:pt x="226510" y="630254"/>
                  </a:lnTo>
                  <a:lnTo>
                    <a:pt x="228048" y="646679"/>
                  </a:lnTo>
                  <a:lnTo>
                    <a:pt x="227326" y="656893"/>
                  </a:lnTo>
                  <a:lnTo>
                    <a:pt x="224533" y="662870"/>
                  </a:lnTo>
                  <a:lnTo>
                    <a:pt x="219780" y="666117"/>
                  </a:lnTo>
                  <a:lnTo>
                    <a:pt x="212861" y="666259"/>
                  </a:lnTo>
                  <a:lnTo>
                    <a:pt x="203495" y="662446"/>
                  </a:lnTo>
                  <a:lnTo>
                    <a:pt x="160148" y="620699"/>
                  </a:lnTo>
                  <a:lnTo>
                    <a:pt x="128143" y="569492"/>
                  </a:lnTo>
                  <a:lnTo>
                    <a:pt x="105301" y="505860"/>
                  </a:lnTo>
                  <a:lnTo>
                    <a:pt x="96013" y="439968"/>
                  </a:lnTo>
                  <a:lnTo>
                    <a:pt x="97284" y="409532"/>
                  </a:lnTo>
                  <a:lnTo>
                    <a:pt x="111121" y="356944"/>
                  </a:lnTo>
                  <a:lnTo>
                    <a:pt x="137964" y="317833"/>
                  </a:lnTo>
                  <a:lnTo>
                    <a:pt x="171412" y="293327"/>
                  </a:lnTo>
                  <a:lnTo>
                    <a:pt x="213740" y="281451"/>
                  </a:lnTo>
                  <a:lnTo>
                    <a:pt x="224941" y="281969"/>
                  </a:lnTo>
                  <a:lnTo>
                    <a:pt x="235578" y="283334"/>
                  </a:lnTo>
                </a:path>
              </a:pathLst>
            </a:custGeom>
            <a:ln w="36749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49766" y="1206243"/>
            <a:ext cx="0" cy="20955"/>
          </a:xfrm>
          <a:custGeom>
            <a:avLst/>
            <a:gdLst/>
            <a:ahLst/>
            <a:cxnLst/>
            <a:rect l="l" t="t" r="r" b="b"/>
            <a:pathLst>
              <a:path w="0" h="20955">
                <a:moveTo>
                  <a:pt x="0" y="20569"/>
                </a:moveTo>
                <a:lnTo>
                  <a:pt x="0" y="10284"/>
                </a:lnTo>
                <a:lnTo>
                  <a:pt x="0" y="0"/>
                </a:lnTo>
                <a:lnTo>
                  <a:pt x="0" y="10284"/>
                </a:lnTo>
                <a:lnTo>
                  <a:pt x="0" y="20569"/>
                </a:lnTo>
              </a:path>
            </a:pathLst>
          </a:custGeom>
          <a:ln w="376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849766" y="1362568"/>
            <a:ext cx="19050" cy="6350"/>
          </a:xfrm>
          <a:custGeom>
            <a:avLst/>
            <a:gdLst/>
            <a:ahLst/>
            <a:cxnLst/>
            <a:rect l="l" t="t" r="r" b="b"/>
            <a:pathLst>
              <a:path w="19050" h="6350">
                <a:moveTo>
                  <a:pt x="18512" y="6170"/>
                </a:moveTo>
                <a:lnTo>
                  <a:pt x="12341" y="4113"/>
                </a:lnTo>
                <a:lnTo>
                  <a:pt x="6170" y="2056"/>
                </a:lnTo>
                <a:lnTo>
                  <a:pt x="0" y="0"/>
                </a:lnTo>
              </a:path>
            </a:pathLst>
          </a:custGeom>
          <a:ln w="376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2130130" y="1010525"/>
            <a:ext cx="1250315" cy="600710"/>
            <a:chOff x="2130130" y="1010525"/>
            <a:chExt cx="1250315" cy="600710"/>
          </a:xfrm>
        </p:grpSpPr>
        <p:sp>
          <p:nvSpPr>
            <p:cNvPr id="5" name="object 5"/>
            <p:cNvSpPr/>
            <p:nvPr/>
          </p:nvSpPr>
          <p:spPr>
            <a:xfrm>
              <a:off x="2148952" y="1096453"/>
              <a:ext cx="182245" cy="311785"/>
            </a:xfrm>
            <a:custGeom>
              <a:avLst/>
              <a:gdLst/>
              <a:ahLst/>
              <a:cxnLst/>
              <a:rect l="l" t="t" r="r" b="b"/>
              <a:pathLst>
                <a:path w="182244" h="311784">
                  <a:moveTo>
                    <a:pt x="83401" y="43966"/>
                  </a:moveTo>
                  <a:lnTo>
                    <a:pt x="46811" y="82003"/>
                  </a:lnTo>
                  <a:lnTo>
                    <a:pt x="23831" y="123527"/>
                  </a:lnTo>
                  <a:lnTo>
                    <a:pt x="5993" y="176461"/>
                  </a:lnTo>
                  <a:lnTo>
                    <a:pt x="0" y="225506"/>
                  </a:lnTo>
                  <a:lnTo>
                    <a:pt x="2924" y="245673"/>
                  </a:lnTo>
                  <a:lnTo>
                    <a:pt x="37538" y="289206"/>
                  </a:lnTo>
                  <a:lnTo>
                    <a:pt x="74627" y="305051"/>
                  </a:lnTo>
                  <a:lnTo>
                    <a:pt x="105320" y="311206"/>
                  </a:lnTo>
                  <a:lnTo>
                    <a:pt x="116312" y="310595"/>
                  </a:lnTo>
                  <a:lnTo>
                    <a:pt x="153980" y="279356"/>
                  </a:lnTo>
                  <a:lnTo>
                    <a:pt x="170821" y="244516"/>
                  </a:lnTo>
                  <a:lnTo>
                    <a:pt x="180591" y="197336"/>
                  </a:lnTo>
                  <a:lnTo>
                    <a:pt x="182102" y="171190"/>
                  </a:lnTo>
                  <a:lnTo>
                    <a:pt x="181105" y="144756"/>
                  </a:lnTo>
                  <a:lnTo>
                    <a:pt x="171463" y="94747"/>
                  </a:lnTo>
                  <a:lnTo>
                    <a:pt x="153337" y="53222"/>
                  </a:lnTo>
                  <a:lnTo>
                    <a:pt x="116601" y="14318"/>
                  </a:lnTo>
                  <a:lnTo>
                    <a:pt x="81087" y="0"/>
                  </a:lnTo>
                  <a:lnTo>
                    <a:pt x="71285" y="1446"/>
                  </a:lnTo>
                  <a:lnTo>
                    <a:pt x="47502" y="43098"/>
                  </a:lnTo>
                  <a:lnTo>
                    <a:pt x="54187" y="85523"/>
                  </a:lnTo>
                  <a:lnTo>
                    <a:pt x="58718" y="93332"/>
                  </a:lnTo>
                </a:path>
              </a:pathLst>
            </a:custGeom>
            <a:ln w="376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408848" y="1048887"/>
              <a:ext cx="525145" cy="543560"/>
            </a:xfrm>
            <a:custGeom>
              <a:avLst/>
              <a:gdLst/>
              <a:ahLst/>
              <a:cxnLst/>
              <a:rect l="l" t="t" r="r" b="b"/>
              <a:pathLst>
                <a:path w="525144" h="543560">
                  <a:moveTo>
                    <a:pt x="8629" y="221119"/>
                  </a:moveTo>
                  <a:lnTo>
                    <a:pt x="0" y="220508"/>
                  </a:lnTo>
                  <a:lnTo>
                    <a:pt x="1430" y="237574"/>
                  </a:lnTo>
                  <a:lnTo>
                    <a:pt x="9272" y="285655"/>
                  </a:lnTo>
                  <a:lnTo>
                    <a:pt x="20970" y="332193"/>
                  </a:lnTo>
                  <a:lnTo>
                    <a:pt x="46682" y="364075"/>
                  </a:lnTo>
                  <a:lnTo>
                    <a:pt x="78564" y="333221"/>
                  </a:lnTo>
                  <a:lnTo>
                    <a:pt x="97334" y="279356"/>
                  </a:lnTo>
                  <a:lnTo>
                    <a:pt x="111475" y="223176"/>
                  </a:lnTo>
                  <a:lnTo>
                    <a:pt x="114946" y="184560"/>
                  </a:lnTo>
                  <a:lnTo>
                    <a:pt x="111764" y="243488"/>
                  </a:lnTo>
                  <a:lnTo>
                    <a:pt x="117099" y="290412"/>
                  </a:lnTo>
                  <a:lnTo>
                    <a:pt x="129345" y="336050"/>
                  </a:lnTo>
                  <a:lnTo>
                    <a:pt x="168041" y="350705"/>
                  </a:lnTo>
                  <a:lnTo>
                    <a:pt x="193752" y="313680"/>
                  </a:lnTo>
                  <a:lnTo>
                    <a:pt x="205451" y="270871"/>
                  </a:lnTo>
                  <a:lnTo>
                    <a:pt x="213293" y="211863"/>
                  </a:lnTo>
                  <a:lnTo>
                    <a:pt x="214836" y="142442"/>
                  </a:lnTo>
                  <a:lnTo>
                    <a:pt x="213293" y="82276"/>
                  </a:lnTo>
                  <a:lnTo>
                    <a:pt x="210979" y="37008"/>
                  </a:lnTo>
                  <a:lnTo>
                    <a:pt x="195809" y="0"/>
                  </a:lnTo>
                  <a:lnTo>
                    <a:pt x="193141" y="1976"/>
                  </a:lnTo>
                  <a:lnTo>
                    <a:pt x="191695" y="52451"/>
                  </a:lnTo>
                  <a:lnTo>
                    <a:pt x="198123" y="130229"/>
                  </a:lnTo>
                  <a:lnTo>
                    <a:pt x="204133" y="174951"/>
                  </a:lnTo>
                  <a:lnTo>
                    <a:pt x="212264" y="218033"/>
                  </a:lnTo>
                  <a:lnTo>
                    <a:pt x="222517" y="255974"/>
                  </a:lnTo>
                  <a:lnTo>
                    <a:pt x="246107" y="313343"/>
                  </a:lnTo>
                  <a:lnTo>
                    <a:pt x="276800" y="349934"/>
                  </a:lnTo>
                  <a:lnTo>
                    <a:pt x="313697" y="320237"/>
                  </a:lnTo>
                  <a:lnTo>
                    <a:pt x="330538" y="279741"/>
                  </a:lnTo>
                  <a:lnTo>
                    <a:pt x="340694" y="228061"/>
                  </a:lnTo>
                  <a:lnTo>
                    <a:pt x="343908" y="181009"/>
                  </a:lnTo>
                  <a:lnTo>
                    <a:pt x="330795" y="239888"/>
                  </a:lnTo>
                  <a:lnTo>
                    <a:pt x="341851" y="315737"/>
                  </a:lnTo>
                  <a:lnTo>
                    <a:pt x="350496" y="358386"/>
                  </a:lnTo>
                  <a:lnTo>
                    <a:pt x="360106" y="400843"/>
                  </a:lnTo>
                  <a:lnTo>
                    <a:pt x="369330" y="439828"/>
                  </a:lnTo>
                  <a:lnTo>
                    <a:pt x="376818" y="472064"/>
                  </a:lnTo>
                  <a:lnTo>
                    <a:pt x="381591" y="495236"/>
                  </a:lnTo>
                  <a:lnTo>
                    <a:pt x="384146" y="510888"/>
                  </a:lnTo>
                  <a:lnTo>
                    <a:pt x="385351" y="521526"/>
                  </a:lnTo>
                  <a:lnTo>
                    <a:pt x="386075" y="529658"/>
                  </a:lnTo>
                  <a:lnTo>
                    <a:pt x="386910" y="537018"/>
                  </a:lnTo>
                  <a:lnTo>
                    <a:pt x="387360" y="542256"/>
                  </a:lnTo>
                  <a:lnTo>
                    <a:pt x="386653" y="543253"/>
                  </a:lnTo>
                  <a:lnTo>
                    <a:pt x="384018" y="537885"/>
                  </a:lnTo>
                  <a:lnTo>
                    <a:pt x="364637" y="477142"/>
                  </a:lnTo>
                  <a:lnTo>
                    <a:pt x="350946" y="409777"/>
                  </a:lnTo>
                  <a:lnTo>
                    <a:pt x="342526" y="334828"/>
                  </a:lnTo>
                  <a:lnTo>
                    <a:pt x="340822" y="299282"/>
                  </a:lnTo>
                  <a:lnTo>
                    <a:pt x="340951" y="267271"/>
                  </a:lnTo>
                  <a:lnTo>
                    <a:pt x="345450" y="214820"/>
                  </a:lnTo>
                  <a:lnTo>
                    <a:pt x="357663" y="164553"/>
                  </a:lnTo>
                  <a:lnTo>
                    <a:pt x="383761" y="139613"/>
                  </a:lnTo>
                  <a:lnTo>
                    <a:pt x="394913" y="139838"/>
                  </a:lnTo>
                  <a:lnTo>
                    <a:pt x="449839" y="157868"/>
                  </a:lnTo>
                  <a:lnTo>
                    <a:pt x="489949" y="182037"/>
                  </a:lnTo>
                  <a:lnTo>
                    <a:pt x="515146" y="212120"/>
                  </a:lnTo>
                  <a:lnTo>
                    <a:pt x="524917" y="243745"/>
                  </a:lnTo>
                  <a:lnTo>
                    <a:pt x="524901" y="258770"/>
                  </a:lnTo>
                  <a:lnTo>
                    <a:pt x="505376" y="298254"/>
                  </a:lnTo>
                  <a:lnTo>
                    <a:pt x="460252" y="326456"/>
                  </a:lnTo>
                  <a:lnTo>
                    <a:pt x="414229" y="336564"/>
                  </a:lnTo>
                  <a:lnTo>
                    <a:pt x="382989" y="312652"/>
                  </a:lnTo>
                  <a:lnTo>
                    <a:pt x="378875" y="288997"/>
                  </a:lnTo>
                </a:path>
              </a:pathLst>
            </a:custGeom>
            <a:ln w="376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991359" y="1029346"/>
              <a:ext cx="370840" cy="366395"/>
            </a:xfrm>
            <a:custGeom>
              <a:avLst/>
              <a:gdLst/>
              <a:ahLst/>
              <a:cxnLst/>
              <a:rect l="l" t="t" r="r" b="b"/>
              <a:pathLst>
                <a:path w="370839" h="366394">
                  <a:moveTo>
                    <a:pt x="0" y="222147"/>
                  </a:moveTo>
                  <a:lnTo>
                    <a:pt x="6299" y="278970"/>
                  </a:lnTo>
                  <a:lnTo>
                    <a:pt x="13369" y="324994"/>
                  </a:lnTo>
                  <a:lnTo>
                    <a:pt x="29712" y="359704"/>
                  </a:lnTo>
                  <a:lnTo>
                    <a:pt x="79721" y="355976"/>
                  </a:lnTo>
                  <a:lnTo>
                    <a:pt x="105722" y="319337"/>
                  </a:lnTo>
                  <a:lnTo>
                    <a:pt x="123817" y="265086"/>
                  </a:lnTo>
                  <a:lnTo>
                    <a:pt x="133137" y="222404"/>
                  </a:lnTo>
                  <a:lnTo>
                    <a:pt x="145655" y="277556"/>
                  </a:lnTo>
                  <a:lnTo>
                    <a:pt x="159411" y="318823"/>
                  </a:lnTo>
                  <a:lnTo>
                    <a:pt x="186151" y="355847"/>
                  </a:lnTo>
                  <a:lnTo>
                    <a:pt x="215977" y="366132"/>
                  </a:lnTo>
                  <a:lnTo>
                    <a:pt x="223674" y="365280"/>
                  </a:lnTo>
                  <a:lnTo>
                    <a:pt x="252519" y="336708"/>
                  </a:lnTo>
                  <a:lnTo>
                    <a:pt x="264025" y="298173"/>
                  </a:lnTo>
                  <a:lnTo>
                    <a:pt x="271722" y="233846"/>
                  </a:lnTo>
                  <a:lnTo>
                    <a:pt x="273956" y="194379"/>
                  </a:lnTo>
                  <a:lnTo>
                    <a:pt x="275226" y="154912"/>
                  </a:lnTo>
                  <a:lnTo>
                    <a:pt x="275274" y="90504"/>
                  </a:lnTo>
                  <a:lnTo>
                    <a:pt x="273024" y="49880"/>
                  </a:lnTo>
                  <a:lnTo>
                    <a:pt x="268300" y="11313"/>
                  </a:lnTo>
                  <a:lnTo>
                    <a:pt x="264314" y="0"/>
                  </a:lnTo>
                  <a:lnTo>
                    <a:pt x="261856" y="915"/>
                  </a:lnTo>
                  <a:lnTo>
                    <a:pt x="255058" y="40110"/>
                  </a:lnTo>
                  <a:lnTo>
                    <a:pt x="253644" y="101046"/>
                  </a:lnTo>
                  <a:lnTo>
                    <a:pt x="256086" y="175867"/>
                  </a:lnTo>
                  <a:lnTo>
                    <a:pt x="262643" y="247345"/>
                  </a:lnTo>
                  <a:lnTo>
                    <a:pt x="271513" y="303396"/>
                  </a:lnTo>
                  <a:lnTo>
                    <a:pt x="286265" y="345338"/>
                  </a:lnTo>
                  <a:lnTo>
                    <a:pt x="323965" y="337335"/>
                  </a:lnTo>
                  <a:lnTo>
                    <a:pt x="345948" y="303653"/>
                  </a:lnTo>
                  <a:lnTo>
                    <a:pt x="357953" y="282087"/>
                  </a:lnTo>
                  <a:lnTo>
                    <a:pt x="370246" y="259172"/>
                  </a:lnTo>
                </a:path>
              </a:pathLst>
            </a:custGeom>
            <a:ln w="376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46347" y="1115429"/>
              <a:ext cx="215567" cy="6849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547063" y="1128079"/>
              <a:ext cx="222250" cy="31115"/>
            </a:xfrm>
            <a:custGeom>
              <a:avLst/>
              <a:gdLst/>
              <a:ahLst/>
              <a:cxnLst/>
              <a:rect l="l" t="t" r="r" b="b"/>
              <a:pathLst>
                <a:path w="222250" h="31115">
                  <a:moveTo>
                    <a:pt x="0" y="30853"/>
                  </a:moveTo>
                  <a:lnTo>
                    <a:pt x="47052" y="18897"/>
                  </a:lnTo>
                  <a:lnTo>
                    <a:pt x="98732" y="9256"/>
                  </a:lnTo>
                  <a:lnTo>
                    <a:pt x="158126" y="3471"/>
                  </a:lnTo>
                  <a:lnTo>
                    <a:pt x="189847" y="1590"/>
                  </a:lnTo>
                  <a:lnTo>
                    <a:pt x="222147" y="0"/>
                  </a:lnTo>
                </a:path>
              </a:pathLst>
            </a:custGeom>
            <a:ln w="376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3626639" y="1024811"/>
            <a:ext cx="222885" cy="386715"/>
            <a:chOff x="3626639" y="1024811"/>
            <a:chExt cx="222885" cy="386715"/>
          </a:xfrm>
        </p:grpSpPr>
        <p:sp>
          <p:nvSpPr>
            <p:cNvPr id="11" name="object 11"/>
            <p:cNvSpPr/>
            <p:nvPr/>
          </p:nvSpPr>
          <p:spPr>
            <a:xfrm>
              <a:off x="3645461" y="1043632"/>
              <a:ext cx="154305" cy="349250"/>
            </a:xfrm>
            <a:custGeom>
              <a:avLst/>
              <a:gdLst/>
              <a:ahLst/>
              <a:cxnLst/>
              <a:rect l="l" t="t" r="r" b="b"/>
              <a:pathLst>
                <a:path w="154304" h="349250">
                  <a:moveTo>
                    <a:pt x="18512" y="84446"/>
                  </a:moveTo>
                  <a:lnTo>
                    <a:pt x="15555" y="148596"/>
                  </a:lnTo>
                  <a:lnTo>
                    <a:pt x="13369" y="208890"/>
                  </a:lnTo>
                  <a:lnTo>
                    <a:pt x="12598" y="261727"/>
                  </a:lnTo>
                  <a:lnTo>
                    <a:pt x="12791" y="284530"/>
                  </a:lnTo>
                  <a:lnTo>
                    <a:pt x="15426" y="334748"/>
                  </a:lnTo>
                  <a:lnTo>
                    <a:pt x="17483" y="348761"/>
                  </a:lnTo>
                  <a:lnTo>
                    <a:pt x="18030" y="348439"/>
                  </a:lnTo>
                  <a:lnTo>
                    <a:pt x="17998" y="342333"/>
                  </a:lnTo>
                  <a:lnTo>
                    <a:pt x="17194" y="329670"/>
                  </a:lnTo>
                  <a:lnTo>
                    <a:pt x="15426" y="309679"/>
                  </a:lnTo>
                  <a:lnTo>
                    <a:pt x="12630" y="282087"/>
                  </a:lnTo>
                  <a:lnTo>
                    <a:pt x="9256" y="248614"/>
                  </a:lnTo>
                  <a:lnTo>
                    <a:pt x="3085" y="172894"/>
                  </a:lnTo>
                  <a:lnTo>
                    <a:pt x="385" y="99487"/>
                  </a:lnTo>
                  <a:lnTo>
                    <a:pt x="0" y="42279"/>
                  </a:lnTo>
                  <a:lnTo>
                    <a:pt x="80" y="23397"/>
                  </a:lnTo>
                  <a:lnTo>
                    <a:pt x="642" y="10782"/>
                  </a:lnTo>
                  <a:lnTo>
                    <a:pt x="2169" y="3374"/>
                  </a:lnTo>
                  <a:lnTo>
                    <a:pt x="5142" y="112"/>
                  </a:lnTo>
                  <a:lnTo>
                    <a:pt x="10123" y="0"/>
                  </a:lnTo>
                  <a:lnTo>
                    <a:pt x="17998" y="2297"/>
                  </a:lnTo>
                  <a:lnTo>
                    <a:pt x="29728" y="6331"/>
                  </a:lnTo>
                  <a:lnTo>
                    <a:pt x="46280" y="11425"/>
                  </a:lnTo>
                  <a:lnTo>
                    <a:pt x="68215" y="17001"/>
                  </a:lnTo>
                  <a:lnTo>
                    <a:pt x="94489" y="22867"/>
                  </a:lnTo>
                  <a:lnTo>
                    <a:pt x="123656" y="28925"/>
                  </a:lnTo>
                  <a:lnTo>
                    <a:pt x="154269" y="35080"/>
                  </a:lnTo>
                </a:path>
              </a:pathLst>
            </a:custGeom>
            <a:ln w="376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51322" y="1201819"/>
              <a:ext cx="198084" cy="19191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799730" y="1121908"/>
              <a:ext cx="12700" cy="6350"/>
            </a:xfrm>
            <a:custGeom>
              <a:avLst/>
              <a:gdLst/>
              <a:ahLst/>
              <a:cxnLst/>
              <a:rect l="l" t="t" r="r" b="b"/>
              <a:pathLst>
                <a:path w="12700" h="6350">
                  <a:moveTo>
                    <a:pt x="0" y="6170"/>
                  </a:moveTo>
                  <a:lnTo>
                    <a:pt x="4113" y="4113"/>
                  </a:lnTo>
                  <a:lnTo>
                    <a:pt x="8227" y="2056"/>
                  </a:lnTo>
                  <a:lnTo>
                    <a:pt x="12341" y="0"/>
                  </a:lnTo>
                </a:path>
              </a:pathLst>
            </a:custGeom>
            <a:ln w="376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/>
          <p:nvPr/>
        </p:nvSpPr>
        <p:spPr>
          <a:xfrm>
            <a:off x="3935873" y="1082570"/>
            <a:ext cx="24765" cy="286385"/>
          </a:xfrm>
          <a:custGeom>
            <a:avLst/>
            <a:gdLst/>
            <a:ahLst/>
            <a:cxnLst/>
            <a:rect l="l" t="t" r="r" b="b"/>
            <a:pathLst>
              <a:path w="24764" h="286384">
                <a:moveTo>
                  <a:pt x="5785" y="20826"/>
                </a:moveTo>
                <a:lnTo>
                  <a:pt x="4258" y="11827"/>
                </a:lnTo>
                <a:lnTo>
                  <a:pt x="2828" y="4370"/>
                </a:lnTo>
                <a:lnTo>
                  <a:pt x="1590" y="0"/>
                </a:lnTo>
                <a:lnTo>
                  <a:pt x="642" y="257"/>
                </a:lnTo>
                <a:lnTo>
                  <a:pt x="80" y="6379"/>
                </a:lnTo>
                <a:lnTo>
                  <a:pt x="0" y="18383"/>
                </a:lnTo>
                <a:lnTo>
                  <a:pt x="498" y="35980"/>
                </a:lnTo>
                <a:lnTo>
                  <a:pt x="3551" y="86422"/>
                </a:lnTo>
                <a:lnTo>
                  <a:pt x="8468" y="146523"/>
                </a:lnTo>
                <a:lnTo>
                  <a:pt x="13064" y="197207"/>
                </a:lnTo>
                <a:lnTo>
                  <a:pt x="18126" y="248116"/>
                </a:lnTo>
                <a:lnTo>
                  <a:pt x="23269" y="286169"/>
                </a:lnTo>
                <a:lnTo>
                  <a:pt x="23863" y="282987"/>
                </a:lnTo>
                <a:lnTo>
                  <a:pt x="24168" y="274599"/>
                </a:lnTo>
                <a:lnTo>
                  <a:pt x="24281" y="262739"/>
                </a:lnTo>
                <a:lnTo>
                  <a:pt x="24297" y="249144"/>
                </a:lnTo>
              </a:path>
            </a:pathLst>
          </a:custGeom>
          <a:ln w="376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5" name="object 15"/>
          <p:cNvGrpSpPr/>
          <p:nvPr/>
        </p:nvGrpSpPr>
        <p:grpSpPr>
          <a:xfrm>
            <a:off x="3990716" y="1067958"/>
            <a:ext cx="130810" cy="323215"/>
            <a:chOff x="3990716" y="1067958"/>
            <a:chExt cx="130810" cy="323215"/>
          </a:xfrm>
        </p:grpSpPr>
        <p:sp>
          <p:nvSpPr>
            <p:cNvPr id="16" name="object 16"/>
            <p:cNvSpPr/>
            <p:nvPr/>
          </p:nvSpPr>
          <p:spPr>
            <a:xfrm>
              <a:off x="4046561" y="1086780"/>
              <a:ext cx="31115" cy="285115"/>
            </a:xfrm>
            <a:custGeom>
              <a:avLst/>
              <a:gdLst/>
              <a:ahLst/>
              <a:cxnLst/>
              <a:rect l="l" t="t" r="r" b="b"/>
              <a:pathLst>
                <a:path w="31114" h="285115">
                  <a:moveTo>
                    <a:pt x="0" y="41299"/>
                  </a:moveTo>
                  <a:lnTo>
                    <a:pt x="9256" y="160"/>
                  </a:lnTo>
                  <a:lnTo>
                    <a:pt x="9529" y="0"/>
                  </a:lnTo>
                  <a:lnTo>
                    <a:pt x="9127" y="6588"/>
                  </a:lnTo>
                  <a:lnTo>
                    <a:pt x="8533" y="21276"/>
                  </a:lnTo>
                  <a:lnTo>
                    <a:pt x="8581" y="79239"/>
                  </a:lnTo>
                  <a:lnTo>
                    <a:pt x="9513" y="118562"/>
                  </a:lnTo>
                  <a:lnTo>
                    <a:pt x="10831" y="158077"/>
                  </a:lnTo>
                  <a:lnTo>
                    <a:pt x="13900" y="217809"/>
                  </a:lnTo>
                  <a:lnTo>
                    <a:pt x="19540" y="258304"/>
                  </a:lnTo>
                  <a:lnTo>
                    <a:pt x="28797" y="285044"/>
                  </a:lnTo>
                  <a:lnTo>
                    <a:pt x="29986" y="281621"/>
                  </a:lnTo>
                  <a:lnTo>
                    <a:pt x="30596" y="273860"/>
                  </a:lnTo>
                  <a:lnTo>
                    <a:pt x="30821" y="263205"/>
                  </a:lnTo>
                  <a:lnTo>
                    <a:pt x="30854" y="251105"/>
                  </a:lnTo>
                </a:path>
              </a:pathLst>
            </a:custGeom>
            <a:ln w="376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009537" y="1215241"/>
              <a:ext cx="92710" cy="24130"/>
            </a:xfrm>
            <a:custGeom>
              <a:avLst/>
              <a:gdLst/>
              <a:ahLst/>
              <a:cxnLst/>
              <a:rect l="l" t="t" r="r" b="b"/>
              <a:pathLst>
                <a:path w="92710" h="24130">
                  <a:moveTo>
                    <a:pt x="12341" y="23911"/>
                  </a:moveTo>
                  <a:lnTo>
                    <a:pt x="6170" y="15684"/>
                  </a:lnTo>
                  <a:lnTo>
                    <a:pt x="0" y="7456"/>
                  </a:lnTo>
                  <a:lnTo>
                    <a:pt x="2056" y="3342"/>
                  </a:lnTo>
                  <a:lnTo>
                    <a:pt x="5110" y="996"/>
                  </a:lnTo>
                  <a:lnTo>
                    <a:pt x="11055" y="0"/>
                  </a:lnTo>
                  <a:lnTo>
                    <a:pt x="19701" y="160"/>
                  </a:lnTo>
                  <a:lnTo>
                    <a:pt x="30853" y="1285"/>
                  </a:lnTo>
                  <a:lnTo>
                    <a:pt x="44255" y="3181"/>
                  </a:lnTo>
                  <a:lnTo>
                    <a:pt x="59393" y="5656"/>
                  </a:lnTo>
                  <a:lnTo>
                    <a:pt x="75688" y="8516"/>
                  </a:lnTo>
                  <a:lnTo>
                    <a:pt x="92561" y="11570"/>
                  </a:lnTo>
                </a:path>
              </a:pathLst>
            </a:custGeom>
            <a:ln w="376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" name="object 18"/>
          <p:cNvGrpSpPr/>
          <p:nvPr/>
        </p:nvGrpSpPr>
        <p:grpSpPr>
          <a:xfrm>
            <a:off x="4175132" y="1078403"/>
            <a:ext cx="972819" cy="887094"/>
            <a:chOff x="4175132" y="1078403"/>
            <a:chExt cx="972819" cy="887094"/>
          </a:xfrm>
        </p:grpSpPr>
        <p:sp>
          <p:nvSpPr>
            <p:cNvPr id="19" name="object 19"/>
            <p:cNvSpPr/>
            <p:nvPr/>
          </p:nvSpPr>
          <p:spPr>
            <a:xfrm>
              <a:off x="4193953" y="1166647"/>
              <a:ext cx="935355" cy="779780"/>
            </a:xfrm>
            <a:custGeom>
              <a:avLst/>
              <a:gdLst/>
              <a:ahLst/>
              <a:cxnLst/>
              <a:rect l="l" t="t" r="r" b="b"/>
              <a:pathLst>
                <a:path w="935354" h="779780">
                  <a:moveTo>
                    <a:pt x="19219" y="121872"/>
                  </a:moveTo>
                  <a:lnTo>
                    <a:pt x="57834" y="102926"/>
                  </a:lnTo>
                  <a:lnTo>
                    <a:pt x="78870" y="62221"/>
                  </a:lnTo>
                  <a:lnTo>
                    <a:pt x="58767" y="29391"/>
                  </a:lnTo>
                  <a:lnTo>
                    <a:pt x="19396" y="28475"/>
                  </a:lnTo>
                  <a:lnTo>
                    <a:pt x="4242" y="63652"/>
                  </a:lnTo>
                  <a:lnTo>
                    <a:pt x="0" y="117164"/>
                  </a:lnTo>
                  <a:lnTo>
                    <a:pt x="4820" y="144498"/>
                  </a:lnTo>
                  <a:lnTo>
                    <a:pt x="30918" y="189494"/>
                  </a:lnTo>
                  <a:lnTo>
                    <a:pt x="71671" y="214434"/>
                  </a:lnTo>
                  <a:lnTo>
                    <a:pt x="117180" y="213662"/>
                  </a:lnTo>
                  <a:lnTo>
                    <a:pt x="158061" y="189751"/>
                  </a:lnTo>
                  <a:lnTo>
                    <a:pt x="186858" y="149641"/>
                  </a:lnTo>
                  <a:lnTo>
                    <a:pt x="203314" y="109531"/>
                  </a:lnTo>
                  <a:lnTo>
                    <a:pt x="210513" y="65307"/>
                  </a:lnTo>
                  <a:lnTo>
                    <a:pt x="194957" y="27639"/>
                  </a:lnTo>
                  <a:lnTo>
                    <a:pt x="173970" y="71494"/>
                  </a:lnTo>
                  <a:lnTo>
                    <a:pt x="176574" y="109531"/>
                  </a:lnTo>
                  <a:lnTo>
                    <a:pt x="207684" y="139356"/>
                  </a:lnTo>
                  <a:lnTo>
                    <a:pt x="245127" y="121374"/>
                  </a:lnTo>
                  <a:lnTo>
                    <a:pt x="271192" y="81762"/>
                  </a:lnTo>
                  <a:lnTo>
                    <a:pt x="273121" y="122258"/>
                  </a:lnTo>
                  <a:lnTo>
                    <a:pt x="277363" y="164039"/>
                  </a:lnTo>
                  <a:lnTo>
                    <a:pt x="295007" y="210175"/>
                  </a:lnTo>
                  <a:lnTo>
                    <a:pt x="322005" y="238828"/>
                  </a:lnTo>
                  <a:lnTo>
                    <a:pt x="335985" y="241768"/>
                  </a:lnTo>
                  <a:lnTo>
                    <a:pt x="343956" y="239760"/>
                  </a:lnTo>
                  <a:lnTo>
                    <a:pt x="376063" y="207990"/>
                  </a:lnTo>
                  <a:lnTo>
                    <a:pt x="401068" y="166562"/>
                  </a:lnTo>
                  <a:lnTo>
                    <a:pt x="417941" y="123720"/>
                  </a:lnTo>
                  <a:lnTo>
                    <a:pt x="425462" y="73535"/>
                  </a:lnTo>
                  <a:lnTo>
                    <a:pt x="411834" y="118915"/>
                  </a:lnTo>
                  <a:lnTo>
                    <a:pt x="416205" y="159925"/>
                  </a:lnTo>
                  <a:lnTo>
                    <a:pt x="428932" y="197529"/>
                  </a:lnTo>
                  <a:lnTo>
                    <a:pt x="463515" y="222662"/>
                  </a:lnTo>
                  <a:lnTo>
                    <a:pt x="503496" y="205435"/>
                  </a:lnTo>
                  <a:lnTo>
                    <a:pt x="519421" y="152485"/>
                  </a:lnTo>
                  <a:lnTo>
                    <a:pt x="529674" y="96980"/>
                  </a:lnTo>
                  <a:lnTo>
                    <a:pt x="535780" y="54106"/>
                  </a:lnTo>
                  <a:lnTo>
                    <a:pt x="531393" y="14912"/>
                  </a:lnTo>
                  <a:lnTo>
                    <a:pt x="525222" y="6684"/>
                  </a:lnTo>
                  <a:lnTo>
                    <a:pt x="521109" y="8741"/>
                  </a:lnTo>
                  <a:lnTo>
                    <a:pt x="516995" y="56051"/>
                  </a:lnTo>
                  <a:lnTo>
                    <a:pt x="522651" y="115573"/>
                  </a:lnTo>
                  <a:lnTo>
                    <a:pt x="531393" y="174324"/>
                  </a:lnTo>
                  <a:lnTo>
                    <a:pt x="543976" y="214386"/>
                  </a:lnTo>
                  <a:lnTo>
                    <a:pt x="551593" y="196532"/>
                  </a:lnTo>
                  <a:lnTo>
                    <a:pt x="554019" y="179466"/>
                  </a:lnTo>
                  <a:lnTo>
                    <a:pt x="562761" y="130871"/>
                  </a:lnTo>
                  <a:lnTo>
                    <a:pt x="574588" y="80734"/>
                  </a:lnTo>
                  <a:lnTo>
                    <a:pt x="593535" y="37635"/>
                  </a:lnTo>
                  <a:lnTo>
                    <a:pt x="607419" y="28427"/>
                  </a:lnTo>
                  <a:lnTo>
                    <a:pt x="614827" y="29439"/>
                  </a:lnTo>
                  <a:lnTo>
                    <a:pt x="637775" y="64246"/>
                  </a:lnTo>
                  <a:lnTo>
                    <a:pt x="651530" y="107249"/>
                  </a:lnTo>
                  <a:lnTo>
                    <a:pt x="663679" y="154526"/>
                  </a:lnTo>
                  <a:lnTo>
                    <a:pt x="668179" y="174324"/>
                  </a:lnTo>
                  <a:lnTo>
                    <a:pt x="670718" y="184705"/>
                  </a:lnTo>
                  <a:lnTo>
                    <a:pt x="673835" y="194893"/>
                  </a:lnTo>
                  <a:lnTo>
                    <a:pt x="677724" y="203539"/>
                  </a:lnTo>
                  <a:lnTo>
                    <a:pt x="682577" y="209292"/>
                  </a:lnTo>
                  <a:lnTo>
                    <a:pt x="688507" y="211075"/>
                  </a:lnTo>
                  <a:lnTo>
                    <a:pt x="695304" y="208906"/>
                  </a:lnTo>
                  <a:lnTo>
                    <a:pt x="725644" y="166225"/>
                  </a:lnTo>
                  <a:lnTo>
                    <a:pt x="740171" y="127015"/>
                  </a:lnTo>
                  <a:lnTo>
                    <a:pt x="753284" y="79577"/>
                  </a:lnTo>
                  <a:lnTo>
                    <a:pt x="759262" y="56870"/>
                  </a:lnTo>
                  <a:lnTo>
                    <a:pt x="764854" y="37538"/>
                  </a:lnTo>
                  <a:lnTo>
                    <a:pt x="786452" y="2571"/>
                  </a:lnTo>
                  <a:lnTo>
                    <a:pt x="800465" y="0"/>
                  </a:lnTo>
                  <a:lnTo>
                    <a:pt x="808869" y="1992"/>
                  </a:lnTo>
                  <a:lnTo>
                    <a:pt x="850152" y="34308"/>
                  </a:lnTo>
                  <a:lnTo>
                    <a:pt x="878419" y="70481"/>
                  </a:lnTo>
                  <a:lnTo>
                    <a:pt x="883127" y="77648"/>
                  </a:lnTo>
                  <a:lnTo>
                    <a:pt x="889298" y="86905"/>
                  </a:lnTo>
                  <a:lnTo>
                    <a:pt x="895468" y="95132"/>
                  </a:lnTo>
                  <a:lnTo>
                    <a:pt x="894440" y="96161"/>
                  </a:lnTo>
                  <a:lnTo>
                    <a:pt x="892399" y="95598"/>
                  </a:lnTo>
                  <a:lnTo>
                    <a:pt x="858315" y="57079"/>
                  </a:lnTo>
                  <a:lnTo>
                    <a:pt x="849589" y="45702"/>
                  </a:lnTo>
                  <a:lnTo>
                    <a:pt x="816807" y="17692"/>
                  </a:lnTo>
                  <a:lnTo>
                    <a:pt x="809078" y="15941"/>
                  </a:lnTo>
                  <a:lnTo>
                    <a:pt x="801380" y="16294"/>
                  </a:lnTo>
                  <a:lnTo>
                    <a:pt x="772551" y="55729"/>
                  </a:lnTo>
                  <a:lnTo>
                    <a:pt x="761463" y="98153"/>
                  </a:lnTo>
                  <a:lnTo>
                    <a:pt x="755309" y="136431"/>
                  </a:lnTo>
                  <a:lnTo>
                    <a:pt x="754312" y="151183"/>
                  </a:lnTo>
                  <a:lnTo>
                    <a:pt x="754473" y="163621"/>
                  </a:lnTo>
                  <a:lnTo>
                    <a:pt x="768968" y="204149"/>
                  </a:lnTo>
                  <a:lnTo>
                    <a:pt x="812163" y="209934"/>
                  </a:lnTo>
                  <a:lnTo>
                    <a:pt x="842760" y="176124"/>
                  </a:lnTo>
                  <a:lnTo>
                    <a:pt x="862172" y="129200"/>
                  </a:lnTo>
                  <a:lnTo>
                    <a:pt x="874899" y="81762"/>
                  </a:lnTo>
                  <a:lnTo>
                    <a:pt x="860099" y="150026"/>
                  </a:lnTo>
                  <a:lnTo>
                    <a:pt x="856258" y="195407"/>
                  </a:lnTo>
                  <a:lnTo>
                    <a:pt x="853768" y="244645"/>
                  </a:lnTo>
                  <a:lnTo>
                    <a:pt x="853302" y="294654"/>
                  </a:lnTo>
                  <a:lnTo>
                    <a:pt x="855375" y="343040"/>
                  </a:lnTo>
                  <a:lnTo>
                    <a:pt x="859858" y="390172"/>
                  </a:lnTo>
                  <a:lnTo>
                    <a:pt x="866463" y="437112"/>
                  </a:lnTo>
                  <a:lnTo>
                    <a:pt x="874899" y="484919"/>
                  </a:lnTo>
                  <a:lnTo>
                    <a:pt x="884766" y="534012"/>
                  </a:lnTo>
                  <a:lnTo>
                    <a:pt x="895212" y="582238"/>
                  </a:lnTo>
                  <a:lnTo>
                    <a:pt x="905271" y="626799"/>
                  </a:lnTo>
                  <a:lnTo>
                    <a:pt x="913981" y="664900"/>
                  </a:lnTo>
                  <a:lnTo>
                    <a:pt x="920618" y="694533"/>
                  </a:lnTo>
                  <a:lnTo>
                    <a:pt x="928877" y="733743"/>
                  </a:lnTo>
                  <a:lnTo>
                    <a:pt x="934936" y="775091"/>
                  </a:lnTo>
                  <a:lnTo>
                    <a:pt x="933521" y="779060"/>
                  </a:lnTo>
                  <a:lnTo>
                    <a:pt x="930163" y="779526"/>
                  </a:lnTo>
                  <a:lnTo>
                    <a:pt x="924394" y="775846"/>
                  </a:lnTo>
                  <a:lnTo>
                    <a:pt x="888221" y="733598"/>
                  </a:lnTo>
                  <a:lnTo>
                    <a:pt x="853800" y="682914"/>
                  </a:lnTo>
                  <a:lnTo>
                    <a:pt x="827895" y="629273"/>
                  </a:lnTo>
                  <a:lnTo>
                    <a:pt x="818221" y="581161"/>
                  </a:lnTo>
                  <a:lnTo>
                    <a:pt x="819362" y="559997"/>
                  </a:lnTo>
                  <a:lnTo>
                    <a:pt x="842069" y="508944"/>
                  </a:lnTo>
                  <a:lnTo>
                    <a:pt x="877085" y="470907"/>
                  </a:lnTo>
                  <a:lnTo>
                    <a:pt x="889314" y="459770"/>
                  </a:lnTo>
                  <a:lnTo>
                    <a:pt x="901639" y="448923"/>
                  </a:lnTo>
                </a:path>
              </a:pathLst>
            </a:custGeom>
            <a:ln w="376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608102" y="1097225"/>
              <a:ext cx="6350" cy="12700"/>
            </a:xfrm>
            <a:custGeom>
              <a:avLst/>
              <a:gdLst/>
              <a:ahLst/>
              <a:cxnLst/>
              <a:rect l="l" t="t" r="r" b="b"/>
              <a:pathLst>
                <a:path w="6350" h="12700">
                  <a:moveTo>
                    <a:pt x="6170" y="12341"/>
                  </a:moveTo>
                  <a:lnTo>
                    <a:pt x="4113" y="8227"/>
                  </a:lnTo>
                  <a:lnTo>
                    <a:pt x="2056" y="4113"/>
                  </a:lnTo>
                  <a:lnTo>
                    <a:pt x="0" y="0"/>
                  </a:lnTo>
                </a:path>
              </a:pathLst>
            </a:custGeom>
            <a:ln w="376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1" name="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38216" y="2096421"/>
            <a:ext cx="173400" cy="216756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2477927" y="1886775"/>
            <a:ext cx="1587500" cy="471805"/>
            <a:chOff x="2477927" y="1886775"/>
            <a:chExt cx="1587500" cy="471805"/>
          </a:xfrm>
        </p:grpSpPr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77927" y="2098976"/>
              <a:ext cx="180518" cy="22679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703389" y="1905596"/>
              <a:ext cx="1343660" cy="434340"/>
            </a:xfrm>
            <a:custGeom>
              <a:avLst/>
              <a:gdLst/>
              <a:ahLst/>
              <a:cxnLst/>
              <a:rect l="l" t="t" r="r" b="b"/>
              <a:pathLst>
                <a:path w="1343660" h="434339">
                  <a:moveTo>
                    <a:pt x="109017" y="277684"/>
                  </a:moveTo>
                  <a:lnTo>
                    <a:pt x="95213" y="235276"/>
                  </a:lnTo>
                  <a:lnTo>
                    <a:pt x="58927" y="206994"/>
                  </a:lnTo>
                  <a:lnTo>
                    <a:pt x="21549" y="243070"/>
                  </a:lnTo>
                  <a:lnTo>
                    <a:pt x="3969" y="293915"/>
                  </a:lnTo>
                  <a:lnTo>
                    <a:pt x="0" y="320880"/>
                  </a:lnTo>
                  <a:lnTo>
                    <a:pt x="996" y="345820"/>
                  </a:lnTo>
                  <a:lnTo>
                    <a:pt x="15330" y="385673"/>
                  </a:lnTo>
                  <a:lnTo>
                    <a:pt x="53737" y="409585"/>
                  </a:lnTo>
                  <a:lnTo>
                    <a:pt x="95679" y="381607"/>
                  </a:lnTo>
                  <a:lnTo>
                    <a:pt x="117855" y="333494"/>
                  </a:lnTo>
                  <a:lnTo>
                    <a:pt x="130180" y="264604"/>
                  </a:lnTo>
                  <a:lnTo>
                    <a:pt x="132285" y="225747"/>
                  </a:lnTo>
                  <a:lnTo>
                    <a:pt x="130614" y="153240"/>
                  </a:lnTo>
                  <a:lnTo>
                    <a:pt x="124058" y="101817"/>
                  </a:lnTo>
                  <a:lnTo>
                    <a:pt x="110575" y="57192"/>
                  </a:lnTo>
                  <a:lnTo>
                    <a:pt x="97703" y="41138"/>
                  </a:lnTo>
                  <a:lnTo>
                    <a:pt x="94072" y="43243"/>
                  </a:lnTo>
                  <a:lnTo>
                    <a:pt x="87419" y="83305"/>
                  </a:lnTo>
                  <a:lnTo>
                    <a:pt x="88962" y="145013"/>
                  </a:lnTo>
                  <a:lnTo>
                    <a:pt x="92915" y="183676"/>
                  </a:lnTo>
                  <a:lnTo>
                    <a:pt x="99760" y="225233"/>
                  </a:lnTo>
                  <a:lnTo>
                    <a:pt x="109740" y="267801"/>
                  </a:lnTo>
                  <a:lnTo>
                    <a:pt x="121744" y="308924"/>
                  </a:lnTo>
                  <a:lnTo>
                    <a:pt x="134326" y="345997"/>
                  </a:lnTo>
                  <a:lnTo>
                    <a:pt x="155795" y="398304"/>
                  </a:lnTo>
                  <a:lnTo>
                    <a:pt x="185042" y="427663"/>
                  </a:lnTo>
                  <a:lnTo>
                    <a:pt x="192451" y="426940"/>
                  </a:lnTo>
                  <a:lnTo>
                    <a:pt x="222790" y="392872"/>
                  </a:lnTo>
                  <a:lnTo>
                    <a:pt x="235517" y="356876"/>
                  </a:lnTo>
                  <a:lnTo>
                    <a:pt x="244259" y="312266"/>
                  </a:lnTo>
                  <a:lnTo>
                    <a:pt x="249916" y="271514"/>
                  </a:lnTo>
                  <a:lnTo>
                    <a:pt x="252101" y="256697"/>
                  </a:lnTo>
                  <a:lnTo>
                    <a:pt x="269971" y="219833"/>
                  </a:lnTo>
                  <a:lnTo>
                    <a:pt x="289946" y="213116"/>
                  </a:lnTo>
                  <a:lnTo>
                    <a:pt x="297354" y="213663"/>
                  </a:lnTo>
                  <a:lnTo>
                    <a:pt x="335359" y="230327"/>
                  </a:lnTo>
                  <a:lnTo>
                    <a:pt x="358933" y="254030"/>
                  </a:lnTo>
                  <a:lnTo>
                    <a:pt x="357904" y="257115"/>
                  </a:lnTo>
                  <a:lnTo>
                    <a:pt x="318405" y="235308"/>
                  </a:lnTo>
                  <a:lnTo>
                    <a:pt x="311624" y="230375"/>
                  </a:lnTo>
                  <a:lnTo>
                    <a:pt x="304521" y="226181"/>
                  </a:lnTo>
                  <a:lnTo>
                    <a:pt x="297225" y="223047"/>
                  </a:lnTo>
                  <a:lnTo>
                    <a:pt x="289929" y="221264"/>
                  </a:lnTo>
                  <a:lnTo>
                    <a:pt x="282827" y="221119"/>
                  </a:lnTo>
                  <a:lnTo>
                    <a:pt x="276061" y="223015"/>
                  </a:lnTo>
                  <a:lnTo>
                    <a:pt x="251025" y="268589"/>
                  </a:lnTo>
                  <a:lnTo>
                    <a:pt x="240772" y="313263"/>
                  </a:lnTo>
                  <a:lnTo>
                    <a:pt x="236192" y="351541"/>
                  </a:lnTo>
                  <a:lnTo>
                    <a:pt x="236546" y="365361"/>
                  </a:lnTo>
                  <a:lnTo>
                    <a:pt x="257597" y="405921"/>
                  </a:lnTo>
                  <a:lnTo>
                    <a:pt x="298254" y="412413"/>
                  </a:lnTo>
                  <a:lnTo>
                    <a:pt x="333254" y="386958"/>
                  </a:lnTo>
                  <a:lnTo>
                    <a:pt x="351653" y="351782"/>
                  </a:lnTo>
                  <a:lnTo>
                    <a:pt x="362163" y="308940"/>
                  </a:lnTo>
                  <a:lnTo>
                    <a:pt x="367675" y="263800"/>
                  </a:lnTo>
                  <a:lnTo>
                    <a:pt x="377959" y="329879"/>
                  </a:lnTo>
                  <a:lnTo>
                    <a:pt x="394929" y="385673"/>
                  </a:lnTo>
                  <a:lnTo>
                    <a:pt x="414165" y="424144"/>
                  </a:lnTo>
                  <a:lnTo>
                    <a:pt x="444070" y="433930"/>
                  </a:lnTo>
                  <a:lnTo>
                    <a:pt x="451494" y="431954"/>
                  </a:lnTo>
                  <a:lnTo>
                    <a:pt x="473092" y="395957"/>
                  </a:lnTo>
                  <a:lnTo>
                    <a:pt x="481963" y="357262"/>
                  </a:lnTo>
                  <a:lnTo>
                    <a:pt x="488519" y="314709"/>
                  </a:lnTo>
                  <a:lnTo>
                    <a:pt x="491990" y="264523"/>
                  </a:lnTo>
                  <a:lnTo>
                    <a:pt x="492633" y="251973"/>
                  </a:lnTo>
                  <a:lnTo>
                    <a:pt x="516673" y="217005"/>
                  </a:lnTo>
                  <a:lnTo>
                    <a:pt x="524756" y="217359"/>
                  </a:lnTo>
                  <a:lnTo>
                    <a:pt x="559483" y="234489"/>
                  </a:lnTo>
                  <a:lnTo>
                    <a:pt x="567711" y="240660"/>
                  </a:lnTo>
                  <a:lnTo>
                    <a:pt x="575939" y="246830"/>
                  </a:lnTo>
                  <a:lnTo>
                    <a:pt x="574910" y="247859"/>
                  </a:lnTo>
                  <a:lnTo>
                    <a:pt x="572500" y="247746"/>
                  </a:lnTo>
                  <a:lnTo>
                    <a:pt x="567197" y="246188"/>
                  </a:lnTo>
                  <a:lnTo>
                    <a:pt x="559579" y="243665"/>
                  </a:lnTo>
                  <a:lnTo>
                    <a:pt x="550227" y="240660"/>
                  </a:lnTo>
                  <a:lnTo>
                    <a:pt x="510117" y="235517"/>
                  </a:lnTo>
                  <a:lnTo>
                    <a:pt x="494690" y="271514"/>
                  </a:lnTo>
                  <a:lnTo>
                    <a:pt x="494545" y="290476"/>
                  </a:lnTo>
                  <a:lnTo>
                    <a:pt x="495847" y="312138"/>
                  </a:lnTo>
                  <a:lnTo>
                    <a:pt x="503946" y="355847"/>
                  </a:lnTo>
                  <a:lnTo>
                    <a:pt x="531570" y="402128"/>
                  </a:lnTo>
                  <a:lnTo>
                    <a:pt x="572082" y="421155"/>
                  </a:lnTo>
                  <a:lnTo>
                    <a:pt x="586866" y="422376"/>
                  </a:lnTo>
                  <a:lnTo>
                    <a:pt x="601650" y="421669"/>
                  </a:lnTo>
                  <a:lnTo>
                    <a:pt x="643447" y="406628"/>
                  </a:lnTo>
                  <a:lnTo>
                    <a:pt x="679042" y="357519"/>
                  </a:lnTo>
                  <a:lnTo>
                    <a:pt x="697297" y="299282"/>
                  </a:lnTo>
                  <a:lnTo>
                    <a:pt x="709767" y="222019"/>
                  </a:lnTo>
                  <a:lnTo>
                    <a:pt x="713929" y="181700"/>
                  </a:lnTo>
                  <a:lnTo>
                    <a:pt x="718589" y="111122"/>
                  </a:lnTo>
                  <a:lnTo>
                    <a:pt x="719007" y="59666"/>
                  </a:lnTo>
                  <a:lnTo>
                    <a:pt x="713495" y="11955"/>
                  </a:lnTo>
                  <a:lnTo>
                    <a:pt x="707581" y="0"/>
                  </a:lnTo>
                  <a:lnTo>
                    <a:pt x="704512" y="883"/>
                  </a:lnTo>
                  <a:lnTo>
                    <a:pt x="694196" y="63780"/>
                  </a:lnTo>
                  <a:lnTo>
                    <a:pt x="692364" y="129891"/>
                  </a:lnTo>
                  <a:lnTo>
                    <a:pt x="695401" y="203362"/>
                  </a:lnTo>
                  <a:lnTo>
                    <a:pt x="702150" y="270308"/>
                  </a:lnTo>
                  <a:lnTo>
                    <a:pt x="708288" y="318100"/>
                  </a:lnTo>
                  <a:lnTo>
                    <a:pt x="715809" y="355847"/>
                  </a:lnTo>
                  <a:lnTo>
                    <a:pt x="740846" y="390413"/>
                  </a:lnTo>
                  <a:lnTo>
                    <a:pt x="778417" y="379759"/>
                  </a:lnTo>
                  <a:lnTo>
                    <a:pt x="799645" y="327388"/>
                  </a:lnTo>
                  <a:lnTo>
                    <a:pt x="810733" y="277797"/>
                  </a:lnTo>
                  <a:lnTo>
                    <a:pt x="816872" y="239615"/>
                  </a:lnTo>
                  <a:lnTo>
                    <a:pt x="805430" y="287567"/>
                  </a:lnTo>
                  <a:lnTo>
                    <a:pt x="810347" y="347572"/>
                  </a:lnTo>
                  <a:lnTo>
                    <a:pt x="819539" y="391924"/>
                  </a:lnTo>
                  <a:lnTo>
                    <a:pt x="852466" y="418584"/>
                  </a:lnTo>
                  <a:lnTo>
                    <a:pt x="883176" y="393660"/>
                  </a:lnTo>
                  <a:lnTo>
                    <a:pt x="896996" y="355349"/>
                  </a:lnTo>
                  <a:lnTo>
                    <a:pt x="911747" y="302673"/>
                  </a:lnTo>
                  <a:lnTo>
                    <a:pt x="920956" y="256890"/>
                  </a:lnTo>
                  <a:lnTo>
                    <a:pt x="923559" y="224204"/>
                  </a:lnTo>
                  <a:lnTo>
                    <a:pt x="923575" y="223867"/>
                  </a:lnTo>
                  <a:lnTo>
                    <a:pt x="925632" y="281766"/>
                  </a:lnTo>
                  <a:lnTo>
                    <a:pt x="930806" y="337110"/>
                  </a:lnTo>
                  <a:lnTo>
                    <a:pt x="943099" y="384516"/>
                  </a:lnTo>
                  <a:lnTo>
                    <a:pt x="970868" y="422698"/>
                  </a:lnTo>
                  <a:lnTo>
                    <a:pt x="987966" y="430282"/>
                  </a:lnTo>
                  <a:lnTo>
                    <a:pt x="995599" y="430074"/>
                  </a:lnTo>
                  <a:lnTo>
                    <a:pt x="1028462" y="394929"/>
                  </a:lnTo>
                  <a:lnTo>
                    <a:pt x="1039775" y="356619"/>
                  </a:lnTo>
                  <a:lnTo>
                    <a:pt x="1044917" y="310595"/>
                  </a:lnTo>
                  <a:lnTo>
                    <a:pt x="1043487" y="287985"/>
                  </a:lnTo>
                  <a:lnTo>
                    <a:pt x="1034070" y="248550"/>
                  </a:lnTo>
                  <a:lnTo>
                    <a:pt x="1012906" y="214562"/>
                  </a:lnTo>
                  <a:lnTo>
                    <a:pt x="974034" y="201209"/>
                  </a:lnTo>
                  <a:lnTo>
                    <a:pt x="965726" y="202607"/>
                  </a:lnTo>
                  <a:lnTo>
                    <a:pt x="1005193" y="220235"/>
                  </a:lnTo>
                  <a:lnTo>
                    <a:pt x="1025634" y="219448"/>
                  </a:lnTo>
                  <a:lnTo>
                    <a:pt x="1066515" y="220090"/>
                  </a:lnTo>
                  <a:lnTo>
                    <a:pt x="1114821" y="235566"/>
                  </a:lnTo>
                  <a:lnTo>
                    <a:pt x="1141207" y="284112"/>
                  </a:lnTo>
                  <a:lnTo>
                    <a:pt x="1147764" y="321908"/>
                  </a:lnTo>
                  <a:lnTo>
                    <a:pt x="1144678" y="366132"/>
                  </a:lnTo>
                  <a:lnTo>
                    <a:pt x="1135422" y="394929"/>
                  </a:lnTo>
                  <a:lnTo>
                    <a:pt x="1134345" y="394061"/>
                  </a:lnTo>
                  <a:lnTo>
                    <a:pt x="1147153" y="333430"/>
                  </a:lnTo>
                  <a:lnTo>
                    <a:pt x="1164572" y="277925"/>
                  </a:lnTo>
                  <a:lnTo>
                    <a:pt x="1181446" y="236578"/>
                  </a:lnTo>
                  <a:lnTo>
                    <a:pt x="1209359" y="205724"/>
                  </a:lnTo>
                  <a:lnTo>
                    <a:pt x="1230040" y="198493"/>
                  </a:lnTo>
                  <a:lnTo>
                    <a:pt x="1235809" y="200871"/>
                  </a:lnTo>
                  <a:lnTo>
                    <a:pt x="1247524" y="239631"/>
                  </a:lnTo>
                  <a:lnTo>
                    <a:pt x="1250224" y="299411"/>
                  </a:lnTo>
                  <a:lnTo>
                    <a:pt x="1250610" y="359961"/>
                  </a:lnTo>
                  <a:lnTo>
                    <a:pt x="1250658" y="380739"/>
                  </a:lnTo>
                  <a:lnTo>
                    <a:pt x="1256588" y="419082"/>
                  </a:lnTo>
                  <a:lnTo>
                    <a:pt x="1279680" y="432291"/>
                  </a:lnTo>
                  <a:lnTo>
                    <a:pt x="1288020" y="430025"/>
                  </a:lnTo>
                  <a:lnTo>
                    <a:pt x="1324659" y="390687"/>
                  </a:lnTo>
                  <a:lnTo>
                    <a:pt x="1333915" y="374729"/>
                  </a:lnTo>
                  <a:lnTo>
                    <a:pt x="1343171" y="357904"/>
                  </a:lnTo>
                </a:path>
              </a:pathLst>
            </a:custGeom>
            <a:ln w="37642">
              <a:solidFill>
                <a:srgbClr val="5E30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318409" y="2035183"/>
              <a:ext cx="191770" cy="19050"/>
            </a:xfrm>
            <a:custGeom>
              <a:avLst/>
              <a:gdLst/>
              <a:ahLst/>
              <a:cxnLst/>
              <a:rect l="l" t="t" r="r" b="b"/>
              <a:pathLst>
                <a:path w="191770" h="19050">
                  <a:moveTo>
                    <a:pt x="0" y="18512"/>
                  </a:moveTo>
                  <a:lnTo>
                    <a:pt x="47823" y="13884"/>
                  </a:lnTo>
                  <a:lnTo>
                    <a:pt x="95647" y="9256"/>
                  </a:lnTo>
                  <a:lnTo>
                    <a:pt x="143470" y="4628"/>
                  </a:lnTo>
                  <a:lnTo>
                    <a:pt x="191294" y="0"/>
                  </a:lnTo>
                </a:path>
              </a:pathLst>
            </a:custGeom>
            <a:ln w="37642">
              <a:solidFill>
                <a:srgbClr val="5E30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583753" y="1954962"/>
              <a:ext cx="6350" cy="12700"/>
            </a:xfrm>
            <a:custGeom>
              <a:avLst/>
              <a:gdLst/>
              <a:ahLst/>
              <a:cxnLst/>
              <a:rect l="l" t="t" r="r" b="b"/>
              <a:pathLst>
                <a:path w="6350" h="12700">
                  <a:moveTo>
                    <a:pt x="0" y="0"/>
                  </a:moveTo>
                  <a:lnTo>
                    <a:pt x="2056" y="4113"/>
                  </a:lnTo>
                  <a:lnTo>
                    <a:pt x="4113" y="8227"/>
                  </a:lnTo>
                  <a:lnTo>
                    <a:pt x="6170" y="12341"/>
                  </a:lnTo>
                </a:path>
              </a:pathLst>
            </a:custGeom>
            <a:ln w="37642">
              <a:solidFill>
                <a:srgbClr val="5E30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" name="object 27"/>
          <p:cNvGrpSpPr/>
          <p:nvPr/>
        </p:nvGrpSpPr>
        <p:grpSpPr>
          <a:xfrm>
            <a:off x="4249888" y="1926885"/>
            <a:ext cx="599440" cy="476250"/>
            <a:chOff x="4249888" y="1926885"/>
            <a:chExt cx="599440" cy="476250"/>
          </a:xfrm>
        </p:grpSpPr>
        <p:sp>
          <p:nvSpPr>
            <p:cNvPr id="28" name="object 28"/>
            <p:cNvSpPr/>
            <p:nvPr/>
          </p:nvSpPr>
          <p:spPr>
            <a:xfrm>
              <a:off x="4268710" y="1945707"/>
              <a:ext cx="167005" cy="438150"/>
            </a:xfrm>
            <a:custGeom>
              <a:avLst/>
              <a:gdLst/>
              <a:ahLst/>
              <a:cxnLst/>
              <a:rect l="l" t="t" r="r" b="b"/>
              <a:pathLst>
                <a:path w="167004" h="438150">
                  <a:moveTo>
                    <a:pt x="111073" y="64793"/>
                  </a:moveTo>
                  <a:lnTo>
                    <a:pt x="128204" y="28121"/>
                  </a:lnTo>
                  <a:lnTo>
                    <a:pt x="112616" y="0"/>
                  </a:lnTo>
                  <a:lnTo>
                    <a:pt x="103328" y="4403"/>
                  </a:lnTo>
                  <a:lnTo>
                    <a:pt x="61579" y="53351"/>
                  </a:lnTo>
                  <a:lnTo>
                    <a:pt x="30853" y="116216"/>
                  </a:lnTo>
                  <a:lnTo>
                    <a:pt x="18223" y="155490"/>
                  </a:lnTo>
                  <a:lnTo>
                    <a:pt x="8484" y="197464"/>
                  </a:lnTo>
                  <a:lnTo>
                    <a:pt x="2217" y="239438"/>
                  </a:lnTo>
                  <a:lnTo>
                    <a:pt x="0" y="278713"/>
                  </a:lnTo>
                  <a:lnTo>
                    <a:pt x="2217" y="313118"/>
                  </a:lnTo>
                  <a:lnTo>
                    <a:pt x="18223" y="367659"/>
                  </a:lnTo>
                  <a:lnTo>
                    <a:pt x="45782" y="406274"/>
                  </a:lnTo>
                  <a:lnTo>
                    <a:pt x="79882" y="430122"/>
                  </a:lnTo>
                  <a:lnTo>
                    <a:pt x="115268" y="437980"/>
                  </a:lnTo>
                  <a:lnTo>
                    <a:pt x="132543" y="436710"/>
                  </a:lnTo>
                  <a:lnTo>
                    <a:pt x="149625" y="433320"/>
                  </a:lnTo>
                  <a:lnTo>
                    <a:pt x="166611" y="428868"/>
                  </a:lnTo>
                </a:path>
              </a:pathLst>
            </a:custGeom>
            <a:ln w="37642">
              <a:solidFill>
                <a:srgbClr val="5E30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460003" y="2048537"/>
              <a:ext cx="167005" cy="234950"/>
            </a:xfrm>
            <a:custGeom>
              <a:avLst/>
              <a:gdLst/>
              <a:ahLst/>
              <a:cxnLst/>
              <a:rect l="l" t="t" r="r" b="b"/>
              <a:pathLst>
                <a:path w="167004" h="234950">
                  <a:moveTo>
                    <a:pt x="141927" y="48353"/>
                  </a:moveTo>
                  <a:lnTo>
                    <a:pt x="139678" y="9995"/>
                  </a:lnTo>
                  <a:lnTo>
                    <a:pt x="129907" y="0"/>
                  </a:lnTo>
                  <a:lnTo>
                    <a:pt x="118273" y="16"/>
                  </a:lnTo>
                  <a:lnTo>
                    <a:pt x="80091" y="13257"/>
                  </a:lnTo>
                  <a:lnTo>
                    <a:pt x="41138" y="38069"/>
                  </a:lnTo>
                  <a:lnTo>
                    <a:pt x="20023" y="81023"/>
                  </a:lnTo>
                  <a:lnTo>
                    <a:pt x="22626" y="94634"/>
                  </a:lnTo>
                  <a:lnTo>
                    <a:pt x="51696" y="128332"/>
                  </a:lnTo>
                  <a:lnTo>
                    <a:pt x="101432" y="149785"/>
                  </a:lnTo>
                  <a:lnTo>
                    <a:pt x="118482" y="155169"/>
                  </a:lnTo>
                  <a:lnTo>
                    <a:pt x="133700" y="160456"/>
                  </a:lnTo>
                  <a:lnTo>
                    <a:pt x="165582" y="185139"/>
                  </a:lnTo>
                  <a:lnTo>
                    <a:pt x="166466" y="192258"/>
                  </a:lnTo>
                  <a:lnTo>
                    <a:pt x="164168" y="199666"/>
                  </a:lnTo>
                  <a:lnTo>
                    <a:pt x="116216" y="228977"/>
                  </a:lnTo>
                  <a:lnTo>
                    <a:pt x="78163" y="234505"/>
                  </a:lnTo>
                  <a:lnTo>
                    <a:pt x="60486" y="231805"/>
                  </a:lnTo>
                  <a:lnTo>
                    <a:pt x="20569" y="209822"/>
                  </a:lnTo>
                  <a:lnTo>
                    <a:pt x="3213" y="185669"/>
                  </a:lnTo>
                  <a:lnTo>
                    <a:pt x="0" y="177940"/>
                  </a:lnTo>
                </a:path>
              </a:pathLst>
            </a:custGeom>
            <a:ln w="37642">
              <a:solidFill>
                <a:srgbClr val="5E30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675980" y="2059095"/>
              <a:ext cx="154940" cy="222250"/>
            </a:xfrm>
            <a:custGeom>
              <a:avLst/>
              <a:gdLst/>
              <a:ahLst/>
              <a:cxnLst/>
              <a:rect l="l" t="t" r="r" b="b"/>
              <a:pathLst>
                <a:path w="154939" h="222250">
                  <a:moveTo>
                    <a:pt x="154269" y="62479"/>
                  </a:moveTo>
                  <a:lnTo>
                    <a:pt x="154269" y="54765"/>
                  </a:lnTo>
                  <a:lnTo>
                    <a:pt x="154269" y="47052"/>
                  </a:lnTo>
                  <a:lnTo>
                    <a:pt x="154269" y="39338"/>
                  </a:lnTo>
                  <a:lnTo>
                    <a:pt x="154269" y="31625"/>
                  </a:lnTo>
                  <a:lnTo>
                    <a:pt x="154092" y="23976"/>
                  </a:lnTo>
                  <a:lnTo>
                    <a:pt x="119172" y="0"/>
                  </a:lnTo>
                  <a:lnTo>
                    <a:pt x="104051" y="2281"/>
                  </a:lnTo>
                  <a:lnTo>
                    <a:pt x="60293" y="35481"/>
                  </a:lnTo>
                  <a:lnTo>
                    <a:pt x="38920" y="79143"/>
                  </a:lnTo>
                  <a:lnTo>
                    <a:pt x="40109" y="89861"/>
                  </a:lnTo>
                  <a:lnTo>
                    <a:pt x="71799" y="123174"/>
                  </a:lnTo>
                  <a:lnTo>
                    <a:pt x="108052" y="149432"/>
                  </a:lnTo>
                  <a:lnTo>
                    <a:pt x="124443" y="161211"/>
                  </a:lnTo>
                  <a:lnTo>
                    <a:pt x="154269" y="193093"/>
                  </a:lnTo>
                  <a:lnTo>
                    <a:pt x="154494" y="200132"/>
                  </a:lnTo>
                  <a:lnTo>
                    <a:pt x="151440" y="206978"/>
                  </a:lnTo>
                  <a:lnTo>
                    <a:pt x="144145" y="213052"/>
                  </a:lnTo>
                  <a:lnTo>
                    <a:pt x="131643" y="217776"/>
                  </a:lnTo>
                  <a:lnTo>
                    <a:pt x="113596" y="220701"/>
                  </a:lnTo>
                  <a:lnTo>
                    <a:pt x="92175" y="221890"/>
                  </a:lnTo>
                  <a:lnTo>
                    <a:pt x="70176" y="221537"/>
                  </a:lnTo>
                  <a:lnTo>
                    <a:pt x="23783" y="212891"/>
                  </a:lnTo>
                  <a:lnTo>
                    <a:pt x="1606" y="176590"/>
                  </a:lnTo>
                  <a:lnTo>
                    <a:pt x="0" y="167382"/>
                  </a:lnTo>
                </a:path>
              </a:pathLst>
            </a:custGeom>
            <a:ln w="37642">
              <a:solidFill>
                <a:srgbClr val="5E30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" name="object 31"/>
          <p:cNvGrpSpPr/>
          <p:nvPr/>
        </p:nvGrpSpPr>
        <p:grpSpPr>
          <a:xfrm>
            <a:off x="4898205" y="2044130"/>
            <a:ext cx="350520" cy="343535"/>
            <a:chOff x="4898205" y="2044130"/>
            <a:chExt cx="350520" cy="343535"/>
          </a:xfrm>
        </p:grpSpPr>
        <p:sp>
          <p:nvSpPr>
            <p:cNvPr id="32" name="object 32"/>
            <p:cNvSpPr/>
            <p:nvPr/>
          </p:nvSpPr>
          <p:spPr>
            <a:xfrm>
              <a:off x="4917027" y="2062951"/>
              <a:ext cx="196850" cy="248920"/>
            </a:xfrm>
            <a:custGeom>
              <a:avLst/>
              <a:gdLst/>
              <a:ahLst/>
              <a:cxnLst/>
              <a:rect l="l" t="t" r="r" b="b"/>
              <a:pathLst>
                <a:path w="196850" h="248919">
                  <a:moveTo>
                    <a:pt x="5784" y="52451"/>
                  </a:moveTo>
                  <a:lnTo>
                    <a:pt x="4258" y="41845"/>
                  </a:lnTo>
                  <a:lnTo>
                    <a:pt x="2828" y="32396"/>
                  </a:lnTo>
                  <a:lnTo>
                    <a:pt x="1590" y="25261"/>
                  </a:lnTo>
                  <a:lnTo>
                    <a:pt x="642" y="21597"/>
                  </a:lnTo>
                  <a:lnTo>
                    <a:pt x="80" y="22577"/>
                  </a:lnTo>
                  <a:lnTo>
                    <a:pt x="0" y="29439"/>
                  </a:lnTo>
                  <a:lnTo>
                    <a:pt x="498" y="43436"/>
                  </a:lnTo>
                  <a:lnTo>
                    <a:pt x="3551" y="96852"/>
                  </a:lnTo>
                  <a:lnTo>
                    <a:pt x="8468" y="168941"/>
                  </a:lnTo>
                  <a:lnTo>
                    <a:pt x="13048" y="223867"/>
                  </a:lnTo>
                  <a:lnTo>
                    <a:pt x="17098" y="248887"/>
                  </a:lnTo>
                  <a:lnTo>
                    <a:pt x="17676" y="245416"/>
                  </a:lnTo>
                  <a:lnTo>
                    <a:pt x="17869" y="235774"/>
                  </a:lnTo>
                  <a:lnTo>
                    <a:pt x="17676" y="218805"/>
                  </a:lnTo>
                  <a:lnTo>
                    <a:pt x="17098" y="193350"/>
                  </a:lnTo>
                  <a:lnTo>
                    <a:pt x="16166" y="159283"/>
                  </a:lnTo>
                  <a:lnTo>
                    <a:pt x="15041" y="120587"/>
                  </a:lnTo>
                  <a:lnTo>
                    <a:pt x="13916" y="82276"/>
                  </a:lnTo>
                  <a:lnTo>
                    <a:pt x="12984" y="49366"/>
                  </a:lnTo>
                  <a:lnTo>
                    <a:pt x="12437" y="25775"/>
                  </a:lnTo>
                  <a:lnTo>
                    <a:pt x="12470" y="11055"/>
                  </a:lnTo>
                  <a:lnTo>
                    <a:pt x="13273" y="3663"/>
                  </a:lnTo>
                  <a:lnTo>
                    <a:pt x="15041" y="2056"/>
                  </a:lnTo>
                  <a:lnTo>
                    <a:pt x="18094" y="5078"/>
                  </a:lnTo>
                  <a:lnTo>
                    <a:pt x="23268" y="13112"/>
                  </a:lnTo>
                  <a:lnTo>
                    <a:pt x="31528" y="26932"/>
                  </a:lnTo>
                  <a:lnTo>
                    <a:pt x="43838" y="47309"/>
                  </a:lnTo>
                  <a:lnTo>
                    <a:pt x="60582" y="74258"/>
                  </a:lnTo>
                  <a:lnTo>
                    <a:pt x="79834" y="104774"/>
                  </a:lnTo>
                  <a:lnTo>
                    <a:pt x="99085" y="135098"/>
                  </a:lnTo>
                  <a:lnTo>
                    <a:pt x="115830" y="161468"/>
                  </a:lnTo>
                  <a:lnTo>
                    <a:pt x="128252" y="181089"/>
                  </a:lnTo>
                  <a:lnTo>
                    <a:pt x="151826" y="213920"/>
                  </a:lnTo>
                  <a:lnTo>
                    <a:pt x="184737" y="238603"/>
                  </a:lnTo>
                  <a:lnTo>
                    <a:pt x="189831" y="237140"/>
                  </a:lnTo>
                  <a:lnTo>
                    <a:pt x="196612" y="176043"/>
                  </a:lnTo>
                  <a:lnTo>
                    <a:pt x="196693" y="147969"/>
                  </a:lnTo>
                  <a:lnTo>
                    <a:pt x="196195" y="119703"/>
                  </a:lnTo>
                  <a:lnTo>
                    <a:pt x="193093" y="75206"/>
                  </a:lnTo>
                  <a:lnTo>
                    <a:pt x="182680" y="37024"/>
                  </a:lnTo>
                  <a:lnTo>
                    <a:pt x="165196" y="0"/>
                  </a:lnTo>
                  <a:lnTo>
                    <a:pt x="163814" y="385"/>
                  </a:lnTo>
                  <a:lnTo>
                    <a:pt x="178952" y="49751"/>
                  </a:lnTo>
                  <a:lnTo>
                    <a:pt x="190908" y="77134"/>
                  </a:lnTo>
                </a:path>
              </a:pathLst>
            </a:custGeom>
            <a:ln w="37642">
              <a:solidFill>
                <a:srgbClr val="5E30E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44649" y="2224111"/>
              <a:ext cx="103979" cy="163115"/>
            </a:xfrm>
            <a:prstGeom prst="rect">
              <a:avLst/>
            </a:prstGeom>
          </p:spPr>
        </p:pic>
      </p:grpSp>
      <p:pic>
        <p:nvPicPr>
          <p:cNvPr id="34" name="object 3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03069" y="2053306"/>
            <a:ext cx="370350" cy="239044"/>
          </a:xfrm>
          <a:prstGeom prst="rect">
            <a:avLst/>
          </a:prstGeom>
        </p:spPr>
      </p:pic>
      <p:grpSp>
        <p:nvGrpSpPr>
          <p:cNvPr id="35" name="object 35"/>
          <p:cNvGrpSpPr/>
          <p:nvPr/>
        </p:nvGrpSpPr>
        <p:grpSpPr>
          <a:xfrm>
            <a:off x="5924866" y="1873405"/>
            <a:ext cx="744855" cy="429259"/>
            <a:chOff x="5924866" y="1873405"/>
            <a:chExt cx="744855" cy="429259"/>
          </a:xfrm>
        </p:grpSpPr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24866" y="2067655"/>
              <a:ext cx="170700" cy="211437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6138196" y="1892226"/>
              <a:ext cx="512445" cy="391795"/>
            </a:xfrm>
            <a:custGeom>
              <a:avLst/>
              <a:gdLst/>
              <a:ahLst/>
              <a:cxnLst/>
              <a:rect l="l" t="t" r="r" b="b"/>
              <a:pathLst>
                <a:path w="512445" h="391794">
                  <a:moveTo>
                    <a:pt x="111331" y="260200"/>
                  </a:moveTo>
                  <a:lnTo>
                    <a:pt x="91597" y="219865"/>
                  </a:lnTo>
                  <a:lnTo>
                    <a:pt x="51680" y="205692"/>
                  </a:lnTo>
                  <a:lnTo>
                    <a:pt x="15668" y="230134"/>
                  </a:lnTo>
                  <a:lnTo>
                    <a:pt x="1992" y="269810"/>
                  </a:lnTo>
                  <a:lnTo>
                    <a:pt x="0" y="293883"/>
                  </a:lnTo>
                  <a:lnTo>
                    <a:pt x="2249" y="317569"/>
                  </a:lnTo>
                  <a:lnTo>
                    <a:pt x="22111" y="354112"/>
                  </a:lnTo>
                  <a:lnTo>
                    <a:pt x="75334" y="365104"/>
                  </a:lnTo>
                  <a:lnTo>
                    <a:pt x="106445" y="339906"/>
                  </a:lnTo>
                  <a:lnTo>
                    <a:pt x="126757" y="293111"/>
                  </a:lnTo>
                  <a:lnTo>
                    <a:pt x="134342" y="231918"/>
                  </a:lnTo>
                  <a:lnTo>
                    <a:pt x="131900" y="167639"/>
                  </a:lnTo>
                  <a:lnTo>
                    <a:pt x="123158" y="111588"/>
                  </a:lnTo>
                  <a:lnTo>
                    <a:pt x="111331" y="70963"/>
                  </a:lnTo>
                  <a:lnTo>
                    <a:pt x="84944" y="125825"/>
                  </a:lnTo>
                  <a:lnTo>
                    <a:pt x="91951" y="202510"/>
                  </a:lnTo>
                  <a:lnTo>
                    <a:pt x="97961" y="240660"/>
                  </a:lnTo>
                  <a:lnTo>
                    <a:pt x="114673" y="303267"/>
                  </a:lnTo>
                  <a:lnTo>
                    <a:pt x="132928" y="346591"/>
                  </a:lnTo>
                  <a:lnTo>
                    <a:pt x="157081" y="377108"/>
                  </a:lnTo>
                  <a:lnTo>
                    <a:pt x="204471" y="356635"/>
                  </a:lnTo>
                  <a:lnTo>
                    <a:pt x="225892" y="319932"/>
                  </a:lnTo>
                  <a:lnTo>
                    <a:pt x="238651" y="273169"/>
                  </a:lnTo>
                  <a:lnTo>
                    <a:pt x="243359" y="231934"/>
                  </a:lnTo>
                  <a:lnTo>
                    <a:pt x="229347" y="270099"/>
                  </a:lnTo>
                  <a:lnTo>
                    <a:pt x="232689" y="314709"/>
                  </a:lnTo>
                  <a:lnTo>
                    <a:pt x="249755" y="364605"/>
                  </a:lnTo>
                  <a:lnTo>
                    <a:pt x="284884" y="387216"/>
                  </a:lnTo>
                  <a:lnTo>
                    <a:pt x="330297" y="375051"/>
                  </a:lnTo>
                  <a:lnTo>
                    <a:pt x="358644" y="342108"/>
                  </a:lnTo>
                  <a:lnTo>
                    <a:pt x="380177" y="285269"/>
                  </a:lnTo>
                  <a:lnTo>
                    <a:pt x="393354" y="210320"/>
                  </a:lnTo>
                  <a:lnTo>
                    <a:pt x="397243" y="170724"/>
                  </a:lnTo>
                  <a:lnTo>
                    <a:pt x="399589" y="132221"/>
                  </a:lnTo>
                  <a:lnTo>
                    <a:pt x="400425" y="64857"/>
                  </a:lnTo>
                  <a:lnTo>
                    <a:pt x="397404" y="20247"/>
                  </a:lnTo>
                  <a:lnTo>
                    <a:pt x="389015" y="0"/>
                  </a:lnTo>
                  <a:lnTo>
                    <a:pt x="385994" y="3117"/>
                  </a:lnTo>
                  <a:lnTo>
                    <a:pt x="380788" y="51423"/>
                  </a:lnTo>
                  <a:lnTo>
                    <a:pt x="383616" y="123415"/>
                  </a:lnTo>
                  <a:lnTo>
                    <a:pt x="386862" y="165678"/>
                  </a:lnTo>
                  <a:lnTo>
                    <a:pt x="391072" y="207749"/>
                  </a:lnTo>
                  <a:lnTo>
                    <a:pt x="396038" y="246782"/>
                  </a:lnTo>
                  <a:lnTo>
                    <a:pt x="407126" y="311736"/>
                  </a:lnTo>
                  <a:lnTo>
                    <a:pt x="417925" y="354996"/>
                  </a:lnTo>
                  <a:lnTo>
                    <a:pt x="440824" y="389031"/>
                  </a:lnTo>
                  <a:lnTo>
                    <a:pt x="448152" y="391201"/>
                  </a:lnTo>
                  <a:lnTo>
                    <a:pt x="456251" y="390863"/>
                  </a:lnTo>
                  <a:lnTo>
                    <a:pt x="492890" y="363432"/>
                  </a:lnTo>
                  <a:lnTo>
                    <a:pt x="510791" y="320366"/>
                  </a:lnTo>
                  <a:lnTo>
                    <a:pt x="512431" y="309567"/>
                  </a:lnTo>
                </a:path>
              </a:pathLst>
            </a:custGeom>
            <a:ln w="37642">
              <a:solidFill>
                <a:srgbClr val="5E30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6490187" y="2041354"/>
              <a:ext cx="135890" cy="24765"/>
            </a:xfrm>
            <a:custGeom>
              <a:avLst/>
              <a:gdLst/>
              <a:ahLst/>
              <a:cxnLst/>
              <a:rect l="l" t="t" r="r" b="b"/>
              <a:pathLst>
                <a:path w="135890" h="24764">
                  <a:moveTo>
                    <a:pt x="0" y="24683"/>
                  </a:moveTo>
                  <a:lnTo>
                    <a:pt x="39081" y="4113"/>
                  </a:lnTo>
                  <a:lnTo>
                    <a:pt x="82019" y="514"/>
                  </a:lnTo>
                  <a:lnTo>
                    <a:pt x="108213" y="64"/>
                  </a:lnTo>
                  <a:lnTo>
                    <a:pt x="135756" y="0"/>
                  </a:lnTo>
                </a:path>
              </a:pathLst>
            </a:custGeom>
            <a:ln w="37642">
              <a:solidFill>
                <a:srgbClr val="5E30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6372942" y="1936451"/>
              <a:ext cx="19050" cy="0"/>
            </a:xfrm>
            <a:custGeom>
              <a:avLst/>
              <a:gdLst/>
              <a:ahLst/>
              <a:cxnLst/>
              <a:rect l="l" t="t" r="r" b="b"/>
              <a:pathLst>
                <a:path w="19050" h="0">
                  <a:moveTo>
                    <a:pt x="0" y="0"/>
                  </a:moveTo>
                  <a:lnTo>
                    <a:pt x="6170" y="0"/>
                  </a:lnTo>
                  <a:lnTo>
                    <a:pt x="12341" y="0"/>
                  </a:lnTo>
                  <a:lnTo>
                    <a:pt x="18512" y="0"/>
                  </a:lnTo>
                </a:path>
              </a:pathLst>
            </a:custGeom>
            <a:ln w="37642">
              <a:solidFill>
                <a:srgbClr val="5E30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0" name="object 40"/>
          <p:cNvGrpSpPr/>
          <p:nvPr/>
        </p:nvGrpSpPr>
        <p:grpSpPr>
          <a:xfrm>
            <a:off x="6777156" y="1857721"/>
            <a:ext cx="1006475" cy="418465"/>
            <a:chOff x="6777156" y="1857721"/>
            <a:chExt cx="1006475" cy="418465"/>
          </a:xfrm>
        </p:grpSpPr>
        <p:pic>
          <p:nvPicPr>
            <p:cNvPr id="41" name="object 4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77156" y="2039710"/>
              <a:ext cx="182318" cy="224421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6997188" y="2057809"/>
              <a:ext cx="381635" cy="200025"/>
            </a:xfrm>
            <a:custGeom>
              <a:avLst/>
              <a:gdLst/>
              <a:ahLst/>
              <a:cxnLst/>
              <a:rect l="l" t="t" r="r" b="b"/>
              <a:pathLst>
                <a:path w="381634" h="200025">
                  <a:moveTo>
                    <a:pt x="128589" y="63764"/>
                  </a:moveTo>
                  <a:lnTo>
                    <a:pt x="88238" y="29777"/>
                  </a:lnTo>
                  <a:lnTo>
                    <a:pt x="44898" y="17692"/>
                  </a:lnTo>
                  <a:lnTo>
                    <a:pt x="15459" y="62093"/>
                  </a:lnTo>
                  <a:lnTo>
                    <a:pt x="2089" y="105931"/>
                  </a:lnTo>
                  <a:lnTo>
                    <a:pt x="0" y="125392"/>
                  </a:lnTo>
                  <a:lnTo>
                    <a:pt x="1574" y="142056"/>
                  </a:lnTo>
                  <a:lnTo>
                    <a:pt x="7006" y="155828"/>
                  </a:lnTo>
                  <a:lnTo>
                    <a:pt x="16487" y="166610"/>
                  </a:lnTo>
                  <a:lnTo>
                    <a:pt x="29937" y="174099"/>
                  </a:lnTo>
                  <a:lnTo>
                    <a:pt x="46184" y="177152"/>
                  </a:lnTo>
                  <a:lnTo>
                    <a:pt x="63780" y="174420"/>
                  </a:lnTo>
                  <a:lnTo>
                    <a:pt x="97398" y="147021"/>
                  </a:lnTo>
                  <a:lnTo>
                    <a:pt x="123078" y="100773"/>
                  </a:lnTo>
                  <a:lnTo>
                    <a:pt x="136962" y="62704"/>
                  </a:lnTo>
                  <a:lnTo>
                    <a:pt x="119350" y="111957"/>
                  </a:lnTo>
                  <a:lnTo>
                    <a:pt x="139131" y="157483"/>
                  </a:lnTo>
                  <a:lnTo>
                    <a:pt x="176092" y="177152"/>
                  </a:lnTo>
                  <a:lnTo>
                    <a:pt x="216009" y="156326"/>
                  </a:lnTo>
                  <a:lnTo>
                    <a:pt x="235292" y="121615"/>
                  </a:lnTo>
                  <a:lnTo>
                    <a:pt x="246863" y="82276"/>
                  </a:lnTo>
                  <a:lnTo>
                    <a:pt x="251057" y="36285"/>
                  </a:lnTo>
                  <a:lnTo>
                    <a:pt x="238635" y="0"/>
                  </a:lnTo>
                  <a:lnTo>
                    <a:pt x="234649" y="1848"/>
                  </a:lnTo>
                  <a:lnTo>
                    <a:pt x="222517" y="38085"/>
                  </a:lnTo>
                  <a:lnTo>
                    <a:pt x="225265" y="77134"/>
                  </a:lnTo>
                  <a:lnTo>
                    <a:pt x="252005" y="104903"/>
                  </a:lnTo>
                  <a:lnTo>
                    <a:pt x="289608" y="97816"/>
                  </a:lnTo>
                  <a:lnTo>
                    <a:pt x="325090" y="67235"/>
                  </a:lnTo>
                  <a:lnTo>
                    <a:pt x="340453" y="37024"/>
                  </a:lnTo>
                  <a:lnTo>
                    <a:pt x="340453" y="38053"/>
                  </a:lnTo>
                  <a:lnTo>
                    <a:pt x="333141" y="92625"/>
                  </a:lnTo>
                  <a:lnTo>
                    <a:pt x="332868" y="113130"/>
                  </a:lnTo>
                  <a:lnTo>
                    <a:pt x="333559" y="133635"/>
                  </a:lnTo>
                  <a:lnTo>
                    <a:pt x="342124" y="178952"/>
                  </a:lnTo>
                  <a:lnTo>
                    <a:pt x="373910" y="199425"/>
                  </a:lnTo>
                  <a:lnTo>
                    <a:pt x="381591" y="199521"/>
                  </a:lnTo>
                </a:path>
              </a:pathLst>
            </a:custGeom>
            <a:ln w="37642">
              <a:solidFill>
                <a:srgbClr val="5E30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7444295" y="1876542"/>
              <a:ext cx="320675" cy="381000"/>
            </a:xfrm>
            <a:custGeom>
              <a:avLst/>
              <a:gdLst/>
              <a:ahLst/>
              <a:cxnLst/>
              <a:rect l="l" t="t" r="r" b="b"/>
              <a:pathLst>
                <a:path w="320675" h="381000">
                  <a:moveTo>
                    <a:pt x="138119" y="245031"/>
                  </a:moveTo>
                  <a:lnTo>
                    <a:pt x="119173" y="202655"/>
                  </a:lnTo>
                  <a:lnTo>
                    <a:pt x="75383" y="187437"/>
                  </a:lnTo>
                  <a:lnTo>
                    <a:pt x="30837" y="222437"/>
                  </a:lnTo>
                  <a:lnTo>
                    <a:pt x="8002" y="262225"/>
                  </a:lnTo>
                  <a:lnTo>
                    <a:pt x="0" y="307156"/>
                  </a:lnTo>
                  <a:lnTo>
                    <a:pt x="2362" y="327308"/>
                  </a:lnTo>
                  <a:lnTo>
                    <a:pt x="32300" y="365923"/>
                  </a:lnTo>
                  <a:lnTo>
                    <a:pt x="61354" y="373653"/>
                  </a:lnTo>
                  <a:lnTo>
                    <a:pt x="76025" y="372303"/>
                  </a:lnTo>
                  <a:lnTo>
                    <a:pt x="114705" y="347266"/>
                  </a:lnTo>
                  <a:lnTo>
                    <a:pt x="132799" y="309149"/>
                  </a:lnTo>
                  <a:lnTo>
                    <a:pt x="143631" y="246332"/>
                  </a:lnTo>
                  <a:lnTo>
                    <a:pt x="146475" y="207877"/>
                  </a:lnTo>
                  <a:lnTo>
                    <a:pt x="147970" y="169230"/>
                  </a:lnTo>
                  <a:lnTo>
                    <a:pt x="148034" y="104790"/>
                  </a:lnTo>
                  <a:lnTo>
                    <a:pt x="145366" y="61498"/>
                  </a:lnTo>
                  <a:lnTo>
                    <a:pt x="137862" y="15812"/>
                  </a:lnTo>
                  <a:lnTo>
                    <a:pt x="126886" y="0"/>
                  </a:lnTo>
                  <a:lnTo>
                    <a:pt x="122563" y="5913"/>
                  </a:lnTo>
                  <a:lnTo>
                    <a:pt x="108952" y="67910"/>
                  </a:lnTo>
                  <a:lnTo>
                    <a:pt x="103457" y="142024"/>
                  </a:lnTo>
                  <a:lnTo>
                    <a:pt x="104180" y="183323"/>
                  </a:lnTo>
                  <a:lnTo>
                    <a:pt x="108053" y="224606"/>
                  </a:lnTo>
                  <a:lnTo>
                    <a:pt x="114336" y="263672"/>
                  </a:lnTo>
                  <a:lnTo>
                    <a:pt x="129891" y="326279"/>
                  </a:lnTo>
                  <a:lnTo>
                    <a:pt x="150862" y="366341"/>
                  </a:lnTo>
                  <a:lnTo>
                    <a:pt x="191358" y="366405"/>
                  </a:lnTo>
                  <a:lnTo>
                    <a:pt x="213197" y="330393"/>
                  </a:lnTo>
                  <a:lnTo>
                    <a:pt x="236466" y="278841"/>
                  </a:lnTo>
                  <a:lnTo>
                    <a:pt x="257420" y="226518"/>
                  </a:lnTo>
                  <a:lnTo>
                    <a:pt x="264620" y="187437"/>
                  </a:lnTo>
                  <a:lnTo>
                    <a:pt x="250623" y="227611"/>
                  </a:lnTo>
                  <a:lnTo>
                    <a:pt x="257420" y="277941"/>
                  </a:lnTo>
                  <a:lnTo>
                    <a:pt x="274647" y="315095"/>
                  </a:lnTo>
                  <a:lnTo>
                    <a:pt x="296502" y="346848"/>
                  </a:lnTo>
                  <a:lnTo>
                    <a:pt x="314886" y="366775"/>
                  </a:lnTo>
                  <a:lnTo>
                    <a:pt x="319787" y="372737"/>
                  </a:lnTo>
                  <a:lnTo>
                    <a:pt x="284161" y="380788"/>
                  </a:lnTo>
                  <a:lnTo>
                    <a:pt x="274101" y="380723"/>
                  </a:lnTo>
                  <a:lnTo>
                    <a:pt x="235341" y="362211"/>
                  </a:lnTo>
                  <a:lnTo>
                    <a:pt x="230680" y="356105"/>
                  </a:lnTo>
                </a:path>
              </a:pathLst>
            </a:custGeom>
            <a:ln w="37642">
              <a:solidFill>
                <a:srgbClr val="5E30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/>
          <p:nvPr/>
        </p:nvSpPr>
        <p:spPr>
          <a:xfrm>
            <a:off x="7847758" y="1919995"/>
            <a:ext cx="137795" cy="427990"/>
          </a:xfrm>
          <a:custGeom>
            <a:avLst/>
            <a:gdLst/>
            <a:ahLst/>
            <a:cxnLst/>
            <a:rect l="l" t="t" r="r" b="b"/>
            <a:pathLst>
              <a:path w="137795" h="427989">
                <a:moveTo>
                  <a:pt x="0" y="34967"/>
                </a:moveTo>
                <a:lnTo>
                  <a:pt x="96" y="22851"/>
                </a:lnTo>
                <a:lnTo>
                  <a:pt x="771" y="12084"/>
                </a:lnTo>
                <a:lnTo>
                  <a:pt x="2603" y="4017"/>
                </a:lnTo>
                <a:lnTo>
                  <a:pt x="6170" y="0"/>
                </a:lnTo>
                <a:lnTo>
                  <a:pt x="12004" y="1253"/>
                </a:lnTo>
                <a:lnTo>
                  <a:pt x="46280" y="43195"/>
                </a:lnTo>
                <a:lnTo>
                  <a:pt x="82919" y="105031"/>
                </a:lnTo>
                <a:lnTo>
                  <a:pt x="101383" y="141975"/>
                </a:lnTo>
                <a:lnTo>
                  <a:pt x="117244" y="179980"/>
                </a:lnTo>
                <a:lnTo>
                  <a:pt x="128782" y="217085"/>
                </a:lnTo>
                <a:lnTo>
                  <a:pt x="137203" y="285125"/>
                </a:lnTo>
                <a:lnTo>
                  <a:pt x="133700" y="314709"/>
                </a:lnTo>
                <a:lnTo>
                  <a:pt x="112616" y="362790"/>
                </a:lnTo>
                <a:lnTo>
                  <a:pt x="82277" y="396986"/>
                </a:lnTo>
                <a:lnTo>
                  <a:pt x="40769" y="424754"/>
                </a:lnTo>
                <a:lnTo>
                  <a:pt x="20682" y="427968"/>
                </a:lnTo>
                <a:lnTo>
                  <a:pt x="12984" y="425783"/>
                </a:lnTo>
                <a:lnTo>
                  <a:pt x="6251" y="422055"/>
                </a:lnTo>
                <a:lnTo>
                  <a:pt x="0" y="417555"/>
                </a:lnTo>
              </a:path>
            </a:pathLst>
          </a:custGeom>
          <a:ln w="37642">
            <a:solidFill>
              <a:srgbClr val="5E30EB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5" name="object 45"/>
          <p:cNvGrpSpPr/>
          <p:nvPr/>
        </p:nvGrpSpPr>
        <p:grpSpPr>
          <a:xfrm>
            <a:off x="3250801" y="2666349"/>
            <a:ext cx="913765" cy="489584"/>
            <a:chOff x="3250801" y="2666349"/>
            <a:chExt cx="913765" cy="489584"/>
          </a:xfrm>
        </p:grpSpPr>
        <p:sp>
          <p:nvSpPr>
            <p:cNvPr id="46" name="object 46"/>
            <p:cNvSpPr/>
            <p:nvPr/>
          </p:nvSpPr>
          <p:spPr>
            <a:xfrm>
              <a:off x="3269622" y="2685170"/>
              <a:ext cx="252729" cy="452120"/>
            </a:xfrm>
            <a:custGeom>
              <a:avLst/>
              <a:gdLst/>
              <a:ahLst/>
              <a:cxnLst/>
              <a:rect l="l" t="t" r="r" b="b"/>
              <a:pathLst>
                <a:path w="252729" h="452119">
                  <a:moveTo>
                    <a:pt x="153690" y="318823"/>
                  </a:moveTo>
                  <a:lnTo>
                    <a:pt x="130550" y="276013"/>
                  </a:lnTo>
                  <a:lnTo>
                    <a:pt x="95791" y="253194"/>
                  </a:lnTo>
                  <a:lnTo>
                    <a:pt x="49173" y="277813"/>
                  </a:lnTo>
                  <a:lnTo>
                    <a:pt x="17933" y="311624"/>
                  </a:lnTo>
                  <a:lnTo>
                    <a:pt x="1992" y="352634"/>
                  </a:lnTo>
                  <a:lnTo>
                    <a:pt x="0" y="373380"/>
                  </a:lnTo>
                  <a:lnTo>
                    <a:pt x="1478" y="392872"/>
                  </a:lnTo>
                  <a:lnTo>
                    <a:pt x="23750" y="436694"/>
                  </a:lnTo>
                  <a:lnTo>
                    <a:pt x="67814" y="451494"/>
                  </a:lnTo>
                  <a:lnTo>
                    <a:pt x="85040" y="447927"/>
                  </a:lnTo>
                  <a:lnTo>
                    <a:pt x="118771" y="424754"/>
                  </a:lnTo>
                  <a:lnTo>
                    <a:pt x="147536" y="380145"/>
                  </a:lnTo>
                  <a:lnTo>
                    <a:pt x="167542" y="317087"/>
                  </a:lnTo>
                  <a:lnTo>
                    <a:pt x="177634" y="240210"/>
                  </a:lnTo>
                  <a:lnTo>
                    <a:pt x="179402" y="198493"/>
                  </a:lnTo>
                  <a:lnTo>
                    <a:pt x="179273" y="155924"/>
                  </a:lnTo>
                  <a:lnTo>
                    <a:pt x="177602" y="114802"/>
                  </a:lnTo>
                  <a:lnTo>
                    <a:pt x="171174" y="47309"/>
                  </a:lnTo>
                  <a:lnTo>
                    <a:pt x="157869" y="3342"/>
                  </a:lnTo>
                  <a:lnTo>
                    <a:pt x="152662" y="0"/>
                  </a:lnTo>
                  <a:lnTo>
                    <a:pt x="147086" y="128"/>
                  </a:lnTo>
                  <a:lnTo>
                    <a:pt x="122965" y="46698"/>
                  </a:lnTo>
                  <a:lnTo>
                    <a:pt x="113966" y="102814"/>
                  </a:lnTo>
                  <a:lnTo>
                    <a:pt x="114078" y="176429"/>
                  </a:lnTo>
                  <a:lnTo>
                    <a:pt x="118594" y="216876"/>
                  </a:lnTo>
                  <a:lnTo>
                    <a:pt x="126002" y="257131"/>
                  </a:lnTo>
                  <a:lnTo>
                    <a:pt x="136206" y="295168"/>
                  </a:lnTo>
                  <a:lnTo>
                    <a:pt x="163204" y="358804"/>
                  </a:lnTo>
                  <a:lnTo>
                    <a:pt x="191743" y="403157"/>
                  </a:lnTo>
                  <a:lnTo>
                    <a:pt x="223272" y="432371"/>
                  </a:lnTo>
                  <a:lnTo>
                    <a:pt x="247746" y="423597"/>
                  </a:lnTo>
                  <a:lnTo>
                    <a:pt x="252423" y="417555"/>
                  </a:lnTo>
                </a:path>
              </a:pathLst>
            </a:custGeom>
            <a:ln w="37642">
              <a:solidFill>
                <a:srgbClr val="5E30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3552771" y="2749964"/>
              <a:ext cx="593090" cy="382270"/>
            </a:xfrm>
            <a:custGeom>
              <a:avLst/>
              <a:gdLst/>
              <a:ahLst/>
              <a:cxnLst/>
              <a:rect l="l" t="t" r="r" b="b"/>
              <a:pathLst>
                <a:path w="593089" h="382269">
                  <a:moveTo>
                    <a:pt x="142056" y="260200"/>
                  </a:moveTo>
                  <a:lnTo>
                    <a:pt x="121374" y="212763"/>
                  </a:lnTo>
                  <a:lnTo>
                    <a:pt x="88833" y="186023"/>
                  </a:lnTo>
                  <a:lnTo>
                    <a:pt x="46120" y="198846"/>
                  </a:lnTo>
                  <a:lnTo>
                    <a:pt x="19444" y="230021"/>
                  </a:lnTo>
                  <a:lnTo>
                    <a:pt x="2715" y="268251"/>
                  </a:lnTo>
                  <a:lnTo>
                    <a:pt x="0" y="287326"/>
                  </a:lnTo>
                  <a:lnTo>
                    <a:pt x="1719" y="305437"/>
                  </a:lnTo>
                  <a:lnTo>
                    <a:pt x="35610" y="346463"/>
                  </a:lnTo>
                  <a:lnTo>
                    <a:pt x="90118" y="344550"/>
                  </a:lnTo>
                  <a:lnTo>
                    <a:pt x="120715" y="316300"/>
                  </a:lnTo>
                  <a:lnTo>
                    <a:pt x="139228" y="282730"/>
                  </a:lnTo>
                  <a:lnTo>
                    <a:pt x="146170" y="239631"/>
                  </a:lnTo>
                  <a:lnTo>
                    <a:pt x="139999" y="282184"/>
                  </a:lnTo>
                  <a:lnTo>
                    <a:pt x="148227" y="321908"/>
                  </a:lnTo>
                  <a:lnTo>
                    <a:pt x="175851" y="364862"/>
                  </a:lnTo>
                  <a:lnTo>
                    <a:pt x="201916" y="375468"/>
                  </a:lnTo>
                  <a:lnTo>
                    <a:pt x="215977" y="373717"/>
                  </a:lnTo>
                  <a:lnTo>
                    <a:pt x="254319" y="332450"/>
                  </a:lnTo>
                  <a:lnTo>
                    <a:pt x="270325" y="274085"/>
                  </a:lnTo>
                  <a:lnTo>
                    <a:pt x="273699" y="237574"/>
                  </a:lnTo>
                  <a:lnTo>
                    <a:pt x="273506" y="197625"/>
                  </a:lnTo>
                  <a:lnTo>
                    <a:pt x="270614" y="157097"/>
                  </a:lnTo>
                  <a:lnTo>
                    <a:pt x="261358" y="87419"/>
                  </a:lnTo>
                  <a:lnTo>
                    <a:pt x="253516" y="47309"/>
                  </a:lnTo>
                  <a:lnTo>
                    <a:pt x="247988" y="25711"/>
                  </a:lnTo>
                  <a:lnTo>
                    <a:pt x="245850" y="16632"/>
                  </a:lnTo>
                  <a:lnTo>
                    <a:pt x="244002" y="8613"/>
                  </a:lnTo>
                  <a:lnTo>
                    <a:pt x="242347" y="2715"/>
                  </a:lnTo>
                  <a:lnTo>
                    <a:pt x="240788" y="0"/>
                  </a:lnTo>
                  <a:lnTo>
                    <a:pt x="239294" y="1558"/>
                  </a:lnTo>
                  <a:lnTo>
                    <a:pt x="238088" y="8613"/>
                  </a:lnTo>
                  <a:lnTo>
                    <a:pt x="237462" y="22417"/>
                  </a:lnTo>
                  <a:lnTo>
                    <a:pt x="237703" y="44223"/>
                  </a:lnTo>
                  <a:lnTo>
                    <a:pt x="241560" y="111073"/>
                  </a:lnTo>
                  <a:lnTo>
                    <a:pt x="245224" y="150669"/>
                  </a:lnTo>
                  <a:lnTo>
                    <a:pt x="250044" y="190265"/>
                  </a:lnTo>
                  <a:lnTo>
                    <a:pt x="262515" y="260200"/>
                  </a:lnTo>
                  <a:lnTo>
                    <a:pt x="275756" y="311623"/>
                  </a:lnTo>
                  <a:lnTo>
                    <a:pt x="291665" y="350528"/>
                  </a:lnTo>
                  <a:lnTo>
                    <a:pt x="316894" y="379502"/>
                  </a:lnTo>
                  <a:lnTo>
                    <a:pt x="323435" y="381671"/>
                  </a:lnTo>
                  <a:lnTo>
                    <a:pt x="330650" y="381430"/>
                  </a:lnTo>
                  <a:lnTo>
                    <a:pt x="363946" y="341320"/>
                  </a:lnTo>
                  <a:lnTo>
                    <a:pt x="379631" y="299282"/>
                  </a:lnTo>
                  <a:lnTo>
                    <a:pt x="391586" y="251973"/>
                  </a:lnTo>
                  <a:lnTo>
                    <a:pt x="396552" y="229861"/>
                  </a:lnTo>
                  <a:lnTo>
                    <a:pt x="401228" y="210834"/>
                  </a:lnTo>
                  <a:lnTo>
                    <a:pt x="422826" y="172781"/>
                  </a:lnTo>
                  <a:lnTo>
                    <a:pt x="438767" y="169181"/>
                  </a:lnTo>
                  <a:lnTo>
                    <a:pt x="447991" y="170756"/>
                  </a:lnTo>
                  <a:lnTo>
                    <a:pt x="487442" y="199280"/>
                  </a:lnTo>
                  <a:lnTo>
                    <a:pt x="510310" y="230471"/>
                  </a:lnTo>
                  <a:lnTo>
                    <a:pt x="510245" y="233460"/>
                  </a:lnTo>
                  <a:lnTo>
                    <a:pt x="507240" y="233509"/>
                  </a:lnTo>
                  <a:lnTo>
                    <a:pt x="501632" y="230761"/>
                  </a:lnTo>
                  <a:lnTo>
                    <a:pt x="493902" y="225506"/>
                  </a:lnTo>
                  <a:lnTo>
                    <a:pt x="484534" y="218033"/>
                  </a:lnTo>
                  <a:lnTo>
                    <a:pt x="474024" y="208777"/>
                  </a:lnTo>
                  <a:lnTo>
                    <a:pt x="462936" y="198750"/>
                  </a:lnTo>
                  <a:lnTo>
                    <a:pt x="451848" y="189108"/>
                  </a:lnTo>
                  <a:lnTo>
                    <a:pt x="441338" y="181009"/>
                  </a:lnTo>
                  <a:lnTo>
                    <a:pt x="431873" y="175384"/>
                  </a:lnTo>
                  <a:lnTo>
                    <a:pt x="423469" y="172267"/>
                  </a:lnTo>
                  <a:lnTo>
                    <a:pt x="416029" y="171463"/>
                  </a:lnTo>
                  <a:lnTo>
                    <a:pt x="409456" y="172781"/>
                  </a:lnTo>
                  <a:lnTo>
                    <a:pt x="390301" y="224108"/>
                  </a:lnTo>
                  <a:lnTo>
                    <a:pt x="390172" y="245802"/>
                  </a:lnTo>
                  <a:lnTo>
                    <a:pt x="391972" y="269039"/>
                  </a:lnTo>
                  <a:lnTo>
                    <a:pt x="402691" y="313391"/>
                  </a:lnTo>
                  <a:lnTo>
                    <a:pt x="420528" y="347909"/>
                  </a:lnTo>
                  <a:lnTo>
                    <a:pt x="454757" y="373990"/>
                  </a:lnTo>
                  <a:lnTo>
                    <a:pt x="461908" y="373331"/>
                  </a:lnTo>
                  <a:lnTo>
                    <a:pt x="489676" y="345563"/>
                  </a:lnTo>
                  <a:lnTo>
                    <a:pt x="505746" y="309052"/>
                  </a:lnTo>
                  <a:lnTo>
                    <a:pt x="519502" y="269456"/>
                  </a:lnTo>
                  <a:lnTo>
                    <a:pt x="528324" y="228816"/>
                  </a:lnTo>
                  <a:lnTo>
                    <a:pt x="509731" y="281798"/>
                  </a:lnTo>
                  <a:lnTo>
                    <a:pt x="509217" y="327050"/>
                  </a:lnTo>
                  <a:lnTo>
                    <a:pt x="528758" y="367160"/>
                  </a:lnTo>
                  <a:lnTo>
                    <a:pt x="574171" y="358772"/>
                  </a:lnTo>
                  <a:lnTo>
                    <a:pt x="592522" y="352762"/>
                  </a:lnTo>
                </a:path>
              </a:pathLst>
            </a:custGeom>
            <a:ln w="37642">
              <a:solidFill>
                <a:srgbClr val="5E30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3755507" y="2855895"/>
              <a:ext cx="180340" cy="24765"/>
            </a:xfrm>
            <a:custGeom>
              <a:avLst/>
              <a:gdLst/>
              <a:ahLst/>
              <a:cxnLst/>
              <a:rect l="l" t="t" r="r" b="b"/>
              <a:pathLst>
                <a:path w="180339" h="24764">
                  <a:moveTo>
                    <a:pt x="25711" y="24683"/>
                  </a:moveTo>
                  <a:lnTo>
                    <a:pt x="16632" y="21629"/>
                  </a:lnTo>
                  <a:lnTo>
                    <a:pt x="8613" y="18769"/>
                  </a:lnTo>
                  <a:lnTo>
                    <a:pt x="2715" y="16294"/>
                  </a:lnTo>
                  <a:lnTo>
                    <a:pt x="0" y="14398"/>
                  </a:lnTo>
                  <a:lnTo>
                    <a:pt x="1510" y="13177"/>
                  </a:lnTo>
                  <a:lnTo>
                    <a:pt x="8227" y="12341"/>
                  </a:lnTo>
                  <a:lnTo>
                    <a:pt x="21115" y="11505"/>
                  </a:lnTo>
                  <a:lnTo>
                    <a:pt x="41138" y="10284"/>
                  </a:lnTo>
                  <a:lnTo>
                    <a:pt x="68762" y="8388"/>
                  </a:lnTo>
                  <a:lnTo>
                    <a:pt x="102460" y="5913"/>
                  </a:lnTo>
                  <a:lnTo>
                    <a:pt x="140208" y="3053"/>
                  </a:lnTo>
                  <a:lnTo>
                    <a:pt x="179980" y="0"/>
                  </a:lnTo>
                </a:path>
              </a:pathLst>
            </a:custGeom>
            <a:ln w="37642">
              <a:solidFill>
                <a:srgbClr val="5E30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9" name="object 49"/>
          <p:cNvGrpSpPr/>
          <p:nvPr/>
        </p:nvGrpSpPr>
        <p:grpSpPr>
          <a:xfrm>
            <a:off x="4371632" y="2694118"/>
            <a:ext cx="1224280" cy="421640"/>
            <a:chOff x="4371632" y="2694118"/>
            <a:chExt cx="1224280" cy="421640"/>
          </a:xfrm>
        </p:grpSpPr>
        <p:sp>
          <p:nvSpPr>
            <p:cNvPr id="50" name="object 50"/>
            <p:cNvSpPr/>
            <p:nvPr/>
          </p:nvSpPr>
          <p:spPr>
            <a:xfrm>
              <a:off x="4390453" y="2874569"/>
              <a:ext cx="384810" cy="222250"/>
            </a:xfrm>
            <a:custGeom>
              <a:avLst/>
              <a:gdLst/>
              <a:ahLst/>
              <a:cxnLst/>
              <a:rect l="l" t="t" r="r" b="b"/>
              <a:pathLst>
                <a:path w="384810" h="222250">
                  <a:moveTo>
                    <a:pt x="1671" y="80059"/>
                  </a:moveTo>
                  <a:lnTo>
                    <a:pt x="305" y="72281"/>
                  </a:lnTo>
                  <a:lnTo>
                    <a:pt x="0" y="64118"/>
                  </a:lnTo>
                  <a:lnTo>
                    <a:pt x="1815" y="55183"/>
                  </a:lnTo>
                  <a:lnTo>
                    <a:pt x="27254" y="22208"/>
                  </a:lnTo>
                  <a:lnTo>
                    <a:pt x="64728" y="0"/>
                  </a:lnTo>
                  <a:lnTo>
                    <a:pt x="75206" y="1639"/>
                  </a:lnTo>
                  <a:lnTo>
                    <a:pt x="103344" y="56372"/>
                  </a:lnTo>
                  <a:lnTo>
                    <a:pt x="118096" y="124958"/>
                  </a:lnTo>
                  <a:lnTo>
                    <a:pt x="122772" y="179836"/>
                  </a:lnTo>
                  <a:lnTo>
                    <a:pt x="131771" y="117212"/>
                  </a:lnTo>
                  <a:lnTo>
                    <a:pt x="147712" y="66689"/>
                  </a:lnTo>
                  <a:lnTo>
                    <a:pt x="169117" y="28507"/>
                  </a:lnTo>
                  <a:lnTo>
                    <a:pt x="211477" y="28636"/>
                  </a:lnTo>
                  <a:lnTo>
                    <a:pt x="237076" y="68264"/>
                  </a:lnTo>
                  <a:lnTo>
                    <a:pt x="247843" y="111089"/>
                  </a:lnTo>
                  <a:lnTo>
                    <a:pt x="252182" y="157852"/>
                  </a:lnTo>
                  <a:lnTo>
                    <a:pt x="251458" y="203474"/>
                  </a:lnTo>
                  <a:lnTo>
                    <a:pt x="256392" y="144370"/>
                  </a:lnTo>
                  <a:lnTo>
                    <a:pt x="266644" y="90697"/>
                  </a:lnTo>
                  <a:lnTo>
                    <a:pt x="277427" y="50876"/>
                  </a:lnTo>
                  <a:lnTo>
                    <a:pt x="310209" y="19380"/>
                  </a:lnTo>
                  <a:lnTo>
                    <a:pt x="343425" y="39467"/>
                  </a:lnTo>
                  <a:lnTo>
                    <a:pt x="355751" y="82276"/>
                  </a:lnTo>
                  <a:lnTo>
                    <a:pt x="368671" y="140449"/>
                  </a:lnTo>
                  <a:lnTo>
                    <a:pt x="377895" y="186408"/>
                  </a:lnTo>
                  <a:lnTo>
                    <a:pt x="382652" y="212441"/>
                  </a:lnTo>
                  <a:lnTo>
                    <a:pt x="384259" y="221987"/>
                  </a:lnTo>
                </a:path>
              </a:pathLst>
            </a:custGeom>
            <a:ln w="37642">
              <a:solidFill>
                <a:srgbClr val="5E30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4854402" y="2890863"/>
              <a:ext cx="340360" cy="203835"/>
            </a:xfrm>
            <a:custGeom>
              <a:avLst/>
              <a:gdLst/>
              <a:ahLst/>
              <a:cxnLst/>
              <a:rect l="l" t="t" r="r" b="b"/>
              <a:pathLst>
                <a:path w="340360" h="203835">
                  <a:moveTo>
                    <a:pt x="154799" y="94618"/>
                  </a:moveTo>
                  <a:lnTo>
                    <a:pt x="142072" y="42118"/>
                  </a:lnTo>
                  <a:lnTo>
                    <a:pt x="110190" y="8227"/>
                  </a:lnTo>
                  <a:lnTo>
                    <a:pt x="94747" y="4917"/>
                  </a:lnTo>
                  <a:lnTo>
                    <a:pt x="77665" y="7199"/>
                  </a:lnTo>
                  <a:lnTo>
                    <a:pt x="41797" y="29182"/>
                  </a:lnTo>
                  <a:lnTo>
                    <a:pt x="12871" y="65821"/>
                  </a:lnTo>
                  <a:lnTo>
                    <a:pt x="144" y="106574"/>
                  </a:lnTo>
                  <a:lnTo>
                    <a:pt x="0" y="126420"/>
                  </a:lnTo>
                  <a:lnTo>
                    <a:pt x="3615" y="145013"/>
                  </a:lnTo>
                  <a:lnTo>
                    <a:pt x="34132" y="185219"/>
                  </a:lnTo>
                  <a:lnTo>
                    <a:pt x="86664" y="184094"/>
                  </a:lnTo>
                  <a:lnTo>
                    <a:pt x="121888" y="159411"/>
                  </a:lnTo>
                  <a:lnTo>
                    <a:pt x="146829" y="122258"/>
                  </a:lnTo>
                  <a:lnTo>
                    <a:pt x="160970" y="84333"/>
                  </a:lnTo>
                  <a:lnTo>
                    <a:pt x="166177" y="44706"/>
                  </a:lnTo>
                  <a:lnTo>
                    <a:pt x="156085" y="86005"/>
                  </a:lnTo>
                  <a:lnTo>
                    <a:pt x="168169" y="130614"/>
                  </a:lnTo>
                  <a:lnTo>
                    <a:pt x="189124" y="166225"/>
                  </a:lnTo>
                  <a:lnTo>
                    <a:pt x="222517" y="190940"/>
                  </a:lnTo>
                  <a:lnTo>
                    <a:pt x="231677" y="189494"/>
                  </a:lnTo>
                  <a:lnTo>
                    <a:pt x="258915" y="148725"/>
                  </a:lnTo>
                  <a:lnTo>
                    <a:pt x="276752" y="99969"/>
                  </a:lnTo>
                  <a:lnTo>
                    <a:pt x="287519" y="58638"/>
                  </a:lnTo>
                  <a:lnTo>
                    <a:pt x="290556" y="22626"/>
                  </a:lnTo>
                  <a:lnTo>
                    <a:pt x="290556" y="10284"/>
                  </a:lnTo>
                  <a:lnTo>
                    <a:pt x="290556" y="0"/>
                  </a:lnTo>
                  <a:lnTo>
                    <a:pt x="289528" y="1028"/>
                  </a:lnTo>
                  <a:lnTo>
                    <a:pt x="288692" y="4001"/>
                  </a:lnTo>
                  <a:lnTo>
                    <a:pt x="288242" y="11698"/>
                  </a:lnTo>
                  <a:lnTo>
                    <a:pt x="288949" y="24602"/>
                  </a:lnTo>
                  <a:lnTo>
                    <a:pt x="296663" y="67364"/>
                  </a:lnTo>
                  <a:lnTo>
                    <a:pt x="311833" y="121872"/>
                  </a:lnTo>
                  <a:lnTo>
                    <a:pt x="328497" y="164730"/>
                  </a:lnTo>
                  <a:lnTo>
                    <a:pt x="335166" y="178309"/>
                  </a:lnTo>
                  <a:lnTo>
                    <a:pt x="339328" y="187839"/>
                  </a:lnTo>
                  <a:lnTo>
                    <a:pt x="311125" y="203635"/>
                  </a:lnTo>
                  <a:lnTo>
                    <a:pt x="302223" y="203281"/>
                  </a:lnTo>
                  <a:lnTo>
                    <a:pt x="293899" y="202349"/>
                  </a:lnTo>
                  <a:lnTo>
                    <a:pt x="285960" y="201032"/>
                  </a:lnTo>
                  <a:lnTo>
                    <a:pt x="278215" y="199521"/>
                  </a:lnTo>
                </a:path>
              </a:pathLst>
            </a:custGeom>
            <a:ln w="37642">
              <a:solidFill>
                <a:srgbClr val="5E30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5275027" y="2712940"/>
              <a:ext cx="197485" cy="366395"/>
            </a:xfrm>
            <a:custGeom>
              <a:avLst/>
              <a:gdLst/>
              <a:ahLst/>
              <a:cxnLst/>
              <a:rect l="l" t="t" r="r" b="b"/>
              <a:pathLst>
                <a:path w="197485" h="366394">
                  <a:moveTo>
                    <a:pt x="18030" y="56565"/>
                  </a:moveTo>
                  <a:lnTo>
                    <a:pt x="4595" y="16198"/>
                  </a:lnTo>
                  <a:lnTo>
                    <a:pt x="2860" y="8484"/>
                  </a:lnTo>
                  <a:lnTo>
                    <a:pt x="1510" y="2699"/>
                  </a:lnTo>
                  <a:lnTo>
                    <a:pt x="546" y="0"/>
                  </a:lnTo>
                  <a:lnTo>
                    <a:pt x="0" y="1687"/>
                  </a:lnTo>
                  <a:lnTo>
                    <a:pt x="32" y="9641"/>
                  </a:lnTo>
                  <a:lnTo>
                    <a:pt x="2603" y="52451"/>
                  </a:lnTo>
                  <a:lnTo>
                    <a:pt x="9159" y="134985"/>
                  </a:lnTo>
                  <a:lnTo>
                    <a:pt x="13450" y="181748"/>
                  </a:lnTo>
                  <a:lnTo>
                    <a:pt x="18030" y="225233"/>
                  </a:lnTo>
                  <a:lnTo>
                    <a:pt x="27157" y="290154"/>
                  </a:lnTo>
                  <a:lnTo>
                    <a:pt x="35514" y="331164"/>
                  </a:lnTo>
                  <a:lnTo>
                    <a:pt x="45798" y="366132"/>
                  </a:lnTo>
                  <a:lnTo>
                    <a:pt x="46023" y="364718"/>
                  </a:lnTo>
                  <a:lnTo>
                    <a:pt x="45284" y="358676"/>
                  </a:lnTo>
                  <a:lnTo>
                    <a:pt x="43773" y="347620"/>
                  </a:lnTo>
                  <a:lnTo>
                    <a:pt x="41684" y="331164"/>
                  </a:lnTo>
                  <a:lnTo>
                    <a:pt x="39290" y="309390"/>
                  </a:lnTo>
                  <a:lnTo>
                    <a:pt x="37185" y="284241"/>
                  </a:lnTo>
                  <a:lnTo>
                    <a:pt x="36044" y="258127"/>
                  </a:lnTo>
                  <a:lnTo>
                    <a:pt x="36542" y="233460"/>
                  </a:lnTo>
                  <a:lnTo>
                    <a:pt x="44255" y="194507"/>
                  </a:lnTo>
                  <a:lnTo>
                    <a:pt x="73068" y="160038"/>
                  </a:lnTo>
                  <a:lnTo>
                    <a:pt x="100998" y="152035"/>
                  </a:lnTo>
                  <a:lnTo>
                    <a:pt x="115733" y="153240"/>
                  </a:lnTo>
                  <a:lnTo>
                    <a:pt x="155795" y="178116"/>
                  </a:lnTo>
                  <a:lnTo>
                    <a:pt x="179241" y="226261"/>
                  </a:lnTo>
                  <a:lnTo>
                    <a:pt x="180880" y="243809"/>
                  </a:lnTo>
                  <a:lnTo>
                    <a:pt x="178470" y="260200"/>
                  </a:lnTo>
                  <a:lnTo>
                    <a:pt x="150701" y="296068"/>
                  </a:lnTo>
                  <a:lnTo>
                    <a:pt x="112198" y="313664"/>
                  </a:lnTo>
                  <a:lnTo>
                    <a:pt x="81794" y="311623"/>
                  </a:lnTo>
                  <a:lnTo>
                    <a:pt x="79737" y="307510"/>
                  </a:lnTo>
                  <a:lnTo>
                    <a:pt x="85908" y="299282"/>
                  </a:lnTo>
                  <a:lnTo>
                    <a:pt x="93107" y="298253"/>
                  </a:lnTo>
                  <a:lnTo>
                    <a:pt x="98828" y="298816"/>
                  </a:lnTo>
                  <a:lnTo>
                    <a:pt x="105706" y="301982"/>
                  </a:lnTo>
                  <a:lnTo>
                    <a:pt x="114512" y="307654"/>
                  </a:lnTo>
                  <a:lnTo>
                    <a:pt x="126018" y="315737"/>
                  </a:lnTo>
                  <a:lnTo>
                    <a:pt x="140722" y="326054"/>
                  </a:lnTo>
                  <a:lnTo>
                    <a:pt x="158029" y="338106"/>
                  </a:lnTo>
                  <a:lnTo>
                    <a:pt x="177072" y="351316"/>
                  </a:lnTo>
                  <a:lnTo>
                    <a:pt x="196982" y="365104"/>
                  </a:lnTo>
                </a:path>
              </a:pathLst>
            </a:custGeom>
            <a:ln w="37642">
              <a:solidFill>
                <a:srgbClr val="5E30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5552230" y="2881607"/>
              <a:ext cx="24765" cy="196850"/>
            </a:xfrm>
            <a:custGeom>
              <a:avLst/>
              <a:gdLst/>
              <a:ahLst/>
              <a:cxnLst/>
              <a:rect l="l" t="t" r="r" b="b"/>
              <a:pathLst>
                <a:path w="24764" h="196850">
                  <a:moveTo>
                    <a:pt x="0" y="35996"/>
                  </a:moveTo>
                  <a:lnTo>
                    <a:pt x="0" y="23863"/>
                  </a:lnTo>
                  <a:lnTo>
                    <a:pt x="0" y="12984"/>
                  </a:lnTo>
                  <a:lnTo>
                    <a:pt x="0" y="4612"/>
                  </a:lnTo>
                  <a:lnTo>
                    <a:pt x="0" y="0"/>
                  </a:lnTo>
                  <a:lnTo>
                    <a:pt x="16" y="257"/>
                  </a:lnTo>
                  <a:lnTo>
                    <a:pt x="1976" y="58558"/>
                  </a:lnTo>
                  <a:lnTo>
                    <a:pt x="4644" y="113066"/>
                  </a:lnTo>
                  <a:lnTo>
                    <a:pt x="7729" y="157419"/>
                  </a:lnTo>
                  <a:lnTo>
                    <a:pt x="16455" y="196436"/>
                  </a:lnTo>
                  <a:lnTo>
                    <a:pt x="20569" y="196436"/>
                  </a:lnTo>
                  <a:lnTo>
                    <a:pt x="24682" y="196436"/>
                  </a:lnTo>
                </a:path>
              </a:pathLst>
            </a:custGeom>
            <a:ln w="37642">
              <a:solidFill>
                <a:srgbClr val="5E30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5520894" y="2753049"/>
              <a:ext cx="19050" cy="35560"/>
            </a:xfrm>
            <a:custGeom>
              <a:avLst/>
              <a:gdLst/>
              <a:ahLst/>
              <a:cxnLst/>
              <a:rect l="l" t="t" r="r" b="b"/>
              <a:pathLst>
                <a:path w="19050" h="35560">
                  <a:moveTo>
                    <a:pt x="6652" y="22626"/>
                  </a:moveTo>
                  <a:lnTo>
                    <a:pt x="3663" y="13594"/>
                  </a:lnTo>
                  <a:lnTo>
                    <a:pt x="1253" y="5913"/>
                  </a:lnTo>
                  <a:lnTo>
                    <a:pt x="0" y="932"/>
                  </a:lnTo>
                  <a:lnTo>
                    <a:pt x="482" y="0"/>
                  </a:lnTo>
                  <a:lnTo>
                    <a:pt x="3085" y="4017"/>
                  </a:lnTo>
                  <a:lnTo>
                    <a:pt x="7424" y="12084"/>
                  </a:lnTo>
                  <a:lnTo>
                    <a:pt x="12919" y="22851"/>
                  </a:lnTo>
                  <a:lnTo>
                    <a:pt x="18994" y="34967"/>
                  </a:lnTo>
                </a:path>
              </a:pathLst>
            </a:custGeom>
            <a:ln w="37642">
              <a:solidFill>
                <a:srgbClr val="5E30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/>
          <p:cNvSpPr/>
          <p:nvPr/>
        </p:nvSpPr>
        <p:spPr>
          <a:xfrm>
            <a:off x="5669475" y="2865923"/>
            <a:ext cx="167005" cy="224790"/>
          </a:xfrm>
          <a:custGeom>
            <a:avLst/>
            <a:gdLst/>
            <a:ahLst/>
            <a:cxnLst/>
            <a:rect l="l" t="t" r="r" b="b"/>
            <a:pathLst>
              <a:path w="167004" h="224789">
                <a:moveTo>
                  <a:pt x="0" y="45509"/>
                </a:moveTo>
                <a:lnTo>
                  <a:pt x="1542" y="31866"/>
                </a:lnTo>
                <a:lnTo>
                  <a:pt x="3085" y="19669"/>
                </a:lnTo>
                <a:lnTo>
                  <a:pt x="4628" y="10364"/>
                </a:lnTo>
                <a:lnTo>
                  <a:pt x="6170" y="5399"/>
                </a:lnTo>
                <a:lnTo>
                  <a:pt x="7745" y="6074"/>
                </a:lnTo>
                <a:lnTo>
                  <a:pt x="14398" y="48594"/>
                </a:lnTo>
                <a:lnTo>
                  <a:pt x="21597" y="110173"/>
                </a:lnTo>
                <a:lnTo>
                  <a:pt x="25390" y="142747"/>
                </a:lnTo>
                <a:lnTo>
                  <a:pt x="31512" y="191599"/>
                </a:lnTo>
                <a:lnTo>
                  <a:pt x="35996" y="213148"/>
                </a:lnTo>
                <a:lnTo>
                  <a:pt x="36655" y="210111"/>
                </a:lnTo>
                <a:lnTo>
                  <a:pt x="37410" y="201964"/>
                </a:lnTo>
                <a:lnTo>
                  <a:pt x="38744" y="187838"/>
                </a:lnTo>
                <a:lnTo>
                  <a:pt x="44915" y="139003"/>
                </a:lnTo>
                <a:lnTo>
                  <a:pt x="55167" y="76331"/>
                </a:lnTo>
                <a:lnTo>
                  <a:pt x="65950" y="30403"/>
                </a:lnTo>
                <a:lnTo>
                  <a:pt x="90810" y="546"/>
                </a:lnTo>
                <a:lnTo>
                  <a:pt x="99375" y="0"/>
                </a:lnTo>
                <a:lnTo>
                  <a:pt x="108904" y="5238"/>
                </a:lnTo>
                <a:lnTo>
                  <a:pt x="130325" y="42006"/>
                </a:lnTo>
                <a:lnTo>
                  <a:pt x="150830" y="104678"/>
                </a:lnTo>
                <a:lnTo>
                  <a:pt x="163139" y="162850"/>
                </a:lnTo>
                <a:lnTo>
                  <a:pt x="166482" y="205724"/>
                </a:lnTo>
                <a:lnTo>
                  <a:pt x="166610" y="224461"/>
                </a:lnTo>
              </a:path>
            </a:pathLst>
          </a:custGeom>
          <a:ln w="37642">
            <a:solidFill>
              <a:srgbClr val="5E30E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5925882" y="2872818"/>
            <a:ext cx="169545" cy="787400"/>
          </a:xfrm>
          <a:custGeom>
            <a:avLst/>
            <a:gdLst/>
            <a:ahLst/>
            <a:cxnLst/>
            <a:rect l="l" t="t" r="r" b="b"/>
            <a:pathLst>
              <a:path w="169545" h="787400">
                <a:moveTo>
                  <a:pt x="138521" y="81810"/>
                </a:moveTo>
                <a:lnTo>
                  <a:pt x="125360" y="33505"/>
                </a:lnTo>
                <a:lnTo>
                  <a:pt x="91340" y="1976"/>
                </a:lnTo>
                <a:lnTo>
                  <a:pt x="75993" y="0"/>
                </a:lnTo>
                <a:lnTo>
                  <a:pt x="60357" y="4676"/>
                </a:lnTo>
                <a:lnTo>
                  <a:pt x="31817" y="34758"/>
                </a:lnTo>
                <a:lnTo>
                  <a:pt x="10991" y="78725"/>
                </a:lnTo>
                <a:lnTo>
                  <a:pt x="1221" y="120378"/>
                </a:lnTo>
                <a:lnTo>
                  <a:pt x="0" y="138022"/>
                </a:lnTo>
                <a:lnTo>
                  <a:pt x="707" y="152774"/>
                </a:lnTo>
                <a:lnTo>
                  <a:pt x="49125" y="170981"/>
                </a:lnTo>
                <a:lnTo>
                  <a:pt x="91709" y="149801"/>
                </a:lnTo>
                <a:lnTo>
                  <a:pt x="122290" y="113146"/>
                </a:lnTo>
                <a:lnTo>
                  <a:pt x="134310" y="69887"/>
                </a:lnTo>
                <a:lnTo>
                  <a:pt x="137878" y="26016"/>
                </a:lnTo>
                <a:lnTo>
                  <a:pt x="115461" y="82100"/>
                </a:lnTo>
                <a:lnTo>
                  <a:pt x="108294" y="150557"/>
                </a:lnTo>
                <a:lnTo>
                  <a:pt x="106638" y="192884"/>
                </a:lnTo>
                <a:lnTo>
                  <a:pt x="106783" y="239679"/>
                </a:lnTo>
                <a:lnTo>
                  <a:pt x="108567" y="289560"/>
                </a:lnTo>
                <a:lnTo>
                  <a:pt x="111700" y="340983"/>
                </a:lnTo>
                <a:lnTo>
                  <a:pt x="115894" y="392406"/>
                </a:lnTo>
                <a:lnTo>
                  <a:pt x="120876" y="442576"/>
                </a:lnTo>
                <a:lnTo>
                  <a:pt x="126436" y="491396"/>
                </a:lnTo>
                <a:lnTo>
                  <a:pt x="132382" y="539058"/>
                </a:lnTo>
                <a:lnTo>
                  <a:pt x="138521" y="585757"/>
                </a:lnTo>
                <a:lnTo>
                  <a:pt x="144627" y="631299"/>
                </a:lnTo>
                <a:lnTo>
                  <a:pt x="150348" y="673948"/>
                </a:lnTo>
                <a:lnTo>
                  <a:pt x="155297" y="711583"/>
                </a:lnTo>
                <a:lnTo>
                  <a:pt x="159090" y="742083"/>
                </a:lnTo>
                <a:lnTo>
                  <a:pt x="161436" y="763906"/>
                </a:lnTo>
                <a:lnTo>
                  <a:pt x="162432" y="777822"/>
                </a:lnTo>
                <a:lnTo>
                  <a:pt x="162272" y="785182"/>
                </a:lnTo>
                <a:lnTo>
                  <a:pt x="161147" y="787336"/>
                </a:lnTo>
                <a:lnTo>
                  <a:pt x="159025" y="785150"/>
                </a:lnTo>
                <a:lnTo>
                  <a:pt x="154976" y="777565"/>
                </a:lnTo>
                <a:lnTo>
                  <a:pt x="147841" y="763038"/>
                </a:lnTo>
                <a:lnTo>
                  <a:pt x="136463" y="740026"/>
                </a:lnTo>
                <a:lnTo>
                  <a:pt x="101367" y="668934"/>
                </a:lnTo>
                <a:lnTo>
                  <a:pt x="82228" y="626783"/>
                </a:lnTo>
                <a:lnTo>
                  <a:pt x="65500" y="584729"/>
                </a:lnTo>
                <a:lnTo>
                  <a:pt x="53303" y="545647"/>
                </a:lnTo>
                <a:lnTo>
                  <a:pt x="42793" y="479440"/>
                </a:lnTo>
                <a:lnTo>
                  <a:pt x="43902" y="453085"/>
                </a:lnTo>
                <a:lnTo>
                  <a:pt x="56886" y="414261"/>
                </a:lnTo>
                <a:lnTo>
                  <a:pt x="93461" y="380257"/>
                </a:lnTo>
                <a:lnTo>
                  <a:pt x="133378" y="364638"/>
                </a:lnTo>
                <a:lnTo>
                  <a:pt x="144065" y="363207"/>
                </a:lnTo>
                <a:lnTo>
                  <a:pt x="153305" y="363223"/>
                </a:lnTo>
                <a:lnTo>
                  <a:pt x="161580" y="364204"/>
                </a:lnTo>
                <a:lnTo>
                  <a:pt x="169374" y="365666"/>
                </a:lnTo>
              </a:path>
            </a:pathLst>
          </a:custGeom>
          <a:ln w="37642">
            <a:solidFill>
              <a:srgbClr val="5E30EB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7" name="object 57"/>
          <p:cNvGrpSpPr/>
          <p:nvPr/>
        </p:nvGrpSpPr>
        <p:grpSpPr>
          <a:xfrm>
            <a:off x="646156" y="1134535"/>
            <a:ext cx="4298315" cy="4231005"/>
            <a:chOff x="646156" y="1134535"/>
            <a:chExt cx="4298315" cy="4231005"/>
          </a:xfrm>
        </p:grpSpPr>
        <p:pic>
          <p:nvPicPr>
            <p:cNvPr id="58" name="object 5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6156" y="1134535"/>
              <a:ext cx="4243025" cy="4230474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4752890" y="3773445"/>
              <a:ext cx="172720" cy="448309"/>
            </a:xfrm>
            <a:custGeom>
              <a:avLst/>
              <a:gdLst/>
              <a:ahLst/>
              <a:cxnLst/>
              <a:rect l="l" t="t" r="r" b="b"/>
              <a:pathLst>
                <a:path w="172720" h="448310">
                  <a:moveTo>
                    <a:pt x="27993" y="57433"/>
                  </a:moveTo>
                  <a:lnTo>
                    <a:pt x="6877" y="24972"/>
                  </a:lnTo>
                  <a:lnTo>
                    <a:pt x="3824" y="20151"/>
                  </a:lnTo>
                  <a:lnTo>
                    <a:pt x="1542" y="19572"/>
                  </a:lnTo>
                  <a:lnTo>
                    <a:pt x="224" y="25550"/>
                  </a:lnTo>
                  <a:lnTo>
                    <a:pt x="0" y="39933"/>
                  </a:lnTo>
                  <a:lnTo>
                    <a:pt x="739" y="62703"/>
                  </a:lnTo>
                  <a:lnTo>
                    <a:pt x="2249" y="93380"/>
                  </a:lnTo>
                  <a:lnTo>
                    <a:pt x="4338" y="131482"/>
                  </a:lnTo>
                  <a:lnTo>
                    <a:pt x="6797" y="175979"/>
                  </a:lnTo>
                  <a:lnTo>
                    <a:pt x="9352" y="223658"/>
                  </a:lnTo>
                  <a:lnTo>
                    <a:pt x="11714" y="270758"/>
                  </a:lnTo>
                  <a:lnTo>
                    <a:pt x="13595" y="313520"/>
                  </a:lnTo>
                  <a:lnTo>
                    <a:pt x="15523" y="377413"/>
                  </a:lnTo>
                  <a:lnTo>
                    <a:pt x="16053" y="399862"/>
                  </a:lnTo>
                  <a:lnTo>
                    <a:pt x="16680" y="417394"/>
                  </a:lnTo>
                  <a:lnTo>
                    <a:pt x="17612" y="430893"/>
                  </a:lnTo>
                  <a:lnTo>
                    <a:pt x="18737" y="440535"/>
                  </a:lnTo>
                  <a:lnTo>
                    <a:pt x="19862" y="446320"/>
                  </a:lnTo>
                  <a:lnTo>
                    <a:pt x="20794" y="448248"/>
                  </a:lnTo>
                  <a:lnTo>
                    <a:pt x="21388" y="446111"/>
                  </a:lnTo>
                  <a:lnTo>
                    <a:pt x="21693" y="438864"/>
                  </a:lnTo>
                  <a:lnTo>
                    <a:pt x="21806" y="425252"/>
                  </a:lnTo>
                  <a:lnTo>
                    <a:pt x="21822" y="404024"/>
                  </a:lnTo>
                  <a:lnTo>
                    <a:pt x="21790" y="374440"/>
                  </a:lnTo>
                  <a:lnTo>
                    <a:pt x="21565" y="337817"/>
                  </a:lnTo>
                  <a:lnTo>
                    <a:pt x="20954" y="295988"/>
                  </a:lnTo>
                  <a:lnTo>
                    <a:pt x="19765" y="250784"/>
                  </a:lnTo>
                  <a:lnTo>
                    <a:pt x="17981" y="204165"/>
                  </a:lnTo>
                  <a:lnTo>
                    <a:pt x="16294" y="158608"/>
                  </a:lnTo>
                  <a:lnTo>
                    <a:pt x="15571" y="116714"/>
                  </a:lnTo>
                  <a:lnTo>
                    <a:pt x="20231" y="53656"/>
                  </a:lnTo>
                  <a:lnTo>
                    <a:pt x="40334" y="10123"/>
                  </a:lnTo>
                  <a:lnTo>
                    <a:pt x="65210" y="0"/>
                  </a:lnTo>
                  <a:lnTo>
                    <a:pt x="75302" y="1896"/>
                  </a:lnTo>
                  <a:lnTo>
                    <a:pt x="112905" y="24168"/>
                  </a:lnTo>
                  <a:lnTo>
                    <a:pt x="140417" y="57899"/>
                  </a:lnTo>
                  <a:lnTo>
                    <a:pt x="163172" y="102412"/>
                  </a:lnTo>
                  <a:lnTo>
                    <a:pt x="172219" y="143872"/>
                  </a:lnTo>
                  <a:lnTo>
                    <a:pt x="169792" y="161436"/>
                  </a:lnTo>
                  <a:lnTo>
                    <a:pt x="133587" y="208472"/>
                  </a:lnTo>
                  <a:lnTo>
                    <a:pt x="93831" y="235566"/>
                  </a:lnTo>
                  <a:lnTo>
                    <a:pt x="48048" y="256054"/>
                  </a:lnTo>
                  <a:lnTo>
                    <a:pt x="38278" y="256778"/>
                  </a:lnTo>
                  <a:lnTo>
                    <a:pt x="30050" y="254897"/>
                  </a:lnTo>
                  <a:lnTo>
                    <a:pt x="8998" y="220524"/>
                  </a:lnTo>
                  <a:lnTo>
                    <a:pt x="10252" y="211573"/>
                  </a:lnTo>
                  <a:lnTo>
                    <a:pt x="12662" y="202430"/>
                  </a:lnTo>
                  <a:lnTo>
                    <a:pt x="15651" y="193190"/>
                  </a:lnTo>
                </a:path>
              </a:pathLst>
            </a:custGeom>
            <a:ln w="37642">
              <a:solidFill>
                <a:srgbClr val="5E30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0" name="object 60"/>
          <p:cNvGrpSpPr/>
          <p:nvPr/>
        </p:nvGrpSpPr>
        <p:grpSpPr>
          <a:xfrm>
            <a:off x="4990381" y="3762690"/>
            <a:ext cx="562610" cy="238760"/>
            <a:chOff x="4990381" y="3762690"/>
            <a:chExt cx="562610" cy="238760"/>
          </a:xfrm>
        </p:grpSpPr>
        <p:pic>
          <p:nvPicPr>
            <p:cNvPr id="61" name="object 6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990381" y="3762690"/>
              <a:ext cx="161058" cy="238193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193148" y="3771319"/>
              <a:ext cx="168096" cy="227506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385310" y="3771946"/>
              <a:ext cx="167229" cy="199111"/>
            </a:xfrm>
            <a:prstGeom prst="rect">
              <a:avLst/>
            </a:prstGeom>
          </p:spPr>
        </p:pic>
      </p:grpSp>
      <p:grpSp>
        <p:nvGrpSpPr>
          <p:cNvPr id="64" name="object 64"/>
          <p:cNvGrpSpPr/>
          <p:nvPr/>
        </p:nvGrpSpPr>
        <p:grpSpPr>
          <a:xfrm>
            <a:off x="5600259" y="3751136"/>
            <a:ext cx="396875" cy="247015"/>
            <a:chOff x="5600259" y="3751136"/>
            <a:chExt cx="396875" cy="247015"/>
          </a:xfrm>
        </p:grpSpPr>
        <p:pic>
          <p:nvPicPr>
            <p:cNvPr id="65" name="object 6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600259" y="3751136"/>
              <a:ext cx="174428" cy="238466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804923" y="3763719"/>
              <a:ext cx="191912" cy="234079"/>
            </a:xfrm>
            <a:prstGeom prst="rect">
              <a:avLst/>
            </a:prstGeom>
          </p:spPr>
        </p:pic>
      </p:grpSp>
      <p:grpSp>
        <p:nvGrpSpPr>
          <p:cNvPr id="67" name="object 67"/>
          <p:cNvGrpSpPr/>
          <p:nvPr/>
        </p:nvGrpSpPr>
        <p:grpSpPr>
          <a:xfrm>
            <a:off x="6005617" y="3597108"/>
            <a:ext cx="262890" cy="408940"/>
            <a:chOff x="6005617" y="3597108"/>
            <a:chExt cx="262890" cy="408940"/>
          </a:xfrm>
        </p:grpSpPr>
        <p:sp>
          <p:nvSpPr>
            <p:cNvPr id="68" name="object 68"/>
            <p:cNvSpPr/>
            <p:nvPr/>
          </p:nvSpPr>
          <p:spPr>
            <a:xfrm>
              <a:off x="6110444" y="3615929"/>
              <a:ext cx="28575" cy="371475"/>
            </a:xfrm>
            <a:custGeom>
              <a:avLst/>
              <a:gdLst/>
              <a:ahLst/>
              <a:cxnLst/>
              <a:rect l="l" t="t" r="r" b="b"/>
              <a:pathLst>
                <a:path w="28575" h="371475">
                  <a:moveTo>
                    <a:pt x="9497" y="29825"/>
                  </a:moveTo>
                  <a:lnTo>
                    <a:pt x="7954" y="19235"/>
                  </a:lnTo>
                  <a:lnTo>
                    <a:pt x="6411" y="9898"/>
                  </a:lnTo>
                  <a:lnTo>
                    <a:pt x="4869" y="3069"/>
                  </a:lnTo>
                  <a:lnTo>
                    <a:pt x="3326" y="0"/>
                  </a:lnTo>
                  <a:lnTo>
                    <a:pt x="1831" y="1976"/>
                  </a:lnTo>
                  <a:lnTo>
                    <a:pt x="626" y="10413"/>
                  </a:lnTo>
                  <a:lnTo>
                    <a:pt x="0" y="26756"/>
                  </a:lnTo>
                  <a:lnTo>
                    <a:pt x="241" y="52451"/>
                  </a:lnTo>
                  <a:lnTo>
                    <a:pt x="3712" y="130229"/>
                  </a:lnTo>
                  <a:lnTo>
                    <a:pt x="6460" y="174951"/>
                  </a:lnTo>
                  <a:lnTo>
                    <a:pt x="9497" y="218033"/>
                  </a:lnTo>
                  <a:lnTo>
                    <a:pt x="12566" y="256038"/>
                  </a:lnTo>
                  <a:lnTo>
                    <a:pt x="18319" y="315079"/>
                  </a:lnTo>
                  <a:lnTo>
                    <a:pt x="24667" y="363047"/>
                  </a:lnTo>
                  <a:lnTo>
                    <a:pt x="26981" y="371274"/>
                  </a:lnTo>
                  <a:lnTo>
                    <a:pt x="28009" y="371274"/>
                  </a:lnTo>
                  <a:lnTo>
                    <a:pt x="28009" y="360990"/>
                  </a:lnTo>
                  <a:lnTo>
                    <a:pt x="26981" y="352762"/>
                  </a:lnTo>
                  <a:lnTo>
                    <a:pt x="25952" y="344534"/>
                  </a:lnTo>
                  <a:lnTo>
                    <a:pt x="23895" y="338364"/>
                  </a:lnTo>
                  <a:lnTo>
                    <a:pt x="21838" y="332193"/>
                  </a:lnTo>
                </a:path>
              </a:pathLst>
            </a:custGeom>
            <a:ln w="37642">
              <a:solidFill>
                <a:srgbClr val="5E30E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005617" y="3781203"/>
              <a:ext cx="262731" cy="216595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6218672" y="3664267"/>
              <a:ext cx="12700" cy="0"/>
            </a:xfrm>
            <a:custGeom>
              <a:avLst/>
              <a:gdLst/>
              <a:ahLst/>
              <a:cxnLst/>
              <a:rect l="l" t="t" r="r" b="b"/>
              <a:pathLst>
                <a:path w="12700" h="0">
                  <a:moveTo>
                    <a:pt x="0" y="0"/>
                  </a:moveTo>
                  <a:lnTo>
                    <a:pt x="4113" y="0"/>
                  </a:lnTo>
                  <a:lnTo>
                    <a:pt x="8227" y="0"/>
                  </a:lnTo>
                  <a:lnTo>
                    <a:pt x="12341" y="0"/>
                  </a:lnTo>
                </a:path>
              </a:pathLst>
            </a:custGeom>
            <a:ln w="37642">
              <a:solidFill>
                <a:srgbClr val="5E30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1" name="object 71"/>
          <p:cNvSpPr/>
          <p:nvPr/>
        </p:nvSpPr>
        <p:spPr>
          <a:xfrm>
            <a:off x="6334890" y="3784501"/>
            <a:ext cx="414655" cy="210820"/>
          </a:xfrm>
          <a:custGeom>
            <a:avLst/>
            <a:gdLst/>
            <a:ahLst/>
            <a:cxnLst/>
            <a:rect l="l" t="t" r="r" b="b"/>
            <a:pathLst>
              <a:path w="414654" h="210820">
                <a:moveTo>
                  <a:pt x="44224" y="34035"/>
                </a:moveTo>
                <a:lnTo>
                  <a:pt x="7199" y="46377"/>
                </a:lnTo>
                <a:lnTo>
                  <a:pt x="1671" y="87129"/>
                </a:lnTo>
                <a:lnTo>
                  <a:pt x="0" y="131739"/>
                </a:lnTo>
                <a:lnTo>
                  <a:pt x="1799" y="151215"/>
                </a:lnTo>
                <a:lnTo>
                  <a:pt x="22626" y="193447"/>
                </a:lnTo>
                <a:lnTo>
                  <a:pt x="67316" y="208343"/>
                </a:lnTo>
                <a:lnTo>
                  <a:pt x="83305" y="204760"/>
                </a:lnTo>
                <a:lnTo>
                  <a:pt x="119607" y="166723"/>
                </a:lnTo>
                <a:lnTo>
                  <a:pt x="127240" y="128445"/>
                </a:lnTo>
                <a:lnTo>
                  <a:pt x="118819" y="88174"/>
                </a:lnTo>
                <a:lnTo>
                  <a:pt x="95936" y="51342"/>
                </a:lnTo>
                <a:lnTo>
                  <a:pt x="64761" y="22577"/>
                </a:lnTo>
                <a:lnTo>
                  <a:pt x="24811" y="1639"/>
                </a:lnTo>
                <a:lnTo>
                  <a:pt x="17114" y="0"/>
                </a:lnTo>
                <a:lnTo>
                  <a:pt x="13369" y="96"/>
                </a:lnTo>
                <a:lnTo>
                  <a:pt x="69019" y="6524"/>
                </a:lnTo>
                <a:lnTo>
                  <a:pt x="118610" y="5110"/>
                </a:lnTo>
                <a:lnTo>
                  <a:pt x="140899" y="4210"/>
                </a:lnTo>
                <a:lnTo>
                  <a:pt x="158479" y="3824"/>
                </a:lnTo>
                <a:lnTo>
                  <a:pt x="201466" y="28829"/>
                </a:lnTo>
                <a:lnTo>
                  <a:pt x="222147" y="80316"/>
                </a:lnTo>
                <a:lnTo>
                  <a:pt x="223304" y="130068"/>
                </a:lnTo>
                <a:lnTo>
                  <a:pt x="210963" y="177120"/>
                </a:lnTo>
                <a:lnTo>
                  <a:pt x="200405" y="198043"/>
                </a:lnTo>
                <a:lnTo>
                  <a:pt x="200421" y="193190"/>
                </a:lnTo>
                <a:lnTo>
                  <a:pt x="220139" y="139131"/>
                </a:lnTo>
                <a:lnTo>
                  <a:pt x="246975" y="83209"/>
                </a:lnTo>
                <a:lnTo>
                  <a:pt x="271481" y="40367"/>
                </a:lnTo>
                <a:lnTo>
                  <a:pt x="304890" y="9641"/>
                </a:lnTo>
                <a:lnTo>
                  <a:pt x="336419" y="31625"/>
                </a:lnTo>
                <a:lnTo>
                  <a:pt x="340163" y="86487"/>
                </a:lnTo>
                <a:lnTo>
                  <a:pt x="340421" y="126597"/>
                </a:lnTo>
                <a:lnTo>
                  <a:pt x="340405" y="141477"/>
                </a:lnTo>
                <a:lnTo>
                  <a:pt x="340292" y="153080"/>
                </a:lnTo>
                <a:lnTo>
                  <a:pt x="339987" y="162754"/>
                </a:lnTo>
                <a:lnTo>
                  <a:pt x="339392" y="171849"/>
                </a:lnTo>
                <a:lnTo>
                  <a:pt x="338540" y="181346"/>
                </a:lnTo>
                <a:lnTo>
                  <a:pt x="337978" y="190747"/>
                </a:lnTo>
                <a:lnTo>
                  <a:pt x="338379" y="199184"/>
                </a:lnTo>
                <a:lnTo>
                  <a:pt x="340420" y="205788"/>
                </a:lnTo>
                <a:lnTo>
                  <a:pt x="344614" y="209790"/>
                </a:lnTo>
                <a:lnTo>
                  <a:pt x="350833" y="210802"/>
                </a:lnTo>
                <a:lnTo>
                  <a:pt x="358788" y="208536"/>
                </a:lnTo>
                <a:lnTo>
                  <a:pt x="368189" y="202703"/>
                </a:lnTo>
                <a:lnTo>
                  <a:pt x="378747" y="193222"/>
                </a:lnTo>
                <a:lnTo>
                  <a:pt x="390172" y="180848"/>
                </a:lnTo>
                <a:lnTo>
                  <a:pt x="402176" y="166546"/>
                </a:lnTo>
                <a:lnTo>
                  <a:pt x="414470" y="151280"/>
                </a:lnTo>
              </a:path>
            </a:pathLst>
          </a:custGeom>
          <a:ln w="37642">
            <a:solidFill>
              <a:srgbClr val="5E30EB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19863" y="1183967"/>
            <a:ext cx="133985" cy="263525"/>
          </a:xfrm>
          <a:custGeom>
            <a:avLst/>
            <a:gdLst/>
            <a:ahLst/>
            <a:cxnLst/>
            <a:rect l="l" t="t" r="r" b="b"/>
            <a:pathLst>
              <a:path w="133985" h="263525">
                <a:moveTo>
                  <a:pt x="44037" y="20081"/>
                </a:moveTo>
                <a:lnTo>
                  <a:pt x="48053" y="10040"/>
                </a:lnTo>
                <a:lnTo>
                  <a:pt x="52070" y="0"/>
                </a:lnTo>
                <a:lnTo>
                  <a:pt x="53074" y="1004"/>
                </a:lnTo>
                <a:lnTo>
                  <a:pt x="53199" y="3890"/>
                </a:lnTo>
                <a:lnTo>
                  <a:pt x="51819" y="11295"/>
                </a:lnTo>
                <a:lnTo>
                  <a:pt x="35157" y="63836"/>
                </a:lnTo>
                <a:lnTo>
                  <a:pt x="16771" y="114447"/>
                </a:lnTo>
                <a:lnTo>
                  <a:pt x="8895" y="136552"/>
                </a:lnTo>
                <a:lnTo>
                  <a:pt x="3420" y="153323"/>
                </a:lnTo>
                <a:lnTo>
                  <a:pt x="486" y="165294"/>
                </a:lnTo>
                <a:lnTo>
                  <a:pt x="0" y="173687"/>
                </a:lnTo>
                <a:lnTo>
                  <a:pt x="1866" y="179727"/>
                </a:lnTo>
                <a:lnTo>
                  <a:pt x="43111" y="190019"/>
                </a:lnTo>
                <a:lnTo>
                  <a:pt x="84200" y="178723"/>
                </a:lnTo>
                <a:lnTo>
                  <a:pt x="118934" y="155990"/>
                </a:lnTo>
                <a:lnTo>
                  <a:pt x="133854" y="124017"/>
                </a:lnTo>
                <a:lnTo>
                  <a:pt x="133399" y="116471"/>
                </a:lnTo>
                <a:lnTo>
                  <a:pt x="132395" y="106430"/>
                </a:lnTo>
                <a:lnTo>
                  <a:pt x="130387" y="96390"/>
                </a:lnTo>
                <a:lnTo>
                  <a:pt x="125366" y="95386"/>
                </a:lnTo>
                <a:lnTo>
                  <a:pt x="121146" y="96390"/>
                </a:lnTo>
                <a:lnTo>
                  <a:pt x="105975" y="141369"/>
                </a:lnTo>
                <a:lnTo>
                  <a:pt x="104344" y="182378"/>
                </a:lnTo>
                <a:lnTo>
                  <a:pt x="104532" y="226416"/>
                </a:lnTo>
                <a:lnTo>
                  <a:pt x="112313" y="263064"/>
                </a:lnTo>
                <a:lnTo>
                  <a:pt x="114322" y="263064"/>
                </a:lnTo>
                <a:lnTo>
                  <a:pt x="116330" y="263064"/>
                </a:lnTo>
                <a:lnTo>
                  <a:pt x="116330" y="253024"/>
                </a:lnTo>
                <a:lnTo>
                  <a:pt x="117334" y="244991"/>
                </a:lnTo>
                <a:lnTo>
                  <a:pt x="118338" y="236959"/>
                </a:lnTo>
                <a:lnTo>
                  <a:pt x="120346" y="230934"/>
                </a:lnTo>
                <a:lnTo>
                  <a:pt x="122354" y="224910"/>
                </a:lnTo>
              </a:path>
            </a:pathLst>
          </a:custGeom>
          <a:ln w="367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980778" y="1226137"/>
            <a:ext cx="6350" cy="26670"/>
          </a:xfrm>
          <a:custGeom>
            <a:avLst/>
            <a:gdLst/>
            <a:ahLst/>
            <a:cxnLst/>
            <a:rect l="l" t="t" r="r" b="b"/>
            <a:pathLst>
              <a:path w="6350" h="26669">
                <a:moveTo>
                  <a:pt x="6024" y="20081"/>
                </a:moveTo>
                <a:lnTo>
                  <a:pt x="4016" y="10040"/>
                </a:lnTo>
                <a:lnTo>
                  <a:pt x="2008" y="0"/>
                </a:lnTo>
                <a:lnTo>
                  <a:pt x="1004" y="1004"/>
                </a:lnTo>
                <a:lnTo>
                  <a:pt x="0" y="2008"/>
                </a:lnTo>
                <a:lnTo>
                  <a:pt x="0" y="14056"/>
                </a:lnTo>
                <a:lnTo>
                  <a:pt x="0" y="26105"/>
                </a:lnTo>
              </a:path>
            </a:pathLst>
          </a:custGeom>
          <a:ln w="367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986803" y="1354657"/>
            <a:ext cx="12065" cy="36195"/>
          </a:xfrm>
          <a:custGeom>
            <a:avLst/>
            <a:gdLst/>
            <a:ahLst/>
            <a:cxnLst/>
            <a:rect l="l" t="t" r="r" b="b"/>
            <a:pathLst>
              <a:path w="12064" h="36194">
                <a:moveTo>
                  <a:pt x="12048" y="36146"/>
                </a:moveTo>
                <a:lnTo>
                  <a:pt x="9036" y="27109"/>
                </a:lnTo>
                <a:lnTo>
                  <a:pt x="6024" y="18073"/>
                </a:lnTo>
                <a:lnTo>
                  <a:pt x="3012" y="9036"/>
                </a:lnTo>
                <a:lnTo>
                  <a:pt x="0" y="0"/>
                </a:lnTo>
              </a:path>
            </a:pathLst>
          </a:custGeom>
          <a:ln w="367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2307801" y="1065186"/>
            <a:ext cx="956944" cy="421005"/>
            <a:chOff x="2307801" y="1065186"/>
            <a:chExt cx="956944" cy="421005"/>
          </a:xfrm>
        </p:grpSpPr>
        <p:sp>
          <p:nvSpPr>
            <p:cNvPr id="6" name="object 6"/>
            <p:cNvSpPr/>
            <p:nvPr/>
          </p:nvSpPr>
          <p:spPr>
            <a:xfrm>
              <a:off x="2326176" y="1088581"/>
              <a:ext cx="172720" cy="374650"/>
            </a:xfrm>
            <a:custGeom>
              <a:avLst/>
              <a:gdLst/>
              <a:ahLst/>
              <a:cxnLst/>
              <a:rect l="l" t="t" r="r" b="b"/>
              <a:pathLst>
                <a:path w="172719" h="374650">
                  <a:moveTo>
                    <a:pt x="142577" y="97394"/>
                  </a:moveTo>
                  <a:lnTo>
                    <a:pt x="141023" y="88545"/>
                  </a:lnTo>
                  <a:lnTo>
                    <a:pt x="139188" y="80827"/>
                  </a:lnTo>
                  <a:lnTo>
                    <a:pt x="136788" y="75367"/>
                  </a:lnTo>
                  <a:lnTo>
                    <a:pt x="133540" y="73296"/>
                  </a:lnTo>
                  <a:lnTo>
                    <a:pt x="129179" y="75649"/>
                  </a:lnTo>
                  <a:lnTo>
                    <a:pt x="107434" y="115467"/>
                  </a:lnTo>
                  <a:lnTo>
                    <a:pt x="84968" y="170941"/>
                  </a:lnTo>
                  <a:lnTo>
                    <a:pt x="72559" y="202726"/>
                  </a:lnTo>
                  <a:lnTo>
                    <a:pt x="60243" y="233946"/>
                  </a:lnTo>
                  <a:lnTo>
                    <a:pt x="37777" y="288291"/>
                  </a:lnTo>
                  <a:lnTo>
                    <a:pt x="19077" y="331341"/>
                  </a:lnTo>
                  <a:lnTo>
                    <a:pt x="1427" y="371299"/>
                  </a:lnTo>
                  <a:lnTo>
                    <a:pt x="0" y="374515"/>
                  </a:lnTo>
                  <a:lnTo>
                    <a:pt x="1490" y="371017"/>
                  </a:lnTo>
                  <a:lnTo>
                    <a:pt x="5898" y="360082"/>
                  </a:lnTo>
                  <a:lnTo>
                    <a:pt x="23093" y="313267"/>
                  </a:lnTo>
                  <a:lnTo>
                    <a:pt x="35518" y="276823"/>
                  </a:lnTo>
                  <a:lnTo>
                    <a:pt x="49450" y="234825"/>
                  </a:lnTo>
                  <a:lnTo>
                    <a:pt x="63758" y="191132"/>
                  </a:lnTo>
                  <a:lnTo>
                    <a:pt x="77312" y="149605"/>
                  </a:lnTo>
                  <a:lnTo>
                    <a:pt x="89220" y="113396"/>
                  </a:lnTo>
                  <a:lnTo>
                    <a:pt x="108517" y="57545"/>
                  </a:lnTo>
                  <a:lnTo>
                    <a:pt x="123609" y="21320"/>
                  </a:lnTo>
                  <a:lnTo>
                    <a:pt x="139564" y="0"/>
                  </a:lnTo>
                  <a:lnTo>
                    <a:pt x="142843" y="1521"/>
                  </a:lnTo>
                  <a:lnTo>
                    <a:pt x="150609" y="43174"/>
                  </a:lnTo>
                  <a:lnTo>
                    <a:pt x="157638" y="108815"/>
                  </a:lnTo>
                  <a:lnTo>
                    <a:pt x="161340" y="148366"/>
                  </a:lnTo>
                  <a:lnTo>
                    <a:pt x="164666" y="188764"/>
                  </a:lnTo>
                  <a:lnTo>
                    <a:pt x="167317" y="227530"/>
                  </a:lnTo>
                  <a:lnTo>
                    <a:pt x="170737" y="294520"/>
                  </a:lnTo>
                  <a:lnTo>
                    <a:pt x="172259" y="339577"/>
                  </a:lnTo>
                  <a:lnTo>
                    <a:pt x="172447" y="352551"/>
                  </a:lnTo>
                  <a:lnTo>
                    <a:pt x="172259" y="359690"/>
                  </a:lnTo>
                  <a:lnTo>
                    <a:pt x="171694" y="361463"/>
                  </a:lnTo>
                  <a:lnTo>
                    <a:pt x="170769" y="358466"/>
                  </a:lnTo>
                  <a:lnTo>
                    <a:pt x="169561" y="351798"/>
                  </a:lnTo>
                  <a:lnTo>
                    <a:pt x="168165" y="342683"/>
                  </a:lnTo>
                  <a:lnTo>
                    <a:pt x="166674" y="332345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370105" y="1336584"/>
              <a:ext cx="111125" cy="12065"/>
            </a:xfrm>
            <a:custGeom>
              <a:avLst/>
              <a:gdLst/>
              <a:ahLst/>
              <a:cxnLst/>
              <a:rect l="l" t="t" r="r" b="b"/>
              <a:pathLst>
                <a:path w="111125" h="12065">
                  <a:moveTo>
                    <a:pt x="20332" y="12048"/>
                  </a:moveTo>
                  <a:lnTo>
                    <a:pt x="11546" y="10558"/>
                  </a:lnTo>
                  <a:lnTo>
                    <a:pt x="4267" y="9162"/>
                  </a:lnTo>
                  <a:lnTo>
                    <a:pt x="0" y="7954"/>
                  </a:lnTo>
                  <a:lnTo>
                    <a:pt x="251" y="7028"/>
                  </a:lnTo>
                  <a:lnTo>
                    <a:pt x="6040" y="6432"/>
                  </a:lnTo>
                  <a:lnTo>
                    <a:pt x="16441" y="6024"/>
                  </a:lnTo>
                  <a:lnTo>
                    <a:pt x="30043" y="5616"/>
                  </a:lnTo>
                  <a:lnTo>
                    <a:pt x="45433" y="5020"/>
                  </a:lnTo>
                  <a:lnTo>
                    <a:pt x="61420" y="4094"/>
                  </a:lnTo>
                  <a:lnTo>
                    <a:pt x="77689" y="2886"/>
                  </a:lnTo>
                  <a:lnTo>
                    <a:pt x="94146" y="1490"/>
                  </a:lnTo>
                  <a:lnTo>
                    <a:pt x="110698" y="0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55602" y="1245917"/>
              <a:ext cx="184551" cy="22953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772389" y="1087577"/>
              <a:ext cx="473709" cy="380365"/>
            </a:xfrm>
            <a:custGeom>
              <a:avLst/>
              <a:gdLst/>
              <a:ahLst/>
              <a:cxnLst/>
              <a:rect l="l" t="t" r="r" b="b"/>
              <a:pathLst>
                <a:path w="473710" h="380365">
                  <a:moveTo>
                    <a:pt x="99998" y="255032"/>
                  </a:moveTo>
                  <a:lnTo>
                    <a:pt x="90538" y="212390"/>
                  </a:lnTo>
                  <a:lnTo>
                    <a:pt x="62848" y="178723"/>
                  </a:lnTo>
                  <a:lnTo>
                    <a:pt x="27549" y="196090"/>
                  </a:lnTo>
                  <a:lnTo>
                    <a:pt x="8220" y="233413"/>
                  </a:lnTo>
                  <a:lnTo>
                    <a:pt x="0" y="284432"/>
                  </a:lnTo>
                  <a:lnTo>
                    <a:pt x="596" y="308247"/>
                  </a:lnTo>
                  <a:lnTo>
                    <a:pt x="19657" y="353854"/>
                  </a:lnTo>
                  <a:lnTo>
                    <a:pt x="63036" y="365134"/>
                  </a:lnTo>
                  <a:lnTo>
                    <a:pt x="93221" y="335482"/>
                  </a:lnTo>
                  <a:lnTo>
                    <a:pt x="108031" y="288166"/>
                  </a:lnTo>
                  <a:lnTo>
                    <a:pt x="117318" y="215497"/>
                  </a:lnTo>
                  <a:lnTo>
                    <a:pt x="120173" y="176479"/>
                  </a:lnTo>
                  <a:lnTo>
                    <a:pt x="123217" y="110666"/>
                  </a:lnTo>
                  <a:lnTo>
                    <a:pt x="123217" y="67429"/>
                  </a:lnTo>
                  <a:lnTo>
                    <a:pt x="114604" y="25948"/>
                  </a:lnTo>
                  <a:lnTo>
                    <a:pt x="97990" y="68276"/>
                  </a:lnTo>
                  <a:lnTo>
                    <a:pt x="98492" y="133666"/>
                  </a:lnTo>
                  <a:lnTo>
                    <a:pt x="101943" y="172620"/>
                  </a:lnTo>
                  <a:lnTo>
                    <a:pt x="108031" y="211857"/>
                  </a:lnTo>
                  <a:lnTo>
                    <a:pt x="127484" y="282016"/>
                  </a:lnTo>
                  <a:lnTo>
                    <a:pt x="149197" y="333349"/>
                  </a:lnTo>
                  <a:lnTo>
                    <a:pt x="172636" y="367095"/>
                  </a:lnTo>
                  <a:lnTo>
                    <a:pt x="215936" y="350575"/>
                  </a:lnTo>
                  <a:lnTo>
                    <a:pt x="236551" y="306239"/>
                  </a:lnTo>
                  <a:lnTo>
                    <a:pt x="250388" y="252161"/>
                  </a:lnTo>
                  <a:lnTo>
                    <a:pt x="252992" y="206209"/>
                  </a:lnTo>
                  <a:lnTo>
                    <a:pt x="239814" y="261809"/>
                  </a:lnTo>
                  <a:lnTo>
                    <a:pt x="246591" y="305235"/>
                  </a:lnTo>
                  <a:lnTo>
                    <a:pt x="263284" y="343389"/>
                  </a:lnTo>
                  <a:lnTo>
                    <a:pt x="292998" y="376414"/>
                  </a:lnTo>
                  <a:lnTo>
                    <a:pt x="308875" y="380085"/>
                  </a:lnTo>
                  <a:lnTo>
                    <a:pt x="315872" y="378532"/>
                  </a:lnTo>
                  <a:lnTo>
                    <a:pt x="340973" y="345398"/>
                  </a:lnTo>
                  <a:lnTo>
                    <a:pt x="352646" y="296700"/>
                  </a:lnTo>
                  <a:lnTo>
                    <a:pt x="362059" y="226918"/>
                  </a:lnTo>
                  <a:lnTo>
                    <a:pt x="365291" y="186442"/>
                  </a:lnTo>
                  <a:lnTo>
                    <a:pt x="367581" y="145589"/>
                  </a:lnTo>
                  <a:lnTo>
                    <a:pt x="370091" y="76308"/>
                  </a:lnTo>
                  <a:lnTo>
                    <a:pt x="370656" y="28019"/>
                  </a:lnTo>
                  <a:lnTo>
                    <a:pt x="367079" y="0"/>
                  </a:lnTo>
                  <a:lnTo>
                    <a:pt x="364067" y="1004"/>
                  </a:lnTo>
                  <a:lnTo>
                    <a:pt x="356034" y="50203"/>
                  </a:lnTo>
                  <a:lnTo>
                    <a:pt x="356787" y="118228"/>
                  </a:lnTo>
                  <a:lnTo>
                    <a:pt x="358858" y="157794"/>
                  </a:lnTo>
                  <a:lnTo>
                    <a:pt x="362059" y="196796"/>
                  </a:lnTo>
                  <a:lnTo>
                    <a:pt x="371095" y="263943"/>
                  </a:lnTo>
                  <a:lnTo>
                    <a:pt x="380132" y="312263"/>
                  </a:lnTo>
                  <a:lnTo>
                    <a:pt x="392181" y="355438"/>
                  </a:lnTo>
                  <a:lnTo>
                    <a:pt x="432186" y="356787"/>
                  </a:lnTo>
                  <a:lnTo>
                    <a:pt x="455688" y="310757"/>
                  </a:lnTo>
                  <a:lnTo>
                    <a:pt x="464505" y="289484"/>
                  </a:lnTo>
                  <a:lnTo>
                    <a:pt x="473510" y="267081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6792" y="1192199"/>
              <a:ext cx="187359" cy="6636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944680" y="1083561"/>
              <a:ext cx="12065" cy="30480"/>
            </a:xfrm>
            <a:custGeom>
              <a:avLst/>
              <a:gdLst/>
              <a:ahLst/>
              <a:cxnLst/>
              <a:rect l="l" t="t" r="r" b="b"/>
              <a:pathLst>
                <a:path w="12064" h="30480">
                  <a:moveTo>
                    <a:pt x="0" y="30121"/>
                  </a:moveTo>
                  <a:lnTo>
                    <a:pt x="3012" y="22591"/>
                  </a:lnTo>
                  <a:lnTo>
                    <a:pt x="6024" y="15060"/>
                  </a:lnTo>
                  <a:lnTo>
                    <a:pt x="9036" y="7530"/>
                  </a:lnTo>
                  <a:lnTo>
                    <a:pt x="12048" y="0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/>
          <p:nvPr/>
        </p:nvSpPr>
        <p:spPr>
          <a:xfrm>
            <a:off x="3463279" y="1123722"/>
            <a:ext cx="138430" cy="324485"/>
          </a:xfrm>
          <a:custGeom>
            <a:avLst/>
            <a:gdLst/>
            <a:ahLst/>
            <a:cxnLst/>
            <a:rect l="l" t="t" r="r" b="b"/>
            <a:pathLst>
              <a:path w="138429" h="324484">
                <a:moveTo>
                  <a:pt x="132034" y="291178"/>
                </a:moveTo>
                <a:lnTo>
                  <a:pt x="116094" y="244615"/>
                </a:lnTo>
                <a:lnTo>
                  <a:pt x="94883" y="189768"/>
                </a:lnTo>
                <a:lnTo>
                  <a:pt x="65766" y="123123"/>
                </a:lnTo>
                <a:lnTo>
                  <a:pt x="36648" y="60243"/>
                </a:lnTo>
                <a:lnTo>
                  <a:pt x="16064" y="18073"/>
                </a:lnTo>
                <a:lnTo>
                  <a:pt x="4518" y="0"/>
                </a:lnTo>
                <a:lnTo>
                  <a:pt x="1631" y="78"/>
                </a:lnTo>
                <a:lnTo>
                  <a:pt x="251" y="6651"/>
                </a:lnTo>
                <a:lnTo>
                  <a:pt x="0" y="20191"/>
                </a:lnTo>
                <a:lnTo>
                  <a:pt x="502" y="41166"/>
                </a:lnTo>
                <a:lnTo>
                  <a:pt x="1411" y="69531"/>
                </a:lnTo>
                <a:lnTo>
                  <a:pt x="2510" y="103167"/>
                </a:lnTo>
                <a:lnTo>
                  <a:pt x="3608" y="139439"/>
                </a:lnTo>
                <a:lnTo>
                  <a:pt x="4518" y="175711"/>
                </a:lnTo>
                <a:lnTo>
                  <a:pt x="5082" y="209661"/>
                </a:lnTo>
                <a:lnTo>
                  <a:pt x="5271" y="240222"/>
                </a:lnTo>
                <a:lnTo>
                  <a:pt x="5082" y="266641"/>
                </a:lnTo>
                <a:lnTo>
                  <a:pt x="4518" y="288166"/>
                </a:lnTo>
                <a:lnTo>
                  <a:pt x="3655" y="304262"/>
                </a:lnTo>
                <a:lnTo>
                  <a:pt x="2886" y="315276"/>
                </a:lnTo>
                <a:lnTo>
                  <a:pt x="2682" y="321771"/>
                </a:lnTo>
                <a:lnTo>
                  <a:pt x="3514" y="324312"/>
                </a:lnTo>
                <a:lnTo>
                  <a:pt x="5930" y="323261"/>
                </a:lnTo>
                <a:lnTo>
                  <a:pt x="10793" y="318162"/>
                </a:lnTo>
                <a:lnTo>
                  <a:pt x="19045" y="308357"/>
                </a:lnTo>
                <a:lnTo>
                  <a:pt x="31628" y="293186"/>
                </a:lnTo>
                <a:lnTo>
                  <a:pt x="48885" y="272587"/>
                </a:lnTo>
                <a:lnTo>
                  <a:pt x="88671" y="224988"/>
                </a:lnTo>
                <a:lnTo>
                  <a:pt x="118573" y="187587"/>
                </a:lnTo>
                <a:lnTo>
                  <a:pt x="133320" y="166407"/>
                </a:lnTo>
                <a:lnTo>
                  <a:pt x="138058" y="158642"/>
                </a:lnTo>
              </a:path>
            </a:pathLst>
          </a:custGeom>
          <a:ln w="367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3" name="object 13"/>
          <p:cNvGrpSpPr/>
          <p:nvPr/>
        </p:nvGrpSpPr>
        <p:grpSpPr>
          <a:xfrm>
            <a:off x="3772512" y="1045103"/>
            <a:ext cx="1822450" cy="1035050"/>
            <a:chOff x="3772512" y="1045103"/>
            <a:chExt cx="1822450" cy="1035050"/>
          </a:xfrm>
        </p:grpSpPr>
        <p:sp>
          <p:nvSpPr>
            <p:cNvPr id="14" name="object 14"/>
            <p:cNvSpPr/>
            <p:nvPr/>
          </p:nvSpPr>
          <p:spPr>
            <a:xfrm>
              <a:off x="3800142" y="1063478"/>
              <a:ext cx="1021715" cy="398780"/>
            </a:xfrm>
            <a:custGeom>
              <a:avLst/>
              <a:gdLst/>
              <a:ahLst/>
              <a:cxnLst/>
              <a:rect l="l" t="t" r="r" b="b"/>
              <a:pathLst>
                <a:path w="1021714" h="398780">
                  <a:moveTo>
                    <a:pt x="0" y="86349"/>
                  </a:moveTo>
                  <a:lnTo>
                    <a:pt x="2965" y="73029"/>
                  </a:lnTo>
                  <a:lnTo>
                    <a:pt x="5647" y="61122"/>
                  </a:lnTo>
                  <a:lnTo>
                    <a:pt x="7765" y="52038"/>
                  </a:lnTo>
                  <a:lnTo>
                    <a:pt x="9036" y="47191"/>
                  </a:lnTo>
                  <a:lnTo>
                    <a:pt x="9272" y="48006"/>
                  </a:lnTo>
                  <a:lnTo>
                    <a:pt x="8660" y="55976"/>
                  </a:lnTo>
                  <a:lnTo>
                    <a:pt x="7483" y="72606"/>
                  </a:lnTo>
                  <a:lnTo>
                    <a:pt x="6024" y="99402"/>
                  </a:lnTo>
                  <a:lnTo>
                    <a:pt x="4534" y="136395"/>
                  </a:lnTo>
                  <a:lnTo>
                    <a:pt x="3137" y="177719"/>
                  </a:lnTo>
                  <a:lnTo>
                    <a:pt x="1929" y="216030"/>
                  </a:lnTo>
                  <a:lnTo>
                    <a:pt x="1004" y="243987"/>
                  </a:lnTo>
                  <a:lnTo>
                    <a:pt x="423" y="255957"/>
                  </a:lnTo>
                  <a:lnTo>
                    <a:pt x="125" y="253149"/>
                  </a:lnTo>
                  <a:lnTo>
                    <a:pt x="15" y="238480"/>
                  </a:lnTo>
                  <a:lnTo>
                    <a:pt x="0" y="214869"/>
                  </a:lnTo>
                  <a:lnTo>
                    <a:pt x="0" y="185312"/>
                  </a:lnTo>
                  <a:lnTo>
                    <a:pt x="0" y="153119"/>
                  </a:lnTo>
                  <a:lnTo>
                    <a:pt x="0" y="121680"/>
                  </a:lnTo>
                  <a:lnTo>
                    <a:pt x="0" y="94382"/>
                  </a:lnTo>
                  <a:lnTo>
                    <a:pt x="15" y="73924"/>
                  </a:lnTo>
                  <a:lnTo>
                    <a:pt x="125" y="60243"/>
                  </a:lnTo>
                  <a:lnTo>
                    <a:pt x="423" y="52587"/>
                  </a:lnTo>
                  <a:lnTo>
                    <a:pt x="1004" y="50203"/>
                  </a:lnTo>
                  <a:lnTo>
                    <a:pt x="2039" y="52587"/>
                  </a:lnTo>
                  <a:lnTo>
                    <a:pt x="4016" y="60243"/>
                  </a:lnTo>
                  <a:lnTo>
                    <a:pt x="7499" y="73924"/>
                  </a:lnTo>
                  <a:lnTo>
                    <a:pt x="13052" y="94382"/>
                  </a:lnTo>
                  <a:lnTo>
                    <a:pt x="30372" y="152366"/>
                  </a:lnTo>
                  <a:lnTo>
                    <a:pt x="49199" y="208845"/>
                  </a:lnTo>
                  <a:lnTo>
                    <a:pt x="68543" y="247391"/>
                  </a:lnTo>
                  <a:lnTo>
                    <a:pt x="113804" y="241147"/>
                  </a:lnTo>
                  <a:lnTo>
                    <a:pt x="144585" y="188764"/>
                  </a:lnTo>
                  <a:lnTo>
                    <a:pt x="164917" y="134921"/>
                  </a:lnTo>
                  <a:lnTo>
                    <a:pt x="180731" y="83337"/>
                  </a:lnTo>
                  <a:lnTo>
                    <a:pt x="190333" y="42390"/>
                  </a:lnTo>
                  <a:lnTo>
                    <a:pt x="190772" y="39158"/>
                  </a:lnTo>
                  <a:lnTo>
                    <a:pt x="190427" y="41088"/>
                  </a:lnTo>
                  <a:lnTo>
                    <a:pt x="186755" y="90365"/>
                  </a:lnTo>
                  <a:lnTo>
                    <a:pt x="183869" y="165419"/>
                  </a:lnTo>
                  <a:lnTo>
                    <a:pt x="182661" y="206994"/>
                  </a:lnTo>
                  <a:lnTo>
                    <a:pt x="181217" y="275741"/>
                  </a:lnTo>
                  <a:lnTo>
                    <a:pt x="182441" y="318413"/>
                  </a:lnTo>
                  <a:lnTo>
                    <a:pt x="193407" y="355689"/>
                  </a:lnTo>
                  <a:lnTo>
                    <a:pt x="212845" y="368883"/>
                  </a:lnTo>
                  <a:lnTo>
                    <a:pt x="220517" y="366608"/>
                  </a:lnTo>
                  <a:lnTo>
                    <a:pt x="250074" y="331701"/>
                  </a:lnTo>
                  <a:lnTo>
                    <a:pt x="272289" y="291508"/>
                  </a:lnTo>
                  <a:lnTo>
                    <a:pt x="291304" y="247501"/>
                  </a:lnTo>
                  <a:lnTo>
                    <a:pt x="296198" y="230934"/>
                  </a:lnTo>
                  <a:lnTo>
                    <a:pt x="299211" y="220894"/>
                  </a:lnTo>
                  <a:lnTo>
                    <a:pt x="290425" y="270846"/>
                  </a:lnTo>
                  <a:lnTo>
                    <a:pt x="292182" y="290739"/>
                  </a:lnTo>
                  <a:lnTo>
                    <a:pt x="302646" y="328077"/>
                  </a:lnTo>
                  <a:lnTo>
                    <a:pt x="329333" y="366483"/>
                  </a:lnTo>
                  <a:lnTo>
                    <a:pt x="361463" y="379536"/>
                  </a:lnTo>
                  <a:lnTo>
                    <a:pt x="368993" y="379034"/>
                  </a:lnTo>
                  <a:lnTo>
                    <a:pt x="398958" y="354638"/>
                  </a:lnTo>
                  <a:lnTo>
                    <a:pt x="411666" y="304231"/>
                  </a:lnTo>
                  <a:lnTo>
                    <a:pt x="405516" y="262060"/>
                  </a:lnTo>
                  <a:lnTo>
                    <a:pt x="392589" y="225914"/>
                  </a:lnTo>
                  <a:lnTo>
                    <a:pt x="364475" y="195792"/>
                  </a:lnTo>
                  <a:lnTo>
                    <a:pt x="327324" y="185751"/>
                  </a:lnTo>
                  <a:lnTo>
                    <a:pt x="318696" y="185579"/>
                  </a:lnTo>
                  <a:lnTo>
                    <a:pt x="311008" y="186630"/>
                  </a:lnTo>
                  <a:lnTo>
                    <a:pt x="330337" y="220894"/>
                  </a:lnTo>
                  <a:lnTo>
                    <a:pt x="387098" y="211716"/>
                  </a:lnTo>
                  <a:lnTo>
                    <a:pt x="429362" y="201063"/>
                  </a:lnTo>
                  <a:lnTo>
                    <a:pt x="438101" y="198239"/>
                  </a:lnTo>
                  <a:lnTo>
                    <a:pt x="445804" y="195792"/>
                  </a:lnTo>
                  <a:lnTo>
                    <a:pt x="453335" y="193737"/>
                  </a:lnTo>
                  <a:lnTo>
                    <a:pt x="460865" y="192152"/>
                  </a:lnTo>
                  <a:lnTo>
                    <a:pt x="468395" y="191132"/>
                  </a:lnTo>
                  <a:lnTo>
                    <a:pt x="475926" y="190772"/>
                  </a:lnTo>
                  <a:lnTo>
                    <a:pt x="483394" y="191195"/>
                  </a:lnTo>
                  <a:lnTo>
                    <a:pt x="510080" y="226212"/>
                  </a:lnTo>
                  <a:lnTo>
                    <a:pt x="511947" y="279004"/>
                  </a:lnTo>
                  <a:lnTo>
                    <a:pt x="512072" y="316280"/>
                  </a:lnTo>
                  <a:lnTo>
                    <a:pt x="512072" y="330038"/>
                  </a:lnTo>
                  <a:lnTo>
                    <a:pt x="512072" y="339750"/>
                  </a:lnTo>
                  <a:lnTo>
                    <a:pt x="512072" y="345507"/>
                  </a:lnTo>
                  <a:lnTo>
                    <a:pt x="512072" y="347406"/>
                  </a:lnTo>
                  <a:lnTo>
                    <a:pt x="512135" y="345523"/>
                  </a:lnTo>
                  <a:lnTo>
                    <a:pt x="519775" y="300670"/>
                  </a:lnTo>
                  <a:lnTo>
                    <a:pt x="535166" y="248003"/>
                  </a:lnTo>
                  <a:lnTo>
                    <a:pt x="556251" y="213865"/>
                  </a:lnTo>
                  <a:lnTo>
                    <a:pt x="584365" y="199808"/>
                  </a:lnTo>
                  <a:lnTo>
                    <a:pt x="591833" y="200044"/>
                  </a:lnTo>
                  <a:lnTo>
                    <a:pt x="616871" y="238214"/>
                  </a:lnTo>
                  <a:lnTo>
                    <a:pt x="620087" y="285891"/>
                  </a:lnTo>
                  <a:lnTo>
                    <a:pt x="620511" y="332345"/>
                  </a:lnTo>
                  <a:lnTo>
                    <a:pt x="620590" y="343876"/>
                  </a:lnTo>
                  <a:lnTo>
                    <a:pt x="648625" y="370499"/>
                  </a:lnTo>
                  <a:lnTo>
                    <a:pt x="677021" y="324328"/>
                  </a:lnTo>
                  <a:lnTo>
                    <a:pt x="689635" y="287711"/>
                  </a:lnTo>
                  <a:lnTo>
                    <a:pt x="701213" y="246748"/>
                  </a:lnTo>
                  <a:lnTo>
                    <a:pt x="704476" y="205080"/>
                  </a:lnTo>
                  <a:lnTo>
                    <a:pt x="693682" y="261558"/>
                  </a:lnTo>
                  <a:lnTo>
                    <a:pt x="697824" y="306239"/>
                  </a:lnTo>
                  <a:lnTo>
                    <a:pt x="715473" y="352410"/>
                  </a:lnTo>
                  <a:lnTo>
                    <a:pt x="752044" y="371503"/>
                  </a:lnTo>
                  <a:lnTo>
                    <a:pt x="777145" y="342385"/>
                  </a:lnTo>
                  <a:lnTo>
                    <a:pt x="788818" y="299462"/>
                  </a:lnTo>
                  <a:lnTo>
                    <a:pt x="798230" y="233946"/>
                  </a:lnTo>
                  <a:lnTo>
                    <a:pt x="801462" y="193392"/>
                  </a:lnTo>
                  <a:lnTo>
                    <a:pt x="803753" y="151237"/>
                  </a:lnTo>
                  <a:lnTo>
                    <a:pt x="805290" y="111529"/>
                  </a:lnTo>
                  <a:lnTo>
                    <a:pt x="806797" y="54533"/>
                  </a:lnTo>
                  <a:lnTo>
                    <a:pt x="801243" y="10040"/>
                  </a:lnTo>
                  <a:lnTo>
                    <a:pt x="795219" y="0"/>
                  </a:lnTo>
                  <a:lnTo>
                    <a:pt x="790198" y="1004"/>
                  </a:lnTo>
                  <a:lnTo>
                    <a:pt x="780157" y="43174"/>
                  </a:lnTo>
                  <a:lnTo>
                    <a:pt x="781161" y="98398"/>
                  </a:lnTo>
                  <a:lnTo>
                    <a:pt x="788190" y="171694"/>
                  </a:lnTo>
                  <a:lnTo>
                    <a:pt x="794277" y="212422"/>
                  </a:lnTo>
                  <a:lnTo>
                    <a:pt x="801493" y="252773"/>
                  </a:lnTo>
                  <a:lnTo>
                    <a:pt x="816304" y="320296"/>
                  </a:lnTo>
                  <a:lnTo>
                    <a:pt x="828101" y="357195"/>
                  </a:lnTo>
                  <a:lnTo>
                    <a:pt x="855478" y="390188"/>
                  </a:lnTo>
                  <a:lnTo>
                    <a:pt x="888596" y="354434"/>
                  </a:lnTo>
                  <a:lnTo>
                    <a:pt x="906167" y="299713"/>
                  </a:lnTo>
                  <a:lnTo>
                    <a:pt x="920726" y="241979"/>
                  </a:lnTo>
                  <a:lnTo>
                    <a:pt x="926798" y="194537"/>
                  </a:lnTo>
                  <a:lnTo>
                    <a:pt x="916647" y="250780"/>
                  </a:lnTo>
                  <a:lnTo>
                    <a:pt x="918279" y="308796"/>
                  </a:lnTo>
                  <a:lnTo>
                    <a:pt x="927284" y="356568"/>
                  </a:lnTo>
                  <a:lnTo>
                    <a:pt x="951852" y="391584"/>
                  </a:lnTo>
                  <a:lnTo>
                    <a:pt x="969674" y="398236"/>
                  </a:lnTo>
                  <a:lnTo>
                    <a:pt x="978115" y="398221"/>
                  </a:lnTo>
                  <a:lnTo>
                    <a:pt x="1011092" y="373511"/>
                  </a:lnTo>
                  <a:lnTo>
                    <a:pt x="1021399" y="327905"/>
                  </a:lnTo>
                  <a:lnTo>
                    <a:pt x="1020129" y="306239"/>
                  </a:lnTo>
                  <a:lnTo>
                    <a:pt x="1008205" y="256036"/>
                  </a:lnTo>
                  <a:lnTo>
                    <a:pt x="991011" y="211857"/>
                  </a:lnTo>
                  <a:lnTo>
                    <a:pt x="962897" y="178723"/>
                  </a:lnTo>
                  <a:lnTo>
                    <a:pt x="924319" y="188481"/>
                  </a:lnTo>
                  <a:lnTo>
                    <a:pt x="897633" y="224910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66156" y="1236237"/>
              <a:ext cx="151213" cy="2121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059239" y="1259271"/>
              <a:ext cx="24130" cy="165735"/>
            </a:xfrm>
            <a:custGeom>
              <a:avLst/>
              <a:gdLst/>
              <a:ahLst/>
              <a:cxnLst/>
              <a:rect l="l" t="t" r="r" b="b"/>
              <a:pathLst>
                <a:path w="24129" h="165734">
                  <a:moveTo>
                    <a:pt x="0" y="29117"/>
                  </a:moveTo>
                  <a:lnTo>
                    <a:pt x="15" y="18779"/>
                  </a:lnTo>
                  <a:lnTo>
                    <a:pt x="125" y="9664"/>
                  </a:lnTo>
                  <a:lnTo>
                    <a:pt x="423" y="2996"/>
                  </a:lnTo>
                  <a:lnTo>
                    <a:pt x="1004" y="0"/>
                  </a:lnTo>
                  <a:lnTo>
                    <a:pt x="1945" y="1694"/>
                  </a:lnTo>
                  <a:lnTo>
                    <a:pt x="9444" y="56996"/>
                  </a:lnTo>
                  <a:lnTo>
                    <a:pt x="12048" y="80199"/>
                  </a:lnTo>
                  <a:lnTo>
                    <a:pt x="14653" y="103214"/>
                  </a:lnTo>
                  <a:lnTo>
                    <a:pt x="20834" y="150107"/>
                  </a:lnTo>
                  <a:lnTo>
                    <a:pt x="24097" y="165670"/>
                  </a:lnTo>
                  <a:lnTo>
                    <a:pt x="24097" y="163662"/>
                  </a:lnTo>
                  <a:lnTo>
                    <a:pt x="24097" y="161654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029117" y="1161878"/>
              <a:ext cx="30480" cy="6350"/>
            </a:xfrm>
            <a:custGeom>
              <a:avLst/>
              <a:gdLst/>
              <a:ahLst/>
              <a:cxnLst/>
              <a:rect l="l" t="t" r="r" b="b"/>
              <a:pathLst>
                <a:path w="30479" h="6350">
                  <a:moveTo>
                    <a:pt x="0" y="0"/>
                  </a:moveTo>
                  <a:lnTo>
                    <a:pt x="7530" y="1506"/>
                  </a:lnTo>
                  <a:lnTo>
                    <a:pt x="15060" y="3012"/>
                  </a:lnTo>
                  <a:lnTo>
                    <a:pt x="22591" y="4518"/>
                  </a:lnTo>
                  <a:lnTo>
                    <a:pt x="30121" y="6024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43278" y="1212249"/>
              <a:ext cx="175311" cy="25114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374844" y="1239190"/>
              <a:ext cx="201930" cy="822325"/>
            </a:xfrm>
            <a:custGeom>
              <a:avLst/>
              <a:gdLst/>
              <a:ahLst/>
              <a:cxnLst/>
              <a:rect l="l" t="t" r="r" b="b"/>
              <a:pathLst>
                <a:path w="201929" h="822325">
                  <a:moveTo>
                    <a:pt x="130199" y="79321"/>
                  </a:moveTo>
                  <a:lnTo>
                    <a:pt x="127233" y="39927"/>
                  </a:lnTo>
                  <a:lnTo>
                    <a:pt x="97190" y="2698"/>
                  </a:lnTo>
                  <a:lnTo>
                    <a:pt x="85016" y="0"/>
                  </a:lnTo>
                  <a:lnTo>
                    <a:pt x="71759" y="1317"/>
                  </a:lnTo>
                  <a:lnTo>
                    <a:pt x="31800" y="30121"/>
                  </a:lnTo>
                  <a:lnTo>
                    <a:pt x="11342" y="68025"/>
                  </a:lnTo>
                  <a:lnTo>
                    <a:pt x="674" y="110447"/>
                  </a:lnTo>
                  <a:lnTo>
                    <a:pt x="0" y="129759"/>
                  </a:lnTo>
                  <a:lnTo>
                    <a:pt x="2055" y="146718"/>
                  </a:lnTo>
                  <a:lnTo>
                    <a:pt x="26027" y="181735"/>
                  </a:lnTo>
                  <a:lnTo>
                    <a:pt x="62612" y="162360"/>
                  </a:lnTo>
                  <a:lnTo>
                    <a:pt x="93613" y="131767"/>
                  </a:lnTo>
                  <a:lnTo>
                    <a:pt x="119781" y="91746"/>
                  </a:lnTo>
                  <a:lnTo>
                    <a:pt x="129822" y="44680"/>
                  </a:lnTo>
                  <a:lnTo>
                    <a:pt x="121287" y="102775"/>
                  </a:lnTo>
                  <a:lnTo>
                    <a:pt x="118526" y="184826"/>
                  </a:lnTo>
                  <a:lnTo>
                    <a:pt x="120158" y="233946"/>
                  </a:lnTo>
                  <a:lnTo>
                    <a:pt x="124535" y="286848"/>
                  </a:lnTo>
                  <a:lnTo>
                    <a:pt x="131077" y="342385"/>
                  </a:lnTo>
                  <a:lnTo>
                    <a:pt x="138937" y="399429"/>
                  </a:lnTo>
                  <a:lnTo>
                    <a:pt x="147268" y="456849"/>
                  </a:lnTo>
                  <a:lnTo>
                    <a:pt x="155363" y="513469"/>
                  </a:lnTo>
                  <a:lnTo>
                    <a:pt x="163082" y="567923"/>
                  </a:lnTo>
                  <a:lnTo>
                    <a:pt x="170424" y="618801"/>
                  </a:lnTo>
                  <a:lnTo>
                    <a:pt x="177390" y="664690"/>
                  </a:lnTo>
                  <a:lnTo>
                    <a:pt x="183932" y="704444"/>
                  </a:lnTo>
                  <a:lnTo>
                    <a:pt x="194757" y="765504"/>
                  </a:lnTo>
                  <a:lnTo>
                    <a:pt x="198475" y="787186"/>
                  </a:lnTo>
                  <a:lnTo>
                    <a:pt x="200718" y="803266"/>
                  </a:lnTo>
                  <a:lnTo>
                    <a:pt x="201362" y="814170"/>
                  </a:lnTo>
                  <a:lnTo>
                    <a:pt x="200310" y="820367"/>
                  </a:lnTo>
                  <a:lnTo>
                    <a:pt x="197471" y="822328"/>
                  </a:lnTo>
                  <a:lnTo>
                    <a:pt x="192670" y="820288"/>
                  </a:lnTo>
                  <a:lnTo>
                    <a:pt x="161324" y="782165"/>
                  </a:lnTo>
                  <a:lnTo>
                    <a:pt x="124551" y="725561"/>
                  </a:lnTo>
                  <a:lnTo>
                    <a:pt x="90036" y="660673"/>
                  </a:lnTo>
                  <a:lnTo>
                    <a:pt x="72716" y="605325"/>
                  </a:lnTo>
                  <a:lnTo>
                    <a:pt x="70551" y="582027"/>
                  </a:lnTo>
                  <a:lnTo>
                    <a:pt x="71963" y="561272"/>
                  </a:lnTo>
                  <a:lnTo>
                    <a:pt x="93283" y="512700"/>
                  </a:lnTo>
                  <a:lnTo>
                    <a:pt x="133838" y="483707"/>
                  </a:lnTo>
                  <a:lnTo>
                    <a:pt x="149856" y="477024"/>
                  </a:lnTo>
                  <a:lnTo>
                    <a:pt x="166345" y="470906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535117" y="1179950"/>
              <a:ext cx="144780" cy="12065"/>
            </a:xfrm>
            <a:custGeom>
              <a:avLst/>
              <a:gdLst/>
              <a:ahLst/>
              <a:cxnLst/>
              <a:rect l="l" t="t" r="r" b="b"/>
              <a:pathLst>
                <a:path w="144779" h="12065">
                  <a:moveTo>
                    <a:pt x="0" y="12048"/>
                  </a:moveTo>
                  <a:lnTo>
                    <a:pt x="36146" y="9036"/>
                  </a:lnTo>
                  <a:lnTo>
                    <a:pt x="72292" y="6024"/>
                  </a:lnTo>
                  <a:lnTo>
                    <a:pt x="108438" y="3012"/>
                  </a:lnTo>
                  <a:lnTo>
                    <a:pt x="144585" y="0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450775" y="1089584"/>
              <a:ext cx="24130" cy="18415"/>
            </a:xfrm>
            <a:custGeom>
              <a:avLst/>
              <a:gdLst/>
              <a:ahLst/>
              <a:cxnLst/>
              <a:rect l="l" t="t" r="r" b="b"/>
              <a:pathLst>
                <a:path w="24129" h="18415">
                  <a:moveTo>
                    <a:pt x="24097" y="18073"/>
                  </a:moveTo>
                  <a:lnTo>
                    <a:pt x="18072" y="13554"/>
                  </a:lnTo>
                  <a:lnTo>
                    <a:pt x="12048" y="9036"/>
                  </a:lnTo>
                  <a:lnTo>
                    <a:pt x="6024" y="4518"/>
                  </a:lnTo>
                  <a:lnTo>
                    <a:pt x="0" y="0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790887" y="1132759"/>
              <a:ext cx="15875" cy="300355"/>
            </a:xfrm>
            <a:custGeom>
              <a:avLst/>
              <a:gdLst/>
              <a:ahLst/>
              <a:cxnLst/>
              <a:rect l="l" t="t" r="r" b="b"/>
              <a:pathLst>
                <a:path w="15875" h="300355">
                  <a:moveTo>
                    <a:pt x="15280" y="35142"/>
                  </a:moveTo>
                  <a:lnTo>
                    <a:pt x="15249" y="23297"/>
                  </a:lnTo>
                  <a:lnTo>
                    <a:pt x="15029" y="12676"/>
                  </a:lnTo>
                  <a:lnTo>
                    <a:pt x="14433" y="4502"/>
                  </a:lnTo>
                  <a:lnTo>
                    <a:pt x="13272" y="0"/>
                  </a:lnTo>
                  <a:lnTo>
                    <a:pt x="11436" y="266"/>
                  </a:lnTo>
                  <a:lnTo>
                    <a:pt x="2196" y="59349"/>
                  </a:lnTo>
                  <a:lnTo>
                    <a:pt x="0" y="121695"/>
                  </a:lnTo>
                  <a:lnTo>
                    <a:pt x="219" y="156634"/>
                  </a:lnTo>
                  <a:lnTo>
                    <a:pt x="1490" y="192199"/>
                  </a:lnTo>
                  <a:lnTo>
                    <a:pt x="3608" y="228048"/>
                  </a:lnTo>
                  <a:lnTo>
                    <a:pt x="6290" y="264084"/>
                  </a:lnTo>
                  <a:lnTo>
                    <a:pt x="9256" y="300215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" name="object 23"/>
          <p:cNvGrpSpPr/>
          <p:nvPr/>
        </p:nvGrpSpPr>
        <p:grpSpPr>
          <a:xfrm>
            <a:off x="2608016" y="2029086"/>
            <a:ext cx="451484" cy="398780"/>
            <a:chOff x="2608016" y="2029086"/>
            <a:chExt cx="451484" cy="398780"/>
          </a:xfrm>
        </p:grpSpPr>
        <p:sp>
          <p:nvSpPr>
            <p:cNvPr id="24" name="object 24"/>
            <p:cNvSpPr/>
            <p:nvPr/>
          </p:nvSpPr>
          <p:spPr>
            <a:xfrm>
              <a:off x="2626391" y="2047461"/>
              <a:ext cx="415290" cy="361950"/>
            </a:xfrm>
            <a:custGeom>
              <a:avLst/>
              <a:gdLst/>
              <a:ahLst/>
              <a:cxnLst/>
              <a:rect l="l" t="t" r="r" b="b"/>
              <a:pathLst>
                <a:path w="415289" h="361950">
                  <a:moveTo>
                    <a:pt x="35142" y="277121"/>
                  </a:moveTo>
                  <a:lnTo>
                    <a:pt x="76418" y="252145"/>
                  </a:lnTo>
                  <a:lnTo>
                    <a:pt x="92373" y="205833"/>
                  </a:lnTo>
                  <a:lnTo>
                    <a:pt x="62251" y="168682"/>
                  </a:lnTo>
                  <a:lnTo>
                    <a:pt x="17931" y="195431"/>
                  </a:lnTo>
                  <a:lnTo>
                    <a:pt x="2965" y="238888"/>
                  </a:lnTo>
                  <a:lnTo>
                    <a:pt x="0" y="263064"/>
                  </a:lnTo>
                  <a:lnTo>
                    <a:pt x="1631" y="286628"/>
                  </a:lnTo>
                  <a:lnTo>
                    <a:pt x="18073" y="327732"/>
                  </a:lnTo>
                  <a:lnTo>
                    <a:pt x="49450" y="354607"/>
                  </a:lnTo>
                  <a:lnTo>
                    <a:pt x="89738" y="361604"/>
                  </a:lnTo>
                  <a:lnTo>
                    <a:pt x="110447" y="356442"/>
                  </a:lnTo>
                  <a:lnTo>
                    <a:pt x="147848" y="328328"/>
                  </a:lnTo>
                  <a:lnTo>
                    <a:pt x="174707" y="282141"/>
                  </a:lnTo>
                  <a:lnTo>
                    <a:pt x="187132" y="224784"/>
                  </a:lnTo>
                  <a:lnTo>
                    <a:pt x="189768" y="160650"/>
                  </a:lnTo>
                  <a:lnTo>
                    <a:pt x="188513" y="95260"/>
                  </a:lnTo>
                  <a:lnTo>
                    <a:pt x="185751" y="41166"/>
                  </a:lnTo>
                  <a:lnTo>
                    <a:pt x="180809" y="2337"/>
                  </a:lnTo>
                  <a:lnTo>
                    <a:pt x="178723" y="0"/>
                  </a:lnTo>
                  <a:lnTo>
                    <a:pt x="176323" y="2447"/>
                  </a:lnTo>
                  <a:lnTo>
                    <a:pt x="169686" y="48195"/>
                  </a:lnTo>
                  <a:lnTo>
                    <a:pt x="168808" y="116094"/>
                  </a:lnTo>
                  <a:lnTo>
                    <a:pt x="170675" y="155363"/>
                  </a:lnTo>
                  <a:lnTo>
                    <a:pt x="174707" y="193784"/>
                  </a:lnTo>
                  <a:lnTo>
                    <a:pt x="189768" y="259048"/>
                  </a:lnTo>
                  <a:lnTo>
                    <a:pt x="210853" y="306239"/>
                  </a:lnTo>
                  <a:lnTo>
                    <a:pt x="244740" y="343232"/>
                  </a:lnTo>
                  <a:lnTo>
                    <a:pt x="284401" y="344880"/>
                  </a:lnTo>
                  <a:lnTo>
                    <a:pt x="330086" y="303101"/>
                  </a:lnTo>
                  <a:lnTo>
                    <a:pt x="361462" y="264068"/>
                  </a:lnTo>
                  <a:lnTo>
                    <a:pt x="379536" y="230181"/>
                  </a:lnTo>
                  <a:lnTo>
                    <a:pt x="383426" y="184873"/>
                  </a:lnTo>
                  <a:lnTo>
                    <a:pt x="344393" y="167678"/>
                  </a:lnTo>
                  <a:lnTo>
                    <a:pt x="317284" y="201816"/>
                  </a:lnTo>
                  <a:lnTo>
                    <a:pt x="303729" y="244113"/>
                  </a:lnTo>
                  <a:lnTo>
                    <a:pt x="293186" y="287162"/>
                  </a:lnTo>
                  <a:lnTo>
                    <a:pt x="291178" y="330337"/>
                  </a:lnTo>
                  <a:lnTo>
                    <a:pt x="326132" y="357415"/>
                  </a:lnTo>
                  <a:lnTo>
                    <a:pt x="368491" y="355438"/>
                  </a:lnTo>
                  <a:lnTo>
                    <a:pt x="404072" y="322116"/>
                  </a:lnTo>
                  <a:lnTo>
                    <a:pt x="414678" y="307243"/>
                  </a:lnTo>
                </a:path>
              </a:pathLst>
            </a:custGeom>
            <a:ln w="36749">
              <a:solidFill>
                <a:srgbClr val="4D22B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97378" y="2107404"/>
              <a:ext cx="229530" cy="72896"/>
            </a:xfrm>
            <a:prstGeom prst="rect">
              <a:avLst/>
            </a:prstGeom>
          </p:spPr>
        </p:pic>
      </p:grpSp>
      <p:pic>
        <p:nvPicPr>
          <p:cNvPr id="26" name="object 2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16273" y="2151520"/>
            <a:ext cx="173318" cy="201479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197355" y="2131502"/>
            <a:ext cx="169333" cy="242583"/>
          </a:xfrm>
          <a:prstGeom prst="rect">
            <a:avLst/>
          </a:prstGeom>
        </p:spPr>
      </p:pic>
      <p:grpSp>
        <p:nvGrpSpPr>
          <p:cNvPr id="28" name="object 28"/>
          <p:cNvGrpSpPr/>
          <p:nvPr/>
        </p:nvGrpSpPr>
        <p:grpSpPr>
          <a:xfrm>
            <a:off x="3607405" y="2002982"/>
            <a:ext cx="838200" cy="468630"/>
            <a:chOff x="3607405" y="2002982"/>
            <a:chExt cx="838200" cy="468630"/>
          </a:xfrm>
        </p:grpSpPr>
        <p:sp>
          <p:nvSpPr>
            <p:cNvPr id="29" name="object 29"/>
            <p:cNvSpPr/>
            <p:nvPr/>
          </p:nvSpPr>
          <p:spPr>
            <a:xfrm>
              <a:off x="3625780" y="2147743"/>
              <a:ext cx="699770" cy="305435"/>
            </a:xfrm>
            <a:custGeom>
              <a:avLst/>
              <a:gdLst/>
              <a:ahLst/>
              <a:cxnLst/>
              <a:rect l="l" t="t" r="r" b="b"/>
              <a:pathLst>
                <a:path w="699770" h="305435">
                  <a:moveTo>
                    <a:pt x="114118" y="80450"/>
                  </a:moveTo>
                  <a:lnTo>
                    <a:pt x="107340" y="42672"/>
                  </a:lnTo>
                  <a:lnTo>
                    <a:pt x="87432" y="4094"/>
                  </a:lnTo>
                  <a:lnTo>
                    <a:pt x="76842" y="0"/>
                  </a:lnTo>
                  <a:lnTo>
                    <a:pt x="64558" y="1741"/>
                  </a:lnTo>
                  <a:lnTo>
                    <a:pt x="22246" y="46312"/>
                  </a:lnTo>
                  <a:lnTo>
                    <a:pt x="2667" y="94507"/>
                  </a:lnTo>
                  <a:lnTo>
                    <a:pt x="0" y="117710"/>
                  </a:lnTo>
                  <a:lnTo>
                    <a:pt x="1662" y="138560"/>
                  </a:lnTo>
                  <a:lnTo>
                    <a:pt x="19767" y="178723"/>
                  </a:lnTo>
                  <a:lnTo>
                    <a:pt x="62722" y="172965"/>
                  </a:lnTo>
                  <a:lnTo>
                    <a:pt x="105081" y="136678"/>
                  </a:lnTo>
                  <a:lnTo>
                    <a:pt x="125837" y="87683"/>
                  </a:lnTo>
                  <a:lnTo>
                    <a:pt x="128551" y="43551"/>
                  </a:lnTo>
                  <a:lnTo>
                    <a:pt x="120770" y="101567"/>
                  </a:lnTo>
                  <a:lnTo>
                    <a:pt x="128175" y="170408"/>
                  </a:lnTo>
                  <a:lnTo>
                    <a:pt x="138623" y="230181"/>
                  </a:lnTo>
                  <a:lnTo>
                    <a:pt x="149856" y="269591"/>
                  </a:lnTo>
                  <a:lnTo>
                    <a:pt x="169828" y="305015"/>
                  </a:lnTo>
                  <a:lnTo>
                    <a:pt x="174362" y="305360"/>
                  </a:lnTo>
                  <a:lnTo>
                    <a:pt x="178927" y="301783"/>
                  </a:lnTo>
                  <a:lnTo>
                    <a:pt x="195447" y="257165"/>
                  </a:lnTo>
                  <a:lnTo>
                    <a:pt x="210382" y="194160"/>
                  </a:lnTo>
                  <a:lnTo>
                    <a:pt x="224565" y="126637"/>
                  </a:lnTo>
                  <a:lnTo>
                    <a:pt x="233852" y="77312"/>
                  </a:lnTo>
                  <a:lnTo>
                    <a:pt x="239783" y="33871"/>
                  </a:lnTo>
                  <a:lnTo>
                    <a:pt x="240630" y="18198"/>
                  </a:lnTo>
                  <a:lnTo>
                    <a:pt x="240630" y="20206"/>
                  </a:lnTo>
                  <a:lnTo>
                    <a:pt x="240630" y="26733"/>
                  </a:lnTo>
                  <a:lnTo>
                    <a:pt x="240630" y="38530"/>
                  </a:lnTo>
                  <a:lnTo>
                    <a:pt x="240630" y="56353"/>
                  </a:lnTo>
                  <a:lnTo>
                    <a:pt x="240661" y="80262"/>
                  </a:lnTo>
                  <a:lnTo>
                    <a:pt x="241477" y="134858"/>
                  </a:lnTo>
                  <a:lnTo>
                    <a:pt x="244521" y="176715"/>
                  </a:lnTo>
                  <a:lnTo>
                    <a:pt x="265104" y="214869"/>
                  </a:lnTo>
                  <a:lnTo>
                    <a:pt x="300230" y="199651"/>
                  </a:lnTo>
                  <a:lnTo>
                    <a:pt x="318194" y="162360"/>
                  </a:lnTo>
                  <a:lnTo>
                    <a:pt x="336016" y="112565"/>
                  </a:lnTo>
                  <a:lnTo>
                    <a:pt x="348002" y="73673"/>
                  </a:lnTo>
                  <a:lnTo>
                    <a:pt x="353085" y="34263"/>
                  </a:lnTo>
                  <a:lnTo>
                    <a:pt x="352944" y="84388"/>
                  </a:lnTo>
                  <a:lnTo>
                    <a:pt x="358560" y="137196"/>
                  </a:lnTo>
                  <a:lnTo>
                    <a:pt x="366091" y="179052"/>
                  </a:lnTo>
                  <a:lnTo>
                    <a:pt x="387568" y="216171"/>
                  </a:lnTo>
                  <a:lnTo>
                    <a:pt x="416937" y="227593"/>
                  </a:lnTo>
                  <a:lnTo>
                    <a:pt x="425127" y="225412"/>
                  </a:lnTo>
                  <a:lnTo>
                    <a:pt x="458386" y="190834"/>
                  </a:lnTo>
                  <a:lnTo>
                    <a:pt x="484994" y="146405"/>
                  </a:lnTo>
                  <a:lnTo>
                    <a:pt x="502957" y="103089"/>
                  </a:lnTo>
                  <a:lnTo>
                    <a:pt x="510723" y="56353"/>
                  </a:lnTo>
                  <a:lnTo>
                    <a:pt x="496164" y="18198"/>
                  </a:lnTo>
                  <a:lnTo>
                    <a:pt x="489481" y="17445"/>
                  </a:lnTo>
                  <a:lnTo>
                    <a:pt x="482609" y="18198"/>
                  </a:lnTo>
                  <a:lnTo>
                    <a:pt x="453523" y="61781"/>
                  </a:lnTo>
                  <a:lnTo>
                    <a:pt x="446934" y="102634"/>
                  </a:lnTo>
                  <a:lnTo>
                    <a:pt x="448424" y="142969"/>
                  </a:lnTo>
                  <a:lnTo>
                    <a:pt x="463532" y="186881"/>
                  </a:lnTo>
                  <a:lnTo>
                    <a:pt x="494658" y="208970"/>
                  </a:lnTo>
                  <a:lnTo>
                    <a:pt x="537017" y="203322"/>
                  </a:lnTo>
                  <a:lnTo>
                    <a:pt x="583016" y="166423"/>
                  </a:lnTo>
                  <a:lnTo>
                    <a:pt x="607113" y="129649"/>
                  </a:lnTo>
                  <a:lnTo>
                    <a:pt x="621923" y="93378"/>
                  </a:lnTo>
                  <a:lnTo>
                    <a:pt x="630928" y="50030"/>
                  </a:lnTo>
                  <a:lnTo>
                    <a:pt x="638867" y="98774"/>
                  </a:lnTo>
                  <a:lnTo>
                    <a:pt x="650288" y="137682"/>
                  </a:lnTo>
                  <a:lnTo>
                    <a:pt x="669208" y="177782"/>
                  </a:lnTo>
                  <a:lnTo>
                    <a:pt x="691329" y="206209"/>
                  </a:lnTo>
                  <a:lnTo>
                    <a:pt x="696867" y="213865"/>
                  </a:lnTo>
                  <a:lnTo>
                    <a:pt x="699487" y="220015"/>
                  </a:lnTo>
                  <a:lnTo>
                    <a:pt x="698248" y="224345"/>
                  </a:lnTo>
                  <a:lnTo>
                    <a:pt x="693337" y="226792"/>
                  </a:lnTo>
                  <a:lnTo>
                    <a:pt x="685226" y="227357"/>
                  </a:lnTo>
                  <a:lnTo>
                    <a:pt x="674385" y="226039"/>
                  </a:lnTo>
                  <a:lnTo>
                    <a:pt x="661301" y="222917"/>
                  </a:lnTo>
                  <a:lnTo>
                    <a:pt x="646523" y="218383"/>
                  </a:lnTo>
                  <a:lnTo>
                    <a:pt x="630614" y="212908"/>
                  </a:lnTo>
                  <a:lnTo>
                    <a:pt x="614142" y="206962"/>
                  </a:lnTo>
                </a:path>
              </a:pathLst>
            </a:custGeom>
            <a:ln w="36749">
              <a:solidFill>
                <a:srgbClr val="4D22B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384508" y="2021357"/>
              <a:ext cx="42545" cy="337820"/>
            </a:xfrm>
            <a:custGeom>
              <a:avLst/>
              <a:gdLst/>
              <a:ahLst/>
              <a:cxnLst/>
              <a:rect l="l" t="t" r="r" b="b"/>
              <a:pathLst>
                <a:path w="42545" h="337819">
                  <a:moveTo>
                    <a:pt x="0" y="32130"/>
                  </a:moveTo>
                  <a:lnTo>
                    <a:pt x="0" y="20332"/>
                  </a:lnTo>
                  <a:lnTo>
                    <a:pt x="0" y="10040"/>
                  </a:lnTo>
                  <a:lnTo>
                    <a:pt x="0" y="2761"/>
                  </a:lnTo>
                  <a:lnTo>
                    <a:pt x="0" y="0"/>
                  </a:lnTo>
                  <a:lnTo>
                    <a:pt x="15" y="2996"/>
                  </a:lnTo>
                  <a:lnTo>
                    <a:pt x="1004" y="47191"/>
                  </a:lnTo>
                  <a:lnTo>
                    <a:pt x="3388" y="102791"/>
                  </a:lnTo>
                  <a:lnTo>
                    <a:pt x="8032" y="166674"/>
                  </a:lnTo>
                  <a:lnTo>
                    <a:pt x="15186" y="226541"/>
                  </a:lnTo>
                  <a:lnTo>
                    <a:pt x="23093" y="278125"/>
                  </a:lnTo>
                  <a:lnTo>
                    <a:pt x="29870" y="317911"/>
                  </a:lnTo>
                  <a:lnTo>
                    <a:pt x="35142" y="337365"/>
                  </a:lnTo>
                  <a:lnTo>
                    <a:pt x="37228" y="336926"/>
                  </a:lnTo>
                  <a:lnTo>
                    <a:pt x="39033" y="330839"/>
                  </a:lnTo>
                  <a:lnTo>
                    <a:pt x="40648" y="320986"/>
                  </a:lnTo>
                  <a:lnTo>
                    <a:pt x="42170" y="309251"/>
                  </a:lnTo>
                </a:path>
              </a:pathLst>
            </a:custGeom>
            <a:ln w="36749">
              <a:solidFill>
                <a:srgbClr val="4D22B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312214" y="2186022"/>
              <a:ext cx="108585" cy="6350"/>
            </a:xfrm>
            <a:custGeom>
              <a:avLst/>
              <a:gdLst/>
              <a:ahLst/>
              <a:cxnLst/>
              <a:rect l="l" t="t" r="r" b="b"/>
              <a:pathLst>
                <a:path w="108585" h="6350">
                  <a:moveTo>
                    <a:pt x="0" y="6024"/>
                  </a:moveTo>
                  <a:lnTo>
                    <a:pt x="27109" y="4518"/>
                  </a:lnTo>
                  <a:lnTo>
                    <a:pt x="54219" y="3012"/>
                  </a:lnTo>
                  <a:lnTo>
                    <a:pt x="81329" y="1506"/>
                  </a:lnTo>
                  <a:lnTo>
                    <a:pt x="108438" y="0"/>
                  </a:lnTo>
                </a:path>
              </a:pathLst>
            </a:custGeom>
            <a:ln w="36749">
              <a:solidFill>
                <a:srgbClr val="4D22B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2" name="object 32"/>
          <p:cNvGrpSpPr/>
          <p:nvPr/>
        </p:nvGrpSpPr>
        <p:grpSpPr>
          <a:xfrm>
            <a:off x="4633214" y="1978883"/>
            <a:ext cx="775970" cy="753745"/>
            <a:chOff x="4633214" y="1978883"/>
            <a:chExt cx="775970" cy="753745"/>
          </a:xfrm>
        </p:grpSpPr>
        <p:sp>
          <p:nvSpPr>
            <p:cNvPr id="33" name="object 33"/>
            <p:cNvSpPr/>
            <p:nvPr/>
          </p:nvSpPr>
          <p:spPr>
            <a:xfrm>
              <a:off x="4651589" y="1997258"/>
              <a:ext cx="22225" cy="393065"/>
            </a:xfrm>
            <a:custGeom>
              <a:avLst/>
              <a:gdLst/>
              <a:ahLst/>
              <a:cxnLst/>
              <a:rect l="l" t="t" r="r" b="b"/>
              <a:pathLst>
                <a:path w="22225" h="393064">
                  <a:moveTo>
                    <a:pt x="16065" y="50203"/>
                  </a:moveTo>
                  <a:lnTo>
                    <a:pt x="10040" y="10040"/>
                  </a:lnTo>
                  <a:lnTo>
                    <a:pt x="10040" y="0"/>
                  </a:lnTo>
                  <a:lnTo>
                    <a:pt x="9036" y="0"/>
                  </a:lnTo>
                  <a:lnTo>
                    <a:pt x="4016" y="52211"/>
                  </a:lnTo>
                  <a:lnTo>
                    <a:pt x="1255" y="133666"/>
                  </a:lnTo>
                  <a:lnTo>
                    <a:pt x="345" y="181406"/>
                  </a:lnTo>
                  <a:lnTo>
                    <a:pt x="0" y="227922"/>
                  </a:lnTo>
                  <a:lnTo>
                    <a:pt x="345" y="269497"/>
                  </a:lnTo>
                  <a:lnTo>
                    <a:pt x="2541" y="334949"/>
                  </a:lnTo>
                  <a:lnTo>
                    <a:pt x="5522" y="375645"/>
                  </a:lnTo>
                  <a:lnTo>
                    <a:pt x="10040" y="392588"/>
                  </a:lnTo>
                  <a:lnTo>
                    <a:pt x="11546" y="388133"/>
                  </a:lnTo>
                  <a:lnTo>
                    <a:pt x="13052" y="380289"/>
                  </a:lnTo>
                  <a:lnTo>
                    <a:pt x="14558" y="370562"/>
                  </a:lnTo>
                  <a:lnTo>
                    <a:pt x="16065" y="360458"/>
                  </a:lnTo>
                  <a:lnTo>
                    <a:pt x="17571" y="351187"/>
                  </a:lnTo>
                  <a:lnTo>
                    <a:pt x="19077" y="342762"/>
                  </a:lnTo>
                  <a:lnTo>
                    <a:pt x="20583" y="334902"/>
                  </a:lnTo>
                  <a:lnTo>
                    <a:pt x="22089" y="327324"/>
                  </a:lnTo>
                </a:path>
              </a:pathLst>
            </a:custGeom>
            <a:ln w="36749">
              <a:solidFill>
                <a:srgbClr val="4D22B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28553" y="2151583"/>
              <a:ext cx="165317" cy="21974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946532" y="2161675"/>
              <a:ext cx="172085" cy="553085"/>
            </a:xfrm>
            <a:custGeom>
              <a:avLst/>
              <a:gdLst/>
              <a:ahLst/>
              <a:cxnLst/>
              <a:rect l="l" t="t" r="r" b="b"/>
              <a:pathLst>
                <a:path w="172085" h="553085">
                  <a:moveTo>
                    <a:pt x="112706" y="72543"/>
                  </a:moveTo>
                  <a:lnTo>
                    <a:pt x="116236" y="31126"/>
                  </a:lnTo>
                  <a:lnTo>
                    <a:pt x="81580" y="0"/>
                  </a:lnTo>
                  <a:lnTo>
                    <a:pt x="67805" y="2604"/>
                  </a:lnTo>
                  <a:lnTo>
                    <a:pt x="26607" y="40915"/>
                  </a:lnTo>
                  <a:lnTo>
                    <a:pt x="7279" y="80576"/>
                  </a:lnTo>
                  <a:lnTo>
                    <a:pt x="0" y="116094"/>
                  </a:lnTo>
                  <a:lnTo>
                    <a:pt x="502" y="130418"/>
                  </a:lnTo>
                  <a:lnTo>
                    <a:pt x="34389" y="157889"/>
                  </a:lnTo>
                  <a:lnTo>
                    <a:pt x="76465" y="144616"/>
                  </a:lnTo>
                  <a:lnTo>
                    <a:pt x="114212" y="101912"/>
                  </a:lnTo>
                  <a:lnTo>
                    <a:pt x="128771" y="65515"/>
                  </a:lnTo>
                  <a:lnTo>
                    <a:pt x="131312" y="25415"/>
                  </a:lnTo>
                  <a:lnTo>
                    <a:pt x="110258" y="84717"/>
                  </a:lnTo>
                  <a:lnTo>
                    <a:pt x="107497" y="163913"/>
                  </a:lnTo>
                  <a:lnTo>
                    <a:pt x="109694" y="210100"/>
                  </a:lnTo>
                  <a:lnTo>
                    <a:pt x="114981" y="258185"/>
                  </a:lnTo>
                  <a:lnTo>
                    <a:pt x="122621" y="306365"/>
                  </a:lnTo>
                  <a:lnTo>
                    <a:pt x="131579" y="352850"/>
                  </a:lnTo>
                  <a:lnTo>
                    <a:pt x="140820" y="395852"/>
                  </a:lnTo>
                  <a:lnTo>
                    <a:pt x="149433" y="433865"/>
                  </a:lnTo>
                  <a:lnTo>
                    <a:pt x="157010" y="466513"/>
                  </a:lnTo>
                  <a:lnTo>
                    <a:pt x="163270" y="493701"/>
                  </a:lnTo>
                  <a:lnTo>
                    <a:pt x="167929" y="515335"/>
                  </a:lnTo>
                  <a:lnTo>
                    <a:pt x="170753" y="531447"/>
                  </a:lnTo>
                  <a:lnTo>
                    <a:pt x="171695" y="542571"/>
                  </a:lnTo>
                  <a:lnTo>
                    <a:pt x="170753" y="549364"/>
                  </a:lnTo>
                  <a:lnTo>
                    <a:pt x="167929" y="552486"/>
                  </a:lnTo>
                  <a:lnTo>
                    <a:pt x="163129" y="552266"/>
                  </a:lnTo>
                  <a:lnTo>
                    <a:pt x="131783" y="520356"/>
                  </a:lnTo>
                  <a:lnTo>
                    <a:pt x="95009" y="465760"/>
                  </a:lnTo>
                  <a:lnTo>
                    <a:pt x="60494" y="402880"/>
                  </a:lnTo>
                  <a:lnTo>
                    <a:pt x="43802" y="351673"/>
                  </a:lnTo>
                  <a:lnTo>
                    <a:pt x="43127" y="330870"/>
                  </a:lnTo>
                  <a:lnTo>
                    <a:pt x="47442" y="312514"/>
                  </a:lnTo>
                  <a:lnTo>
                    <a:pt x="56462" y="296057"/>
                  </a:lnTo>
                  <a:lnTo>
                    <a:pt x="69155" y="281012"/>
                  </a:lnTo>
                  <a:lnTo>
                    <a:pt x="84294" y="266908"/>
                  </a:lnTo>
                  <a:lnTo>
                    <a:pt x="100657" y="253275"/>
                  </a:lnTo>
                </a:path>
              </a:pathLst>
            </a:custGeom>
            <a:ln w="36749">
              <a:solidFill>
                <a:srgbClr val="4D22B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5144584" y="2169926"/>
              <a:ext cx="166370" cy="474980"/>
            </a:xfrm>
            <a:custGeom>
              <a:avLst/>
              <a:gdLst/>
              <a:ahLst/>
              <a:cxnLst/>
              <a:rect l="l" t="t" r="r" b="b"/>
              <a:pathLst>
                <a:path w="166370" h="474980">
                  <a:moveTo>
                    <a:pt x="119483" y="82364"/>
                  </a:moveTo>
                  <a:lnTo>
                    <a:pt x="117789" y="39723"/>
                  </a:lnTo>
                  <a:lnTo>
                    <a:pt x="98382" y="5836"/>
                  </a:lnTo>
                  <a:lnTo>
                    <a:pt x="75916" y="0"/>
                  </a:lnTo>
                  <a:lnTo>
                    <a:pt x="61875" y="784"/>
                  </a:lnTo>
                  <a:lnTo>
                    <a:pt x="20473" y="32632"/>
                  </a:lnTo>
                  <a:lnTo>
                    <a:pt x="3059" y="76246"/>
                  </a:lnTo>
                  <a:lnTo>
                    <a:pt x="0" y="98429"/>
                  </a:lnTo>
                  <a:lnTo>
                    <a:pt x="1584" y="117930"/>
                  </a:lnTo>
                  <a:lnTo>
                    <a:pt x="29117" y="153653"/>
                  </a:lnTo>
                  <a:lnTo>
                    <a:pt x="74865" y="147440"/>
                  </a:lnTo>
                  <a:lnTo>
                    <a:pt x="101786" y="119201"/>
                  </a:lnTo>
                  <a:lnTo>
                    <a:pt x="119860" y="80795"/>
                  </a:lnTo>
                  <a:lnTo>
                    <a:pt x="130653" y="39942"/>
                  </a:lnTo>
                  <a:lnTo>
                    <a:pt x="126512" y="82364"/>
                  </a:lnTo>
                  <a:lnTo>
                    <a:pt x="126512" y="152021"/>
                  </a:lnTo>
                  <a:lnTo>
                    <a:pt x="128488" y="195462"/>
                  </a:lnTo>
                  <a:lnTo>
                    <a:pt x="132536" y="242010"/>
                  </a:lnTo>
                  <a:lnTo>
                    <a:pt x="138906" y="289546"/>
                  </a:lnTo>
                  <a:lnTo>
                    <a:pt x="146593" y="335388"/>
                  </a:lnTo>
                  <a:lnTo>
                    <a:pt x="154280" y="376712"/>
                  </a:lnTo>
                  <a:lnTo>
                    <a:pt x="160650" y="410693"/>
                  </a:lnTo>
                  <a:lnTo>
                    <a:pt x="164635" y="435324"/>
                  </a:lnTo>
                  <a:lnTo>
                    <a:pt x="166172" y="451860"/>
                  </a:lnTo>
                  <a:lnTo>
                    <a:pt x="165450" y="462371"/>
                  </a:lnTo>
                  <a:lnTo>
                    <a:pt x="162658" y="468929"/>
                  </a:lnTo>
                  <a:lnTo>
                    <a:pt x="157951" y="473165"/>
                  </a:lnTo>
                  <a:lnTo>
                    <a:pt x="151362" y="474953"/>
                  </a:lnTo>
                  <a:lnTo>
                    <a:pt x="142890" y="473729"/>
                  </a:lnTo>
                  <a:lnTo>
                    <a:pt x="107309" y="447467"/>
                  </a:lnTo>
                  <a:lnTo>
                    <a:pt x="81329" y="411697"/>
                  </a:lnTo>
                  <a:lnTo>
                    <a:pt x="61875" y="365008"/>
                  </a:lnTo>
                  <a:lnTo>
                    <a:pt x="57466" y="339969"/>
                  </a:lnTo>
                  <a:lnTo>
                    <a:pt x="58235" y="315307"/>
                  </a:lnTo>
                  <a:lnTo>
                    <a:pt x="64934" y="291900"/>
                  </a:lnTo>
                  <a:lnTo>
                    <a:pt x="76434" y="269622"/>
                  </a:lnTo>
                  <a:lnTo>
                    <a:pt x="91134" y="248097"/>
                  </a:lnTo>
                  <a:lnTo>
                    <a:pt x="107435" y="226949"/>
                  </a:lnTo>
                </a:path>
              </a:pathLst>
            </a:custGeom>
            <a:ln w="36749">
              <a:solidFill>
                <a:srgbClr val="4D22B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5378531" y="2158912"/>
              <a:ext cx="12065" cy="210185"/>
            </a:xfrm>
            <a:custGeom>
              <a:avLst/>
              <a:gdLst/>
              <a:ahLst/>
              <a:cxnLst/>
              <a:rect l="l" t="t" r="r" b="b"/>
              <a:pathLst>
                <a:path w="12064" h="210185">
                  <a:moveTo>
                    <a:pt x="0" y="33134"/>
                  </a:moveTo>
                  <a:lnTo>
                    <a:pt x="1490" y="21320"/>
                  </a:lnTo>
                  <a:lnTo>
                    <a:pt x="2886" y="10919"/>
                  </a:lnTo>
                  <a:lnTo>
                    <a:pt x="4094" y="3341"/>
                  </a:lnTo>
                  <a:lnTo>
                    <a:pt x="5020" y="0"/>
                  </a:lnTo>
                  <a:lnTo>
                    <a:pt x="5600" y="2086"/>
                  </a:lnTo>
                  <a:lnTo>
                    <a:pt x="5898" y="9915"/>
                  </a:lnTo>
                  <a:lnTo>
                    <a:pt x="6008" y="23579"/>
                  </a:lnTo>
                  <a:lnTo>
                    <a:pt x="6024" y="43174"/>
                  </a:lnTo>
                  <a:lnTo>
                    <a:pt x="6039" y="68307"/>
                  </a:lnTo>
                  <a:lnTo>
                    <a:pt x="6149" y="96641"/>
                  </a:lnTo>
                  <a:lnTo>
                    <a:pt x="7028" y="151613"/>
                  </a:lnTo>
                  <a:lnTo>
                    <a:pt x="10134" y="200185"/>
                  </a:lnTo>
                  <a:lnTo>
                    <a:pt x="12048" y="209849"/>
                  </a:lnTo>
                  <a:lnTo>
                    <a:pt x="12048" y="199808"/>
                  </a:lnTo>
                  <a:lnTo>
                    <a:pt x="12048" y="189768"/>
                  </a:lnTo>
                </a:path>
              </a:pathLst>
            </a:custGeom>
            <a:ln w="36749">
              <a:solidFill>
                <a:srgbClr val="4D22B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5328328" y="2057502"/>
              <a:ext cx="26670" cy="20320"/>
            </a:xfrm>
            <a:custGeom>
              <a:avLst/>
              <a:gdLst/>
              <a:ahLst/>
              <a:cxnLst/>
              <a:rect l="l" t="t" r="r" b="b"/>
              <a:pathLst>
                <a:path w="26670" h="20319">
                  <a:moveTo>
                    <a:pt x="8032" y="20081"/>
                  </a:moveTo>
                  <a:lnTo>
                    <a:pt x="4016" y="10040"/>
                  </a:lnTo>
                  <a:lnTo>
                    <a:pt x="0" y="0"/>
                  </a:lnTo>
                  <a:lnTo>
                    <a:pt x="3012" y="0"/>
                  </a:lnTo>
                  <a:lnTo>
                    <a:pt x="6479" y="1725"/>
                  </a:lnTo>
                  <a:lnTo>
                    <a:pt x="11923" y="6275"/>
                  </a:lnTo>
                  <a:lnTo>
                    <a:pt x="18684" y="12707"/>
                  </a:lnTo>
                  <a:lnTo>
                    <a:pt x="26105" y="20081"/>
                  </a:lnTo>
                </a:path>
              </a:pathLst>
            </a:custGeom>
            <a:ln w="36749">
              <a:solidFill>
                <a:srgbClr val="4D22B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9" name="object 39"/>
          <p:cNvGrpSpPr/>
          <p:nvPr/>
        </p:nvGrpSpPr>
        <p:grpSpPr>
          <a:xfrm>
            <a:off x="5457017" y="2128333"/>
            <a:ext cx="408940" cy="687705"/>
            <a:chOff x="5457017" y="2128333"/>
            <a:chExt cx="408940" cy="687705"/>
          </a:xfrm>
        </p:grpSpPr>
        <p:pic>
          <p:nvPicPr>
            <p:cNvPr id="40" name="object 4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457017" y="2139533"/>
              <a:ext cx="188897" cy="221497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5675170" y="2146708"/>
              <a:ext cx="172720" cy="650875"/>
            </a:xfrm>
            <a:custGeom>
              <a:avLst/>
              <a:gdLst/>
              <a:ahLst/>
              <a:cxnLst/>
              <a:rect l="l" t="t" r="r" b="b"/>
              <a:pathLst>
                <a:path w="172720" h="650875">
                  <a:moveTo>
                    <a:pt x="131093" y="75461"/>
                  </a:moveTo>
                  <a:lnTo>
                    <a:pt x="124456" y="29149"/>
                  </a:lnTo>
                  <a:lnTo>
                    <a:pt x="95339" y="0"/>
                  </a:lnTo>
                  <a:lnTo>
                    <a:pt x="82898" y="1160"/>
                  </a:lnTo>
                  <a:lnTo>
                    <a:pt x="38421" y="27141"/>
                  </a:lnTo>
                  <a:lnTo>
                    <a:pt x="15970" y="62957"/>
                  </a:lnTo>
                  <a:lnTo>
                    <a:pt x="4486" y="105599"/>
                  </a:lnTo>
                  <a:lnTo>
                    <a:pt x="0" y="140035"/>
                  </a:lnTo>
                  <a:lnTo>
                    <a:pt x="313" y="152021"/>
                  </a:lnTo>
                  <a:lnTo>
                    <a:pt x="33196" y="178378"/>
                  </a:lnTo>
                  <a:lnTo>
                    <a:pt x="83133" y="161779"/>
                  </a:lnTo>
                  <a:lnTo>
                    <a:pt x="113977" y="130214"/>
                  </a:lnTo>
                  <a:lnTo>
                    <a:pt x="135611" y="91275"/>
                  </a:lnTo>
                  <a:lnTo>
                    <a:pt x="136866" y="52619"/>
                  </a:lnTo>
                  <a:lnTo>
                    <a:pt x="122182" y="118950"/>
                  </a:lnTo>
                  <a:lnTo>
                    <a:pt x="120048" y="160305"/>
                  </a:lnTo>
                  <a:lnTo>
                    <a:pt x="119421" y="206931"/>
                  </a:lnTo>
                  <a:lnTo>
                    <a:pt x="121052" y="256193"/>
                  </a:lnTo>
                  <a:lnTo>
                    <a:pt x="125414" y="305784"/>
                  </a:lnTo>
                  <a:lnTo>
                    <a:pt x="131846" y="354716"/>
                  </a:lnTo>
                  <a:lnTo>
                    <a:pt x="139408" y="402331"/>
                  </a:lnTo>
                  <a:lnTo>
                    <a:pt x="147158" y="447969"/>
                  </a:lnTo>
                  <a:lnTo>
                    <a:pt x="154281" y="490908"/>
                  </a:lnTo>
                  <a:lnTo>
                    <a:pt x="160462" y="530177"/>
                  </a:lnTo>
                  <a:lnTo>
                    <a:pt x="169247" y="593558"/>
                  </a:lnTo>
                  <a:lnTo>
                    <a:pt x="172134" y="632089"/>
                  </a:lnTo>
                  <a:lnTo>
                    <a:pt x="171083" y="642836"/>
                  </a:lnTo>
                  <a:lnTo>
                    <a:pt x="168243" y="648782"/>
                  </a:lnTo>
                  <a:lnTo>
                    <a:pt x="163521" y="650382"/>
                  </a:lnTo>
                  <a:lnTo>
                    <a:pt x="156822" y="647276"/>
                  </a:lnTo>
                  <a:lnTo>
                    <a:pt x="124174" y="604462"/>
                  </a:lnTo>
                  <a:lnTo>
                    <a:pt x="97159" y="551968"/>
                  </a:lnTo>
                  <a:lnTo>
                    <a:pt x="77799" y="495129"/>
                  </a:lnTo>
                  <a:lnTo>
                    <a:pt x="71367" y="443357"/>
                  </a:lnTo>
                  <a:lnTo>
                    <a:pt x="72857" y="420859"/>
                  </a:lnTo>
                  <a:lnTo>
                    <a:pt x="93754" y="372005"/>
                  </a:lnTo>
                  <a:lnTo>
                    <a:pt x="131595" y="353838"/>
                  </a:lnTo>
                  <a:lnTo>
                    <a:pt x="146216" y="352740"/>
                  </a:lnTo>
                  <a:lnTo>
                    <a:pt x="161215" y="352583"/>
                  </a:lnTo>
                </a:path>
              </a:pathLst>
            </a:custGeom>
            <a:ln w="36749">
              <a:solidFill>
                <a:srgbClr val="4D22B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/>
          <p:nvPr/>
        </p:nvSpPr>
        <p:spPr>
          <a:xfrm>
            <a:off x="3074141" y="2937062"/>
            <a:ext cx="313690" cy="205104"/>
          </a:xfrm>
          <a:custGeom>
            <a:avLst/>
            <a:gdLst/>
            <a:ahLst/>
            <a:cxnLst/>
            <a:rect l="l" t="t" r="r" b="b"/>
            <a:pathLst>
              <a:path w="313689" h="205105">
                <a:moveTo>
                  <a:pt x="3074" y="140569"/>
                </a:moveTo>
                <a:lnTo>
                  <a:pt x="41229" y="116847"/>
                </a:lnTo>
                <a:lnTo>
                  <a:pt x="73359" y="95386"/>
                </a:lnTo>
                <a:lnTo>
                  <a:pt x="101739" y="69405"/>
                </a:lnTo>
                <a:lnTo>
                  <a:pt x="98460" y="30121"/>
                </a:lnTo>
                <a:lnTo>
                  <a:pt x="55113" y="21791"/>
                </a:lnTo>
                <a:lnTo>
                  <a:pt x="39221" y="25101"/>
                </a:lnTo>
                <a:lnTo>
                  <a:pt x="5898" y="59553"/>
                </a:lnTo>
                <a:lnTo>
                  <a:pt x="0" y="102822"/>
                </a:lnTo>
                <a:lnTo>
                  <a:pt x="3074" y="128018"/>
                </a:lnTo>
                <a:lnTo>
                  <a:pt x="23156" y="173703"/>
                </a:lnTo>
                <a:lnTo>
                  <a:pt x="61310" y="200059"/>
                </a:lnTo>
                <a:lnTo>
                  <a:pt x="83588" y="204766"/>
                </a:lnTo>
                <a:lnTo>
                  <a:pt x="105489" y="203825"/>
                </a:lnTo>
                <a:lnTo>
                  <a:pt x="143141" y="186379"/>
                </a:lnTo>
                <a:lnTo>
                  <a:pt x="171757" y="154625"/>
                </a:lnTo>
                <a:lnTo>
                  <a:pt x="191462" y="117099"/>
                </a:lnTo>
                <a:lnTo>
                  <a:pt x="205786" y="70582"/>
                </a:lnTo>
                <a:lnTo>
                  <a:pt x="207903" y="44178"/>
                </a:lnTo>
                <a:lnTo>
                  <a:pt x="207903" y="34138"/>
                </a:lnTo>
                <a:lnTo>
                  <a:pt x="207903" y="24097"/>
                </a:lnTo>
                <a:lnTo>
                  <a:pt x="206899" y="24097"/>
                </a:lnTo>
                <a:lnTo>
                  <a:pt x="206099" y="26042"/>
                </a:lnTo>
                <a:lnTo>
                  <a:pt x="205770" y="32130"/>
                </a:lnTo>
                <a:lnTo>
                  <a:pt x="206758" y="42735"/>
                </a:lnTo>
                <a:lnTo>
                  <a:pt x="223466" y="101410"/>
                </a:lnTo>
                <a:lnTo>
                  <a:pt x="240034" y="144585"/>
                </a:lnTo>
                <a:lnTo>
                  <a:pt x="258389" y="178472"/>
                </a:lnTo>
                <a:lnTo>
                  <a:pt x="270453" y="184653"/>
                </a:lnTo>
                <a:lnTo>
                  <a:pt x="277058" y="184496"/>
                </a:lnTo>
                <a:lnTo>
                  <a:pt x="301234" y="152884"/>
                </a:lnTo>
                <a:lnTo>
                  <a:pt x="307259" y="112549"/>
                </a:lnTo>
                <a:lnTo>
                  <a:pt x="312059" y="60149"/>
                </a:lnTo>
                <a:lnTo>
                  <a:pt x="313581" y="19908"/>
                </a:lnTo>
                <a:lnTo>
                  <a:pt x="313079" y="8409"/>
                </a:lnTo>
                <a:lnTo>
                  <a:pt x="312201" y="1992"/>
                </a:lnTo>
                <a:lnTo>
                  <a:pt x="311322" y="0"/>
                </a:lnTo>
                <a:lnTo>
                  <a:pt x="310318" y="0"/>
                </a:lnTo>
                <a:lnTo>
                  <a:pt x="310318" y="10040"/>
                </a:lnTo>
                <a:lnTo>
                  <a:pt x="310318" y="16065"/>
                </a:lnTo>
                <a:lnTo>
                  <a:pt x="310318" y="22089"/>
                </a:lnTo>
                <a:lnTo>
                  <a:pt x="310318" y="24097"/>
                </a:lnTo>
                <a:lnTo>
                  <a:pt x="310318" y="26105"/>
                </a:lnTo>
              </a:path>
            </a:pathLst>
          </a:custGeom>
          <a:ln w="36749">
            <a:solidFill>
              <a:srgbClr val="4D22B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480850" y="2761351"/>
            <a:ext cx="536575" cy="379095"/>
          </a:xfrm>
          <a:custGeom>
            <a:avLst/>
            <a:gdLst/>
            <a:ahLst/>
            <a:cxnLst/>
            <a:rect l="l" t="t" r="r" b="b"/>
            <a:pathLst>
              <a:path w="536575" h="379094">
                <a:moveTo>
                  <a:pt x="0" y="286158"/>
                </a:moveTo>
                <a:lnTo>
                  <a:pt x="43488" y="274156"/>
                </a:lnTo>
                <a:lnTo>
                  <a:pt x="76936" y="246623"/>
                </a:lnTo>
                <a:lnTo>
                  <a:pt x="91871" y="205582"/>
                </a:lnTo>
                <a:lnTo>
                  <a:pt x="71163" y="182990"/>
                </a:lnTo>
                <a:lnTo>
                  <a:pt x="61483" y="183022"/>
                </a:lnTo>
                <a:lnTo>
                  <a:pt x="25227" y="213363"/>
                </a:lnTo>
                <a:lnTo>
                  <a:pt x="7028" y="254028"/>
                </a:lnTo>
                <a:lnTo>
                  <a:pt x="6024" y="300340"/>
                </a:lnTo>
                <a:lnTo>
                  <a:pt x="23093" y="341381"/>
                </a:lnTo>
                <a:lnTo>
                  <a:pt x="55599" y="367487"/>
                </a:lnTo>
                <a:lnTo>
                  <a:pt x="96389" y="375519"/>
                </a:lnTo>
                <a:lnTo>
                  <a:pt x="137054" y="363847"/>
                </a:lnTo>
                <a:lnTo>
                  <a:pt x="168682" y="330337"/>
                </a:lnTo>
                <a:lnTo>
                  <a:pt x="184873" y="277247"/>
                </a:lnTo>
                <a:lnTo>
                  <a:pt x="189767" y="224910"/>
                </a:lnTo>
                <a:lnTo>
                  <a:pt x="184998" y="275348"/>
                </a:lnTo>
                <a:lnTo>
                  <a:pt x="189391" y="324014"/>
                </a:lnTo>
                <a:lnTo>
                  <a:pt x="195792" y="370499"/>
                </a:lnTo>
                <a:lnTo>
                  <a:pt x="199808" y="378532"/>
                </a:lnTo>
                <a:lnTo>
                  <a:pt x="202365" y="376555"/>
                </a:lnTo>
                <a:lnTo>
                  <a:pt x="205958" y="370248"/>
                </a:lnTo>
                <a:lnTo>
                  <a:pt x="211245" y="359047"/>
                </a:lnTo>
                <a:lnTo>
                  <a:pt x="218885" y="342385"/>
                </a:lnTo>
                <a:lnTo>
                  <a:pt x="229193" y="320312"/>
                </a:lnTo>
                <a:lnTo>
                  <a:pt x="253196" y="270516"/>
                </a:lnTo>
                <a:lnTo>
                  <a:pt x="272681" y="233162"/>
                </a:lnTo>
                <a:lnTo>
                  <a:pt x="304231" y="205958"/>
                </a:lnTo>
                <a:lnTo>
                  <a:pt x="310945" y="205911"/>
                </a:lnTo>
                <a:lnTo>
                  <a:pt x="317284" y="207841"/>
                </a:lnTo>
                <a:lnTo>
                  <a:pt x="337365" y="244991"/>
                </a:lnTo>
                <a:lnTo>
                  <a:pt x="346276" y="286158"/>
                </a:lnTo>
                <a:lnTo>
                  <a:pt x="350496" y="307965"/>
                </a:lnTo>
                <a:lnTo>
                  <a:pt x="354434" y="327324"/>
                </a:lnTo>
                <a:lnTo>
                  <a:pt x="370499" y="365479"/>
                </a:lnTo>
                <a:lnTo>
                  <a:pt x="382673" y="369370"/>
                </a:lnTo>
                <a:lnTo>
                  <a:pt x="389278" y="368726"/>
                </a:lnTo>
                <a:lnTo>
                  <a:pt x="415682" y="331341"/>
                </a:lnTo>
                <a:lnTo>
                  <a:pt x="424216" y="286409"/>
                </a:lnTo>
                <a:lnTo>
                  <a:pt x="429739" y="224910"/>
                </a:lnTo>
                <a:lnTo>
                  <a:pt x="430241" y="155253"/>
                </a:lnTo>
                <a:lnTo>
                  <a:pt x="427731" y="95386"/>
                </a:lnTo>
                <a:lnTo>
                  <a:pt x="422789" y="47238"/>
                </a:lnTo>
                <a:lnTo>
                  <a:pt x="413501" y="4800"/>
                </a:lnTo>
                <a:lnTo>
                  <a:pt x="411666" y="0"/>
                </a:lnTo>
                <a:lnTo>
                  <a:pt x="410536" y="643"/>
                </a:lnTo>
                <a:lnTo>
                  <a:pt x="411666" y="41166"/>
                </a:lnTo>
                <a:lnTo>
                  <a:pt x="416309" y="101535"/>
                </a:lnTo>
                <a:lnTo>
                  <a:pt x="424719" y="174707"/>
                </a:lnTo>
                <a:lnTo>
                  <a:pt x="436893" y="244364"/>
                </a:lnTo>
                <a:lnTo>
                  <a:pt x="449820" y="298207"/>
                </a:lnTo>
                <a:lnTo>
                  <a:pt x="466199" y="336471"/>
                </a:lnTo>
                <a:lnTo>
                  <a:pt x="509483" y="332894"/>
                </a:lnTo>
                <a:lnTo>
                  <a:pt x="527149" y="314664"/>
                </a:lnTo>
                <a:lnTo>
                  <a:pt x="536169" y="304231"/>
                </a:lnTo>
              </a:path>
            </a:pathLst>
          </a:custGeom>
          <a:ln w="36749">
            <a:solidFill>
              <a:srgbClr val="4D22B2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4" name="object 4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73185" y="1113380"/>
            <a:ext cx="2506747" cy="4003808"/>
          </a:xfrm>
          <a:prstGeom prst="rect">
            <a:avLst/>
          </a:prstGeom>
        </p:spPr>
      </p:pic>
      <p:sp>
        <p:nvSpPr>
          <p:cNvPr id="45" name="object 45"/>
          <p:cNvSpPr/>
          <p:nvPr/>
        </p:nvSpPr>
        <p:spPr>
          <a:xfrm>
            <a:off x="3786085" y="2884851"/>
            <a:ext cx="201295" cy="18415"/>
          </a:xfrm>
          <a:custGeom>
            <a:avLst/>
            <a:gdLst/>
            <a:ahLst/>
            <a:cxnLst/>
            <a:rect l="l" t="t" r="r" b="b"/>
            <a:pathLst>
              <a:path w="201295" h="18414">
                <a:moveTo>
                  <a:pt x="20081" y="18073"/>
                </a:moveTo>
                <a:lnTo>
                  <a:pt x="10040" y="14056"/>
                </a:lnTo>
                <a:lnTo>
                  <a:pt x="0" y="10040"/>
                </a:lnTo>
                <a:lnTo>
                  <a:pt x="1004" y="7028"/>
                </a:lnTo>
                <a:lnTo>
                  <a:pt x="49199" y="1004"/>
                </a:lnTo>
                <a:lnTo>
                  <a:pt x="116345" y="125"/>
                </a:lnTo>
                <a:lnTo>
                  <a:pt x="157496" y="15"/>
                </a:lnTo>
                <a:lnTo>
                  <a:pt x="200812" y="0"/>
                </a:lnTo>
              </a:path>
            </a:pathLst>
          </a:custGeom>
          <a:ln w="36749">
            <a:solidFill>
              <a:srgbClr val="4D22B2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6" name="object 46"/>
          <p:cNvGrpSpPr/>
          <p:nvPr/>
        </p:nvGrpSpPr>
        <p:grpSpPr>
          <a:xfrm>
            <a:off x="4171344" y="2719883"/>
            <a:ext cx="556895" cy="385445"/>
            <a:chOff x="4171344" y="2719883"/>
            <a:chExt cx="556895" cy="385445"/>
          </a:xfrm>
        </p:grpSpPr>
        <p:sp>
          <p:nvSpPr>
            <p:cNvPr id="47" name="object 47"/>
            <p:cNvSpPr/>
            <p:nvPr/>
          </p:nvSpPr>
          <p:spPr>
            <a:xfrm>
              <a:off x="4252349" y="2738258"/>
              <a:ext cx="41910" cy="348615"/>
            </a:xfrm>
            <a:custGeom>
              <a:avLst/>
              <a:gdLst/>
              <a:ahLst/>
              <a:cxnLst/>
              <a:rect l="l" t="t" r="r" b="b"/>
              <a:pathLst>
                <a:path w="41910" h="348614">
                  <a:moveTo>
                    <a:pt x="17696" y="50203"/>
                  </a:moveTo>
                  <a:lnTo>
                    <a:pt x="7656" y="10040"/>
                  </a:lnTo>
                  <a:lnTo>
                    <a:pt x="3639" y="0"/>
                  </a:lnTo>
                  <a:lnTo>
                    <a:pt x="1631" y="0"/>
                  </a:lnTo>
                  <a:lnTo>
                    <a:pt x="486" y="2227"/>
                  </a:lnTo>
                  <a:lnTo>
                    <a:pt x="0" y="10291"/>
                  </a:lnTo>
                  <a:lnTo>
                    <a:pt x="78" y="26262"/>
                  </a:lnTo>
                  <a:lnTo>
                    <a:pt x="1568" y="88969"/>
                  </a:lnTo>
                  <a:lnTo>
                    <a:pt x="2886" y="132410"/>
                  </a:lnTo>
                  <a:lnTo>
                    <a:pt x="4581" y="177170"/>
                  </a:lnTo>
                  <a:lnTo>
                    <a:pt x="6651" y="217881"/>
                  </a:lnTo>
                  <a:lnTo>
                    <a:pt x="12048" y="275490"/>
                  </a:lnTo>
                  <a:lnTo>
                    <a:pt x="24505" y="325395"/>
                  </a:lnTo>
                  <a:lnTo>
                    <a:pt x="37777" y="348410"/>
                  </a:lnTo>
                  <a:lnTo>
                    <a:pt x="40099" y="346574"/>
                  </a:lnTo>
                  <a:lnTo>
                    <a:pt x="41292" y="340503"/>
                  </a:lnTo>
                  <a:lnTo>
                    <a:pt x="41731" y="331607"/>
                  </a:lnTo>
                  <a:lnTo>
                    <a:pt x="41794" y="321300"/>
                  </a:lnTo>
                </a:path>
              </a:pathLst>
            </a:custGeom>
            <a:ln w="36749">
              <a:solidFill>
                <a:srgbClr val="4D22B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4189719" y="2927273"/>
              <a:ext cx="110489" cy="6350"/>
            </a:xfrm>
            <a:custGeom>
              <a:avLst/>
              <a:gdLst/>
              <a:ahLst/>
              <a:cxnLst/>
              <a:rect l="l" t="t" r="r" b="b"/>
              <a:pathLst>
                <a:path w="110489" h="6350">
                  <a:moveTo>
                    <a:pt x="20081" y="5773"/>
                  </a:moveTo>
                  <a:lnTo>
                    <a:pt x="10040" y="3765"/>
                  </a:lnTo>
                  <a:lnTo>
                    <a:pt x="0" y="1757"/>
                  </a:lnTo>
                  <a:lnTo>
                    <a:pt x="0" y="753"/>
                  </a:lnTo>
                  <a:lnTo>
                    <a:pt x="1882" y="188"/>
                  </a:lnTo>
                  <a:lnTo>
                    <a:pt x="7530" y="0"/>
                  </a:lnTo>
                  <a:lnTo>
                    <a:pt x="16943" y="188"/>
                  </a:lnTo>
                  <a:lnTo>
                    <a:pt x="30122" y="753"/>
                  </a:lnTo>
                  <a:lnTo>
                    <a:pt x="46908" y="1678"/>
                  </a:lnTo>
                  <a:lnTo>
                    <a:pt x="66519" y="2886"/>
                  </a:lnTo>
                  <a:lnTo>
                    <a:pt x="88012" y="4283"/>
                  </a:lnTo>
                  <a:lnTo>
                    <a:pt x="110447" y="5773"/>
                  </a:lnTo>
                </a:path>
              </a:pathLst>
            </a:custGeom>
            <a:ln w="36749">
              <a:solidFill>
                <a:srgbClr val="4D22B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342035" y="2854428"/>
              <a:ext cx="386164" cy="229530"/>
            </a:xfrm>
            <a:prstGeom prst="rect">
              <a:avLst/>
            </a:prstGeom>
          </p:spPr>
        </p:pic>
      </p:grpSp>
      <p:grpSp>
        <p:nvGrpSpPr>
          <p:cNvPr id="50" name="object 50"/>
          <p:cNvGrpSpPr/>
          <p:nvPr/>
        </p:nvGrpSpPr>
        <p:grpSpPr>
          <a:xfrm>
            <a:off x="4774928" y="2736952"/>
            <a:ext cx="447675" cy="359410"/>
            <a:chOff x="4774928" y="2736952"/>
            <a:chExt cx="447675" cy="359410"/>
          </a:xfrm>
        </p:grpSpPr>
        <p:pic>
          <p:nvPicPr>
            <p:cNvPr id="51" name="object 5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774928" y="2862460"/>
              <a:ext cx="176173" cy="207189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4951427" y="2755327"/>
              <a:ext cx="180340" cy="314325"/>
            </a:xfrm>
            <a:custGeom>
              <a:avLst/>
              <a:gdLst/>
              <a:ahLst/>
              <a:cxnLst/>
              <a:rect l="l" t="t" r="r" b="b"/>
              <a:pathLst>
                <a:path w="180339" h="314325">
                  <a:moveTo>
                    <a:pt x="17445" y="39158"/>
                  </a:moveTo>
                  <a:lnTo>
                    <a:pt x="12974" y="25838"/>
                  </a:lnTo>
                  <a:lnTo>
                    <a:pt x="8785" y="13931"/>
                  </a:lnTo>
                  <a:lnTo>
                    <a:pt x="5161" y="4847"/>
                  </a:lnTo>
                  <a:lnTo>
                    <a:pt x="2384" y="0"/>
                  </a:lnTo>
                  <a:lnTo>
                    <a:pt x="674" y="737"/>
                  </a:lnTo>
                  <a:lnTo>
                    <a:pt x="0" y="8158"/>
                  </a:lnTo>
                  <a:lnTo>
                    <a:pt x="266" y="23297"/>
                  </a:lnTo>
                  <a:lnTo>
                    <a:pt x="3216" y="79964"/>
                  </a:lnTo>
                  <a:lnTo>
                    <a:pt x="5522" y="118103"/>
                  </a:lnTo>
                  <a:lnTo>
                    <a:pt x="8016" y="157183"/>
                  </a:lnTo>
                  <a:lnTo>
                    <a:pt x="12519" y="221490"/>
                  </a:lnTo>
                  <a:lnTo>
                    <a:pt x="16347" y="261966"/>
                  </a:lnTo>
                  <a:lnTo>
                    <a:pt x="23344" y="302097"/>
                  </a:lnTo>
                  <a:lnTo>
                    <a:pt x="27486" y="314271"/>
                  </a:lnTo>
                  <a:lnTo>
                    <a:pt x="28678" y="313142"/>
                  </a:lnTo>
                  <a:lnTo>
                    <a:pt x="29494" y="306741"/>
                  </a:lnTo>
                  <a:lnTo>
                    <a:pt x="30310" y="295069"/>
                  </a:lnTo>
                  <a:lnTo>
                    <a:pt x="31502" y="278125"/>
                  </a:lnTo>
                  <a:lnTo>
                    <a:pt x="36522" y="231436"/>
                  </a:lnTo>
                  <a:lnTo>
                    <a:pt x="47567" y="181735"/>
                  </a:lnTo>
                  <a:lnTo>
                    <a:pt x="66017" y="143957"/>
                  </a:lnTo>
                  <a:lnTo>
                    <a:pt x="96044" y="113867"/>
                  </a:lnTo>
                  <a:lnTo>
                    <a:pt x="113553" y="110039"/>
                  </a:lnTo>
                  <a:lnTo>
                    <a:pt x="122872" y="112455"/>
                  </a:lnTo>
                  <a:lnTo>
                    <a:pt x="162030" y="146593"/>
                  </a:lnTo>
                  <a:lnTo>
                    <a:pt x="174879" y="188387"/>
                  </a:lnTo>
                  <a:lnTo>
                    <a:pt x="175083" y="200812"/>
                  </a:lnTo>
                  <a:lnTo>
                    <a:pt x="173326" y="210884"/>
                  </a:lnTo>
                  <a:lnTo>
                    <a:pt x="140208" y="235970"/>
                  </a:lnTo>
                  <a:lnTo>
                    <a:pt x="93754" y="245995"/>
                  </a:lnTo>
                  <a:lnTo>
                    <a:pt x="54596" y="245995"/>
                  </a:lnTo>
                  <a:lnTo>
                    <a:pt x="54705" y="246466"/>
                  </a:lnTo>
                  <a:lnTo>
                    <a:pt x="94507" y="266830"/>
                  </a:lnTo>
                  <a:lnTo>
                    <a:pt x="110823" y="277121"/>
                  </a:lnTo>
                  <a:lnTo>
                    <a:pt x="127139" y="287413"/>
                  </a:lnTo>
                  <a:lnTo>
                    <a:pt x="141949" y="296198"/>
                  </a:lnTo>
                  <a:lnTo>
                    <a:pt x="154123" y="302348"/>
                  </a:lnTo>
                  <a:lnTo>
                    <a:pt x="164038" y="306239"/>
                  </a:lnTo>
                  <a:lnTo>
                    <a:pt x="172448" y="308624"/>
                  </a:lnTo>
                  <a:lnTo>
                    <a:pt x="180103" y="310255"/>
                  </a:lnTo>
                </a:path>
              </a:pathLst>
            </a:custGeom>
            <a:ln w="36749">
              <a:solidFill>
                <a:srgbClr val="4D22B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5197800" y="2891879"/>
              <a:ext cx="6350" cy="186055"/>
            </a:xfrm>
            <a:custGeom>
              <a:avLst/>
              <a:gdLst/>
              <a:ahLst/>
              <a:cxnLst/>
              <a:rect l="l" t="t" r="r" b="b"/>
              <a:pathLst>
                <a:path w="6350" h="186055">
                  <a:moveTo>
                    <a:pt x="0" y="35142"/>
                  </a:moveTo>
                  <a:lnTo>
                    <a:pt x="0" y="23297"/>
                  </a:lnTo>
                  <a:lnTo>
                    <a:pt x="0" y="12676"/>
                  </a:lnTo>
                  <a:lnTo>
                    <a:pt x="0" y="4502"/>
                  </a:lnTo>
                  <a:lnTo>
                    <a:pt x="0" y="0"/>
                  </a:lnTo>
                  <a:lnTo>
                    <a:pt x="15" y="345"/>
                  </a:lnTo>
                  <a:lnTo>
                    <a:pt x="1004" y="40162"/>
                  </a:lnTo>
                  <a:lnTo>
                    <a:pt x="3137" y="104297"/>
                  </a:lnTo>
                  <a:lnTo>
                    <a:pt x="4533" y="143941"/>
                  </a:lnTo>
                  <a:lnTo>
                    <a:pt x="6024" y="185751"/>
                  </a:lnTo>
                </a:path>
              </a:pathLst>
            </a:custGeom>
            <a:ln w="36749">
              <a:solidFill>
                <a:srgbClr val="4D22B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5185751" y="2798501"/>
              <a:ext cx="6350" cy="20320"/>
            </a:xfrm>
            <a:custGeom>
              <a:avLst/>
              <a:gdLst/>
              <a:ahLst/>
              <a:cxnLst/>
              <a:rect l="l" t="t" r="r" b="b"/>
              <a:pathLst>
                <a:path w="6350" h="20319">
                  <a:moveTo>
                    <a:pt x="0" y="20081"/>
                  </a:moveTo>
                  <a:lnTo>
                    <a:pt x="0" y="10040"/>
                  </a:lnTo>
                  <a:lnTo>
                    <a:pt x="0" y="0"/>
                  </a:lnTo>
                  <a:lnTo>
                    <a:pt x="1004" y="0"/>
                  </a:lnTo>
                  <a:lnTo>
                    <a:pt x="2008" y="0"/>
                  </a:lnTo>
                  <a:lnTo>
                    <a:pt x="4016" y="10040"/>
                  </a:lnTo>
                  <a:lnTo>
                    <a:pt x="6024" y="20081"/>
                  </a:lnTo>
                </a:path>
              </a:pathLst>
            </a:custGeom>
            <a:ln w="36749">
              <a:solidFill>
                <a:srgbClr val="4D22B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5" name="object 55"/>
          <p:cNvGrpSpPr/>
          <p:nvPr/>
        </p:nvGrpSpPr>
        <p:grpSpPr>
          <a:xfrm>
            <a:off x="5281839" y="2863903"/>
            <a:ext cx="436245" cy="643255"/>
            <a:chOff x="5281839" y="2863903"/>
            <a:chExt cx="436245" cy="643255"/>
          </a:xfrm>
        </p:grpSpPr>
        <p:pic>
          <p:nvPicPr>
            <p:cNvPr id="56" name="object 5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281839" y="2863903"/>
              <a:ext cx="171686" cy="220054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5507852" y="2893370"/>
              <a:ext cx="191770" cy="595630"/>
            </a:xfrm>
            <a:custGeom>
              <a:avLst/>
              <a:gdLst/>
              <a:ahLst/>
              <a:cxnLst/>
              <a:rect l="l" t="t" r="r" b="b"/>
              <a:pathLst>
                <a:path w="191770" h="595629">
                  <a:moveTo>
                    <a:pt x="147801" y="57749"/>
                  </a:moveTo>
                  <a:lnTo>
                    <a:pt x="132316" y="18308"/>
                  </a:lnTo>
                  <a:lnTo>
                    <a:pt x="96593" y="517"/>
                  </a:lnTo>
                  <a:lnTo>
                    <a:pt x="81846" y="0"/>
                  </a:lnTo>
                  <a:lnTo>
                    <a:pt x="66723" y="3153"/>
                  </a:lnTo>
                  <a:lnTo>
                    <a:pt x="26513" y="37071"/>
                  </a:lnTo>
                  <a:lnTo>
                    <a:pt x="8848" y="73280"/>
                  </a:lnTo>
                  <a:lnTo>
                    <a:pt x="0" y="103198"/>
                  </a:lnTo>
                  <a:lnTo>
                    <a:pt x="78" y="113600"/>
                  </a:lnTo>
                  <a:lnTo>
                    <a:pt x="49403" y="140208"/>
                  </a:lnTo>
                  <a:lnTo>
                    <a:pt x="90569" y="140082"/>
                  </a:lnTo>
                  <a:lnTo>
                    <a:pt x="133069" y="108737"/>
                  </a:lnTo>
                  <a:lnTo>
                    <a:pt x="152696" y="64150"/>
                  </a:lnTo>
                  <a:lnTo>
                    <a:pt x="157041" y="24583"/>
                  </a:lnTo>
                  <a:lnTo>
                    <a:pt x="133305" y="79305"/>
                  </a:lnTo>
                  <a:lnTo>
                    <a:pt x="130543" y="159567"/>
                  </a:lnTo>
                  <a:lnTo>
                    <a:pt x="132740" y="208359"/>
                  </a:lnTo>
                  <a:lnTo>
                    <a:pt x="138011" y="261339"/>
                  </a:lnTo>
                  <a:lnTo>
                    <a:pt x="145542" y="315919"/>
                  </a:lnTo>
                  <a:lnTo>
                    <a:pt x="154202" y="369181"/>
                  </a:lnTo>
                  <a:lnTo>
                    <a:pt x="162862" y="418208"/>
                  </a:lnTo>
                  <a:lnTo>
                    <a:pt x="170580" y="460645"/>
                  </a:lnTo>
                  <a:lnTo>
                    <a:pt x="182629" y="525941"/>
                  </a:lnTo>
                  <a:lnTo>
                    <a:pt x="186959" y="549740"/>
                  </a:lnTo>
                  <a:lnTo>
                    <a:pt x="190081" y="568237"/>
                  </a:lnTo>
                  <a:lnTo>
                    <a:pt x="191603" y="581745"/>
                  </a:lnTo>
                  <a:lnTo>
                    <a:pt x="191054" y="590546"/>
                  </a:lnTo>
                  <a:lnTo>
                    <a:pt x="187963" y="594923"/>
                  </a:lnTo>
                  <a:lnTo>
                    <a:pt x="181986" y="595049"/>
                  </a:lnTo>
                  <a:lnTo>
                    <a:pt x="173279" y="590656"/>
                  </a:lnTo>
                  <a:lnTo>
                    <a:pt x="133807" y="546948"/>
                  </a:lnTo>
                  <a:lnTo>
                    <a:pt x="104187" y="497058"/>
                  </a:lnTo>
                  <a:lnTo>
                    <a:pt x="84874" y="444690"/>
                  </a:lnTo>
                  <a:lnTo>
                    <a:pt x="81407" y="420467"/>
                  </a:lnTo>
                  <a:lnTo>
                    <a:pt x="82270" y="398127"/>
                  </a:lnTo>
                  <a:lnTo>
                    <a:pt x="97080" y="360568"/>
                  </a:lnTo>
                  <a:lnTo>
                    <a:pt x="136756" y="325834"/>
                  </a:lnTo>
                  <a:lnTo>
                    <a:pt x="168808" y="316939"/>
                  </a:lnTo>
                  <a:lnTo>
                    <a:pt x="177923" y="316797"/>
                  </a:lnTo>
                </a:path>
              </a:pathLst>
            </a:custGeom>
            <a:ln w="36749">
              <a:solidFill>
                <a:srgbClr val="4D22B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/>
          <p:cNvSpPr/>
          <p:nvPr/>
        </p:nvSpPr>
        <p:spPr>
          <a:xfrm>
            <a:off x="3069686" y="3896445"/>
            <a:ext cx="302895" cy="202565"/>
          </a:xfrm>
          <a:custGeom>
            <a:avLst/>
            <a:gdLst/>
            <a:ahLst/>
            <a:cxnLst/>
            <a:rect l="l" t="t" r="r" b="b"/>
            <a:pathLst>
              <a:path w="302895" h="202564">
                <a:moveTo>
                  <a:pt x="109944" y="60746"/>
                </a:moveTo>
                <a:lnTo>
                  <a:pt x="78740" y="19375"/>
                </a:lnTo>
                <a:lnTo>
                  <a:pt x="49952" y="0"/>
                </a:lnTo>
                <a:lnTo>
                  <a:pt x="41103" y="784"/>
                </a:lnTo>
                <a:lnTo>
                  <a:pt x="10746" y="42798"/>
                </a:lnTo>
                <a:lnTo>
                  <a:pt x="1819" y="83133"/>
                </a:lnTo>
                <a:lnTo>
                  <a:pt x="0" y="105552"/>
                </a:lnTo>
                <a:lnTo>
                  <a:pt x="439" y="127406"/>
                </a:lnTo>
                <a:lnTo>
                  <a:pt x="19328" y="175585"/>
                </a:lnTo>
                <a:lnTo>
                  <a:pt x="75038" y="188434"/>
                </a:lnTo>
                <a:lnTo>
                  <a:pt x="128096" y="175977"/>
                </a:lnTo>
                <a:lnTo>
                  <a:pt x="174408" y="146185"/>
                </a:lnTo>
                <a:lnTo>
                  <a:pt x="204938" y="106964"/>
                </a:lnTo>
                <a:lnTo>
                  <a:pt x="223027" y="62126"/>
                </a:lnTo>
                <a:lnTo>
                  <a:pt x="216485" y="23062"/>
                </a:lnTo>
                <a:lnTo>
                  <a:pt x="169184" y="39660"/>
                </a:lnTo>
                <a:lnTo>
                  <a:pt x="153621" y="76810"/>
                </a:lnTo>
                <a:lnTo>
                  <a:pt x="147095" y="119985"/>
                </a:lnTo>
                <a:lnTo>
                  <a:pt x="157967" y="169545"/>
                </a:lnTo>
                <a:lnTo>
                  <a:pt x="198177" y="197424"/>
                </a:lnTo>
                <a:lnTo>
                  <a:pt x="233444" y="202318"/>
                </a:lnTo>
                <a:lnTo>
                  <a:pt x="250105" y="200012"/>
                </a:lnTo>
                <a:lnTo>
                  <a:pt x="287664" y="181233"/>
                </a:lnTo>
                <a:lnTo>
                  <a:pt x="301078" y="158642"/>
                </a:lnTo>
                <a:lnTo>
                  <a:pt x="302725" y="151111"/>
                </a:lnTo>
              </a:path>
            </a:pathLst>
          </a:custGeom>
          <a:ln w="36749">
            <a:solidFill>
              <a:srgbClr val="4D22B2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9" name="object 59"/>
          <p:cNvGrpSpPr/>
          <p:nvPr/>
        </p:nvGrpSpPr>
        <p:grpSpPr>
          <a:xfrm>
            <a:off x="3573691" y="3577730"/>
            <a:ext cx="1010285" cy="624205"/>
            <a:chOff x="3573691" y="3577730"/>
            <a:chExt cx="1010285" cy="624205"/>
          </a:xfrm>
        </p:grpSpPr>
        <p:sp>
          <p:nvSpPr>
            <p:cNvPr id="60" name="object 60"/>
            <p:cNvSpPr/>
            <p:nvPr/>
          </p:nvSpPr>
          <p:spPr>
            <a:xfrm>
              <a:off x="3592066" y="3596105"/>
              <a:ext cx="616585" cy="587375"/>
            </a:xfrm>
            <a:custGeom>
              <a:avLst/>
              <a:gdLst/>
              <a:ahLst/>
              <a:cxnLst/>
              <a:rect l="l" t="t" r="r" b="b"/>
              <a:pathLst>
                <a:path w="616585" h="587375">
                  <a:moveTo>
                    <a:pt x="15296" y="168306"/>
                  </a:moveTo>
                  <a:lnTo>
                    <a:pt x="10777" y="124817"/>
                  </a:lnTo>
                  <a:lnTo>
                    <a:pt x="4753" y="85675"/>
                  </a:lnTo>
                  <a:lnTo>
                    <a:pt x="3247" y="82960"/>
                  </a:lnTo>
                  <a:lnTo>
                    <a:pt x="1788" y="84435"/>
                  </a:lnTo>
                  <a:lnTo>
                    <a:pt x="611" y="90993"/>
                  </a:lnTo>
                  <a:lnTo>
                    <a:pt x="0" y="103575"/>
                  </a:lnTo>
                  <a:lnTo>
                    <a:pt x="235" y="123123"/>
                  </a:lnTo>
                  <a:lnTo>
                    <a:pt x="3624" y="183116"/>
                  </a:lnTo>
                  <a:lnTo>
                    <a:pt x="9271" y="259675"/>
                  </a:lnTo>
                  <a:lnTo>
                    <a:pt x="12268" y="299430"/>
                  </a:lnTo>
                  <a:lnTo>
                    <a:pt x="15170" y="337490"/>
                  </a:lnTo>
                  <a:lnTo>
                    <a:pt x="20316" y="400244"/>
                  </a:lnTo>
                  <a:lnTo>
                    <a:pt x="25823" y="443451"/>
                  </a:lnTo>
                  <a:lnTo>
                    <a:pt x="27345" y="446431"/>
                  </a:lnTo>
                  <a:lnTo>
                    <a:pt x="28819" y="444878"/>
                  </a:lnTo>
                  <a:lnTo>
                    <a:pt x="30106" y="437771"/>
                  </a:lnTo>
                  <a:lnTo>
                    <a:pt x="31016" y="423699"/>
                  </a:lnTo>
                  <a:lnTo>
                    <a:pt x="31361" y="401248"/>
                  </a:lnTo>
                  <a:lnTo>
                    <a:pt x="31016" y="369668"/>
                  </a:lnTo>
                  <a:lnTo>
                    <a:pt x="30106" y="330838"/>
                  </a:lnTo>
                  <a:lnTo>
                    <a:pt x="28819" y="287303"/>
                  </a:lnTo>
                  <a:lnTo>
                    <a:pt x="27345" y="241602"/>
                  </a:lnTo>
                  <a:lnTo>
                    <a:pt x="25948" y="196137"/>
                  </a:lnTo>
                  <a:lnTo>
                    <a:pt x="25211" y="152743"/>
                  </a:lnTo>
                  <a:lnTo>
                    <a:pt x="25791" y="113114"/>
                  </a:lnTo>
                  <a:lnTo>
                    <a:pt x="28348" y="78944"/>
                  </a:lnTo>
                  <a:lnTo>
                    <a:pt x="40899" y="30623"/>
                  </a:lnTo>
                  <a:lnTo>
                    <a:pt x="76198" y="423"/>
                  </a:lnTo>
                  <a:lnTo>
                    <a:pt x="91605" y="0"/>
                  </a:lnTo>
                  <a:lnTo>
                    <a:pt x="108517" y="4659"/>
                  </a:lnTo>
                  <a:lnTo>
                    <a:pt x="145903" y="30074"/>
                  </a:lnTo>
                  <a:lnTo>
                    <a:pt x="181955" y="72151"/>
                  </a:lnTo>
                  <a:lnTo>
                    <a:pt x="205707" y="120173"/>
                  </a:lnTo>
                  <a:lnTo>
                    <a:pt x="210210" y="144710"/>
                  </a:lnTo>
                  <a:lnTo>
                    <a:pt x="208876" y="170000"/>
                  </a:lnTo>
                  <a:lnTo>
                    <a:pt x="186646" y="223953"/>
                  </a:lnTo>
                  <a:lnTo>
                    <a:pt x="147675" y="275631"/>
                  </a:lnTo>
                  <a:lnTo>
                    <a:pt x="113349" y="310161"/>
                  </a:lnTo>
                  <a:lnTo>
                    <a:pt x="74520" y="329599"/>
                  </a:lnTo>
                  <a:lnTo>
                    <a:pt x="50438" y="297830"/>
                  </a:lnTo>
                  <a:lnTo>
                    <a:pt x="85455" y="281765"/>
                  </a:lnTo>
                  <a:lnTo>
                    <a:pt x="118761" y="307369"/>
                  </a:lnTo>
                  <a:lnTo>
                    <a:pt x="149856" y="340001"/>
                  </a:lnTo>
                  <a:lnTo>
                    <a:pt x="166910" y="357070"/>
                  </a:lnTo>
                  <a:lnTo>
                    <a:pt x="202177" y="386564"/>
                  </a:lnTo>
                  <a:lnTo>
                    <a:pt x="238198" y="406269"/>
                  </a:lnTo>
                  <a:lnTo>
                    <a:pt x="290723" y="412199"/>
                  </a:lnTo>
                  <a:lnTo>
                    <a:pt x="333208" y="392965"/>
                  </a:lnTo>
                  <a:lnTo>
                    <a:pt x="357211" y="356881"/>
                  </a:lnTo>
                  <a:lnTo>
                    <a:pt x="363706" y="317911"/>
                  </a:lnTo>
                  <a:lnTo>
                    <a:pt x="356976" y="271473"/>
                  </a:lnTo>
                  <a:lnTo>
                    <a:pt x="332690" y="241712"/>
                  </a:lnTo>
                  <a:lnTo>
                    <a:pt x="318853" y="238292"/>
                  </a:lnTo>
                  <a:lnTo>
                    <a:pt x="312499" y="239594"/>
                  </a:lnTo>
                  <a:lnTo>
                    <a:pt x="293422" y="272728"/>
                  </a:lnTo>
                  <a:lnTo>
                    <a:pt x="287648" y="313518"/>
                  </a:lnTo>
                  <a:lnTo>
                    <a:pt x="289405" y="358074"/>
                  </a:lnTo>
                  <a:lnTo>
                    <a:pt x="315103" y="404245"/>
                  </a:lnTo>
                  <a:lnTo>
                    <a:pt x="365463" y="422083"/>
                  </a:lnTo>
                  <a:lnTo>
                    <a:pt x="405877" y="417314"/>
                  </a:lnTo>
                  <a:lnTo>
                    <a:pt x="444533" y="398613"/>
                  </a:lnTo>
                  <a:lnTo>
                    <a:pt x="474153" y="370123"/>
                  </a:lnTo>
                  <a:lnTo>
                    <a:pt x="492791" y="321833"/>
                  </a:lnTo>
                  <a:lnTo>
                    <a:pt x="494454" y="296261"/>
                  </a:lnTo>
                  <a:lnTo>
                    <a:pt x="493732" y="286534"/>
                  </a:lnTo>
                  <a:lnTo>
                    <a:pt x="482170" y="249949"/>
                  </a:lnTo>
                  <a:lnTo>
                    <a:pt x="471141" y="310883"/>
                  </a:lnTo>
                  <a:lnTo>
                    <a:pt x="473651" y="382673"/>
                  </a:lnTo>
                  <a:lnTo>
                    <a:pt x="476224" y="421581"/>
                  </a:lnTo>
                  <a:lnTo>
                    <a:pt x="482170" y="487441"/>
                  </a:lnTo>
                  <a:lnTo>
                    <a:pt x="487786" y="532310"/>
                  </a:lnTo>
                  <a:lnTo>
                    <a:pt x="490218" y="549850"/>
                  </a:lnTo>
                  <a:lnTo>
                    <a:pt x="492273" y="565397"/>
                  </a:lnTo>
                  <a:lnTo>
                    <a:pt x="493858" y="577838"/>
                  </a:lnTo>
                  <a:lnTo>
                    <a:pt x="494878" y="585573"/>
                  </a:lnTo>
                  <a:lnTo>
                    <a:pt x="495238" y="587001"/>
                  </a:lnTo>
                  <a:lnTo>
                    <a:pt x="494893" y="580788"/>
                  </a:lnTo>
                  <a:lnTo>
                    <a:pt x="493983" y="566668"/>
                  </a:lnTo>
                  <a:lnTo>
                    <a:pt x="492697" y="544641"/>
                  </a:lnTo>
                  <a:lnTo>
                    <a:pt x="491222" y="514708"/>
                  </a:lnTo>
                  <a:lnTo>
                    <a:pt x="489763" y="477416"/>
                  </a:lnTo>
                  <a:lnTo>
                    <a:pt x="488587" y="435512"/>
                  </a:lnTo>
                  <a:lnTo>
                    <a:pt x="487975" y="392290"/>
                  </a:lnTo>
                  <a:lnTo>
                    <a:pt x="488210" y="351045"/>
                  </a:lnTo>
                  <a:lnTo>
                    <a:pt x="491724" y="283271"/>
                  </a:lnTo>
                  <a:lnTo>
                    <a:pt x="498250" y="236582"/>
                  </a:lnTo>
                  <a:lnTo>
                    <a:pt x="517328" y="195415"/>
                  </a:lnTo>
                  <a:lnTo>
                    <a:pt x="537519" y="185955"/>
                  </a:lnTo>
                  <a:lnTo>
                    <a:pt x="544437" y="186379"/>
                  </a:lnTo>
                  <a:lnTo>
                    <a:pt x="573555" y="218509"/>
                  </a:lnTo>
                  <a:lnTo>
                    <a:pt x="593135" y="259173"/>
                  </a:lnTo>
                  <a:lnTo>
                    <a:pt x="609702" y="302850"/>
                  </a:lnTo>
                  <a:lnTo>
                    <a:pt x="616228" y="335106"/>
                  </a:lnTo>
                  <a:lnTo>
                    <a:pt x="615914" y="346762"/>
                  </a:lnTo>
                  <a:lnTo>
                    <a:pt x="592632" y="377151"/>
                  </a:lnTo>
                  <a:lnTo>
                    <a:pt x="548423" y="384666"/>
                  </a:lnTo>
                  <a:lnTo>
                    <a:pt x="513563" y="366357"/>
                  </a:lnTo>
                  <a:lnTo>
                    <a:pt x="515320" y="349037"/>
                  </a:lnTo>
                </a:path>
              </a:pathLst>
            </a:custGeom>
            <a:ln w="36749">
              <a:solidFill>
                <a:srgbClr val="4D22B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1" name="object 6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252673" y="3770354"/>
              <a:ext cx="330940" cy="247257"/>
            </a:xfrm>
            <a:prstGeom prst="rect">
              <a:avLst/>
            </a:prstGeom>
          </p:spPr>
        </p:pic>
      </p:grpSp>
      <p:grpSp>
        <p:nvGrpSpPr>
          <p:cNvPr id="62" name="object 62"/>
          <p:cNvGrpSpPr/>
          <p:nvPr/>
        </p:nvGrpSpPr>
        <p:grpSpPr>
          <a:xfrm>
            <a:off x="4601083" y="3592414"/>
            <a:ext cx="802005" cy="850265"/>
            <a:chOff x="4601083" y="3592414"/>
            <a:chExt cx="802005" cy="850265"/>
          </a:xfrm>
        </p:grpSpPr>
        <p:sp>
          <p:nvSpPr>
            <p:cNvPr id="63" name="object 63"/>
            <p:cNvSpPr/>
            <p:nvPr/>
          </p:nvSpPr>
          <p:spPr>
            <a:xfrm>
              <a:off x="4662257" y="3610789"/>
              <a:ext cx="47625" cy="368935"/>
            </a:xfrm>
            <a:custGeom>
              <a:avLst/>
              <a:gdLst/>
              <a:ahLst/>
              <a:cxnLst/>
              <a:rect l="l" t="t" r="r" b="b"/>
              <a:pathLst>
                <a:path w="47625" h="368935">
                  <a:moveTo>
                    <a:pt x="11421" y="27109"/>
                  </a:moveTo>
                  <a:lnTo>
                    <a:pt x="8440" y="16802"/>
                  </a:lnTo>
                  <a:lnTo>
                    <a:pt x="5647" y="7906"/>
                  </a:lnTo>
                  <a:lnTo>
                    <a:pt x="3231" y="1835"/>
                  </a:lnTo>
                  <a:lnTo>
                    <a:pt x="1380" y="0"/>
                  </a:lnTo>
                  <a:lnTo>
                    <a:pt x="266" y="3718"/>
                  </a:lnTo>
                  <a:lnTo>
                    <a:pt x="0" y="13931"/>
                  </a:lnTo>
                  <a:lnTo>
                    <a:pt x="674" y="31486"/>
                  </a:lnTo>
                  <a:lnTo>
                    <a:pt x="5177" y="91291"/>
                  </a:lnTo>
                  <a:lnTo>
                    <a:pt x="8911" y="130904"/>
                  </a:lnTo>
                  <a:lnTo>
                    <a:pt x="13397" y="172589"/>
                  </a:lnTo>
                  <a:lnTo>
                    <a:pt x="18449" y="212861"/>
                  </a:lnTo>
                  <a:lnTo>
                    <a:pt x="29243" y="280008"/>
                  </a:lnTo>
                  <a:lnTo>
                    <a:pt x="38531" y="328328"/>
                  </a:lnTo>
                  <a:lnTo>
                    <a:pt x="41762" y="345617"/>
                  </a:lnTo>
                  <a:lnTo>
                    <a:pt x="44053" y="358199"/>
                  </a:lnTo>
                  <a:lnTo>
                    <a:pt x="45590" y="365887"/>
                  </a:lnTo>
                  <a:lnTo>
                    <a:pt x="46563" y="368491"/>
                  </a:lnTo>
                  <a:lnTo>
                    <a:pt x="47143" y="366075"/>
                  </a:lnTo>
                  <a:lnTo>
                    <a:pt x="47441" y="359705"/>
                  </a:lnTo>
                  <a:lnTo>
                    <a:pt x="47551" y="350700"/>
                  </a:lnTo>
                  <a:lnTo>
                    <a:pt x="47567" y="340377"/>
                  </a:lnTo>
                </a:path>
              </a:pathLst>
            </a:custGeom>
            <a:ln w="36749">
              <a:solidFill>
                <a:srgbClr val="4D22B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4619458" y="3812135"/>
              <a:ext cx="102870" cy="19050"/>
            </a:xfrm>
            <a:custGeom>
              <a:avLst/>
              <a:gdLst/>
              <a:ahLst/>
              <a:cxnLst/>
              <a:rect l="l" t="t" r="r" b="b"/>
              <a:pathLst>
                <a:path w="102870" h="19050">
                  <a:moveTo>
                    <a:pt x="0" y="18543"/>
                  </a:moveTo>
                  <a:lnTo>
                    <a:pt x="43818" y="0"/>
                  </a:lnTo>
                  <a:lnTo>
                    <a:pt x="61624" y="1223"/>
                  </a:lnTo>
                  <a:lnTo>
                    <a:pt x="81501" y="3576"/>
                  </a:lnTo>
                  <a:lnTo>
                    <a:pt x="102414" y="6494"/>
                  </a:lnTo>
                </a:path>
              </a:pathLst>
            </a:custGeom>
            <a:ln w="36749">
              <a:solidFill>
                <a:srgbClr val="4D22B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784623" y="3766117"/>
              <a:ext cx="67311" cy="213465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4800190" y="3661997"/>
              <a:ext cx="12065" cy="6350"/>
            </a:xfrm>
            <a:custGeom>
              <a:avLst/>
              <a:gdLst/>
              <a:ahLst/>
              <a:cxnLst/>
              <a:rect l="l" t="t" r="r" b="b"/>
              <a:pathLst>
                <a:path w="12064" h="6350">
                  <a:moveTo>
                    <a:pt x="0" y="0"/>
                  </a:moveTo>
                  <a:lnTo>
                    <a:pt x="4016" y="2008"/>
                  </a:lnTo>
                  <a:lnTo>
                    <a:pt x="8032" y="4016"/>
                  </a:lnTo>
                  <a:lnTo>
                    <a:pt x="12048" y="6024"/>
                  </a:lnTo>
                </a:path>
              </a:pathLst>
            </a:custGeom>
            <a:ln w="36749">
              <a:solidFill>
                <a:srgbClr val="4D22B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878205" y="3748044"/>
              <a:ext cx="235554" cy="247603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5170564" y="3768694"/>
              <a:ext cx="213995" cy="655320"/>
            </a:xfrm>
            <a:custGeom>
              <a:avLst/>
              <a:gdLst/>
              <a:ahLst/>
              <a:cxnLst/>
              <a:rect l="l" t="t" r="r" b="b"/>
              <a:pathLst>
                <a:path w="213995" h="655320">
                  <a:moveTo>
                    <a:pt x="147723" y="92107"/>
                  </a:moveTo>
                  <a:lnTo>
                    <a:pt x="142216" y="40429"/>
                  </a:lnTo>
                  <a:lnTo>
                    <a:pt x="107183" y="4628"/>
                  </a:lnTo>
                  <a:lnTo>
                    <a:pt x="89628" y="0"/>
                  </a:lnTo>
                  <a:lnTo>
                    <a:pt x="71414" y="737"/>
                  </a:lnTo>
                  <a:lnTo>
                    <a:pt x="37652" y="19940"/>
                  </a:lnTo>
                  <a:lnTo>
                    <a:pt x="12174" y="57968"/>
                  </a:lnTo>
                  <a:lnTo>
                    <a:pt x="0" y="106415"/>
                  </a:lnTo>
                  <a:lnTo>
                    <a:pt x="172" y="129979"/>
                  </a:lnTo>
                  <a:lnTo>
                    <a:pt x="15060" y="165811"/>
                  </a:lnTo>
                  <a:lnTo>
                    <a:pt x="61373" y="182472"/>
                  </a:lnTo>
                  <a:lnTo>
                    <a:pt x="106415" y="161858"/>
                  </a:lnTo>
                  <a:lnTo>
                    <a:pt x="137556" y="124739"/>
                  </a:lnTo>
                  <a:lnTo>
                    <a:pt x="153496" y="80999"/>
                  </a:lnTo>
                  <a:lnTo>
                    <a:pt x="141133" y="130998"/>
                  </a:lnTo>
                  <a:lnTo>
                    <a:pt x="139690" y="171302"/>
                  </a:lnTo>
                  <a:lnTo>
                    <a:pt x="139753" y="217442"/>
                  </a:lnTo>
                  <a:lnTo>
                    <a:pt x="141698" y="267818"/>
                  </a:lnTo>
                  <a:lnTo>
                    <a:pt x="145683" y="320688"/>
                  </a:lnTo>
                  <a:lnTo>
                    <a:pt x="150986" y="373747"/>
                  </a:lnTo>
                  <a:lnTo>
                    <a:pt x="156665" y="424546"/>
                  </a:lnTo>
                  <a:lnTo>
                    <a:pt x="161779" y="470639"/>
                  </a:lnTo>
                  <a:lnTo>
                    <a:pt x="165592" y="510095"/>
                  </a:lnTo>
                  <a:lnTo>
                    <a:pt x="169828" y="570182"/>
                  </a:lnTo>
                  <a:lnTo>
                    <a:pt x="171334" y="609576"/>
                  </a:lnTo>
                  <a:lnTo>
                    <a:pt x="164086" y="649001"/>
                  </a:lnTo>
                  <a:lnTo>
                    <a:pt x="153261" y="655183"/>
                  </a:lnTo>
                  <a:lnTo>
                    <a:pt x="146718" y="653379"/>
                  </a:lnTo>
                  <a:lnTo>
                    <a:pt x="123421" y="617091"/>
                  </a:lnTo>
                  <a:lnTo>
                    <a:pt x="102524" y="554337"/>
                  </a:lnTo>
                  <a:lnTo>
                    <a:pt x="91370" y="513186"/>
                  </a:lnTo>
                  <a:lnTo>
                    <a:pt x="81533" y="471094"/>
                  </a:lnTo>
                  <a:lnTo>
                    <a:pt x="74426" y="432484"/>
                  </a:lnTo>
                  <a:lnTo>
                    <a:pt x="71037" y="375880"/>
                  </a:lnTo>
                  <a:lnTo>
                    <a:pt x="73438" y="356379"/>
                  </a:lnTo>
                  <a:lnTo>
                    <a:pt x="88608" y="319653"/>
                  </a:lnTo>
                  <a:lnTo>
                    <a:pt x="133164" y="303713"/>
                  </a:lnTo>
                  <a:lnTo>
                    <a:pt x="148068" y="303462"/>
                  </a:lnTo>
                  <a:lnTo>
                    <a:pt x="162783" y="303964"/>
                  </a:lnTo>
                  <a:lnTo>
                    <a:pt x="176574" y="304890"/>
                  </a:lnTo>
                  <a:lnTo>
                    <a:pt x="189517" y="306098"/>
                  </a:lnTo>
                  <a:lnTo>
                    <a:pt x="201895" y="307494"/>
                  </a:lnTo>
                  <a:lnTo>
                    <a:pt x="213991" y="308984"/>
                  </a:lnTo>
                </a:path>
              </a:pathLst>
            </a:custGeom>
            <a:ln w="36749">
              <a:solidFill>
                <a:srgbClr val="4D22B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9" name="object 69"/>
          <p:cNvGrpSpPr/>
          <p:nvPr/>
        </p:nvGrpSpPr>
        <p:grpSpPr>
          <a:xfrm>
            <a:off x="3293322" y="4546275"/>
            <a:ext cx="230504" cy="475615"/>
            <a:chOff x="3293322" y="4546275"/>
            <a:chExt cx="230504" cy="475615"/>
          </a:xfrm>
        </p:grpSpPr>
        <p:sp>
          <p:nvSpPr>
            <p:cNvPr id="70" name="object 70"/>
            <p:cNvSpPr/>
            <p:nvPr/>
          </p:nvSpPr>
          <p:spPr>
            <a:xfrm>
              <a:off x="3311697" y="4564650"/>
              <a:ext cx="193675" cy="438784"/>
            </a:xfrm>
            <a:custGeom>
              <a:avLst/>
              <a:gdLst/>
              <a:ahLst/>
              <a:cxnLst/>
              <a:rect l="l" t="t" r="r" b="b"/>
              <a:pathLst>
                <a:path w="193675" h="438785">
                  <a:moveTo>
                    <a:pt x="126982" y="7028"/>
                  </a:moveTo>
                  <a:lnTo>
                    <a:pt x="116377" y="53733"/>
                  </a:lnTo>
                  <a:lnTo>
                    <a:pt x="105395" y="100532"/>
                  </a:lnTo>
                  <a:lnTo>
                    <a:pt x="93660" y="147519"/>
                  </a:lnTo>
                  <a:lnTo>
                    <a:pt x="80795" y="194788"/>
                  </a:lnTo>
                  <a:lnTo>
                    <a:pt x="66691" y="241979"/>
                  </a:lnTo>
                  <a:lnTo>
                    <a:pt x="52305" y="286911"/>
                  </a:lnTo>
                  <a:lnTo>
                    <a:pt x="38860" y="326948"/>
                  </a:lnTo>
                  <a:lnTo>
                    <a:pt x="19343" y="382673"/>
                  </a:lnTo>
                  <a:lnTo>
                    <a:pt x="9648" y="409156"/>
                  </a:lnTo>
                  <a:lnTo>
                    <a:pt x="6495" y="417690"/>
                  </a:lnTo>
                  <a:lnTo>
                    <a:pt x="3577" y="425927"/>
                  </a:lnTo>
                  <a:lnTo>
                    <a:pt x="1223" y="433128"/>
                  </a:lnTo>
                  <a:lnTo>
                    <a:pt x="0" y="437881"/>
                  </a:lnTo>
                  <a:lnTo>
                    <a:pt x="470" y="438775"/>
                  </a:lnTo>
                  <a:lnTo>
                    <a:pt x="25572" y="382548"/>
                  </a:lnTo>
                  <a:lnTo>
                    <a:pt x="52430" y="311134"/>
                  </a:lnTo>
                  <a:lnTo>
                    <a:pt x="67931" y="267473"/>
                  </a:lnTo>
                  <a:lnTo>
                    <a:pt x="83807" y="220894"/>
                  </a:lnTo>
                  <a:lnTo>
                    <a:pt x="99355" y="173342"/>
                  </a:lnTo>
                  <a:lnTo>
                    <a:pt x="114055" y="127390"/>
                  </a:lnTo>
                  <a:lnTo>
                    <a:pt x="127437" y="85769"/>
                  </a:lnTo>
                  <a:lnTo>
                    <a:pt x="148476" y="25838"/>
                  </a:lnTo>
                  <a:lnTo>
                    <a:pt x="165137" y="0"/>
                  </a:lnTo>
                  <a:lnTo>
                    <a:pt x="167474" y="5632"/>
                  </a:lnTo>
                  <a:lnTo>
                    <a:pt x="168776" y="18700"/>
                  </a:lnTo>
                  <a:lnTo>
                    <a:pt x="169514" y="40241"/>
                  </a:lnTo>
                  <a:lnTo>
                    <a:pt x="170157" y="71288"/>
                  </a:lnTo>
                  <a:lnTo>
                    <a:pt x="171083" y="111937"/>
                  </a:lnTo>
                  <a:lnTo>
                    <a:pt x="172291" y="158516"/>
                  </a:lnTo>
                  <a:lnTo>
                    <a:pt x="173687" y="206413"/>
                  </a:lnTo>
                  <a:lnTo>
                    <a:pt x="175177" y="251016"/>
                  </a:lnTo>
                  <a:lnTo>
                    <a:pt x="178315" y="319292"/>
                  </a:lnTo>
                  <a:lnTo>
                    <a:pt x="182206" y="363471"/>
                  </a:lnTo>
                  <a:lnTo>
                    <a:pt x="193250" y="400621"/>
                  </a:lnTo>
                  <a:lnTo>
                    <a:pt x="193250" y="390580"/>
                  </a:lnTo>
                  <a:lnTo>
                    <a:pt x="193250" y="380540"/>
                  </a:lnTo>
                </a:path>
              </a:pathLst>
            </a:custGeom>
            <a:ln w="36749">
              <a:solidFill>
                <a:srgbClr val="4D22B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1" name="object 7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341470" y="4842474"/>
              <a:ext cx="151730" cy="66871"/>
            </a:xfrm>
            <a:prstGeom prst="rect">
              <a:avLst/>
            </a:prstGeom>
          </p:spPr>
        </p:pic>
      </p:grpSp>
      <p:grpSp>
        <p:nvGrpSpPr>
          <p:cNvPr id="72" name="object 72"/>
          <p:cNvGrpSpPr/>
          <p:nvPr/>
        </p:nvGrpSpPr>
        <p:grpSpPr>
          <a:xfrm>
            <a:off x="3589489" y="4453525"/>
            <a:ext cx="1219200" cy="1059815"/>
            <a:chOff x="3589489" y="4453525"/>
            <a:chExt cx="1219200" cy="1059815"/>
          </a:xfrm>
        </p:grpSpPr>
        <p:pic>
          <p:nvPicPr>
            <p:cNvPr id="73" name="object 7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589489" y="4739056"/>
              <a:ext cx="195015" cy="234550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3826421" y="4471900"/>
              <a:ext cx="963930" cy="1022985"/>
            </a:xfrm>
            <a:custGeom>
              <a:avLst/>
              <a:gdLst/>
              <a:ahLst/>
              <a:cxnLst/>
              <a:rect l="l" t="t" r="r" b="b"/>
              <a:pathLst>
                <a:path w="963929" h="1022985">
                  <a:moveTo>
                    <a:pt x="142404" y="358827"/>
                  </a:moveTo>
                  <a:lnTo>
                    <a:pt x="121366" y="308420"/>
                  </a:lnTo>
                  <a:lnTo>
                    <a:pt x="84419" y="280761"/>
                  </a:lnTo>
                  <a:lnTo>
                    <a:pt x="37589" y="296795"/>
                  </a:lnTo>
                  <a:lnTo>
                    <a:pt x="11954" y="333255"/>
                  </a:lnTo>
                  <a:lnTo>
                    <a:pt x="0" y="379473"/>
                  </a:lnTo>
                  <a:lnTo>
                    <a:pt x="203" y="402755"/>
                  </a:lnTo>
                  <a:lnTo>
                    <a:pt x="10872" y="442164"/>
                  </a:lnTo>
                  <a:lnTo>
                    <a:pt x="44618" y="469697"/>
                  </a:lnTo>
                  <a:lnTo>
                    <a:pt x="84670" y="464756"/>
                  </a:lnTo>
                  <a:lnTo>
                    <a:pt x="118040" y="426146"/>
                  </a:lnTo>
                  <a:lnTo>
                    <a:pt x="132693" y="385701"/>
                  </a:lnTo>
                  <a:lnTo>
                    <a:pt x="141651" y="334353"/>
                  </a:lnTo>
                  <a:lnTo>
                    <a:pt x="146169" y="382924"/>
                  </a:lnTo>
                  <a:lnTo>
                    <a:pt x="156461" y="420075"/>
                  </a:lnTo>
                  <a:lnTo>
                    <a:pt x="193611" y="448189"/>
                  </a:lnTo>
                  <a:lnTo>
                    <a:pt x="244583" y="415572"/>
                  </a:lnTo>
                  <a:lnTo>
                    <a:pt x="274438" y="358560"/>
                  </a:lnTo>
                  <a:lnTo>
                    <a:pt x="284981" y="320045"/>
                  </a:lnTo>
                  <a:lnTo>
                    <a:pt x="292512" y="277576"/>
                  </a:lnTo>
                  <a:lnTo>
                    <a:pt x="297030" y="233319"/>
                  </a:lnTo>
                  <a:lnTo>
                    <a:pt x="298677" y="189438"/>
                  </a:lnTo>
                  <a:lnTo>
                    <a:pt x="298159" y="148099"/>
                  </a:lnTo>
                  <a:lnTo>
                    <a:pt x="294018" y="81705"/>
                  </a:lnTo>
                  <a:lnTo>
                    <a:pt x="287664" y="34969"/>
                  </a:lnTo>
                  <a:lnTo>
                    <a:pt x="267912" y="376"/>
                  </a:lnTo>
                  <a:lnTo>
                    <a:pt x="262437" y="0"/>
                  </a:lnTo>
                  <a:lnTo>
                    <a:pt x="256491" y="4141"/>
                  </a:lnTo>
                  <a:lnTo>
                    <a:pt x="235092" y="54533"/>
                  </a:lnTo>
                  <a:lnTo>
                    <a:pt x="221913" y="120299"/>
                  </a:lnTo>
                  <a:lnTo>
                    <a:pt x="218713" y="159018"/>
                  </a:lnTo>
                  <a:lnTo>
                    <a:pt x="218948" y="199557"/>
                  </a:lnTo>
                  <a:lnTo>
                    <a:pt x="222102" y="240096"/>
                  </a:lnTo>
                  <a:lnTo>
                    <a:pt x="227326" y="278753"/>
                  </a:lnTo>
                  <a:lnTo>
                    <a:pt x="240755" y="343327"/>
                  </a:lnTo>
                  <a:lnTo>
                    <a:pt x="256224" y="388760"/>
                  </a:lnTo>
                  <a:lnTo>
                    <a:pt x="284102" y="432374"/>
                  </a:lnTo>
                  <a:lnTo>
                    <a:pt x="323010" y="453334"/>
                  </a:lnTo>
                  <a:lnTo>
                    <a:pt x="359031" y="429613"/>
                  </a:lnTo>
                  <a:lnTo>
                    <a:pt x="382485" y="387364"/>
                  </a:lnTo>
                  <a:lnTo>
                    <a:pt x="398440" y="341758"/>
                  </a:lnTo>
                  <a:lnTo>
                    <a:pt x="405469" y="294567"/>
                  </a:lnTo>
                  <a:lnTo>
                    <a:pt x="384666" y="338808"/>
                  </a:lnTo>
                  <a:lnTo>
                    <a:pt x="383850" y="378845"/>
                  </a:lnTo>
                  <a:lnTo>
                    <a:pt x="387019" y="423338"/>
                  </a:lnTo>
                  <a:lnTo>
                    <a:pt x="419526" y="452205"/>
                  </a:lnTo>
                  <a:lnTo>
                    <a:pt x="453664" y="435136"/>
                  </a:lnTo>
                  <a:lnTo>
                    <a:pt x="476255" y="403508"/>
                  </a:lnTo>
                  <a:lnTo>
                    <a:pt x="495835" y="368868"/>
                  </a:lnTo>
                  <a:lnTo>
                    <a:pt x="509891" y="326697"/>
                  </a:lnTo>
                  <a:lnTo>
                    <a:pt x="501121" y="389498"/>
                  </a:lnTo>
                  <a:lnTo>
                    <a:pt x="501984" y="431998"/>
                  </a:lnTo>
                  <a:lnTo>
                    <a:pt x="504542" y="480334"/>
                  </a:lnTo>
                  <a:lnTo>
                    <a:pt x="508887" y="532530"/>
                  </a:lnTo>
                  <a:lnTo>
                    <a:pt x="514990" y="586781"/>
                  </a:lnTo>
                  <a:lnTo>
                    <a:pt x="522317" y="641973"/>
                  </a:lnTo>
                  <a:lnTo>
                    <a:pt x="530208" y="697165"/>
                  </a:lnTo>
                  <a:lnTo>
                    <a:pt x="538005" y="751416"/>
                  </a:lnTo>
                  <a:lnTo>
                    <a:pt x="545128" y="803596"/>
                  </a:lnTo>
                  <a:lnTo>
                    <a:pt x="551309" y="851822"/>
                  </a:lnTo>
                  <a:lnTo>
                    <a:pt x="556361" y="894024"/>
                  </a:lnTo>
                  <a:lnTo>
                    <a:pt x="562417" y="952825"/>
                  </a:lnTo>
                  <a:lnTo>
                    <a:pt x="564033" y="998431"/>
                  </a:lnTo>
                  <a:lnTo>
                    <a:pt x="547920" y="1022890"/>
                  </a:lnTo>
                  <a:lnTo>
                    <a:pt x="539747" y="1022152"/>
                  </a:lnTo>
                  <a:lnTo>
                    <a:pt x="506001" y="1000549"/>
                  </a:lnTo>
                  <a:lnTo>
                    <a:pt x="476757" y="965282"/>
                  </a:lnTo>
                  <a:lnTo>
                    <a:pt x="445129" y="909933"/>
                  </a:lnTo>
                  <a:lnTo>
                    <a:pt x="422538" y="835757"/>
                  </a:lnTo>
                  <a:lnTo>
                    <a:pt x="418553" y="792488"/>
                  </a:lnTo>
                  <a:lnTo>
                    <a:pt x="420028" y="746395"/>
                  </a:lnTo>
                  <a:lnTo>
                    <a:pt x="426774" y="698797"/>
                  </a:lnTo>
                  <a:lnTo>
                    <a:pt x="438603" y="651010"/>
                  </a:lnTo>
                  <a:lnTo>
                    <a:pt x="455217" y="604054"/>
                  </a:lnTo>
                  <a:lnTo>
                    <a:pt x="475879" y="557757"/>
                  </a:lnTo>
                  <a:lnTo>
                    <a:pt x="499741" y="511649"/>
                  </a:lnTo>
                  <a:lnTo>
                    <a:pt x="525957" y="465258"/>
                  </a:lnTo>
                  <a:lnTo>
                    <a:pt x="553490" y="418647"/>
                  </a:lnTo>
                  <a:lnTo>
                    <a:pt x="580553" y="374013"/>
                  </a:lnTo>
                  <a:lnTo>
                    <a:pt x="605168" y="334086"/>
                  </a:lnTo>
                  <a:lnTo>
                    <a:pt x="625359" y="301595"/>
                  </a:lnTo>
                  <a:lnTo>
                    <a:pt x="639730" y="278392"/>
                  </a:lnTo>
                  <a:lnTo>
                    <a:pt x="659497" y="244364"/>
                  </a:lnTo>
                  <a:lnTo>
                    <a:pt x="668533" y="224282"/>
                  </a:lnTo>
                  <a:lnTo>
                    <a:pt x="666525" y="226290"/>
                  </a:lnTo>
                  <a:lnTo>
                    <a:pt x="649456" y="264445"/>
                  </a:lnTo>
                  <a:lnTo>
                    <a:pt x="639918" y="301470"/>
                  </a:lnTo>
                  <a:lnTo>
                    <a:pt x="631713" y="351955"/>
                  </a:lnTo>
                  <a:lnTo>
                    <a:pt x="631258" y="363345"/>
                  </a:lnTo>
                  <a:lnTo>
                    <a:pt x="632121" y="372476"/>
                  </a:lnTo>
                  <a:lnTo>
                    <a:pt x="657489" y="400997"/>
                  </a:lnTo>
                  <a:lnTo>
                    <a:pt x="674432" y="409783"/>
                  </a:lnTo>
                  <a:lnTo>
                    <a:pt x="681069" y="413705"/>
                  </a:lnTo>
                  <a:lnTo>
                    <a:pt x="684598" y="417062"/>
                  </a:lnTo>
                  <a:lnTo>
                    <a:pt x="686607" y="421079"/>
                  </a:lnTo>
                  <a:lnTo>
                    <a:pt x="676566" y="423087"/>
                  </a:lnTo>
                  <a:lnTo>
                    <a:pt x="666525" y="425095"/>
                  </a:lnTo>
                  <a:lnTo>
                    <a:pt x="656485" y="427103"/>
                  </a:lnTo>
                  <a:lnTo>
                    <a:pt x="646444" y="429111"/>
                  </a:lnTo>
                  <a:lnTo>
                    <a:pt x="646444" y="430115"/>
                  </a:lnTo>
                  <a:lnTo>
                    <a:pt x="648374" y="430618"/>
                  </a:lnTo>
                  <a:lnTo>
                    <a:pt x="654351" y="430366"/>
                  </a:lnTo>
                  <a:lnTo>
                    <a:pt x="698922" y="421377"/>
                  </a:lnTo>
                  <a:lnTo>
                    <a:pt x="742128" y="405908"/>
                  </a:lnTo>
                  <a:lnTo>
                    <a:pt x="775011" y="381889"/>
                  </a:lnTo>
                  <a:lnTo>
                    <a:pt x="796050" y="334729"/>
                  </a:lnTo>
                  <a:lnTo>
                    <a:pt x="801839" y="286723"/>
                  </a:lnTo>
                  <a:lnTo>
                    <a:pt x="792316" y="241979"/>
                  </a:lnTo>
                  <a:lnTo>
                    <a:pt x="789022" y="238339"/>
                  </a:lnTo>
                  <a:lnTo>
                    <a:pt x="786370" y="239139"/>
                  </a:lnTo>
                  <a:lnTo>
                    <a:pt x="781444" y="292653"/>
                  </a:lnTo>
                  <a:lnTo>
                    <a:pt x="781852" y="340660"/>
                  </a:lnTo>
                  <a:lnTo>
                    <a:pt x="787766" y="389827"/>
                  </a:lnTo>
                  <a:lnTo>
                    <a:pt x="820210" y="417157"/>
                  </a:lnTo>
                  <a:lnTo>
                    <a:pt x="857564" y="397719"/>
                  </a:lnTo>
                  <a:lnTo>
                    <a:pt x="880062" y="366373"/>
                  </a:lnTo>
                  <a:lnTo>
                    <a:pt x="903500" y="326744"/>
                  </a:lnTo>
                  <a:lnTo>
                    <a:pt x="927582" y="281890"/>
                  </a:lnTo>
                  <a:lnTo>
                    <a:pt x="941639" y="242355"/>
                  </a:lnTo>
                  <a:lnTo>
                    <a:pt x="936179" y="291037"/>
                  </a:lnTo>
                  <a:lnTo>
                    <a:pt x="934799" y="330666"/>
                  </a:lnTo>
                  <a:lnTo>
                    <a:pt x="935615" y="348786"/>
                  </a:lnTo>
                  <a:lnTo>
                    <a:pt x="950676" y="393969"/>
                  </a:lnTo>
                  <a:lnTo>
                    <a:pt x="955963" y="401970"/>
                  </a:lnTo>
                  <a:lnTo>
                    <a:pt x="960591" y="409030"/>
                  </a:lnTo>
                  <a:lnTo>
                    <a:pt x="963524" y="414584"/>
                  </a:lnTo>
                  <a:lnTo>
                    <a:pt x="963728" y="418067"/>
                  </a:lnTo>
                  <a:lnTo>
                    <a:pt x="960512" y="419118"/>
                  </a:lnTo>
                  <a:lnTo>
                    <a:pt x="922687" y="407022"/>
                  </a:lnTo>
                  <a:lnTo>
                    <a:pt x="915047" y="404010"/>
                  </a:lnTo>
                  <a:lnTo>
                    <a:pt x="907501" y="400997"/>
                  </a:lnTo>
                </a:path>
              </a:pathLst>
            </a:custGeom>
            <a:ln w="36749">
              <a:solidFill>
                <a:srgbClr val="4D22B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4601385" y="4547581"/>
              <a:ext cx="0" cy="6350"/>
            </a:xfrm>
            <a:custGeom>
              <a:avLst/>
              <a:gdLst/>
              <a:ahLst/>
              <a:cxnLst/>
              <a:rect l="l" t="t" r="r" b="b"/>
              <a:pathLst>
                <a:path w="0" h="6350">
                  <a:moveTo>
                    <a:pt x="0" y="6024"/>
                  </a:moveTo>
                  <a:lnTo>
                    <a:pt x="0" y="4016"/>
                  </a:lnTo>
                  <a:lnTo>
                    <a:pt x="0" y="2008"/>
                  </a:lnTo>
                  <a:lnTo>
                    <a:pt x="0" y="0"/>
                  </a:lnTo>
                </a:path>
              </a:pathLst>
            </a:custGeom>
            <a:ln w="36749">
              <a:solidFill>
                <a:srgbClr val="4D22B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6" name="object 76"/>
          <p:cNvGrpSpPr/>
          <p:nvPr/>
        </p:nvGrpSpPr>
        <p:grpSpPr>
          <a:xfrm>
            <a:off x="4950122" y="4472711"/>
            <a:ext cx="1170305" cy="640080"/>
            <a:chOff x="4950122" y="4472711"/>
            <a:chExt cx="1170305" cy="640080"/>
          </a:xfrm>
        </p:grpSpPr>
        <p:sp>
          <p:nvSpPr>
            <p:cNvPr id="77" name="object 77"/>
            <p:cNvSpPr/>
            <p:nvPr/>
          </p:nvSpPr>
          <p:spPr>
            <a:xfrm>
              <a:off x="4968497" y="4496374"/>
              <a:ext cx="210185" cy="386080"/>
            </a:xfrm>
            <a:custGeom>
              <a:avLst/>
              <a:gdLst/>
              <a:ahLst/>
              <a:cxnLst/>
              <a:rect l="l" t="t" r="r" b="b"/>
              <a:pathLst>
                <a:path w="210185" h="386079">
                  <a:moveTo>
                    <a:pt x="205205" y="117475"/>
                  </a:moveTo>
                  <a:lnTo>
                    <a:pt x="208013" y="97990"/>
                  </a:lnTo>
                  <a:lnTo>
                    <a:pt x="209598" y="79070"/>
                  </a:lnTo>
                  <a:lnTo>
                    <a:pt x="208735" y="61279"/>
                  </a:lnTo>
                  <a:lnTo>
                    <a:pt x="182614" y="19704"/>
                  </a:lnTo>
                  <a:lnTo>
                    <a:pt x="136301" y="219"/>
                  </a:lnTo>
                  <a:lnTo>
                    <a:pt x="120613" y="0"/>
                  </a:lnTo>
                  <a:lnTo>
                    <a:pt x="104548" y="4298"/>
                  </a:lnTo>
                  <a:lnTo>
                    <a:pt x="70033" y="29949"/>
                  </a:lnTo>
                  <a:lnTo>
                    <a:pt x="35769" y="78301"/>
                  </a:lnTo>
                  <a:lnTo>
                    <a:pt x="10417" y="144161"/>
                  </a:lnTo>
                  <a:lnTo>
                    <a:pt x="0" y="217740"/>
                  </a:lnTo>
                  <a:lnTo>
                    <a:pt x="1380" y="253024"/>
                  </a:lnTo>
                  <a:lnTo>
                    <a:pt x="17822" y="313393"/>
                  </a:lnTo>
                  <a:lnTo>
                    <a:pt x="48571" y="356442"/>
                  </a:lnTo>
                  <a:lnTo>
                    <a:pt x="87604" y="379661"/>
                  </a:lnTo>
                  <a:lnTo>
                    <a:pt x="125884" y="385560"/>
                  </a:lnTo>
                  <a:lnTo>
                    <a:pt x="141918" y="383301"/>
                  </a:lnTo>
                  <a:lnTo>
                    <a:pt x="183508" y="362733"/>
                  </a:lnTo>
                  <a:lnTo>
                    <a:pt x="199181" y="352426"/>
                  </a:lnTo>
                </a:path>
              </a:pathLst>
            </a:custGeom>
            <a:ln w="36749">
              <a:solidFill>
                <a:srgbClr val="4D22B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5165889" y="4669450"/>
              <a:ext cx="398780" cy="424815"/>
            </a:xfrm>
            <a:custGeom>
              <a:avLst/>
              <a:gdLst/>
              <a:ahLst/>
              <a:cxnLst/>
              <a:rect l="l" t="t" r="r" b="b"/>
              <a:pathLst>
                <a:path w="398779" h="424814">
                  <a:moveTo>
                    <a:pt x="140349" y="46814"/>
                  </a:moveTo>
                  <a:lnTo>
                    <a:pt x="106603" y="19845"/>
                  </a:lnTo>
                  <a:lnTo>
                    <a:pt x="62283" y="19704"/>
                  </a:lnTo>
                  <a:lnTo>
                    <a:pt x="21414" y="59678"/>
                  </a:lnTo>
                  <a:lnTo>
                    <a:pt x="5945" y="101096"/>
                  </a:lnTo>
                  <a:lnTo>
                    <a:pt x="0" y="135469"/>
                  </a:lnTo>
                  <a:lnTo>
                    <a:pt x="1035" y="147346"/>
                  </a:lnTo>
                  <a:lnTo>
                    <a:pt x="42327" y="170941"/>
                  </a:lnTo>
                  <a:lnTo>
                    <a:pt x="97582" y="153543"/>
                  </a:lnTo>
                  <a:lnTo>
                    <a:pt x="129649" y="123766"/>
                  </a:lnTo>
                  <a:lnTo>
                    <a:pt x="153527" y="86600"/>
                  </a:lnTo>
                  <a:lnTo>
                    <a:pt x="149260" y="48194"/>
                  </a:lnTo>
                  <a:lnTo>
                    <a:pt x="146875" y="103669"/>
                  </a:lnTo>
                  <a:lnTo>
                    <a:pt x="159285" y="148632"/>
                  </a:lnTo>
                  <a:lnTo>
                    <a:pt x="200797" y="162893"/>
                  </a:lnTo>
                  <a:lnTo>
                    <a:pt x="233099" y="112329"/>
                  </a:lnTo>
                  <a:lnTo>
                    <a:pt x="251800" y="67899"/>
                  </a:lnTo>
                  <a:lnTo>
                    <a:pt x="260272" y="30482"/>
                  </a:lnTo>
                  <a:lnTo>
                    <a:pt x="256820" y="2635"/>
                  </a:lnTo>
                  <a:lnTo>
                    <a:pt x="254812" y="3639"/>
                  </a:lnTo>
                  <a:lnTo>
                    <a:pt x="252804" y="59867"/>
                  </a:lnTo>
                  <a:lnTo>
                    <a:pt x="258452" y="142451"/>
                  </a:lnTo>
                  <a:lnTo>
                    <a:pt x="262829" y="190897"/>
                  </a:lnTo>
                  <a:lnTo>
                    <a:pt x="267865" y="238590"/>
                  </a:lnTo>
                  <a:lnTo>
                    <a:pt x="273246" y="282016"/>
                  </a:lnTo>
                  <a:lnTo>
                    <a:pt x="278533" y="320170"/>
                  </a:lnTo>
                  <a:lnTo>
                    <a:pt x="283255" y="352677"/>
                  </a:lnTo>
                  <a:lnTo>
                    <a:pt x="286942" y="379159"/>
                  </a:lnTo>
                  <a:lnTo>
                    <a:pt x="289248" y="399350"/>
                  </a:lnTo>
                  <a:lnTo>
                    <a:pt x="290331" y="413423"/>
                  </a:lnTo>
                  <a:lnTo>
                    <a:pt x="290472" y="421659"/>
                  </a:lnTo>
                  <a:lnTo>
                    <a:pt x="289954" y="424342"/>
                  </a:lnTo>
                  <a:lnTo>
                    <a:pt x="288982" y="421518"/>
                  </a:lnTo>
                  <a:lnTo>
                    <a:pt x="281922" y="370123"/>
                  </a:lnTo>
                  <a:lnTo>
                    <a:pt x="273011" y="294190"/>
                  </a:lnTo>
                  <a:lnTo>
                    <a:pt x="268508" y="248835"/>
                  </a:lnTo>
                  <a:lnTo>
                    <a:pt x="264853" y="202444"/>
                  </a:lnTo>
                  <a:lnTo>
                    <a:pt x="262578" y="157732"/>
                  </a:lnTo>
                  <a:lnTo>
                    <a:pt x="261715" y="116596"/>
                  </a:lnTo>
                  <a:lnTo>
                    <a:pt x="262170" y="80732"/>
                  </a:lnTo>
                  <a:lnTo>
                    <a:pt x="266657" y="31031"/>
                  </a:lnTo>
                  <a:lnTo>
                    <a:pt x="294724" y="0"/>
                  </a:lnTo>
                  <a:lnTo>
                    <a:pt x="303227" y="1239"/>
                  </a:lnTo>
                  <a:lnTo>
                    <a:pt x="348912" y="28364"/>
                  </a:lnTo>
                  <a:lnTo>
                    <a:pt x="382956" y="71539"/>
                  </a:lnTo>
                  <a:lnTo>
                    <a:pt x="398472" y="123076"/>
                  </a:lnTo>
                  <a:lnTo>
                    <a:pt x="397264" y="139062"/>
                  </a:lnTo>
                  <a:lnTo>
                    <a:pt x="375002" y="174408"/>
                  </a:lnTo>
                  <a:lnTo>
                    <a:pt x="338150" y="188387"/>
                  </a:lnTo>
                  <a:lnTo>
                    <a:pt x="293657" y="187493"/>
                  </a:lnTo>
                  <a:lnTo>
                    <a:pt x="272885" y="149228"/>
                  </a:lnTo>
                </a:path>
              </a:pathLst>
            </a:custGeom>
            <a:ln w="36749">
              <a:solidFill>
                <a:srgbClr val="4D22B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9" name="object 7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616114" y="4664880"/>
              <a:ext cx="214547" cy="214343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5855086" y="4491086"/>
              <a:ext cx="178435" cy="367665"/>
            </a:xfrm>
            <a:custGeom>
              <a:avLst/>
              <a:gdLst/>
              <a:ahLst/>
              <a:cxnLst/>
              <a:rect l="l" t="t" r="r" b="b"/>
              <a:pathLst>
                <a:path w="178435" h="367664">
                  <a:moveTo>
                    <a:pt x="11421" y="50470"/>
                  </a:moveTo>
                  <a:lnTo>
                    <a:pt x="7593" y="11138"/>
                  </a:lnTo>
                  <a:lnTo>
                    <a:pt x="3200" y="0"/>
                  </a:lnTo>
                  <a:lnTo>
                    <a:pt x="1380" y="266"/>
                  </a:lnTo>
                  <a:lnTo>
                    <a:pt x="266" y="6338"/>
                  </a:lnTo>
                  <a:lnTo>
                    <a:pt x="0" y="18716"/>
                  </a:lnTo>
                  <a:lnTo>
                    <a:pt x="674" y="37683"/>
                  </a:lnTo>
                  <a:lnTo>
                    <a:pt x="5145" y="96045"/>
                  </a:lnTo>
                  <a:lnTo>
                    <a:pt x="12550" y="172385"/>
                  </a:lnTo>
                  <a:lnTo>
                    <a:pt x="16441" y="211120"/>
                  </a:lnTo>
                  <a:lnTo>
                    <a:pt x="23344" y="276760"/>
                  </a:lnTo>
                  <a:lnTo>
                    <a:pt x="29494" y="308514"/>
                  </a:lnTo>
                  <a:lnTo>
                    <a:pt x="32522" y="306019"/>
                  </a:lnTo>
                  <a:lnTo>
                    <a:pt x="35644" y="293829"/>
                  </a:lnTo>
                  <a:lnTo>
                    <a:pt x="38954" y="276180"/>
                  </a:lnTo>
                  <a:lnTo>
                    <a:pt x="42547" y="257307"/>
                  </a:lnTo>
                  <a:lnTo>
                    <a:pt x="55537" y="214948"/>
                  </a:lnTo>
                  <a:lnTo>
                    <a:pt x="84718" y="180998"/>
                  </a:lnTo>
                  <a:lnTo>
                    <a:pt x="99151" y="178488"/>
                  </a:lnTo>
                  <a:lnTo>
                    <a:pt x="107168" y="180433"/>
                  </a:lnTo>
                  <a:lnTo>
                    <a:pt x="144224" y="214524"/>
                  </a:lnTo>
                  <a:lnTo>
                    <a:pt x="167176" y="258060"/>
                  </a:lnTo>
                  <a:lnTo>
                    <a:pt x="178205" y="298379"/>
                  </a:lnTo>
                  <a:lnTo>
                    <a:pt x="177970" y="309016"/>
                  </a:lnTo>
                  <a:lnTo>
                    <a:pt x="140318" y="347923"/>
                  </a:lnTo>
                  <a:lnTo>
                    <a:pt x="97645" y="366640"/>
                  </a:lnTo>
                  <a:lnTo>
                    <a:pt x="87730" y="367628"/>
                  </a:lnTo>
                  <a:lnTo>
                    <a:pt x="79321" y="365416"/>
                  </a:lnTo>
                  <a:lnTo>
                    <a:pt x="49073" y="324422"/>
                  </a:lnTo>
                  <a:lnTo>
                    <a:pt x="41543" y="309518"/>
                  </a:lnTo>
                </a:path>
              </a:pathLst>
            </a:custGeom>
            <a:ln w="36749">
              <a:solidFill>
                <a:srgbClr val="4D22B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6089408" y="4662044"/>
              <a:ext cx="12065" cy="180975"/>
            </a:xfrm>
            <a:custGeom>
              <a:avLst/>
              <a:gdLst/>
              <a:ahLst/>
              <a:cxnLst/>
              <a:rect l="l" t="t" r="r" b="b"/>
              <a:pathLst>
                <a:path w="12064" h="180975">
                  <a:moveTo>
                    <a:pt x="0" y="30121"/>
                  </a:moveTo>
                  <a:lnTo>
                    <a:pt x="1490" y="19767"/>
                  </a:lnTo>
                  <a:lnTo>
                    <a:pt x="2886" y="10542"/>
                  </a:lnTo>
                  <a:lnTo>
                    <a:pt x="4094" y="3576"/>
                  </a:lnTo>
                  <a:lnTo>
                    <a:pt x="5020" y="0"/>
                  </a:lnTo>
                  <a:lnTo>
                    <a:pt x="5616" y="909"/>
                  </a:lnTo>
                  <a:lnTo>
                    <a:pt x="6024" y="7279"/>
                  </a:lnTo>
                  <a:lnTo>
                    <a:pt x="6432" y="20049"/>
                  </a:lnTo>
                  <a:lnTo>
                    <a:pt x="7028" y="40162"/>
                  </a:lnTo>
                  <a:lnTo>
                    <a:pt x="7954" y="68056"/>
                  </a:lnTo>
                  <a:lnTo>
                    <a:pt x="9162" y="102163"/>
                  </a:lnTo>
                  <a:lnTo>
                    <a:pt x="10558" y="140412"/>
                  </a:lnTo>
                  <a:lnTo>
                    <a:pt x="12048" y="180731"/>
                  </a:lnTo>
                </a:path>
              </a:pathLst>
            </a:custGeom>
            <a:ln w="36749">
              <a:solidFill>
                <a:srgbClr val="4D22B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6065311" y="4541557"/>
              <a:ext cx="0" cy="6350"/>
            </a:xfrm>
            <a:custGeom>
              <a:avLst/>
              <a:gdLst/>
              <a:ahLst/>
              <a:cxnLst/>
              <a:rect l="l" t="t" r="r" b="b"/>
              <a:pathLst>
                <a:path w="0" h="6350">
                  <a:moveTo>
                    <a:pt x="0" y="6024"/>
                  </a:moveTo>
                  <a:lnTo>
                    <a:pt x="0" y="4016"/>
                  </a:lnTo>
                  <a:lnTo>
                    <a:pt x="0" y="2008"/>
                  </a:lnTo>
                  <a:lnTo>
                    <a:pt x="0" y="0"/>
                  </a:lnTo>
                </a:path>
              </a:pathLst>
            </a:custGeom>
            <a:ln w="36749">
              <a:solidFill>
                <a:srgbClr val="4D22B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3" name="object 83"/>
          <p:cNvGrpSpPr/>
          <p:nvPr/>
        </p:nvGrpSpPr>
        <p:grpSpPr>
          <a:xfrm>
            <a:off x="6185749" y="4480007"/>
            <a:ext cx="139065" cy="375285"/>
            <a:chOff x="6185749" y="4480007"/>
            <a:chExt cx="139065" cy="375285"/>
          </a:xfrm>
        </p:grpSpPr>
        <p:sp>
          <p:nvSpPr>
            <p:cNvPr id="84" name="object 84"/>
            <p:cNvSpPr/>
            <p:nvPr/>
          </p:nvSpPr>
          <p:spPr>
            <a:xfrm>
              <a:off x="6204124" y="4498382"/>
              <a:ext cx="18415" cy="335915"/>
            </a:xfrm>
            <a:custGeom>
              <a:avLst/>
              <a:gdLst/>
              <a:ahLst/>
              <a:cxnLst/>
              <a:rect l="l" t="t" r="r" b="b"/>
              <a:pathLst>
                <a:path w="18414" h="335914">
                  <a:moveTo>
                    <a:pt x="5773" y="25101"/>
                  </a:moveTo>
                  <a:lnTo>
                    <a:pt x="4282" y="16237"/>
                  </a:lnTo>
                  <a:lnTo>
                    <a:pt x="2886" y="8409"/>
                  </a:lnTo>
                  <a:lnTo>
                    <a:pt x="1678" y="2651"/>
                  </a:lnTo>
                  <a:lnTo>
                    <a:pt x="753" y="0"/>
                  </a:lnTo>
                  <a:lnTo>
                    <a:pt x="188" y="1600"/>
                  </a:lnTo>
                  <a:lnTo>
                    <a:pt x="0" y="9036"/>
                  </a:lnTo>
                  <a:lnTo>
                    <a:pt x="188" y="24003"/>
                  </a:lnTo>
                  <a:lnTo>
                    <a:pt x="1678" y="82223"/>
                  </a:lnTo>
                  <a:lnTo>
                    <a:pt x="2886" y="122370"/>
                  </a:lnTo>
                  <a:lnTo>
                    <a:pt x="4282" y="163834"/>
                  </a:lnTo>
                  <a:lnTo>
                    <a:pt x="7263" y="232613"/>
                  </a:lnTo>
                  <a:lnTo>
                    <a:pt x="9867" y="276509"/>
                  </a:lnTo>
                  <a:lnTo>
                    <a:pt x="10793" y="293186"/>
                  </a:lnTo>
                  <a:lnTo>
                    <a:pt x="11389" y="308247"/>
                  </a:lnTo>
                  <a:lnTo>
                    <a:pt x="11797" y="321049"/>
                  </a:lnTo>
                  <a:lnTo>
                    <a:pt x="12205" y="330462"/>
                  </a:lnTo>
                  <a:lnTo>
                    <a:pt x="12801" y="335357"/>
                  </a:lnTo>
                  <a:lnTo>
                    <a:pt x="13727" y="335027"/>
                  </a:lnTo>
                  <a:lnTo>
                    <a:pt x="14935" y="330462"/>
                  </a:lnTo>
                  <a:lnTo>
                    <a:pt x="16331" y="323073"/>
                  </a:lnTo>
                  <a:lnTo>
                    <a:pt x="17822" y="314272"/>
                  </a:lnTo>
                </a:path>
              </a:pathLst>
            </a:custGeom>
            <a:ln w="36749">
              <a:solidFill>
                <a:srgbClr val="4D22B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6300263" y="4668068"/>
              <a:ext cx="6350" cy="168910"/>
            </a:xfrm>
            <a:custGeom>
              <a:avLst/>
              <a:gdLst/>
              <a:ahLst/>
              <a:cxnLst/>
              <a:rect l="l" t="t" r="r" b="b"/>
              <a:pathLst>
                <a:path w="6350" h="168910">
                  <a:moveTo>
                    <a:pt x="6024" y="0"/>
                  </a:moveTo>
                  <a:lnTo>
                    <a:pt x="4518" y="42170"/>
                  </a:lnTo>
                  <a:lnTo>
                    <a:pt x="3012" y="84341"/>
                  </a:lnTo>
                  <a:lnTo>
                    <a:pt x="1506" y="126511"/>
                  </a:lnTo>
                  <a:lnTo>
                    <a:pt x="0" y="168682"/>
                  </a:lnTo>
                </a:path>
              </a:pathLst>
            </a:custGeom>
            <a:ln w="36749">
              <a:solidFill>
                <a:srgbClr val="4D22B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6288213" y="4541557"/>
              <a:ext cx="0" cy="6350"/>
            </a:xfrm>
            <a:custGeom>
              <a:avLst/>
              <a:gdLst/>
              <a:ahLst/>
              <a:cxnLst/>
              <a:rect l="l" t="t" r="r" b="b"/>
              <a:pathLst>
                <a:path w="0" h="6350">
                  <a:moveTo>
                    <a:pt x="0" y="6024"/>
                  </a:moveTo>
                  <a:lnTo>
                    <a:pt x="0" y="4016"/>
                  </a:lnTo>
                  <a:lnTo>
                    <a:pt x="0" y="2008"/>
                  </a:lnTo>
                  <a:lnTo>
                    <a:pt x="0" y="0"/>
                  </a:lnTo>
                </a:path>
              </a:pathLst>
            </a:custGeom>
            <a:ln w="36749">
              <a:solidFill>
                <a:srgbClr val="4D22B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7" name="object 87"/>
          <p:cNvGrpSpPr/>
          <p:nvPr/>
        </p:nvGrpSpPr>
        <p:grpSpPr>
          <a:xfrm>
            <a:off x="6354180" y="4506112"/>
            <a:ext cx="386715" cy="1039494"/>
            <a:chOff x="6354180" y="4506112"/>
            <a:chExt cx="386715" cy="1039494"/>
          </a:xfrm>
        </p:grpSpPr>
        <p:sp>
          <p:nvSpPr>
            <p:cNvPr id="88" name="object 88"/>
            <p:cNvSpPr/>
            <p:nvPr/>
          </p:nvSpPr>
          <p:spPr>
            <a:xfrm>
              <a:off x="6414725" y="4524487"/>
              <a:ext cx="24130" cy="312420"/>
            </a:xfrm>
            <a:custGeom>
              <a:avLst/>
              <a:gdLst/>
              <a:ahLst/>
              <a:cxnLst/>
              <a:rect l="l" t="t" r="r" b="b"/>
              <a:pathLst>
                <a:path w="24129" h="312420">
                  <a:moveTo>
                    <a:pt x="0" y="29117"/>
                  </a:moveTo>
                  <a:lnTo>
                    <a:pt x="1490" y="18779"/>
                  </a:lnTo>
                  <a:lnTo>
                    <a:pt x="2886" y="9664"/>
                  </a:lnTo>
                  <a:lnTo>
                    <a:pt x="4094" y="2996"/>
                  </a:lnTo>
                  <a:lnTo>
                    <a:pt x="5020" y="0"/>
                  </a:lnTo>
                  <a:lnTo>
                    <a:pt x="5601" y="1929"/>
                  </a:lnTo>
                  <a:lnTo>
                    <a:pt x="5899" y="10166"/>
                  </a:lnTo>
                  <a:lnTo>
                    <a:pt x="6009" y="26121"/>
                  </a:lnTo>
                  <a:lnTo>
                    <a:pt x="6024" y="51207"/>
                  </a:lnTo>
                  <a:lnTo>
                    <a:pt x="6071" y="85847"/>
                  </a:lnTo>
                  <a:lnTo>
                    <a:pt x="6401" y="126512"/>
                  </a:lnTo>
                  <a:lnTo>
                    <a:pt x="7295" y="168682"/>
                  </a:lnTo>
                  <a:lnTo>
                    <a:pt x="9037" y="207841"/>
                  </a:lnTo>
                  <a:lnTo>
                    <a:pt x="15437" y="267583"/>
                  </a:lnTo>
                  <a:lnTo>
                    <a:pt x="19626" y="290864"/>
                  </a:lnTo>
                  <a:lnTo>
                    <a:pt x="24097" y="312263"/>
                  </a:lnTo>
                </a:path>
              </a:pathLst>
            </a:custGeom>
            <a:ln w="36749">
              <a:solidFill>
                <a:srgbClr val="4D22B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6372555" y="4648992"/>
              <a:ext cx="349885" cy="878205"/>
            </a:xfrm>
            <a:custGeom>
              <a:avLst/>
              <a:gdLst/>
              <a:ahLst/>
              <a:cxnLst/>
              <a:rect l="l" t="t" r="r" b="b"/>
              <a:pathLst>
                <a:path w="349884" h="878204">
                  <a:moveTo>
                    <a:pt x="0" y="43174"/>
                  </a:moveTo>
                  <a:lnTo>
                    <a:pt x="44680" y="45810"/>
                  </a:lnTo>
                  <a:lnTo>
                    <a:pt x="86349" y="46187"/>
                  </a:lnTo>
                  <a:lnTo>
                    <a:pt x="136191" y="38844"/>
                  </a:lnTo>
                  <a:lnTo>
                    <a:pt x="145087" y="91369"/>
                  </a:lnTo>
                  <a:lnTo>
                    <a:pt x="141573" y="132536"/>
                  </a:lnTo>
                  <a:lnTo>
                    <a:pt x="147597" y="175711"/>
                  </a:lnTo>
                  <a:lnTo>
                    <a:pt x="178613" y="199620"/>
                  </a:lnTo>
                  <a:lnTo>
                    <a:pt x="219575" y="161921"/>
                  </a:lnTo>
                  <a:lnTo>
                    <a:pt x="243422" y="119279"/>
                  </a:lnTo>
                  <a:lnTo>
                    <a:pt x="262907" y="77422"/>
                  </a:lnTo>
                  <a:lnTo>
                    <a:pt x="280133" y="30121"/>
                  </a:lnTo>
                  <a:lnTo>
                    <a:pt x="287162" y="0"/>
                  </a:lnTo>
                  <a:lnTo>
                    <a:pt x="286785" y="1678"/>
                  </a:lnTo>
                  <a:lnTo>
                    <a:pt x="281138" y="53215"/>
                  </a:lnTo>
                  <a:lnTo>
                    <a:pt x="277890" y="92248"/>
                  </a:lnTo>
                  <a:lnTo>
                    <a:pt x="274737" y="141071"/>
                  </a:lnTo>
                  <a:lnTo>
                    <a:pt x="272525" y="196671"/>
                  </a:lnTo>
                  <a:lnTo>
                    <a:pt x="272101" y="256036"/>
                  </a:lnTo>
                  <a:lnTo>
                    <a:pt x="273515" y="304440"/>
                  </a:lnTo>
                  <a:lnTo>
                    <a:pt x="276422" y="353133"/>
                  </a:lnTo>
                  <a:lnTo>
                    <a:pt x="280631" y="401922"/>
                  </a:lnTo>
                  <a:lnTo>
                    <a:pt x="285949" y="450615"/>
                  </a:lnTo>
                  <a:lnTo>
                    <a:pt x="292182" y="499019"/>
                  </a:lnTo>
                  <a:lnTo>
                    <a:pt x="300889" y="558573"/>
                  </a:lnTo>
                  <a:lnTo>
                    <a:pt x="309879" y="615491"/>
                  </a:lnTo>
                  <a:lnTo>
                    <a:pt x="318303" y="667890"/>
                  </a:lnTo>
                  <a:lnTo>
                    <a:pt x="325316" y="713889"/>
                  </a:lnTo>
                  <a:lnTo>
                    <a:pt x="330258" y="752106"/>
                  </a:lnTo>
                  <a:lnTo>
                    <a:pt x="333223" y="783170"/>
                  </a:lnTo>
                  <a:lnTo>
                    <a:pt x="334494" y="808209"/>
                  </a:lnTo>
                  <a:lnTo>
                    <a:pt x="334353" y="828353"/>
                  </a:lnTo>
                  <a:lnTo>
                    <a:pt x="326163" y="866899"/>
                  </a:lnTo>
                  <a:lnTo>
                    <a:pt x="302976" y="877677"/>
                  </a:lnTo>
                  <a:lnTo>
                    <a:pt x="291492" y="873677"/>
                  </a:lnTo>
                  <a:lnTo>
                    <a:pt x="247125" y="828855"/>
                  </a:lnTo>
                  <a:lnTo>
                    <a:pt x="216878" y="772125"/>
                  </a:lnTo>
                  <a:lnTo>
                    <a:pt x="195039" y="698201"/>
                  </a:lnTo>
                  <a:lnTo>
                    <a:pt x="188921" y="657050"/>
                  </a:lnTo>
                  <a:lnTo>
                    <a:pt x="186756" y="614487"/>
                  </a:lnTo>
                  <a:lnTo>
                    <a:pt x="188905" y="571595"/>
                  </a:lnTo>
                  <a:lnTo>
                    <a:pt x="194914" y="529643"/>
                  </a:lnTo>
                  <a:lnTo>
                    <a:pt x="204123" y="489952"/>
                  </a:lnTo>
                  <a:lnTo>
                    <a:pt x="229554" y="422460"/>
                  </a:lnTo>
                  <a:lnTo>
                    <a:pt x="261056" y="375896"/>
                  </a:lnTo>
                  <a:lnTo>
                    <a:pt x="295618" y="353101"/>
                  </a:lnTo>
                  <a:lnTo>
                    <a:pt x="331356" y="349178"/>
                  </a:lnTo>
                  <a:lnTo>
                    <a:pt x="349413" y="350418"/>
                  </a:lnTo>
                </a:path>
              </a:pathLst>
            </a:custGeom>
            <a:ln w="36749">
              <a:solidFill>
                <a:srgbClr val="4D22B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63575" y="993897"/>
            <a:ext cx="6308725" cy="774700"/>
            <a:chOff x="1263575" y="993897"/>
            <a:chExt cx="6308725" cy="774700"/>
          </a:xfrm>
        </p:grpSpPr>
        <p:sp>
          <p:nvSpPr>
            <p:cNvPr id="3" name="object 3"/>
            <p:cNvSpPr/>
            <p:nvPr/>
          </p:nvSpPr>
          <p:spPr>
            <a:xfrm>
              <a:off x="4430444" y="1042833"/>
              <a:ext cx="184785" cy="276225"/>
            </a:xfrm>
            <a:custGeom>
              <a:avLst/>
              <a:gdLst/>
              <a:ahLst/>
              <a:cxnLst/>
              <a:rect l="l" t="t" r="r" b="b"/>
              <a:pathLst>
                <a:path w="184785" h="276225">
                  <a:moveTo>
                    <a:pt x="140819" y="70849"/>
                  </a:moveTo>
                  <a:lnTo>
                    <a:pt x="136662" y="27564"/>
                  </a:lnTo>
                  <a:lnTo>
                    <a:pt x="95762" y="0"/>
                  </a:lnTo>
                  <a:lnTo>
                    <a:pt x="80324" y="1568"/>
                  </a:lnTo>
                  <a:lnTo>
                    <a:pt x="36350" y="34546"/>
                  </a:lnTo>
                  <a:lnTo>
                    <a:pt x="22199" y="75398"/>
                  </a:lnTo>
                  <a:lnTo>
                    <a:pt x="24348" y="96954"/>
                  </a:lnTo>
                  <a:lnTo>
                    <a:pt x="49701" y="135485"/>
                  </a:lnTo>
                  <a:lnTo>
                    <a:pt x="88608" y="164227"/>
                  </a:lnTo>
                  <a:lnTo>
                    <a:pt x="124503" y="181045"/>
                  </a:lnTo>
                  <a:lnTo>
                    <a:pt x="152868" y="190332"/>
                  </a:lnTo>
                  <a:lnTo>
                    <a:pt x="163787" y="194051"/>
                  </a:lnTo>
                  <a:lnTo>
                    <a:pt x="172447" y="198239"/>
                  </a:lnTo>
                  <a:lnTo>
                    <a:pt x="178848" y="203746"/>
                  </a:lnTo>
                  <a:lnTo>
                    <a:pt x="182990" y="211418"/>
                  </a:lnTo>
                  <a:lnTo>
                    <a:pt x="184731" y="221725"/>
                  </a:lnTo>
                  <a:lnTo>
                    <a:pt x="183367" y="233633"/>
                  </a:lnTo>
                  <a:lnTo>
                    <a:pt x="152633" y="265088"/>
                  </a:lnTo>
                  <a:lnTo>
                    <a:pt x="113004" y="274533"/>
                  </a:lnTo>
                  <a:lnTo>
                    <a:pt x="92624" y="275678"/>
                  </a:lnTo>
                  <a:lnTo>
                    <a:pt x="74159" y="274627"/>
                  </a:lnTo>
                  <a:lnTo>
                    <a:pt x="31376" y="262625"/>
                  </a:lnTo>
                  <a:lnTo>
                    <a:pt x="282" y="231577"/>
                  </a:lnTo>
                  <a:lnTo>
                    <a:pt x="0" y="224345"/>
                  </a:lnTo>
                  <a:lnTo>
                    <a:pt x="847" y="216924"/>
                  </a:lnTo>
                  <a:lnTo>
                    <a:pt x="2259" y="209410"/>
                  </a:lnTo>
                </a:path>
              </a:pathLst>
            </a:custGeom>
            <a:ln w="36749">
              <a:solidFill>
                <a:srgbClr val="0061F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4686354" y="1049422"/>
              <a:ext cx="29845" cy="246379"/>
            </a:xfrm>
            <a:custGeom>
              <a:avLst/>
              <a:gdLst/>
              <a:ahLst/>
              <a:cxnLst/>
              <a:rect l="l" t="t" r="r" b="b"/>
              <a:pathLst>
                <a:path w="29845" h="246380">
                  <a:moveTo>
                    <a:pt x="17445" y="16065"/>
                  </a:moveTo>
                  <a:lnTo>
                    <a:pt x="11421" y="8032"/>
                  </a:lnTo>
                  <a:lnTo>
                    <a:pt x="5396" y="0"/>
                  </a:lnTo>
                  <a:lnTo>
                    <a:pt x="2384" y="1004"/>
                  </a:lnTo>
                  <a:lnTo>
                    <a:pt x="674" y="3545"/>
                  </a:lnTo>
                  <a:lnTo>
                    <a:pt x="0" y="10040"/>
                  </a:lnTo>
                  <a:lnTo>
                    <a:pt x="266" y="21053"/>
                  </a:lnTo>
                  <a:lnTo>
                    <a:pt x="5522" y="83086"/>
                  </a:lnTo>
                  <a:lnTo>
                    <a:pt x="10417" y="133540"/>
                  </a:lnTo>
                  <a:lnTo>
                    <a:pt x="12519" y="155300"/>
                  </a:lnTo>
                  <a:lnTo>
                    <a:pt x="18449" y="206837"/>
                  </a:lnTo>
                  <a:lnTo>
                    <a:pt x="27486" y="245995"/>
                  </a:lnTo>
                  <a:lnTo>
                    <a:pt x="28647" y="243814"/>
                  </a:lnTo>
                  <a:lnTo>
                    <a:pt x="29243" y="236833"/>
                  </a:lnTo>
                  <a:lnTo>
                    <a:pt x="29462" y="226651"/>
                  </a:lnTo>
                  <a:lnTo>
                    <a:pt x="29494" y="214869"/>
                  </a:lnTo>
                </a:path>
              </a:pathLst>
            </a:custGeom>
            <a:ln w="36749">
              <a:solidFill>
                <a:srgbClr val="0061F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28947" y="1144507"/>
              <a:ext cx="129374" cy="6586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805210" y="1012272"/>
              <a:ext cx="447040" cy="304800"/>
            </a:xfrm>
            <a:custGeom>
              <a:avLst/>
              <a:gdLst/>
              <a:ahLst/>
              <a:cxnLst/>
              <a:rect l="l" t="t" r="r" b="b"/>
              <a:pathLst>
                <a:path w="447039" h="304800">
                  <a:moveTo>
                    <a:pt x="127516" y="185751"/>
                  </a:moveTo>
                  <a:lnTo>
                    <a:pt x="102806" y="148052"/>
                  </a:lnTo>
                  <a:lnTo>
                    <a:pt x="67146" y="127767"/>
                  </a:lnTo>
                  <a:lnTo>
                    <a:pt x="29886" y="137713"/>
                  </a:lnTo>
                  <a:lnTo>
                    <a:pt x="6024" y="174707"/>
                  </a:lnTo>
                  <a:lnTo>
                    <a:pt x="0" y="203573"/>
                  </a:lnTo>
                  <a:lnTo>
                    <a:pt x="1223" y="217630"/>
                  </a:lnTo>
                  <a:lnTo>
                    <a:pt x="26356" y="253149"/>
                  </a:lnTo>
                  <a:lnTo>
                    <a:pt x="68245" y="263425"/>
                  </a:lnTo>
                  <a:lnTo>
                    <a:pt x="102414" y="240975"/>
                  </a:lnTo>
                  <a:lnTo>
                    <a:pt x="117522" y="202852"/>
                  </a:lnTo>
                  <a:lnTo>
                    <a:pt x="120189" y="163662"/>
                  </a:lnTo>
                  <a:lnTo>
                    <a:pt x="107936" y="209849"/>
                  </a:lnTo>
                  <a:lnTo>
                    <a:pt x="132050" y="254247"/>
                  </a:lnTo>
                  <a:lnTo>
                    <a:pt x="173703" y="277121"/>
                  </a:lnTo>
                  <a:lnTo>
                    <a:pt x="204829" y="235955"/>
                  </a:lnTo>
                  <a:lnTo>
                    <a:pt x="214242" y="167427"/>
                  </a:lnTo>
                  <a:lnTo>
                    <a:pt x="219890" y="97394"/>
                  </a:lnTo>
                  <a:lnTo>
                    <a:pt x="220141" y="56227"/>
                  </a:lnTo>
                  <a:lnTo>
                    <a:pt x="208719" y="12425"/>
                  </a:lnTo>
                  <a:lnTo>
                    <a:pt x="200812" y="0"/>
                  </a:lnTo>
                  <a:lnTo>
                    <a:pt x="197267" y="313"/>
                  </a:lnTo>
                  <a:lnTo>
                    <a:pt x="190772" y="38154"/>
                  </a:lnTo>
                  <a:lnTo>
                    <a:pt x="191525" y="96264"/>
                  </a:lnTo>
                  <a:lnTo>
                    <a:pt x="196796" y="159646"/>
                  </a:lnTo>
                  <a:lnTo>
                    <a:pt x="206460" y="207339"/>
                  </a:lnTo>
                  <a:lnTo>
                    <a:pt x="227859" y="252349"/>
                  </a:lnTo>
                  <a:lnTo>
                    <a:pt x="260052" y="273105"/>
                  </a:lnTo>
                  <a:lnTo>
                    <a:pt x="307071" y="263786"/>
                  </a:lnTo>
                  <a:lnTo>
                    <a:pt x="338479" y="238433"/>
                  </a:lnTo>
                  <a:lnTo>
                    <a:pt x="363549" y="203605"/>
                  </a:lnTo>
                  <a:lnTo>
                    <a:pt x="382297" y="159771"/>
                  </a:lnTo>
                  <a:lnTo>
                    <a:pt x="379897" y="117114"/>
                  </a:lnTo>
                  <a:lnTo>
                    <a:pt x="335420" y="124896"/>
                  </a:lnTo>
                  <a:lnTo>
                    <a:pt x="312263" y="167678"/>
                  </a:lnTo>
                  <a:lnTo>
                    <a:pt x="303980" y="206837"/>
                  </a:lnTo>
                  <a:lnTo>
                    <a:pt x="306239" y="245995"/>
                  </a:lnTo>
                  <a:lnTo>
                    <a:pt x="334196" y="288778"/>
                  </a:lnTo>
                  <a:lnTo>
                    <a:pt x="380163" y="304482"/>
                  </a:lnTo>
                  <a:lnTo>
                    <a:pt x="395711" y="303980"/>
                  </a:lnTo>
                  <a:lnTo>
                    <a:pt x="409658" y="301219"/>
                  </a:lnTo>
                  <a:lnTo>
                    <a:pt x="421252" y="296591"/>
                  </a:lnTo>
                  <a:lnTo>
                    <a:pt x="430869" y="290551"/>
                  </a:lnTo>
                  <a:lnTo>
                    <a:pt x="439168" y="283569"/>
                  </a:lnTo>
                  <a:lnTo>
                    <a:pt x="446808" y="276117"/>
                  </a:lnTo>
                </a:path>
              </a:pathLst>
            </a:custGeom>
            <a:ln w="36749">
              <a:solidFill>
                <a:srgbClr val="0061F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968873" y="1077536"/>
              <a:ext cx="127000" cy="18415"/>
            </a:xfrm>
            <a:custGeom>
              <a:avLst/>
              <a:gdLst/>
              <a:ahLst/>
              <a:cxnLst/>
              <a:rect l="l" t="t" r="r" b="b"/>
              <a:pathLst>
                <a:path w="127000" h="18415">
                  <a:moveTo>
                    <a:pt x="0" y="18073"/>
                  </a:moveTo>
                  <a:lnTo>
                    <a:pt x="49277" y="5789"/>
                  </a:lnTo>
                  <a:lnTo>
                    <a:pt x="96264" y="376"/>
                  </a:lnTo>
                  <a:lnTo>
                    <a:pt x="111435" y="47"/>
                  </a:lnTo>
                  <a:lnTo>
                    <a:pt x="126512" y="0"/>
                  </a:lnTo>
                </a:path>
              </a:pathLst>
            </a:custGeom>
            <a:ln w="36749">
              <a:solidFill>
                <a:srgbClr val="0061F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3575" y="1010966"/>
              <a:ext cx="6308131" cy="75744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450824" y="1041389"/>
              <a:ext cx="217170" cy="261620"/>
            </a:xfrm>
            <a:custGeom>
              <a:avLst/>
              <a:gdLst/>
              <a:ahLst/>
              <a:cxnLst/>
              <a:rect l="l" t="t" r="r" b="b"/>
              <a:pathLst>
                <a:path w="217170" h="261619">
                  <a:moveTo>
                    <a:pt x="0" y="0"/>
                  </a:moveTo>
                  <a:lnTo>
                    <a:pt x="3263" y="54595"/>
                  </a:lnTo>
                  <a:lnTo>
                    <a:pt x="8032" y="111451"/>
                  </a:lnTo>
                  <a:lnTo>
                    <a:pt x="14935" y="170188"/>
                  </a:lnTo>
                  <a:lnTo>
                    <a:pt x="18339" y="197016"/>
                  </a:lnTo>
                  <a:lnTo>
                    <a:pt x="21085" y="219890"/>
                  </a:lnTo>
                  <a:lnTo>
                    <a:pt x="22842" y="237461"/>
                  </a:lnTo>
                  <a:lnTo>
                    <a:pt x="23846" y="249760"/>
                  </a:lnTo>
                  <a:lnTo>
                    <a:pt x="24473" y="257165"/>
                  </a:lnTo>
                  <a:lnTo>
                    <a:pt x="25101" y="260052"/>
                  </a:lnTo>
                  <a:lnTo>
                    <a:pt x="25979" y="258609"/>
                  </a:lnTo>
                  <a:lnTo>
                    <a:pt x="26858" y="252271"/>
                  </a:lnTo>
                  <a:lnTo>
                    <a:pt x="27360" y="240285"/>
                  </a:lnTo>
                  <a:lnTo>
                    <a:pt x="27109" y="221898"/>
                  </a:lnTo>
                  <a:lnTo>
                    <a:pt x="23846" y="167929"/>
                  </a:lnTo>
                  <a:lnTo>
                    <a:pt x="19077" y="109442"/>
                  </a:lnTo>
                  <a:lnTo>
                    <a:pt x="17006" y="85408"/>
                  </a:lnTo>
                  <a:lnTo>
                    <a:pt x="15311" y="65515"/>
                  </a:lnTo>
                  <a:lnTo>
                    <a:pt x="13994" y="49010"/>
                  </a:lnTo>
                  <a:lnTo>
                    <a:pt x="13052" y="35142"/>
                  </a:lnTo>
                  <a:lnTo>
                    <a:pt x="12487" y="23375"/>
                  </a:lnTo>
                  <a:lnTo>
                    <a:pt x="12299" y="14056"/>
                  </a:lnTo>
                  <a:lnTo>
                    <a:pt x="12487" y="7750"/>
                  </a:lnTo>
                  <a:lnTo>
                    <a:pt x="13052" y="5020"/>
                  </a:lnTo>
                  <a:lnTo>
                    <a:pt x="14103" y="6432"/>
                  </a:lnTo>
                  <a:lnTo>
                    <a:pt x="16190" y="12550"/>
                  </a:lnTo>
                  <a:lnTo>
                    <a:pt x="19971" y="23940"/>
                  </a:lnTo>
                  <a:lnTo>
                    <a:pt x="26105" y="41166"/>
                  </a:lnTo>
                  <a:lnTo>
                    <a:pt x="45684" y="90240"/>
                  </a:lnTo>
                  <a:lnTo>
                    <a:pt x="68276" y="138560"/>
                  </a:lnTo>
                  <a:lnTo>
                    <a:pt x="94821" y="172306"/>
                  </a:lnTo>
                  <a:lnTo>
                    <a:pt x="109960" y="176981"/>
                  </a:lnTo>
                  <a:lnTo>
                    <a:pt x="117600" y="176087"/>
                  </a:lnTo>
                  <a:lnTo>
                    <a:pt x="150483" y="145840"/>
                  </a:lnTo>
                  <a:lnTo>
                    <a:pt x="173797" y="95511"/>
                  </a:lnTo>
                  <a:lnTo>
                    <a:pt x="185030" y="56855"/>
                  </a:lnTo>
                  <a:lnTo>
                    <a:pt x="191085" y="27517"/>
                  </a:lnTo>
                  <a:lnTo>
                    <a:pt x="192278" y="21838"/>
                  </a:lnTo>
                  <a:lnTo>
                    <a:pt x="192717" y="26325"/>
                  </a:lnTo>
                  <a:lnTo>
                    <a:pt x="192780" y="44178"/>
                  </a:lnTo>
                  <a:lnTo>
                    <a:pt x="192811" y="76857"/>
                  </a:lnTo>
                  <a:lnTo>
                    <a:pt x="193031" y="118856"/>
                  </a:lnTo>
                  <a:lnTo>
                    <a:pt x="193627" y="162925"/>
                  </a:lnTo>
                  <a:lnTo>
                    <a:pt x="194788" y="201816"/>
                  </a:lnTo>
                  <a:lnTo>
                    <a:pt x="199055" y="247501"/>
                  </a:lnTo>
                  <a:lnTo>
                    <a:pt x="208845" y="261056"/>
                  </a:lnTo>
                  <a:lnTo>
                    <a:pt x="212861" y="251016"/>
                  </a:lnTo>
                  <a:lnTo>
                    <a:pt x="216877" y="240975"/>
                  </a:lnTo>
                </a:path>
              </a:pathLst>
            </a:custGeom>
            <a:ln w="36749">
              <a:solidFill>
                <a:srgbClr val="0061F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93254" y="1132866"/>
              <a:ext cx="179578" cy="17703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98083" y="1135062"/>
              <a:ext cx="149455" cy="19077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083384" y="1047414"/>
              <a:ext cx="126364" cy="261620"/>
            </a:xfrm>
            <a:custGeom>
              <a:avLst/>
              <a:gdLst/>
              <a:ahLst/>
              <a:cxnLst/>
              <a:rect l="l" t="t" r="r" b="b"/>
              <a:pathLst>
                <a:path w="126364" h="261619">
                  <a:moveTo>
                    <a:pt x="0" y="0"/>
                  </a:moveTo>
                  <a:lnTo>
                    <a:pt x="125" y="59239"/>
                  </a:lnTo>
                  <a:lnTo>
                    <a:pt x="1004" y="112455"/>
                  </a:lnTo>
                  <a:lnTo>
                    <a:pt x="3263" y="155127"/>
                  </a:lnTo>
                  <a:lnTo>
                    <a:pt x="9428" y="202930"/>
                  </a:lnTo>
                  <a:lnTo>
                    <a:pt x="16064" y="227922"/>
                  </a:lnTo>
                  <a:lnTo>
                    <a:pt x="17273" y="227812"/>
                  </a:lnTo>
                  <a:lnTo>
                    <a:pt x="18198" y="223278"/>
                  </a:lnTo>
                  <a:lnTo>
                    <a:pt x="19312" y="214791"/>
                  </a:lnTo>
                  <a:lnTo>
                    <a:pt x="21085" y="202820"/>
                  </a:lnTo>
                  <a:lnTo>
                    <a:pt x="31251" y="155378"/>
                  </a:lnTo>
                  <a:lnTo>
                    <a:pt x="42296" y="118730"/>
                  </a:lnTo>
                  <a:lnTo>
                    <a:pt x="73296" y="89361"/>
                  </a:lnTo>
                  <a:lnTo>
                    <a:pt x="80231" y="89691"/>
                  </a:lnTo>
                  <a:lnTo>
                    <a:pt x="107952" y="126276"/>
                  </a:lnTo>
                  <a:lnTo>
                    <a:pt x="118777" y="165090"/>
                  </a:lnTo>
                  <a:lnTo>
                    <a:pt x="125884" y="212485"/>
                  </a:lnTo>
                  <a:lnTo>
                    <a:pt x="126025" y="223419"/>
                  </a:lnTo>
                  <a:lnTo>
                    <a:pt x="125508" y="232942"/>
                  </a:lnTo>
                  <a:lnTo>
                    <a:pt x="120487" y="261056"/>
                  </a:lnTo>
                  <a:lnTo>
                    <a:pt x="120487" y="257040"/>
                  </a:lnTo>
                  <a:lnTo>
                    <a:pt x="120487" y="253024"/>
                  </a:lnTo>
                </a:path>
              </a:pathLst>
            </a:custGeom>
            <a:ln w="36749">
              <a:solidFill>
                <a:srgbClr val="0061F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276542" y="1147820"/>
              <a:ext cx="17780" cy="144780"/>
            </a:xfrm>
            <a:custGeom>
              <a:avLst/>
              <a:gdLst/>
              <a:ahLst/>
              <a:cxnLst/>
              <a:rect l="l" t="t" r="r" b="b"/>
              <a:pathLst>
                <a:path w="17779" h="144780">
                  <a:moveTo>
                    <a:pt x="11671" y="20081"/>
                  </a:moveTo>
                  <a:lnTo>
                    <a:pt x="7655" y="10040"/>
                  </a:lnTo>
                  <a:lnTo>
                    <a:pt x="3639" y="0"/>
                  </a:lnTo>
                  <a:lnTo>
                    <a:pt x="1631" y="1004"/>
                  </a:lnTo>
                  <a:lnTo>
                    <a:pt x="486" y="3796"/>
                  </a:lnTo>
                  <a:lnTo>
                    <a:pt x="0" y="10542"/>
                  </a:lnTo>
                  <a:lnTo>
                    <a:pt x="78" y="21053"/>
                  </a:lnTo>
                  <a:lnTo>
                    <a:pt x="2761" y="71163"/>
                  </a:lnTo>
                  <a:lnTo>
                    <a:pt x="7153" y="119671"/>
                  </a:lnTo>
                  <a:lnTo>
                    <a:pt x="13680" y="144585"/>
                  </a:lnTo>
                  <a:lnTo>
                    <a:pt x="15688" y="142577"/>
                  </a:lnTo>
                  <a:lnTo>
                    <a:pt x="17696" y="140568"/>
                  </a:lnTo>
                </a:path>
              </a:pathLst>
            </a:custGeom>
            <a:ln w="36749">
              <a:solidFill>
                <a:srgbClr val="0061F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246042" y="1065487"/>
              <a:ext cx="6350" cy="6350"/>
            </a:xfrm>
            <a:custGeom>
              <a:avLst/>
              <a:gdLst/>
              <a:ahLst/>
              <a:cxnLst/>
              <a:rect l="l" t="t" r="r" b="b"/>
              <a:pathLst>
                <a:path w="6350" h="6350">
                  <a:moveTo>
                    <a:pt x="0" y="6024"/>
                  </a:moveTo>
                  <a:lnTo>
                    <a:pt x="2008" y="4016"/>
                  </a:lnTo>
                  <a:lnTo>
                    <a:pt x="4016" y="2008"/>
                  </a:lnTo>
                  <a:lnTo>
                    <a:pt x="6024" y="0"/>
                  </a:lnTo>
                </a:path>
              </a:pathLst>
            </a:custGeom>
            <a:ln w="36749">
              <a:solidFill>
                <a:srgbClr val="0061F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60203" y="1117819"/>
              <a:ext cx="145188" cy="19496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24870" y="1125774"/>
              <a:ext cx="143180" cy="19203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82429" y="1026780"/>
              <a:ext cx="156719" cy="21136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787767" y="1065487"/>
              <a:ext cx="24765" cy="241300"/>
            </a:xfrm>
            <a:custGeom>
              <a:avLst/>
              <a:gdLst/>
              <a:ahLst/>
              <a:cxnLst/>
              <a:rect l="l" t="t" r="r" b="b"/>
              <a:pathLst>
                <a:path w="24765" h="241300">
                  <a:moveTo>
                    <a:pt x="6494" y="0"/>
                  </a:moveTo>
                  <a:lnTo>
                    <a:pt x="3576" y="19767"/>
                  </a:lnTo>
                  <a:lnTo>
                    <a:pt x="1223" y="40664"/>
                  </a:lnTo>
                  <a:lnTo>
                    <a:pt x="0" y="63820"/>
                  </a:lnTo>
                  <a:lnTo>
                    <a:pt x="470" y="90365"/>
                  </a:lnTo>
                  <a:lnTo>
                    <a:pt x="6871" y="152241"/>
                  </a:lnTo>
                  <a:lnTo>
                    <a:pt x="15531" y="205833"/>
                  </a:lnTo>
                  <a:lnTo>
                    <a:pt x="23014" y="237602"/>
                  </a:lnTo>
                  <a:lnTo>
                    <a:pt x="24567" y="240975"/>
                  </a:lnTo>
                </a:path>
              </a:pathLst>
            </a:custGeom>
            <a:ln w="36749">
              <a:solidFill>
                <a:srgbClr val="0061F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962945" y="1065487"/>
              <a:ext cx="12065" cy="265430"/>
            </a:xfrm>
            <a:custGeom>
              <a:avLst/>
              <a:gdLst/>
              <a:ahLst/>
              <a:cxnLst/>
              <a:rect l="l" t="t" r="r" b="b"/>
              <a:pathLst>
                <a:path w="12065" h="265430">
                  <a:moveTo>
                    <a:pt x="0" y="0"/>
                  </a:moveTo>
                  <a:lnTo>
                    <a:pt x="0" y="50767"/>
                  </a:lnTo>
                  <a:lnTo>
                    <a:pt x="0" y="98900"/>
                  </a:lnTo>
                  <a:lnTo>
                    <a:pt x="0" y="141761"/>
                  </a:lnTo>
                  <a:lnTo>
                    <a:pt x="0" y="176715"/>
                  </a:lnTo>
                  <a:lnTo>
                    <a:pt x="15" y="202005"/>
                  </a:lnTo>
                  <a:lnTo>
                    <a:pt x="1004" y="240975"/>
                  </a:lnTo>
                  <a:lnTo>
                    <a:pt x="4016" y="265072"/>
                  </a:lnTo>
                  <a:lnTo>
                    <a:pt x="6024" y="265072"/>
                  </a:lnTo>
                  <a:lnTo>
                    <a:pt x="8032" y="265072"/>
                  </a:lnTo>
                  <a:lnTo>
                    <a:pt x="10040" y="253024"/>
                  </a:lnTo>
                  <a:lnTo>
                    <a:pt x="12048" y="240975"/>
                  </a:lnTo>
                </a:path>
              </a:pathLst>
            </a:custGeom>
            <a:ln w="36749">
              <a:solidFill>
                <a:srgbClr val="0061F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028910" y="1141181"/>
              <a:ext cx="132308" cy="19854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185545" y="1109364"/>
              <a:ext cx="250803" cy="215740"/>
            </a:xfrm>
            <a:prstGeom prst="rect">
              <a:avLst/>
            </a:prstGeom>
          </p:spPr>
        </p:pic>
      </p:grpSp>
      <p:grpSp>
        <p:nvGrpSpPr>
          <p:cNvPr id="22" name="object 22"/>
          <p:cNvGrpSpPr/>
          <p:nvPr/>
        </p:nvGrpSpPr>
        <p:grpSpPr>
          <a:xfrm>
            <a:off x="504502" y="2190741"/>
            <a:ext cx="940435" cy="297180"/>
            <a:chOff x="504502" y="2190741"/>
            <a:chExt cx="940435" cy="297180"/>
          </a:xfrm>
        </p:grpSpPr>
        <p:sp>
          <p:nvSpPr>
            <p:cNvPr id="23" name="object 23"/>
            <p:cNvSpPr/>
            <p:nvPr/>
          </p:nvSpPr>
          <p:spPr>
            <a:xfrm>
              <a:off x="522877" y="2210121"/>
              <a:ext cx="190500" cy="250190"/>
            </a:xfrm>
            <a:custGeom>
              <a:avLst/>
              <a:gdLst/>
              <a:ahLst/>
              <a:cxnLst/>
              <a:rect l="l" t="t" r="r" b="b"/>
              <a:pathLst>
                <a:path w="190500" h="250189">
                  <a:moveTo>
                    <a:pt x="156633" y="42170"/>
                  </a:moveTo>
                  <a:lnTo>
                    <a:pt x="142577" y="4016"/>
                  </a:lnTo>
                  <a:lnTo>
                    <a:pt x="120487" y="0"/>
                  </a:lnTo>
                  <a:lnTo>
                    <a:pt x="103575" y="1082"/>
                  </a:lnTo>
                  <a:lnTo>
                    <a:pt x="65985" y="8895"/>
                  </a:lnTo>
                  <a:lnTo>
                    <a:pt x="32130" y="30372"/>
                  </a:lnTo>
                  <a:lnTo>
                    <a:pt x="25180" y="55317"/>
                  </a:lnTo>
                  <a:lnTo>
                    <a:pt x="26231" y="63256"/>
                  </a:lnTo>
                  <a:lnTo>
                    <a:pt x="70911" y="96892"/>
                  </a:lnTo>
                  <a:lnTo>
                    <a:pt x="91259" y="106713"/>
                  </a:lnTo>
                  <a:lnTo>
                    <a:pt x="112455" y="117475"/>
                  </a:lnTo>
                  <a:lnTo>
                    <a:pt x="151739" y="142075"/>
                  </a:lnTo>
                  <a:lnTo>
                    <a:pt x="179727" y="169686"/>
                  </a:lnTo>
                  <a:lnTo>
                    <a:pt x="190019" y="198302"/>
                  </a:lnTo>
                  <a:lnTo>
                    <a:pt x="188764" y="211763"/>
                  </a:lnTo>
                  <a:lnTo>
                    <a:pt x="163662" y="242230"/>
                  </a:lnTo>
                  <a:lnTo>
                    <a:pt x="131532" y="250011"/>
                  </a:lnTo>
                  <a:lnTo>
                    <a:pt x="111639" y="249086"/>
                  </a:lnTo>
                  <a:lnTo>
                    <a:pt x="69970" y="237445"/>
                  </a:lnTo>
                  <a:lnTo>
                    <a:pt x="35440" y="213489"/>
                  </a:lnTo>
                  <a:lnTo>
                    <a:pt x="10683" y="180605"/>
                  </a:lnTo>
                  <a:lnTo>
                    <a:pt x="0" y="162658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739755" y="2228696"/>
              <a:ext cx="153035" cy="240665"/>
            </a:xfrm>
            <a:custGeom>
              <a:avLst/>
              <a:gdLst/>
              <a:ahLst/>
              <a:cxnLst/>
              <a:rect l="l" t="t" r="r" b="b"/>
              <a:pathLst>
                <a:path w="153034" h="240664">
                  <a:moveTo>
                    <a:pt x="0" y="11546"/>
                  </a:moveTo>
                  <a:lnTo>
                    <a:pt x="64134" y="5773"/>
                  </a:lnTo>
                  <a:lnTo>
                    <a:pt x="115467" y="1506"/>
                  </a:lnTo>
                  <a:lnTo>
                    <a:pt x="144208" y="0"/>
                  </a:lnTo>
                  <a:lnTo>
                    <a:pt x="150625" y="376"/>
                  </a:lnTo>
                  <a:lnTo>
                    <a:pt x="152617" y="1506"/>
                  </a:lnTo>
                  <a:lnTo>
                    <a:pt x="152617" y="3514"/>
                  </a:lnTo>
                  <a:lnTo>
                    <a:pt x="142577" y="7530"/>
                  </a:lnTo>
                  <a:lnTo>
                    <a:pt x="133540" y="12550"/>
                  </a:lnTo>
                  <a:lnTo>
                    <a:pt x="102540" y="36318"/>
                  </a:lnTo>
                  <a:lnTo>
                    <a:pt x="92373" y="69782"/>
                  </a:lnTo>
                  <a:lnTo>
                    <a:pt x="93707" y="90412"/>
                  </a:lnTo>
                  <a:lnTo>
                    <a:pt x="97017" y="114337"/>
                  </a:lnTo>
                  <a:lnTo>
                    <a:pt x="101269" y="138827"/>
                  </a:lnTo>
                  <a:lnTo>
                    <a:pt x="105426" y="161152"/>
                  </a:lnTo>
                  <a:lnTo>
                    <a:pt x="108674" y="179209"/>
                  </a:lnTo>
                  <a:lnTo>
                    <a:pt x="111074" y="193407"/>
                  </a:lnTo>
                  <a:lnTo>
                    <a:pt x="112910" y="204781"/>
                  </a:lnTo>
                  <a:lnTo>
                    <a:pt x="114463" y="214367"/>
                  </a:lnTo>
                  <a:lnTo>
                    <a:pt x="116471" y="226416"/>
                  </a:lnTo>
                  <a:lnTo>
                    <a:pt x="118479" y="236457"/>
                  </a:lnTo>
                  <a:lnTo>
                    <a:pt x="119483" y="238465"/>
                  </a:lnTo>
                  <a:lnTo>
                    <a:pt x="120487" y="240473"/>
                  </a:lnTo>
                  <a:lnTo>
                    <a:pt x="120487" y="234448"/>
                  </a:lnTo>
                  <a:lnTo>
                    <a:pt x="120487" y="228424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28217" y="2217505"/>
              <a:ext cx="143180" cy="24594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91660" y="2190741"/>
              <a:ext cx="353249" cy="250615"/>
            </a:xfrm>
            <a:prstGeom prst="rect">
              <a:avLst/>
            </a:prstGeom>
          </p:spPr>
        </p:pic>
      </p:grpSp>
      <p:sp>
        <p:nvSpPr>
          <p:cNvPr id="27" name="object 27"/>
          <p:cNvSpPr/>
          <p:nvPr/>
        </p:nvSpPr>
        <p:spPr>
          <a:xfrm>
            <a:off x="1625339" y="2264339"/>
            <a:ext cx="417830" cy="135890"/>
          </a:xfrm>
          <a:custGeom>
            <a:avLst/>
            <a:gdLst/>
            <a:ahLst/>
            <a:cxnLst/>
            <a:rect l="l" t="t" r="r" b="b"/>
            <a:pathLst>
              <a:path w="417830" h="135889">
                <a:moveTo>
                  <a:pt x="0" y="78317"/>
                </a:moveTo>
                <a:lnTo>
                  <a:pt x="48195" y="79776"/>
                </a:lnTo>
                <a:lnTo>
                  <a:pt x="96390" y="80952"/>
                </a:lnTo>
                <a:lnTo>
                  <a:pt x="144585" y="81564"/>
                </a:lnTo>
                <a:lnTo>
                  <a:pt x="192780" y="81329"/>
                </a:lnTo>
                <a:lnTo>
                  <a:pt x="240567" y="80089"/>
                </a:lnTo>
                <a:lnTo>
                  <a:pt x="285907" y="78191"/>
                </a:lnTo>
                <a:lnTo>
                  <a:pt x="326352" y="76104"/>
                </a:lnTo>
                <a:lnTo>
                  <a:pt x="359454" y="74300"/>
                </a:lnTo>
                <a:lnTo>
                  <a:pt x="383379" y="73076"/>
                </a:lnTo>
                <a:lnTo>
                  <a:pt x="398738" y="72041"/>
                </a:lnTo>
                <a:lnTo>
                  <a:pt x="406755" y="70629"/>
                </a:lnTo>
                <a:lnTo>
                  <a:pt x="408654" y="68276"/>
                </a:lnTo>
                <a:lnTo>
                  <a:pt x="405626" y="64542"/>
                </a:lnTo>
                <a:lnTo>
                  <a:pt x="398739" y="59490"/>
                </a:lnTo>
                <a:lnTo>
                  <a:pt x="389027" y="53309"/>
                </a:lnTo>
                <a:lnTo>
                  <a:pt x="377528" y="46186"/>
                </a:lnTo>
                <a:lnTo>
                  <a:pt x="365212" y="38358"/>
                </a:lnTo>
                <a:lnTo>
                  <a:pt x="330337" y="15060"/>
                </a:lnTo>
                <a:lnTo>
                  <a:pt x="310255" y="0"/>
                </a:lnTo>
                <a:lnTo>
                  <a:pt x="312640" y="1066"/>
                </a:lnTo>
                <a:lnTo>
                  <a:pt x="318037" y="4016"/>
                </a:lnTo>
                <a:lnTo>
                  <a:pt x="326069" y="8471"/>
                </a:lnTo>
                <a:lnTo>
                  <a:pt x="336361" y="14056"/>
                </a:lnTo>
                <a:lnTo>
                  <a:pt x="374908" y="33400"/>
                </a:lnTo>
                <a:lnTo>
                  <a:pt x="398770" y="43927"/>
                </a:lnTo>
                <a:lnTo>
                  <a:pt x="407901" y="47944"/>
                </a:lnTo>
                <a:lnTo>
                  <a:pt x="414396" y="51583"/>
                </a:lnTo>
                <a:lnTo>
                  <a:pt x="417690" y="55223"/>
                </a:lnTo>
                <a:lnTo>
                  <a:pt x="417423" y="59239"/>
                </a:lnTo>
                <a:lnTo>
                  <a:pt x="414050" y="64009"/>
                </a:lnTo>
                <a:lnTo>
                  <a:pt x="408230" y="69907"/>
                </a:lnTo>
                <a:lnTo>
                  <a:pt x="400621" y="77312"/>
                </a:lnTo>
                <a:lnTo>
                  <a:pt x="391867" y="86396"/>
                </a:lnTo>
                <a:lnTo>
                  <a:pt x="382548" y="96515"/>
                </a:lnTo>
                <a:lnTo>
                  <a:pt x="373229" y="106822"/>
                </a:lnTo>
                <a:lnTo>
                  <a:pt x="364475" y="116471"/>
                </a:lnTo>
                <a:lnTo>
                  <a:pt x="356772" y="124676"/>
                </a:lnTo>
                <a:lnTo>
                  <a:pt x="350292" y="130904"/>
                </a:lnTo>
                <a:lnTo>
                  <a:pt x="345131" y="134685"/>
                </a:lnTo>
                <a:lnTo>
                  <a:pt x="341381" y="135548"/>
                </a:lnTo>
                <a:lnTo>
                  <a:pt x="339028" y="133148"/>
                </a:lnTo>
                <a:lnTo>
                  <a:pt x="337616" y="127641"/>
                </a:lnTo>
                <a:lnTo>
                  <a:pt x="336581" y="119311"/>
                </a:lnTo>
                <a:lnTo>
                  <a:pt x="335357" y="108438"/>
                </a:lnTo>
                <a:lnTo>
                  <a:pt x="333506" y="95417"/>
                </a:lnTo>
                <a:lnTo>
                  <a:pt x="325316" y="52211"/>
                </a:lnTo>
                <a:lnTo>
                  <a:pt x="316280" y="18073"/>
                </a:lnTo>
                <a:lnTo>
                  <a:pt x="316060" y="18716"/>
                </a:lnTo>
                <a:lnTo>
                  <a:pt x="316782" y="23218"/>
                </a:lnTo>
                <a:lnTo>
                  <a:pt x="318256" y="30921"/>
                </a:lnTo>
                <a:lnTo>
                  <a:pt x="320296" y="41166"/>
                </a:lnTo>
                <a:lnTo>
                  <a:pt x="322696" y="53246"/>
                </a:lnTo>
                <a:lnTo>
                  <a:pt x="325191" y="66268"/>
                </a:lnTo>
                <a:lnTo>
                  <a:pt x="327497" y="79289"/>
                </a:lnTo>
                <a:lnTo>
                  <a:pt x="329333" y="91369"/>
                </a:lnTo>
                <a:lnTo>
                  <a:pt x="331341" y="106430"/>
                </a:lnTo>
                <a:lnTo>
                  <a:pt x="331341" y="116471"/>
                </a:lnTo>
                <a:lnTo>
                  <a:pt x="331341" y="106430"/>
                </a:lnTo>
                <a:lnTo>
                  <a:pt x="329333" y="96390"/>
                </a:lnTo>
                <a:lnTo>
                  <a:pt x="327497" y="88765"/>
                </a:lnTo>
                <a:lnTo>
                  <a:pt x="325191" y="80576"/>
                </a:lnTo>
                <a:lnTo>
                  <a:pt x="322696" y="71257"/>
                </a:lnTo>
                <a:lnTo>
                  <a:pt x="320296" y="60243"/>
                </a:lnTo>
                <a:lnTo>
                  <a:pt x="318225" y="47410"/>
                </a:lnTo>
                <a:lnTo>
                  <a:pt x="316531" y="34389"/>
                </a:lnTo>
                <a:lnTo>
                  <a:pt x="315213" y="23250"/>
                </a:lnTo>
                <a:lnTo>
                  <a:pt x="314272" y="16064"/>
                </a:lnTo>
                <a:lnTo>
                  <a:pt x="313722" y="14402"/>
                </a:lnTo>
                <a:lnTo>
                  <a:pt x="313644" y="17822"/>
                </a:lnTo>
                <a:lnTo>
                  <a:pt x="314130" y="25383"/>
                </a:lnTo>
                <a:lnTo>
                  <a:pt x="319417" y="63507"/>
                </a:lnTo>
                <a:lnTo>
                  <a:pt x="324312" y="92373"/>
                </a:lnTo>
                <a:lnTo>
                  <a:pt x="326383" y="105050"/>
                </a:lnTo>
                <a:lnTo>
                  <a:pt x="328077" y="115467"/>
                </a:lnTo>
                <a:lnTo>
                  <a:pt x="329395" y="122872"/>
                </a:lnTo>
                <a:lnTo>
                  <a:pt x="330337" y="126512"/>
                </a:lnTo>
                <a:lnTo>
                  <a:pt x="331341" y="128520"/>
                </a:lnTo>
                <a:lnTo>
                  <a:pt x="331341" y="118479"/>
                </a:lnTo>
                <a:lnTo>
                  <a:pt x="331341" y="108438"/>
                </a:lnTo>
                <a:lnTo>
                  <a:pt x="329333" y="68276"/>
                </a:lnTo>
                <a:lnTo>
                  <a:pt x="327324" y="58235"/>
                </a:lnTo>
                <a:lnTo>
                  <a:pt x="326320" y="58235"/>
                </a:lnTo>
                <a:lnTo>
                  <a:pt x="325316" y="58235"/>
                </a:lnTo>
                <a:lnTo>
                  <a:pt x="325316" y="68276"/>
                </a:lnTo>
                <a:lnTo>
                  <a:pt x="326320" y="78317"/>
                </a:lnTo>
                <a:lnTo>
                  <a:pt x="327324" y="88357"/>
                </a:lnTo>
                <a:lnTo>
                  <a:pt x="329333" y="98398"/>
                </a:lnTo>
                <a:lnTo>
                  <a:pt x="330337" y="98398"/>
                </a:lnTo>
                <a:lnTo>
                  <a:pt x="331341" y="98398"/>
                </a:lnTo>
                <a:lnTo>
                  <a:pt x="331341" y="88357"/>
                </a:lnTo>
                <a:lnTo>
                  <a:pt x="330337" y="78317"/>
                </a:lnTo>
                <a:lnTo>
                  <a:pt x="329333" y="68276"/>
                </a:lnTo>
                <a:lnTo>
                  <a:pt x="327324" y="58235"/>
                </a:lnTo>
                <a:lnTo>
                  <a:pt x="329333" y="68276"/>
                </a:lnTo>
                <a:lnTo>
                  <a:pt x="332345" y="80325"/>
                </a:lnTo>
                <a:lnTo>
                  <a:pt x="334745" y="89518"/>
                </a:lnTo>
                <a:lnTo>
                  <a:pt x="337240" y="98147"/>
                </a:lnTo>
                <a:lnTo>
                  <a:pt x="339546" y="104893"/>
                </a:lnTo>
                <a:lnTo>
                  <a:pt x="341381" y="108438"/>
                </a:lnTo>
                <a:lnTo>
                  <a:pt x="342511" y="107827"/>
                </a:lnTo>
                <a:lnTo>
                  <a:pt x="342887" y="103544"/>
                </a:lnTo>
                <a:lnTo>
                  <a:pt x="342511" y="96437"/>
                </a:lnTo>
                <a:lnTo>
                  <a:pt x="341381" y="87353"/>
                </a:lnTo>
                <a:lnTo>
                  <a:pt x="339624" y="77297"/>
                </a:lnTo>
                <a:lnTo>
                  <a:pt x="337867" y="67899"/>
                </a:lnTo>
                <a:lnTo>
                  <a:pt x="336863" y="60949"/>
                </a:lnTo>
                <a:lnTo>
                  <a:pt x="337365" y="58235"/>
                </a:lnTo>
                <a:lnTo>
                  <a:pt x="339907" y="60996"/>
                </a:lnTo>
                <a:lnTo>
                  <a:pt x="344142" y="68276"/>
                </a:lnTo>
                <a:lnTo>
                  <a:pt x="349508" y="78567"/>
                </a:lnTo>
                <a:lnTo>
                  <a:pt x="355438" y="90365"/>
                </a:lnTo>
              </a:path>
            </a:pathLst>
          </a:custGeom>
          <a:ln w="367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8" name="object 28"/>
          <p:cNvGrpSpPr/>
          <p:nvPr/>
        </p:nvGrpSpPr>
        <p:grpSpPr>
          <a:xfrm>
            <a:off x="2238726" y="2103512"/>
            <a:ext cx="1314450" cy="820419"/>
            <a:chOff x="2238726" y="2103512"/>
            <a:chExt cx="1314450" cy="820419"/>
          </a:xfrm>
        </p:grpSpPr>
        <p:sp>
          <p:nvSpPr>
            <p:cNvPr id="29" name="object 29"/>
            <p:cNvSpPr/>
            <p:nvPr/>
          </p:nvSpPr>
          <p:spPr>
            <a:xfrm>
              <a:off x="2269949" y="2121887"/>
              <a:ext cx="158750" cy="323215"/>
            </a:xfrm>
            <a:custGeom>
              <a:avLst/>
              <a:gdLst/>
              <a:ahLst/>
              <a:cxnLst/>
              <a:rect l="l" t="t" r="r" b="b"/>
              <a:pathLst>
                <a:path w="158750" h="323214">
                  <a:moveTo>
                    <a:pt x="150609" y="88232"/>
                  </a:moveTo>
                  <a:lnTo>
                    <a:pt x="148915" y="45167"/>
                  </a:lnTo>
                  <a:lnTo>
                    <a:pt x="129932" y="7593"/>
                  </a:lnTo>
                  <a:lnTo>
                    <a:pt x="95637" y="0"/>
                  </a:lnTo>
                  <a:lnTo>
                    <a:pt x="81235" y="3027"/>
                  </a:lnTo>
                  <a:lnTo>
                    <a:pt x="37526" y="36020"/>
                  </a:lnTo>
                  <a:lnTo>
                    <a:pt x="17069" y="74175"/>
                  </a:lnTo>
                  <a:lnTo>
                    <a:pt x="11546" y="117726"/>
                  </a:lnTo>
                  <a:lnTo>
                    <a:pt x="14527" y="138702"/>
                  </a:lnTo>
                  <a:lnTo>
                    <a:pt x="30922" y="173169"/>
                  </a:lnTo>
                  <a:lnTo>
                    <a:pt x="72292" y="201691"/>
                  </a:lnTo>
                  <a:lnTo>
                    <a:pt x="114933" y="209880"/>
                  </a:lnTo>
                  <a:lnTo>
                    <a:pt x="126512" y="211732"/>
                  </a:lnTo>
                  <a:lnTo>
                    <a:pt x="156775" y="235249"/>
                  </a:lnTo>
                  <a:lnTo>
                    <a:pt x="158563" y="251533"/>
                  </a:lnTo>
                  <a:lnTo>
                    <a:pt x="156634" y="261935"/>
                  </a:lnTo>
                  <a:lnTo>
                    <a:pt x="139972" y="298787"/>
                  </a:lnTo>
                  <a:lnTo>
                    <a:pt x="106132" y="323104"/>
                  </a:lnTo>
                  <a:lnTo>
                    <a:pt x="93378" y="322179"/>
                  </a:lnTo>
                  <a:lnTo>
                    <a:pt x="43676" y="306929"/>
                  </a:lnTo>
                  <a:lnTo>
                    <a:pt x="10417" y="287162"/>
                  </a:lnTo>
                  <a:lnTo>
                    <a:pt x="4690" y="281028"/>
                  </a:lnTo>
                  <a:lnTo>
                    <a:pt x="0" y="274988"/>
                  </a:lnTo>
                </a:path>
              </a:pathLst>
            </a:custGeom>
            <a:ln w="36749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473347" y="2286127"/>
              <a:ext cx="134269" cy="169788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2662789" y="2128791"/>
              <a:ext cx="871855" cy="776605"/>
            </a:xfrm>
            <a:custGeom>
              <a:avLst/>
              <a:gdLst/>
              <a:ahLst/>
              <a:cxnLst/>
              <a:rect l="l" t="t" r="r" b="b"/>
              <a:pathLst>
                <a:path w="871854" h="776605">
                  <a:moveTo>
                    <a:pt x="65013" y="207841"/>
                  </a:moveTo>
                  <a:lnTo>
                    <a:pt x="43551" y="169686"/>
                  </a:lnTo>
                  <a:lnTo>
                    <a:pt x="6777" y="191776"/>
                  </a:lnTo>
                  <a:lnTo>
                    <a:pt x="0" y="250090"/>
                  </a:lnTo>
                  <a:lnTo>
                    <a:pt x="2761" y="269089"/>
                  </a:lnTo>
                  <a:lnTo>
                    <a:pt x="30294" y="304529"/>
                  </a:lnTo>
                  <a:lnTo>
                    <a:pt x="73924" y="313518"/>
                  </a:lnTo>
                  <a:lnTo>
                    <a:pt x="115922" y="285562"/>
                  </a:lnTo>
                  <a:lnTo>
                    <a:pt x="135783" y="247972"/>
                  </a:lnTo>
                  <a:lnTo>
                    <a:pt x="148350" y="203197"/>
                  </a:lnTo>
                  <a:lnTo>
                    <a:pt x="145338" y="163662"/>
                  </a:lnTo>
                  <a:lnTo>
                    <a:pt x="142326" y="163662"/>
                  </a:lnTo>
                  <a:lnTo>
                    <a:pt x="132207" y="206648"/>
                  </a:lnTo>
                  <a:lnTo>
                    <a:pt x="136301" y="258044"/>
                  </a:lnTo>
                  <a:lnTo>
                    <a:pt x="156069" y="299697"/>
                  </a:lnTo>
                  <a:lnTo>
                    <a:pt x="191399" y="319668"/>
                  </a:lnTo>
                  <a:lnTo>
                    <a:pt x="204123" y="319276"/>
                  </a:lnTo>
                  <a:lnTo>
                    <a:pt x="232566" y="290676"/>
                  </a:lnTo>
                  <a:lnTo>
                    <a:pt x="245948" y="241885"/>
                  </a:lnTo>
                  <a:lnTo>
                    <a:pt x="249760" y="199808"/>
                  </a:lnTo>
                  <a:lnTo>
                    <a:pt x="251549" y="244301"/>
                  </a:lnTo>
                  <a:lnTo>
                    <a:pt x="264319" y="285028"/>
                  </a:lnTo>
                  <a:lnTo>
                    <a:pt x="290927" y="314899"/>
                  </a:lnTo>
                  <a:lnTo>
                    <a:pt x="330086" y="297202"/>
                  </a:lnTo>
                  <a:lnTo>
                    <a:pt x="346888" y="258938"/>
                  </a:lnTo>
                  <a:lnTo>
                    <a:pt x="356066" y="214493"/>
                  </a:lnTo>
                  <a:lnTo>
                    <a:pt x="344770" y="170565"/>
                  </a:lnTo>
                  <a:lnTo>
                    <a:pt x="333098" y="163662"/>
                  </a:lnTo>
                  <a:lnTo>
                    <a:pt x="326069" y="163662"/>
                  </a:lnTo>
                  <a:lnTo>
                    <a:pt x="318492" y="206335"/>
                  </a:lnTo>
                  <a:lnTo>
                    <a:pt x="331435" y="247564"/>
                  </a:lnTo>
                  <a:lnTo>
                    <a:pt x="375143" y="252020"/>
                  </a:lnTo>
                  <a:lnTo>
                    <a:pt x="410536" y="228424"/>
                  </a:lnTo>
                  <a:lnTo>
                    <a:pt x="428201" y="187289"/>
                  </a:lnTo>
                  <a:lnTo>
                    <a:pt x="429488" y="183743"/>
                  </a:lnTo>
                  <a:lnTo>
                    <a:pt x="429755" y="184481"/>
                  </a:lnTo>
                  <a:lnTo>
                    <a:pt x="429362" y="189642"/>
                  </a:lnTo>
                  <a:lnTo>
                    <a:pt x="428782" y="199134"/>
                  </a:lnTo>
                  <a:lnTo>
                    <a:pt x="429864" y="250011"/>
                  </a:lnTo>
                  <a:lnTo>
                    <a:pt x="435983" y="301046"/>
                  </a:lnTo>
                  <a:lnTo>
                    <a:pt x="459861" y="336110"/>
                  </a:lnTo>
                  <a:lnTo>
                    <a:pt x="498768" y="304231"/>
                  </a:lnTo>
                  <a:lnTo>
                    <a:pt x="510190" y="265072"/>
                  </a:lnTo>
                  <a:lnTo>
                    <a:pt x="517846" y="225914"/>
                  </a:lnTo>
                  <a:lnTo>
                    <a:pt x="516214" y="281247"/>
                  </a:lnTo>
                  <a:lnTo>
                    <a:pt x="526380" y="320547"/>
                  </a:lnTo>
                  <a:lnTo>
                    <a:pt x="566041" y="342385"/>
                  </a:lnTo>
                  <a:lnTo>
                    <a:pt x="606266" y="313707"/>
                  </a:lnTo>
                  <a:lnTo>
                    <a:pt x="619256" y="251016"/>
                  </a:lnTo>
                  <a:lnTo>
                    <a:pt x="618503" y="183869"/>
                  </a:lnTo>
                  <a:lnTo>
                    <a:pt x="613231" y="117475"/>
                  </a:lnTo>
                  <a:lnTo>
                    <a:pt x="607207" y="71665"/>
                  </a:lnTo>
                  <a:lnTo>
                    <a:pt x="598202" y="26262"/>
                  </a:lnTo>
                  <a:lnTo>
                    <a:pt x="591142" y="0"/>
                  </a:lnTo>
                  <a:lnTo>
                    <a:pt x="590013" y="580"/>
                  </a:lnTo>
                  <a:lnTo>
                    <a:pt x="593040" y="61012"/>
                  </a:lnTo>
                  <a:lnTo>
                    <a:pt x="599473" y="121162"/>
                  </a:lnTo>
                  <a:lnTo>
                    <a:pt x="609921" y="188403"/>
                  </a:lnTo>
                  <a:lnTo>
                    <a:pt x="622127" y="249933"/>
                  </a:lnTo>
                  <a:lnTo>
                    <a:pt x="631163" y="292057"/>
                  </a:lnTo>
                  <a:lnTo>
                    <a:pt x="649754" y="330211"/>
                  </a:lnTo>
                  <a:lnTo>
                    <a:pt x="686528" y="305235"/>
                  </a:lnTo>
                  <a:lnTo>
                    <a:pt x="706013" y="250874"/>
                  </a:lnTo>
                  <a:lnTo>
                    <a:pt x="714767" y="201440"/>
                  </a:lnTo>
                  <a:lnTo>
                    <a:pt x="704099" y="240849"/>
                  </a:lnTo>
                  <a:lnTo>
                    <a:pt x="707488" y="279067"/>
                  </a:lnTo>
                  <a:lnTo>
                    <a:pt x="728071" y="312515"/>
                  </a:lnTo>
                  <a:lnTo>
                    <a:pt x="767857" y="313267"/>
                  </a:lnTo>
                  <a:lnTo>
                    <a:pt x="790512" y="268853"/>
                  </a:lnTo>
                  <a:lnTo>
                    <a:pt x="798983" y="217881"/>
                  </a:lnTo>
                  <a:lnTo>
                    <a:pt x="803643" y="179617"/>
                  </a:lnTo>
                  <a:lnTo>
                    <a:pt x="805008" y="222902"/>
                  </a:lnTo>
                  <a:lnTo>
                    <a:pt x="813040" y="299085"/>
                  </a:lnTo>
                  <a:lnTo>
                    <a:pt x="819410" y="347013"/>
                  </a:lnTo>
                  <a:lnTo>
                    <a:pt x="827097" y="398613"/>
                  </a:lnTo>
                  <a:lnTo>
                    <a:pt x="835804" y="451734"/>
                  </a:lnTo>
                  <a:lnTo>
                    <a:pt x="844794" y="504291"/>
                  </a:lnTo>
                  <a:lnTo>
                    <a:pt x="853219" y="554212"/>
                  </a:lnTo>
                  <a:lnTo>
                    <a:pt x="860231" y="599426"/>
                  </a:lnTo>
                  <a:lnTo>
                    <a:pt x="865205" y="638333"/>
                  </a:lnTo>
                  <a:lnTo>
                    <a:pt x="870256" y="698828"/>
                  </a:lnTo>
                  <a:lnTo>
                    <a:pt x="871794" y="741093"/>
                  </a:lnTo>
                  <a:lnTo>
                    <a:pt x="871653" y="756311"/>
                  </a:lnTo>
                  <a:lnTo>
                    <a:pt x="870570" y="767387"/>
                  </a:lnTo>
                  <a:lnTo>
                    <a:pt x="868264" y="774133"/>
                  </a:lnTo>
                  <a:lnTo>
                    <a:pt x="864467" y="776267"/>
                  </a:lnTo>
                  <a:lnTo>
                    <a:pt x="858976" y="773129"/>
                  </a:lnTo>
                  <a:lnTo>
                    <a:pt x="830721" y="725106"/>
                  </a:lnTo>
                  <a:lnTo>
                    <a:pt x="806718" y="666839"/>
                  </a:lnTo>
                  <a:lnTo>
                    <a:pt x="790339" y="608509"/>
                  </a:lnTo>
                  <a:lnTo>
                    <a:pt x="786103" y="559906"/>
                  </a:lnTo>
                  <a:lnTo>
                    <a:pt x="787939" y="539182"/>
                  </a:lnTo>
                  <a:lnTo>
                    <a:pt x="791924" y="520717"/>
                  </a:lnTo>
                  <a:lnTo>
                    <a:pt x="797226" y="504416"/>
                  </a:lnTo>
                  <a:lnTo>
                    <a:pt x="802906" y="490187"/>
                  </a:lnTo>
                  <a:lnTo>
                    <a:pt x="808020" y="477934"/>
                  </a:lnTo>
                  <a:lnTo>
                    <a:pt x="811848" y="467501"/>
                  </a:lnTo>
                  <a:lnTo>
                    <a:pt x="814547" y="458480"/>
                  </a:lnTo>
                  <a:lnTo>
                    <a:pt x="816492" y="450401"/>
                  </a:lnTo>
                  <a:lnTo>
                    <a:pt x="818061" y="442792"/>
                  </a:lnTo>
                </a:path>
              </a:pathLst>
            </a:custGeom>
            <a:ln w="36749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215777" y="2228193"/>
              <a:ext cx="114935" cy="18415"/>
            </a:xfrm>
            <a:custGeom>
              <a:avLst/>
              <a:gdLst/>
              <a:ahLst/>
              <a:cxnLst/>
              <a:rect l="l" t="t" r="r" b="b"/>
              <a:pathLst>
                <a:path w="114935" h="18414">
                  <a:moveTo>
                    <a:pt x="0" y="18073"/>
                  </a:moveTo>
                  <a:lnTo>
                    <a:pt x="28615" y="13554"/>
                  </a:lnTo>
                  <a:lnTo>
                    <a:pt x="57231" y="9036"/>
                  </a:lnTo>
                  <a:lnTo>
                    <a:pt x="85847" y="4518"/>
                  </a:lnTo>
                  <a:lnTo>
                    <a:pt x="114463" y="0"/>
                  </a:lnTo>
                </a:path>
              </a:pathLst>
            </a:custGeom>
            <a:ln w="36749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3113363" y="2143852"/>
              <a:ext cx="6350" cy="12065"/>
            </a:xfrm>
            <a:custGeom>
              <a:avLst/>
              <a:gdLst/>
              <a:ahLst/>
              <a:cxnLst/>
              <a:rect l="l" t="t" r="r" b="b"/>
              <a:pathLst>
                <a:path w="6350" h="12064">
                  <a:moveTo>
                    <a:pt x="6024" y="12048"/>
                  </a:moveTo>
                  <a:lnTo>
                    <a:pt x="4016" y="8032"/>
                  </a:lnTo>
                  <a:lnTo>
                    <a:pt x="2008" y="4016"/>
                  </a:lnTo>
                  <a:lnTo>
                    <a:pt x="0" y="0"/>
                  </a:lnTo>
                </a:path>
              </a:pathLst>
            </a:custGeom>
            <a:ln w="36749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2257101" y="2652284"/>
              <a:ext cx="187960" cy="233679"/>
            </a:xfrm>
            <a:custGeom>
              <a:avLst/>
              <a:gdLst/>
              <a:ahLst/>
              <a:cxnLst/>
              <a:rect l="l" t="t" r="r" b="b"/>
              <a:pathLst>
                <a:path w="187960" h="233680">
                  <a:moveTo>
                    <a:pt x="157434" y="33761"/>
                  </a:moveTo>
                  <a:lnTo>
                    <a:pt x="129320" y="6651"/>
                  </a:lnTo>
                  <a:lnTo>
                    <a:pt x="90412" y="0"/>
                  </a:lnTo>
                  <a:lnTo>
                    <a:pt x="68041" y="1427"/>
                  </a:lnTo>
                  <a:lnTo>
                    <a:pt x="29321" y="19547"/>
                  </a:lnTo>
                  <a:lnTo>
                    <a:pt x="6040" y="57639"/>
                  </a:lnTo>
                  <a:lnTo>
                    <a:pt x="0" y="108423"/>
                  </a:lnTo>
                  <a:lnTo>
                    <a:pt x="3435" y="135548"/>
                  </a:lnTo>
                  <a:lnTo>
                    <a:pt x="21885" y="185375"/>
                  </a:lnTo>
                  <a:lnTo>
                    <a:pt x="53513" y="220015"/>
                  </a:lnTo>
                  <a:lnTo>
                    <a:pt x="94178" y="233570"/>
                  </a:lnTo>
                  <a:lnTo>
                    <a:pt x="116534" y="231389"/>
                  </a:lnTo>
                  <a:lnTo>
                    <a:pt x="139737" y="224408"/>
                  </a:lnTo>
                  <a:lnTo>
                    <a:pt x="163505" y="214226"/>
                  </a:lnTo>
                  <a:lnTo>
                    <a:pt x="187555" y="202444"/>
                  </a:lnTo>
                </a:path>
              </a:pathLst>
            </a:custGeom>
            <a:ln w="36749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2480802" y="2641867"/>
              <a:ext cx="120650" cy="249554"/>
            </a:xfrm>
            <a:custGeom>
              <a:avLst/>
              <a:gdLst/>
              <a:ahLst/>
              <a:cxnLst/>
              <a:rect l="l" t="t" r="r" b="b"/>
              <a:pathLst>
                <a:path w="120650" h="249555">
                  <a:moveTo>
                    <a:pt x="0" y="20081"/>
                  </a:moveTo>
                  <a:lnTo>
                    <a:pt x="2008" y="10040"/>
                  </a:lnTo>
                  <a:lnTo>
                    <a:pt x="4016" y="0"/>
                  </a:lnTo>
                  <a:lnTo>
                    <a:pt x="5020" y="1004"/>
                  </a:lnTo>
                  <a:lnTo>
                    <a:pt x="5632" y="3922"/>
                  </a:lnTo>
                  <a:lnTo>
                    <a:pt x="6149" y="11546"/>
                  </a:lnTo>
                  <a:lnTo>
                    <a:pt x="6855" y="24442"/>
                  </a:lnTo>
                  <a:lnTo>
                    <a:pt x="8032" y="43174"/>
                  </a:lnTo>
                  <a:lnTo>
                    <a:pt x="9852" y="67664"/>
                  </a:lnTo>
                  <a:lnTo>
                    <a:pt x="12048" y="95260"/>
                  </a:lnTo>
                  <a:lnTo>
                    <a:pt x="14245" y="122668"/>
                  </a:lnTo>
                  <a:lnTo>
                    <a:pt x="16065" y="146593"/>
                  </a:lnTo>
                  <a:lnTo>
                    <a:pt x="17241" y="164572"/>
                  </a:lnTo>
                  <a:lnTo>
                    <a:pt x="17947" y="177468"/>
                  </a:lnTo>
                  <a:lnTo>
                    <a:pt x="18465" y="186975"/>
                  </a:lnTo>
                  <a:lnTo>
                    <a:pt x="19077" y="194788"/>
                  </a:lnTo>
                  <a:lnTo>
                    <a:pt x="20081" y="204828"/>
                  </a:lnTo>
                  <a:lnTo>
                    <a:pt x="22089" y="214869"/>
                  </a:lnTo>
                  <a:lnTo>
                    <a:pt x="23093" y="214869"/>
                  </a:lnTo>
                  <a:lnTo>
                    <a:pt x="23689" y="213049"/>
                  </a:lnTo>
                  <a:lnTo>
                    <a:pt x="24097" y="207841"/>
                  </a:lnTo>
                  <a:lnTo>
                    <a:pt x="24505" y="199620"/>
                  </a:lnTo>
                  <a:lnTo>
                    <a:pt x="25101" y="188763"/>
                  </a:lnTo>
                  <a:lnTo>
                    <a:pt x="29478" y="147534"/>
                  </a:lnTo>
                  <a:lnTo>
                    <a:pt x="44555" y="107717"/>
                  </a:lnTo>
                  <a:lnTo>
                    <a:pt x="70817" y="95637"/>
                  </a:lnTo>
                  <a:lnTo>
                    <a:pt x="78317" y="96390"/>
                  </a:lnTo>
                  <a:lnTo>
                    <a:pt x="105426" y="130528"/>
                  </a:lnTo>
                  <a:lnTo>
                    <a:pt x="114086" y="182237"/>
                  </a:lnTo>
                  <a:lnTo>
                    <a:pt x="117428" y="214681"/>
                  </a:lnTo>
                  <a:lnTo>
                    <a:pt x="120487" y="249007"/>
                  </a:lnTo>
                </a:path>
              </a:pathLst>
            </a:custGeom>
            <a:ln w="36749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648760" y="2720887"/>
              <a:ext cx="302246" cy="175311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2975178" y="2612750"/>
              <a:ext cx="156845" cy="242570"/>
            </a:xfrm>
            <a:custGeom>
              <a:avLst/>
              <a:gdLst/>
              <a:ahLst/>
              <a:cxnLst/>
              <a:rect l="l" t="t" r="r" b="b"/>
              <a:pathLst>
                <a:path w="156844" h="242569">
                  <a:moveTo>
                    <a:pt x="5647" y="25101"/>
                  </a:moveTo>
                  <a:lnTo>
                    <a:pt x="4157" y="16237"/>
                  </a:lnTo>
                  <a:lnTo>
                    <a:pt x="2761" y="8409"/>
                  </a:lnTo>
                  <a:lnTo>
                    <a:pt x="1553" y="2651"/>
                  </a:lnTo>
                  <a:lnTo>
                    <a:pt x="627" y="0"/>
                  </a:lnTo>
                  <a:lnTo>
                    <a:pt x="78" y="1584"/>
                  </a:lnTo>
                  <a:lnTo>
                    <a:pt x="0" y="8911"/>
                  </a:lnTo>
                  <a:lnTo>
                    <a:pt x="486" y="23579"/>
                  </a:lnTo>
                  <a:lnTo>
                    <a:pt x="1631" y="47191"/>
                  </a:lnTo>
                  <a:lnTo>
                    <a:pt x="3451" y="80199"/>
                  </a:lnTo>
                  <a:lnTo>
                    <a:pt x="5647" y="118479"/>
                  </a:lnTo>
                  <a:lnTo>
                    <a:pt x="7844" y="156759"/>
                  </a:lnTo>
                  <a:lnTo>
                    <a:pt x="9664" y="189768"/>
                  </a:lnTo>
                  <a:lnTo>
                    <a:pt x="10840" y="213395"/>
                  </a:lnTo>
                  <a:lnTo>
                    <a:pt x="11546" y="228173"/>
                  </a:lnTo>
                  <a:lnTo>
                    <a:pt x="12064" y="235798"/>
                  </a:lnTo>
                  <a:lnTo>
                    <a:pt x="12676" y="237963"/>
                  </a:lnTo>
                  <a:lnTo>
                    <a:pt x="13601" y="236064"/>
                  </a:lnTo>
                  <a:lnTo>
                    <a:pt x="14809" y="230307"/>
                  </a:lnTo>
                  <a:lnTo>
                    <a:pt x="16206" y="220596"/>
                  </a:lnTo>
                  <a:lnTo>
                    <a:pt x="17696" y="206837"/>
                  </a:lnTo>
                  <a:lnTo>
                    <a:pt x="19234" y="189313"/>
                  </a:lnTo>
                  <a:lnTo>
                    <a:pt x="20959" y="169812"/>
                  </a:lnTo>
                  <a:lnTo>
                    <a:pt x="29196" y="120581"/>
                  </a:lnTo>
                  <a:lnTo>
                    <a:pt x="59757" y="95401"/>
                  </a:lnTo>
                  <a:lnTo>
                    <a:pt x="72292" y="93001"/>
                  </a:lnTo>
                  <a:lnTo>
                    <a:pt x="85392" y="93048"/>
                  </a:lnTo>
                  <a:lnTo>
                    <a:pt x="118103" y="113710"/>
                  </a:lnTo>
                  <a:lnTo>
                    <a:pt x="126135" y="138560"/>
                  </a:lnTo>
                  <a:lnTo>
                    <a:pt x="124001" y="151127"/>
                  </a:lnTo>
                  <a:lnTo>
                    <a:pt x="98021" y="183743"/>
                  </a:lnTo>
                  <a:lnTo>
                    <a:pt x="58910" y="203652"/>
                  </a:lnTo>
                  <a:lnTo>
                    <a:pt x="19704" y="202820"/>
                  </a:lnTo>
                  <a:lnTo>
                    <a:pt x="17696" y="197800"/>
                  </a:lnTo>
                  <a:lnTo>
                    <a:pt x="23721" y="189768"/>
                  </a:lnTo>
                  <a:lnTo>
                    <a:pt x="64887" y="199808"/>
                  </a:lnTo>
                  <a:lnTo>
                    <a:pt x="90114" y="217630"/>
                  </a:lnTo>
                  <a:lnTo>
                    <a:pt x="103434" y="226636"/>
                  </a:lnTo>
                  <a:lnTo>
                    <a:pt x="116094" y="233946"/>
                  </a:lnTo>
                  <a:lnTo>
                    <a:pt x="127453" y="238590"/>
                  </a:lnTo>
                  <a:lnTo>
                    <a:pt x="137682" y="240975"/>
                  </a:lnTo>
                  <a:lnTo>
                    <a:pt x="147158" y="241853"/>
                  </a:lnTo>
                  <a:lnTo>
                    <a:pt x="156257" y="241979"/>
                  </a:lnTo>
                </a:path>
              </a:pathLst>
            </a:custGeom>
            <a:ln w="36749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8" name="object 38"/>
          <p:cNvGrpSpPr/>
          <p:nvPr/>
        </p:nvGrpSpPr>
        <p:grpSpPr>
          <a:xfrm>
            <a:off x="2703402" y="3011062"/>
            <a:ext cx="175895" cy="424815"/>
            <a:chOff x="2703402" y="3011062"/>
            <a:chExt cx="175895" cy="424815"/>
          </a:xfrm>
        </p:grpSpPr>
        <p:sp>
          <p:nvSpPr>
            <p:cNvPr id="39" name="object 39"/>
            <p:cNvSpPr/>
            <p:nvPr/>
          </p:nvSpPr>
          <p:spPr>
            <a:xfrm>
              <a:off x="2740855" y="3029437"/>
              <a:ext cx="104139" cy="345440"/>
            </a:xfrm>
            <a:custGeom>
              <a:avLst/>
              <a:gdLst/>
              <a:ahLst/>
              <a:cxnLst/>
              <a:rect l="l" t="t" r="r" b="b"/>
              <a:pathLst>
                <a:path w="104139" h="345439">
                  <a:moveTo>
                    <a:pt x="29117" y="24097"/>
                  </a:moveTo>
                  <a:lnTo>
                    <a:pt x="31126" y="12048"/>
                  </a:lnTo>
                  <a:lnTo>
                    <a:pt x="33134" y="0"/>
                  </a:lnTo>
                  <a:lnTo>
                    <a:pt x="34138" y="0"/>
                  </a:lnTo>
                  <a:lnTo>
                    <a:pt x="34734" y="2478"/>
                  </a:lnTo>
                  <a:lnTo>
                    <a:pt x="35142" y="10793"/>
                  </a:lnTo>
                  <a:lnTo>
                    <a:pt x="35550" y="26262"/>
                  </a:lnTo>
                  <a:lnTo>
                    <a:pt x="36146" y="50203"/>
                  </a:lnTo>
                  <a:lnTo>
                    <a:pt x="37071" y="83086"/>
                  </a:lnTo>
                  <a:lnTo>
                    <a:pt x="38279" y="121993"/>
                  </a:lnTo>
                  <a:lnTo>
                    <a:pt x="39676" y="163160"/>
                  </a:lnTo>
                  <a:lnTo>
                    <a:pt x="41166" y="202820"/>
                  </a:lnTo>
                  <a:lnTo>
                    <a:pt x="44178" y="267708"/>
                  </a:lnTo>
                  <a:lnTo>
                    <a:pt x="47191" y="312263"/>
                  </a:lnTo>
                  <a:lnTo>
                    <a:pt x="49826" y="337490"/>
                  </a:lnTo>
                  <a:lnTo>
                    <a:pt x="50438" y="343468"/>
                  </a:lnTo>
                  <a:lnTo>
                    <a:pt x="50203" y="345397"/>
                  </a:lnTo>
                  <a:lnTo>
                    <a:pt x="48885" y="343593"/>
                  </a:lnTo>
                  <a:lnTo>
                    <a:pt x="46437" y="338494"/>
                  </a:lnTo>
                  <a:lnTo>
                    <a:pt x="42861" y="330572"/>
                  </a:lnTo>
                  <a:lnTo>
                    <a:pt x="38154" y="320296"/>
                  </a:lnTo>
                  <a:lnTo>
                    <a:pt x="19375" y="282596"/>
                  </a:lnTo>
                  <a:lnTo>
                    <a:pt x="0" y="251015"/>
                  </a:lnTo>
                  <a:lnTo>
                    <a:pt x="1992" y="254279"/>
                  </a:lnTo>
                  <a:lnTo>
                    <a:pt x="26921" y="289939"/>
                  </a:lnTo>
                  <a:lnTo>
                    <a:pt x="51207" y="320296"/>
                  </a:lnTo>
                  <a:lnTo>
                    <a:pt x="70833" y="335404"/>
                  </a:lnTo>
                  <a:lnTo>
                    <a:pt x="76308" y="335357"/>
                  </a:lnTo>
                  <a:lnTo>
                    <a:pt x="98147" y="298206"/>
                  </a:lnTo>
                  <a:lnTo>
                    <a:pt x="103669" y="268461"/>
                  </a:lnTo>
                  <a:lnTo>
                    <a:pt x="103387" y="261825"/>
                  </a:lnTo>
                  <a:lnTo>
                    <a:pt x="69704" y="241853"/>
                  </a:lnTo>
                  <a:lnTo>
                    <a:pt x="61624" y="241477"/>
                  </a:lnTo>
                  <a:lnTo>
                    <a:pt x="52603" y="241853"/>
                  </a:lnTo>
                  <a:lnTo>
                    <a:pt x="8283" y="249196"/>
                  </a:lnTo>
                  <a:lnTo>
                    <a:pt x="47191" y="250011"/>
                  </a:lnTo>
                  <a:lnTo>
                    <a:pt x="60212" y="248913"/>
                  </a:lnTo>
                  <a:lnTo>
                    <a:pt x="72292" y="248003"/>
                  </a:lnTo>
                  <a:lnTo>
                    <a:pt x="87353" y="246999"/>
                  </a:lnTo>
                  <a:lnTo>
                    <a:pt x="97394" y="246999"/>
                  </a:lnTo>
                  <a:lnTo>
                    <a:pt x="87353" y="246999"/>
                  </a:lnTo>
                  <a:lnTo>
                    <a:pt x="77312" y="246999"/>
                  </a:lnTo>
                  <a:lnTo>
                    <a:pt x="69735" y="247015"/>
                  </a:lnTo>
                  <a:lnTo>
                    <a:pt x="24348" y="250011"/>
                  </a:lnTo>
                  <a:lnTo>
                    <a:pt x="9036" y="253024"/>
                  </a:lnTo>
                  <a:lnTo>
                    <a:pt x="19077" y="253024"/>
                  </a:lnTo>
                  <a:lnTo>
                    <a:pt x="29117" y="253024"/>
                  </a:lnTo>
                  <a:lnTo>
                    <a:pt x="79321" y="253024"/>
                  </a:lnTo>
                  <a:lnTo>
                    <a:pt x="82333" y="258044"/>
                  </a:lnTo>
                  <a:lnTo>
                    <a:pt x="61247" y="295194"/>
                  </a:lnTo>
                  <a:lnTo>
                    <a:pt x="61247" y="294190"/>
                  </a:lnTo>
                  <a:lnTo>
                    <a:pt x="61247" y="293186"/>
                  </a:lnTo>
                  <a:lnTo>
                    <a:pt x="69280" y="285154"/>
                  </a:lnTo>
                  <a:lnTo>
                    <a:pt x="73296" y="286158"/>
                  </a:lnTo>
                  <a:lnTo>
                    <a:pt x="77312" y="287162"/>
                  </a:lnTo>
                  <a:lnTo>
                    <a:pt x="77312" y="297202"/>
                  </a:lnTo>
                  <a:lnTo>
                    <a:pt x="75304" y="307243"/>
                  </a:lnTo>
                  <a:lnTo>
                    <a:pt x="73296" y="317284"/>
                  </a:lnTo>
                  <a:lnTo>
                    <a:pt x="69280" y="327324"/>
                  </a:lnTo>
                  <a:lnTo>
                    <a:pt x="71288" y="325316"/>
                  </a:lnTo>
                  <a:lnTo>
                    <a:pt x="73296" y="323308"/>
                  </a:lnTo>
                  <a:lnTo>
                    <a:pt x="81329" y="309251"/>
                  </a:lnTo>
                  <a:lnTo>
                    <a:pt x="82333" y="310255"/>
                  </a:lnTo>
                  <a:lnTo>
                    <a:pt x="83337" y="311259"/>
                  </a:lnTo>
                  <a:lnTo>
                    <a:pt x="77313" y="327324"/>
                  </a:lnTo>
                  <a:lnTo>
                    <a:pt x="76308" y="330336"/>
                  </a:lnTo>
                  <a:lnTo>
                    <a:pt x="75304" y="333349"/>
                  </a:lnTo>
                  <a:lnTo>
                    <a:pt x="79321" y="323308"/>
                  </a:lnTo>
                  <a:lnTo>
                    <a:pt x="83337" y="313267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703402" y="3264085"/>
              <a:ext cx="175295" cy="171294"/>
            </a:xfrm>
            <a:prstGeom prst="rect">
              <a:avLst/>
            </a:prstGeom>
          </p:spPr>
        </p:pic>
      </p:grpSp>
      <p:grpSp>
        <p:nvGrpSpPr>
          <p:cNvPr id="41" name="object 41"/>
          <p:cNvGrpSpPr/>
          <p:nvPr/>
        </p:nvGrpSpPr>
        <p:grpSpPr>
          <a:xfrm>
            <a:off x="2257598" y="3590280"/>
            <a:ext cx="1269365" cy="300990"/>
            <a:chOff x="2257598" y="3590280"/>
            <a:chExt cx="1269365" cy="300990"/>
          </a:xfrm>
        </p:grpSpPr>
        <p:sp>
          <p:nvSpPr>
            <p:cNvPr id="42" name="object 42"/>
            <p:cNvSpPr/>
            <p:nvPr/>
          </p:nvSpPr>
          <p:spPr>
            <a:xfrm>
              <a:off x="2275973" y="3608655"/>
              <a:ext cx="163830" cy="264160"/>
            </a:xfrm>
            <a:custGeom>
              <a:avLst/>
              <a:gdLst/>
              <a:ahLst/>
              <a:cxnLst/>
              <a:rect l="l" t="t" r="r" b="b"/>
              <a:pathLst>
                <a:path w="163830" h="264160">
                  <a:moveTo>
                    <a:pt x="0" y="29243"/>
                  </a:moveTo>
                  <a:lnTo>
                    <a:pt x="4486" y="68072"/>
                  </a:lnTo>
                  <a:lnTo>
                    <a:pt x="12707" y="137823"/>
                  </a:lnTo>
                  <a:lnTo>
                    <a:pt x="18716" y="184590"/>
                  </a:lnTo>
                  <a:lnTo>
                    <a:pt x="20708" y="198930"/>
                  </a:lnTo>
                  <a:lnTo>
                    <a:pt x="22136" y="210257"/>
                  </a:lnTo>
                  <a:lnTo>
                    <a:pt x="23658" y="254906"/>
                  </a:lnTo>
                  <a:lnTo>
                    <a:pt x="12754" y="217395"/>
                  </a:lnTo>
                  <a:lnTo>
                    <a:pt x="5757" y="174503"/>
                  </a:lnTo>
                  <a:lnTo>
                    <a:pt x="1270" y="129618"/>
                  </a:lnTo>
                  <a:lnTo>
                    <a:pt x="47" y="89895"/>
                  </a:lnTo>
                  <a:lnTo>
                    <a:pt x="0" y="73422"/>
                  </a:lnTo>
                  <a:lnTo>
                    <a:pt x="31" y="59757"/>
                  </a:lnTo>
                  <a:lnTo>
                    <a:pt x="6651" y="14935"/>
                  </a:lnTo>
                  <a:lnTo>
                    <a:pt x="28239" y="0"/>
                  </a:lnTo>
                  <a:lnTo>
                    <a:pt x="37228" y="47"/>
                  </a:lnTo>
                  <a:lnTo>
                    <a:pt x="75304" y="5396"/>
                  </a:lnTo>
                  <a:lnTo>
                    <a:pt x="113396" y="14213"/>
                  </a:lnTo>
                  <a:lnTo>
                    <a:pt x="146844" y="35769"/>
                  </a:lnTo>
                  <a:lnTo>
                    <a:pt x="149511" y="74881"/>
                  </a:lnTo>
                  <a:lnTo>
                    <a:pt x="120158" y="113412"/>
                  </a:lnTo>
                  <a:lnTo>
                    <a:pt x="88718" y="139125"/>
                  </a:lnTo>
                  <a:lnTo>
                    <a:pt x="53215" y="154719"/>
                  </a:lnTo>
                  <a:lnTo>
                    <a:pt x="90491" y="138058"/>
                  </a:lnTo>
                  <a:lnTo>
                    <a:pt x="134670" y="132536"/>
                  </a:lnTo>
                  <a:lnTo>
                    <a:pt x="163662" y="166800"/>
                  </a:lnTo>
                  <a:lnTo>
                    <a:pt x="163442" y="178911"/>
                  </a:lnTo>
                  <a:lnTo>
                    <a:pt x="149605" y="219011"/>
                  </a:lnTo>
                  <a:lnTo>
                    <a:pt x="117553" y="250639"/>
                  </a:lnTo>
                  <a:lnTo>
                    <a:pt x="79462" y="263660"/>
                  </a:lnTo>
                  <a:lnTo>
                    <a:pt x="71288" y="263190"/>
                  </a:lnTo>
                  <a:lnTo>
                    <a:pt x="30969" y="247015"/>
                  </a:lnTo>
                  <a:lnTo>
                    <a:pt x="12048" y="222023"/>
                  </a:lnTo>
                </a:path>
              </a:pathLst>
            </a:custGeom>
            <a:ln w="36749">
              <a:solidFill>
                <a:srgbClr val="E224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498574" y="3637597"/>
              <a:ext cx="127115" cy="216242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653827" y="3636312"/>
              <a:ext cx="146569" cy="203204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2839913" y="3661244"/>
              <a:ext cx="135255" cy="176530"/>
            </a:xfrm>
            <a:custGeom>
              <a:avLst/>
              <a:gdLst/>
              <a:ahLst/>
              <a:cxnLst/>
              <a:rect l="l" t="t" r="r" b="b"/>
              <a:pathLst>
                <a:path w="135255" h="176529">
                  <a:moveTo>
                    <a:pt x="110792" y="36899"/>
                  </a:moveTo>
                  <a:lnTo>
                    <a:pt x="82223" y="3357"/>
                  </a:lnTo>
                  <a:lnTo>
                    <a:pt x="70755" y="0"/>
                  </a:lnTo>
                  <a:lnTo>
                    <a:pt x="57969" y="31"/>
                  </a:lnTo>
                  <a:lnTo>
                    <a:pt x="18920" y="30121"/>
                  </a:lnTo>
                  <a:lnTo>
                    <a:pt x="2353" y="69029"/>
                  </a:lnTo>
                  <a:lnTo>
                    <a:pt x="0" y="90287"/>
                  </a:lnTo>
                  <a:lnTo>
                    <a:pt x="1600" y="111074"/>
                  </a:lnTo>
                  <a:lnTo>
                    <a:pt x="24505" y="158657"/>
                  </a:lnTo>
                  <a:lnTo>
                    <a:pt x="64605" y="175460"/>
                  </a:lnTo>
                  <a:lnTo>
                    <a:pt x="79854" y="175915"/>
                  </a:lnTo>
                  <a:lnTo>
                    <a:pt x="94727" y="174581"/>
                  </a:lnTo>
                  <a:lnTo>
                    <a:pt x="108093" y="171930"/>
                  </a:lnTo>
                  <a:lnTo>
                    <a:pt x="118824" y="168431"/>
                  </a:lnTo>
                  <a:lnTo>
                    <a:pt x="130873" y="163411"/>
                  </a:lnTo>
                  <a:lnTo>
                    <a:pt x="132881" y="157387"/>
                  </a:lnTo>
                  <a:lnTo>
                    <a:pt x="134889" y="151362"/>
                  </a:lnTo>
                </a:path>
              </a:pathLst>
            </a:custGeom>
            <a:ln w="36749">
              <a:solidFill>
                <a:srgbClr val="E224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3022997" y="3655972"/>
              <a:ext cx="22225" cy="184785"/>
            </a:xfrm>
            <a:custGeom>
              <a:avLst/>
              <a:gdLst/>
              <a:ahLst/>
              <a:cxnLst/>
              <a:rect l="l" t="t" r="r" b="b"/>
              <a:pathLst>
                <a:path w="22225" h="184785">
                  <a:moveTo>
                    <a:pt x="0" y="0"/>
                  </a:moveTo>
                  <a:lnTo>
                    <a:pt x="4486" y="40319"/>
                  </a:lnTo>
                  <a:lnTo>
                    <a:pt x="8785" y="78567"/>
                  </a:lnTo>
                  <a:lnTo>
                    <a:pt x="16065" y="140569"/>
                  </a:lnTo>
                  <a:lnTo>
                    <a:pt x="21712" y="181092"/>
                  </a:lnTo>
                  <a:lnTo>
                    <a:pt x="22089" y="183743"/>
                  </a:lnTo>
                  <a:lnTo>
                    <a:pt x="22089" y="184747"/>
                  </a:lnTo>
                  <a:lnTo>
                    <a:pt x="20081" y="176715"/>
                  </a:lnTo>
                  <a:lnTo>
                    <a:pt x="18073" y="168682"/>
                  </a:lnTo>
                </a:path>
              </a:pathLst>
            </a:custGeom>
            <a:ln w="36749">
              <a:solidFill>
                <a:srgbClr val="E224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3063270" y="3661997"/>
              <a:ext cx="110489" cy="144780"/>
            </a:xfrm>
            <a:custGeom>
              <a:avLst/>
              <a:gdLst/>
              <a:ahLst/>
              <a:cxnLst/>
              <a:rect l="l" t="t" r="r" b="b"/>
              <a:pathLst>
                <a:path w="110489" h="144779">
                  <a:moveTo>
                    <a:pt x="86239" y="0"/>
                  </a:moveTo>
                  <a:lnTo>
                    <a:pt x="50940" y="28380"/>
                  </a:lnTo>
                  <a:lnTo>
                    <a:pt x="20850" y="63130"/>
                  </a:lnTo>
                  <a:lnTo>
                    <a:pt x="266" y="104297"/>
                  </a:lnTo>
                  <a:lnTo>
                    <a:pt x="0" y="110776"/>
                  </a:lnTo>
                  <a:lnTo>
                    <a:pt x="1898" y="115467"/>
                  </a:lnTo>
                  <a:lnTo>
                    <a:pt x="6024" y="118385"/>
                  </a:lnTo>
                  <a:lnTo>
                    <a:pt x="12315" y="119985"/>
                  </a:lnTo>
                  <a:lnTo>
                    <a:pt x="20677" y="120832"/>
                  </a:lnTo>
                  <a:lnTo>
                    <a:pt x="31016" y="121491"/>
                  </a:lnTo>
                  <a:lnTo>
                    <a:pt x="43080" y="122448"/>
                  </a:lnTo>
                  <a:lnTo>
                    <a:pt x="89722" y="131877"/>
                  </a:lnTo>
                  <a:lnTo>
                    <a:pt x="104218" y="140098"/>
                  </a:lnTo>
                  <a:lnTo>
                    <a:pt x="110337" y="144585"/>
                  </a:lnTo>
                </a:path>
              </a:pathLst>
            </a:custGeom>
            <a:ln w="36749">
              <a:solidFill>
                <a:srgbClr val="E224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3228705" y="3649949"/>
              <a:ext cx="113664" cy="205740"/>
            </a:xfrm>
            <a:custGeom>
              <a:avLst/>
              <a:gdLst/>
              <a:ahLst/>
              <a:cxnLst/>
              <a:rect l="l" t="t" r="r" b="b"/>
              <a:pathLst>
                <a:path w="113664" h="205739">
                  <a:moveTo>
                    <a:pt x="35267" y="18073"/>
                  </a:moveTo>
                  <a:lnTo>
                    <a:pt x="74551" y="376"/>
                  </a:lnTo>
                  <a:lnTo>
                    <a:pt x="89487" y="0"/>
                  </a:lnTo>
                  <a:lnTo>
                    <a:pt x="99527" y="0"/>
                  </a:lnTo>
                  <a:lnTo>
                    <a:pt x="109568" y="0"/>
                  </a:lnTo>
                  <a:lnTo>
                    <a:pt x="99527" y="0"/>
                  </a:lnTo>
                  <a:lnTo>
                    <a:pt x="84466" y="0"/>
                  </a:lnTo>
                  <a:lnTo>
                    <a:pt x="72386" y="15"/>
                  </a:lnTo>
                  <a:lnTo>
                    <a:pt x="34263" y="1004"/>
                  </a:lnTo>
                  <a:lnTo>
                    <a:pt x="0" y="22842"/>
                  </a:lnTo>
                  <a:lnTo>
                    <a:pt x="47" y="32914"/>
                  </a:lnTo>
                  <a:lnTo>
                    <a:pt x="5396" y="82458"/>
                  </a:lnTo>
                  <a:lnTo>
                    <a:pt x="11170" y="125507"/>
                  </a:lnTo>
                  <a:lnTo>
                    <a:pt x="17570" y="166674"/>
                  </a:lnTo>
                  <a:lnTo>
                    <a:pt x="32098" y="202914"/>
                  </a:lnTo>
                  <a:lnTo>
                    <a:pt x="39283" y="205330"/>
                  </a:lnTo>
                  <a:lnTo>
                    <a:pt x="47975" y="203981"/>
                  </a:lnTo>
                  <a:lnTo>
                    <a:pt x="58361" y="199808"/>
                  </a:lnTo>
                  <a:lnTo>
                    <a:pt x="70519" y="193674"/>
                  </a:lnTo>
                  <a:lnTo>
                    <a:pt x="84090" y="186128"/>
                  </a:lnTo>
                  <a:lnTo>
                    <a:pt x="98602" y="177640"/>
                  </a:lnTo>
                  <a:lnTo>
                    <a:pt x="113584" y="168682"/>
                  </a:lnTo>
                </a:path>
              </a:pathLst>
            </a:custGeom>
            <a:ln w="36749">
              <a:solidFill>
                <a:srgbClr val="E224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3239875" y="3740314"/>
              <a:ext cx="72390" cy="18415"/>
            </a:xfrm>
            <a:custGeom>
              <a:avLst/>
              <a:gdLst/>
              <a:ahLst/>
              <a:cxnLst/>
              <a:rect l="l" t="t" r="r" b="b"/>
              <a:pathLst>
                <a:path w="72389" h="18414">
                  <a:moveTo>
                    <a:pt x="0" y="18073"/>
                  </a:moveTo>
                  <a:lnTo>
                    <a:pt x="18073" y="13554"/>
                  </a:lnTo>
                  <a:lnTo>
                    <a:pt x="36146" y="9036"/>
                  </a:lnTo>
                  <a:lnTo>
                    <a:pt x="54219" y="4518"/>
                  </a:lnTo>
                  <a:lnTo>
                    <a:pt x="72292" y="0"/>
                  </a:lnTo>
                </a:path>
              </a:pathLst>
            </a:custGeom>
            <a:ln w="36749">
              <a:solidFill>
                <a:srgbClr val="E224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3396509" y="3632423"/>
              <a:ext cx="112395" cy="207010"/>
            </a:xfrm>
            <a:custGeom>
              <a:avLst/>
              <a:gdLst/>
              <a:ahLst/>
              <a:cxnLst/>
              <a:rect l="l" t="t" r="r" b="b"/>
              <a:pathLst>
                <a:path w="112395" h="207010">
                  <a:moveTo>
                    <a:pt x="18073" y="23548"/>
                  </a:moveTo>
                  <a:lnTo>
                    <a:pt x="12425" y="71115"/>
                  </a:lnTo>
                  <a:lnTo>
                    <a:pt x="9036" y="114918"/>
                  </a:lnTo>
                  <a:lnTo>
                    <a:pt x="8785" y="134293"/>
                  </a:lnTo>
                  <a:lnTo>
                    <a:pt x="9287" y="151692"/>
                  </a:lnTo>
                  <a:lnTo>
                    <a:pt x="10166" y="167019"/>
                  </a:lnTo>
                  <a:lnTo>
                    <a:pt x="11044" y="180182"/>
                  </a:lnTo>
                  <a:lnTo>
                    <a:pt x="11625" y="191038"/>
                  </a:lnTo>
                  <a:lnTo>
                    <a:pt x="11923" y="199259"/>
                  </a:lnTo>
                  <a:lnTo>
                    <a:pt x="12033" y="204468"/>
                  </a:lnTo>
                  <a:lnTo>
                    <a:pt x="12048" y="206288"/>
                  </a:lnTo>
                  <a:lnTo>
                    <a:pt x="12033" y="204311"/>
                  </a:lnTo>
                  <a:lnTo>
                    <a:pt x="10119" y="148052"/>
                  </a:lnTo>
                  <a:lnTo>
                    <a:pt x="7514" y="97849"/>
                  </a:lnTo>
                  <a:lnTo>
                    <a:pt x="4549" y="58925"/>
                  </a:lnTo>
                  <a:lnTo>
                    <a:pt x="3263" y="46516"/>
                  </a:lnTo>
                  <a:lnTo>
                    <a:pt x="2353" y="36930"/>
                  </a:lnTo>
                  <a:lnTo>
                    <a:pt x="15374" y="0"/>
                  </a:lnTo>
                  <a:lnTo>
                    <a:pt x="22591" y="1835"/>
                  </a:lnTo>
                  <a:lnTo>
                    <a:pt x="58910" y="29745"/>
                  </a:lnTo>
                  <a:lnTo>
                    <a:pt x="89502" y="65232"/>
                  </a:lnTo>
                  <a:lnTo>
                    <a:pt x="108831" y="107089"/>
                  </a:lnTo>
                  <a:lnTo>
                    <a:pt x="111827" y="128096"/>
                  </a:lnTo>
                  <a:lnTo>
                    <a:pt x="110870" y="147785"/>
                  </a:lnTo>
                  <a:lnTo>
                    <a:pt x="88985" y="190223"/>
                  </a:lnTo>
                  <a:lnTo>
                    <a:pt x="48430" y="205833"/>
                  </a:lnTo>
                  <a:lnTo>
                    <a:pt x="32757" y="206413"/>
                  </a:lnTo>
                  <a:lnTo>
                    <a:pt x="16520" y="205676"/>
                  </a:lnTo>
                  <a:lnTo>
                    <a:pt x="0" y="204279"/>
                  </a:lnTo>
                </a:path>
              </a:pathLst>
            </a:custGeom>
            <a:ln w="36749">
              <a:solidFill>
                <a:srgbClr val="E224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1" name="object 51"/>
          <p:cNvGrpSpPr/>
          <p:nvPr/>
        </p:nvGrpSpPr>
        <p:grpSpPr>
          <a:xfrm>
            <a:off x="3603797" y="3535183"/>
            <a:ext cx="212090" cy="392430"/>
            <a:chOff x="3603797" y="3535183"/>
            <a:chExt cx="212090" cy="392430"/>
          </a:xfrm>
        </p:grpSpPr>
        <p:sp>
          <p:nvSpPr>
            <p:cNvPr id="52" name="object 52"/>
            <p:cNvSpPr/>
            <p:nvPr/>
          </p:nvSpPr>
          <p:spPr>
            <a:xfrm>
              <a:off x="3622172" y="3553558"/>
              <a:ext cx="175260" cy="289560"/>
            </a:xfrm>
            <a:custGeom>
              <a:avLst/>
              <a:gdLst/>
              <a:ahLst/>
              <a:cxnLst/>
              <a:rect l="l" t="t" r="r" b="b"/>
              <a:pathLst>
                <a:path w="175260" h="289560">
                  <a:moveTo>
                    <a:pt x="69531" y="102414"/>
                  </a:moveTo>
                  <a:lnTo>
                    <a:pt x="28129" y="88922"/>
                  </a:lnTo>
                  <a:lnTo>
                    <a:pt x="439" y="51630"/>
                  </a:lnTo>
                  <a:lnTo>
                    <a:pt x="0" y="42296"/>
                  </a:lnTo>
                  <a:lnTo>
                    <a:pt x="3702" y="33149"/>
                  </a:lnTo>
                  <a:lnTo>
                    <a:pt x="44304" y="7530"/>
                  </a:lnTo>
                  <a:lnTo>
                    <a:pt x="87604" y="0"/>
                  </a:lnTo>
                  <a:lnTo>
                    <a:pt x="109960" y="2259"/>
                  </a:lnTo>
                  <a:lnTo>
                    <a:pt x="149025" y="20332"/>
                  </a:lnTo>
                  <a:lnTo>
                    <a:pt x="171506" y="56259"/>
                  </a:lnTo>
                  <a:lnTo>
                    <a:pt x="175209" y="79572"/>
                  </a:lnTo>
                  <a:lnTo>
                    <a:pt x="174769" y="104767"/>
                  </a:lnTo>
                  <a:lnTo>
                    <a:pt x="164541" y="155629"/>
                  </a:lnTo>
                  <a:lnTo>
                    <a:pt x="148350" y="200561"/>
                  </a:lnTo>
                  <a:lnTo>
                    <a:pt x="140820" y="218885"/>
                  </a:lnTo>
                  <a:lnTo>
                    <a:pt x="134983" y="233695"/>
                  </a:lnTo>
                  <a:lnTo>
                    <a:pt x="131030" y="245493"/>
                  </a:lnTo>
                  <a:lnTo>
                    <a:pt x="128959" y="255032"/>
                  </a:lnTo>
                  <a:lnTo>
                    <a:pt x="128771" y="263064"/>
                  </a:lnTo>
                  <a:lnTo>
                    <a:pt x="130387" y="270250"/>
                  </a:lnTo>
                  <a:lnTo>
                    <a:pt x="133414" y="276870"/>
                  </a:lnTo>
                  <a:lnTo>
                    <a:pt x="137384" y="283114"/>
                  </a:lnTo>
                  <a:lnTo>
                    <a:pt x="141824" y="289170"/>
                  </a:lnTo>
                </a:path>
              </a:pathLst>
            </a:custGeom>
            <a:ln w="36749">
              <a:solidFill>
                <a:srgbClr val="E224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3739899" y="3908997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 h="0">
                  <a:moveTo>
                    <a:pt x="6024" y="0"/>
                  </a:moveTo>
                  <a:lnTo>
                    <a:pt x="4016" y="0"/>
                  </a:lnTo>
                  <a:lnTo>
                    <a:pt x="2008" y="0"/>
                  </a:lnTo>
                  <a:lnTo>
                    <a:pt x="0" y="0"/>
                  </a:lnTo>
                </a:path>
              </a:pathLst>
            </a:custGeom>
            <a:ln w="36749">
              <a:solidFill>
                <a:srgbClr val="E224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/>
          <p:cNvSpPr/>
          <p:nvPr/>
        </p:nvSpPr>
        <p:spPr>
          <a:xfrm>
            <a:off x="2684627" y="3980285"/>
            <a:ext cx="146050" cy="360680"/>
          </a:xfrm>
          <a:custGeom>
            <a:avLst/>
            <a:gdLst/>
            <a:ahLst/>
            <a:cxnLst/>
            <a:rect l="l" t="t" r="r" b="b"/>
            <a:pathLst>
              <a:path w="146050" h="360679">
                <a:moveTo>
                  <a:pt x="67272" y="25101"/>
                </a:moveTo>
                <a:lnTo>
                  <a:pt x="70237" y="16237"/>
                </a:lnTo>
                <a:lnTo>
                  <a:pt x="72920" y="8409"/>
                </a:lnTo>
                <a:lnTo>
                  <a:pt x="75038" y="2651"/>
                </a:lnTo>
                <a:lnTo>
                  <a:pt x="76308" y="0"/>
                </a:lnTo>
                <a:lnTo>
                  <a:pt x="76544" y="1474"/>
                </a:lnTo>
                <a:lnTo>
                  <a:pt x="75932" y="8032"/>
                </a:lnTo>
                <a:lnTo>
                  <a:pt x="74755" y="20614"/>
                </a:lnTo>
                <a:lnTo>
                  <a:pt x="73296" y="40162"/>
                </a:lnTo>
                <a:lnTo>
                  <a:pt x="71869" y="67068"/>
                </a:lnTo>
                <a:lnTo>
                  <a:pt x="70912" y="99527"/>
                </a:lnTo>
                <a:lnTo>
                  <a:pt x="70896" y="135187"/>
                </a:lnTo>
                <a:lnTo>
                  <a:pt x="72292" y="171694"/>
                </a:lnTo>
                <a:lnTo>
                  <a:pt x="75351" y="206884"/>
                </a:lnTo>
                <a:lnTo>
                  <a:pt x="79446" y="239343"/>
                </a:lnTo>
                <a:lnTo>
                  <a:pt x="83729" y="267849"/>
                </a:lnTo>
                <a:lnTo>
                  <a:pt x="87353" y="291178"/>
                </a:lnTo>
                <a:lnTo>
                  <a:pt x="89675" y="308577"/>
                </a:lnTo>
                <a:lnTo>
                  <a:pt x="90867" y="321174"/>
                </a:lnTo>
                <a:lnTo>
                  <a:pt x="91307" y="330572"/>
                </a:lnTo>
                <a:lnTo>
                  <a:pt x="91369" y="338369"/>
                </a:lnTo>
                <a:lnTo>
                  <a:pt x="91369" y="348410"/>
                </a:lnTo>
                <a:lnTo>
                  <a:pt x="91369" y="358450"/>
                </a:lnTo>
                <a:lnTo>
                  <a:pt x="87353" y="360458"/>
                </a:lnTo>
                <a:lnTo>
                  <a:pt x="83557" y="360458"/>
                </a:lnTo>
                <a:lnTo>
                  <a:pt x="78066" y="357446"/>
                </a:lnTo>
                <a:lnTo>
                  <a:pt x="49795" y="330541"/>
                </a:lnTo>
                <a:lnTo>
                  <a:pt x="15061" y="289170"/>
                </a:lnTo>
                <a:lnTo>
                  <a:pt x="0" y="258044"/>
                </a:lnTo>
                <a:lnTo>
                  <a:pt x="1004" y="256036"/>
                </a:lnTo>
                <a:lnTo>
                  <a:pt x="7028" y="264068"/>
                </a:lnTo>
                <a:lnTo>
                  <a:pt x="15060" y="274109"/>
                </a:lnTo>
                <a:lnTo>
                  <a:pt x="42170" y="305235"/>
                </a:lnTo>
                <a:lnTo>
                  <a:pt x="54972" y="317158"/>
                </a:lnTo>
                <a:lnTo>
                  <a:pt x="60808" y="322602"/>
                </a:lnTo>
                <a:lnTo>
                  <a:pt x="66268" y="328328"/>
                </a:lnTo>
                <a:lnTo>
                  <a:pt x="71398" y="334588"/>
                </a:lnTo>
                <a:lnTo>
                  <a:pt x="76434" y="340754"/>
                </a:lnTo>
                <a:lnTo>
                  <a:pt x="81658" y="345978"/>
                </a:lnTo>
                <a:lnTo>
                  <a:pt x="87353" y="349414"/>
                </a:lnTo>
                <a:lnTo>
                  <a:pt x="93707" y="350339"/>
                </a:lnTo>
                <a:lnTo>
                  <a:pt x="100532" y="348535"/>
                </a:lnTo>
                <a:lnTo>
                  <a:pt x="127139" y="313644"/>
                </a:lnTo>
                <a:lnTo>
                  <a:pt x="141620" y="275003"/>
                </a:lnTo>
                <a:lnTo>
                  <a:pt x="145605" y="255957"/>
                </a:lnTo>
                <a:lnTo>
                  <a:pt x="144585" y="250011"/>
                </a:lnTo>
                <a:lnTo>
                  <a:pt x="141039" y="246874"/>
                </a:lnTo>
                <a:lnTo>
                  <a:pt x="135046" y="245995"/>
                </a:lnTo>
                <a:lnTo>
                  <a:pt x="126794" y="246623"/>
                </a:lnTo>
                <a:lnTo>
                  <a:pt x="116471" y="248003"/>
                </a:lnTo>
                <a:lnTo>
                  <a:pt x="104391" y="249509"/>
                </a:lnTo>
                <a:lnTo>
                  <a:pt x="66268" y="254028"/>
                </a:lnTo>
                <a:lnTo>
                  <a:pt x="42170" y="259048"/>
                </a:lnTo>
                <a:lnTo>
                  <a:pt x="43174" y="260052"/>
                </a:lnTo>
                <a:lnTo>
                  <a:pt x="55223" y="260052"/>
                </a:lnTo>
                <a:lnTo>
                  <a:pt x="43174" y="260052"/>
                </a:lnTo>
                <a:lnTo>
                  <a:pt x="30121" y="261056"/>
                </a:lnTo>
                <a:lnTo>
                  <a:pt x="20379" y="261966"/>
                </a:lnTo>
                <a:lnTo>
                  <a:pt x="11672" y="263064"/>
                </a:lnTo>
                <a:lnTo>
                  <a:pt x="5412" y="264163"/>
                </a:lnTo>
                <a:lnTo>
                  <a:pt x="3012" y="265072"/>
                </a:lnTo>
                <a:lnTo>
                  <a:pt x="5475" y="265653"/>
                </a:lnTo>
                <a:lnTo>
                  <a:pt x="12174" y="265951"/>
                </a:lnTo>
                <a:lnTo>
                  <a:pt x="22073" y="266061"/>
                </a:lnTo>
                <a:lnTo>
                  <a:pt x="34138" y="266077"/>
                </a:lnTo>
                <a:lnTo>
                  <a:pt x="47379" y="266077"/>
                </a:lnTo>
                <a:lnTo>
                  <a:pt x="60996" y="266077"/>
                </a:lnTo>
                <a:lnTo>
                  <a:pt x="74238" y="266077"/>
                </a:lnTo>
                <a:lnTo>
                  <a:pt x="86349" y="266077"/>
                </a:lnTo>
                <a:lnTo>
                  <a:pt x="101410" y="266077"/>
                </a:lnTo>
                <a:lnTo>
                  <a:pt x="111451" y="266077"/>
                </a:lnTo>
                <a:lnTo>
                  <a:pt x="111451" y="267081"/>
                </a:lnTo>
                <a:lnTo>
                  <a:pt x="111451" y="268085"/>
                </a:lnTo>
                <a:lnTo>
                  <a:pt x="101410" y="270093"/>
                </a:lnTo>
                <a:lnTo>
                  <a:pt x="91369" y="271097"/>
                </a:lnTo>
                <a:lnTo>
                  <a:pt x="83808" y="271709"/>
                </a:lnTo>
                <a:lnTo>
                  <a:pt x="76057" y="272226"/>
                </a:lnTo>
                <a:lnTo>
                  <a:pt x="67931" y="272932"/>
                </a:lnTo>
                <a:lnTo>
                  <a:pt x="29117" y="284150"/>
                </a:lnTo>
                <a:lnTo>
                  <a:pt x="39158" y="284150"/>
                </a:lnTo>
                <a:lnTo>
                  <a:pt x="49199" y="284150"/>
                </a:lnTo>
                <a:lnTo>
                  <a:pt x="99402" y="284150"/>
                </a:lnTo>
                <a:lnTo>
                  <a:pt x="102414" y="289170"/>
                </a:lnTo>
                <a:lnTo>
                  <a:pt x="80560" y="323559"/>
                </a:lnTo>
                <a:lnTo>
                  <a:pt x="76308" y="322304"/>
                </a:lnTo>
                <a:lnTo>
                  <a:pt x="72998" y="317676"/>
                </a:lnTo>
                <a:lnTo>
                  <a:pt x="70159" y="310883"/>
                </a:lnTo>
                <a:lnTo>
                  <a:pt x="67131" y="303525"/>
                </a:lnTo>
                <a:lnTo>
                  <a:pt x="63256" y="297202"/>
                </a:lnTo>
                <a:lnTo>
                  <a:pt x="58047" y="293139"/>
                </a:lnTo>
                <a:lnTo>
                  <a:pt x="51709" y="291052"/>
                </a:lnTo>
                <a:lnTo>
                  <a:pt x="44618" y="290284"/>
                </a:lnTo>
                <a:lnTo>
                  <a:pt x="37150" y="290174"/>
                </a:lnTo>
              </a:path>
            </a:pathLst>
          </a:custGeom>
          <a:ln w="367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5" name="object 55"/>
          <p:cNvGrpSpPr/>
          <p:nvPr/>
        </p:nvGrpSpPr>
        <p:grpSpPr>
          <a:xfrm>
            <a:off x="2276675" y="4574561"/>
            <a:ext cx="608330" cy="270510"/>
            <a:chOff x="2276675" y="4574561"/>
            <a:chExt cx="608330" cy="270510"/>
          </a:xfrm>
        </p:grpSpPr>
        <p:sp>
          <p:nvSpPr>
            <p:cNvPr id="56" name="object 56"/>
            <p:cNvSpPr/>
            <p:nvPr/>
          </p:nvSpPr>
          <p:spPr>
            <a:xfrm>
              <a:off x="2295050" y="4592936"/>
              <a:ext cx="120014" cy="233679"/>
            </a:xfrm>
            <a:custGeom>
              <a:avLst/>
              <a:gdLst/>
              <a:ahLst/>
              <a:cxnLst/>
              <a:rect l="l" t="t" r="r" b="b"/>
              <a:pathLst>
                <a:path w="120014" h="233679">
                  <a:moveTo>
                    <a:pt x="11044" y="14888"/>
                  </a:moveTo>
                  <a:lnTo>
                    <a:pt x="46673" y="0"/>
                  </a:lnTo>
                  <a:lnTo>
                    <a:pt x="54345" y="203"/>
                  </a:lnTo>
                  <a:lnTo>
                    <a:pt x="59192" y="972"/>
                  </a:lnTo>
                  <a:lnTo>
                    <a:pt x="59239" y="1835"/>
                  </a:lnTo>
                  <a:lnTo>
                    <a:pt x="53246" y="2478"/>
                  </a:lnTo>
                  <a:lnTo>
                    <a:pt x="42923" y="3216"/>
                  </a:lnTo>
                  <a:lnTo>
                    <a:pt x="30718" y="4518"/>
                  </a:lnTo>
                  <a:lnTo>
                    <a:pt x="0" y="41998"/>
                  </a:lnTo>
                  <a:lnTo>
                    <a:pt x="1898" y="61765"/>
                  </a:lnTo>
                  <a:lnTo>
                    <a:pt x="5396" y="84921"/>
                  </a:lnTo>
                  <a:lnTo>
                    <a:pt x="9460" y="109207"/>
                  </a:lnTo>
                  <a:lnTo>
                    <a:pt x="13052" y="132363"/>
                  </a:lnTo>
                  <a:lnTo>
                    <a:pt x="15374" y="152570"/>
                  </a:lnTo>
                  <a:lnTo>
                    <a:pt x="16567" y="169765"/>
                  </a:lnTo>
                  <a:lnTo>
                    <a:pt x="17006" y="184324"/>
                  </a:lnTo>
                  <a:lnTo>
                    <a:pt x="17069" y="196623"/>
                  </a:lnTo>
                  <a:lnTo>
                    <a:pt x="17147" y="206994"/>
                  </a:lnTo>
                  <a:lnTo>
                    <a:pt x="33636" y="233272"/>
                  </a:lnTo>
                  <a:lnTo>
                    <a:pt x="42704" y="232833"/>
                  </a:lnTo>
                  <a:lnTo>
                    <a:pt x="54219" y="229758"/>
                  </a:lnTo>
                  <a:lnTo>
                    <a:pt x="68229" y="223859"/>
                  </a:lnTo>
                  <a:lnTo>
                    <a:pt x="84215" y="215701"/>
                  </a:lnTo>
                  <a:lnTo>
                    <a:pt x="101520" y="206037"/>
                  </a:lnTo>
                  <a:lnTo>
                    <a:pt x="119483" y="195619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2330193" y="4722289"/>
              <a:ext cx="42545" cy="12065"/>
            </a:xfrm>
            <a:custGeom>
              <a:avLst/>
              <a:gdLst/>
              <a:ahLst/>
              <a:cxnLst/>
              <a:rect l="l" t="t" r="r" b="b"/>
              <a:pathLst>
                <a:path w="42544" h="12064">
                  <a:moveTo>
                    <a:pt x="0" y="12048"/>
                  </a:moveTo>
                  <a:lnTo>
                    <a:pt x="10542" y="9036"/>
                  </a:lnTo>
                  <a:lnTo>
                    <a:pt x="21085" y="6024"/>
                  </a:lnTo>
                  <a:lnTo>
                    <a:pt x="31627" y="3012"/>
                  </a:lnTo>
                  <a:lnTo>
                    <a:pt x="42170" y="0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450379" y="4594471"/>
              <a:ext cx="169286" cy="232542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655458" y="4594471"/>
              <a:ext cx="229280" cy="238566"/>
            </a:xfrm>
            <a:prstGeom prst="rect">
              <a:avLst/>
            </a:prstGeom>
          </p:spPr>
        </p:pic>
      </p:grpSp>
      <p:sp>
        <p:nvSpPr>
          <p:cNvPr id="60" name="object 60"/>
          <p:cNvSpPr/>
          <p:nvPr/>
        </p:nvSpPr>
        <p:spPr>
          <a:xfrm>
            <a:off x="3697728" y="2252291"/>
            <a:ext cx="466090" cy="137160"/>
          </a:xfrm>
          <a:custGeom>
            <a:avLst/>
            <a:gdLst/>
            <a:ahLst/>
            <a:cxnLst/>
            <a:rect l="l" t="t" r="r" b="b"/>
            <a:pathLst>
              <a:path w="466089" h="137160">
                <a:moveTo>
                  <a:pt x="0" y="72292"/>
                </a:moveTo>
                <a:lnTo>
                  <a:pt x="49622" y="73751"/>
                </a:lnTo>
                <a:lnTo>
                  <a:pt x="98774" y="74928"/>
                </a:lnTo>
                <a:lnTo>
                  <a:pt x="146985" y="75540"/>
                </a:lnTo>
                <a:lnTo>
                  <a:pt x="193784" y="75304"/>
                </a:lnTo>
                <a:lnTo>
                  <a:pt x="238575" y="74065"/>
                </a:lnTo>
                <a:lnTo>
                  <a:pt x="280259" y="72167"/>
                </a:lnTo>
                <a:lnTo>
                  <a:pt x="317613" y="70080"/>
                </a:lnTo>
                <a:lnTo>
                  <a:pt x="349414" y="68276"/>
                </a:lnTo>
                <a:lnTo>
                  <a:pt x="374845" y="67099"/>
                </a:lnTo>
                <a:lnTo>
                  <a:pt x="394722" y="66393"/>
                </a:lnTo>
                <a:lnTo>
                  <a:pt x="410269" y="65876"/>
                </a:lnTo>
                <a:lnTo>
                  <a:pt x="422710" y="65264"/>
                </a:lnTo>
                <a:lnTo>
                  <a:pt x="433002" y="64307"/>
                </a:lnTo>
                <a:lnTo>
                  <a:pt x="441035" y="62879"/>
                </a:lnTo>
                <a:lnTo>
                  <a:pt x="446431" y="60887"/>
                </a:lnTo>
                <a:lnTo>
                  <a:pt x="448816" y="58235"/>
                </a:lnTo>
                <a:lnTo>
                  <a:pt x="447938" y="54847"/>
                </a:lnTo>
                <a:lnTo>
                  <a:pt x="406520" y="27109"/>
                </a:lnTo>
                <a:lnTo>
                  <a:pt x="383552" y="14056"/>
                </a:lnTo>
                <a:lnTo>
                  <a:pt x="373856" y="8471"/>
                </a:lnTo>
                <a:lnTo>
                  <a:pt x="366232" y="4016"/>
                </a:lnTo>
                <a:lnTo>
                  <a:pt x="361243" y="1066"/>
                </a:lnTo>
                <a:lnTo>
                  <a:pt x="359454" y="0"/>
                </a:lnTo>
                <a:lnTo>
                  <a:pt x="361274" y="1066"/>
                </a:lnTo>
                <a:lnTo>
                  <a:pt x="366483" y="4016"/>
                </a:lnTo>
                <a:lnTo>
                  <a:pt x="412670" y="27109"/>
                </a:lnTo>
                <a:lnTo>
                  <a:pt x="426789" y="33824"/>
                </a:lnTo>
                <a:lnTo>
                  <a:pt x="439779" y="40162"/>
                </a:lnTo>
                <a:lnTo>
                  <a:pt x="450636" y="45826"/>
                </a:lnTo>
                <a:lnTo>
                  <a:pt x="458857" y="50830"/>
                </a:lnTo>
                <a:lnTo>
                  <a:pt x="464065" y="55270"/>
                </a:lnTo>
                <a:lnTo>
                  <a:pt x="465885" y="59239"/>
                </a:lnTo>
                <a:lnTo>
                  <a:pt x="465885" y="64260"/>
                </a:lnTo>
                <a:lnTo>
                  <a:pt x="455844" y="68276"/>
                </a:lnTo>
                <a:lnTo>
                  <a:pt x="446808" y="73296"/>
                </a:lnTo>
                <a:lnTo>
                  <a:pt x="408089" y="108156"/>
                </a:lnTo>
                <a:lnTo>
                  <a:pt x="398111" y="119483"/>
                </a:lnTo>
                <a:lnTo>
                  <a:pt x="388886" y="129304"/>
                </a:lnTo>
                <a:lnTo>
                  <a:pt x="381544" y="135548"/>
                </a:lnTo>
                <a:lnTo>
                  <a:pt x="376869" y="136568"/>
                </a:lnTo>
                <a:lnTo>
                  <a:pt x="374264" y="132410"/>
                </a:lnTo>
                <a:lnTo>
                  <a:pt x="372789" y="123546"/>
                </a:lnTo>
                <a:lnTo>
                  <a:pt x="371503" y="110447"/>
                </a:lnTo>
                <a:lnTo>
                  <a:pt x="369683" y="93817"/>
                </a:lnTo>
                <a:lnTo>
                  <a:pt x="367487" y="75304"/>
                </a:lnTo>
                <a:lnTo>
                  <a:pt x="365290" y="56792"/>
                </a:lnTo>
                <a:lnTo>
                  <a:pt x="363471" y="40162"/>
                </a:lnTo>
                <a:lnTo>
                  <a:pt x="362310" y="26984"/>
                </a:lnTo>
                <a:lnTo>
                  <a:pt x="361714" y="17571"/>
                </a:lnTo>
                <a:lnTo>
                  <a:pt x="361494" y="11923"/>
                </a:lnTo>
                <a:lnTo>
                  <a:pt x="361463" y="10040"/>
                </a:lnTo>
                <a:lnTo>
                  <a:pt x="361463" y="20081"/>
                </a:lnTo>
                <a:lnTo>
                  <a:pt x="361463" y="35142"/>
                </a:lnTo>
                <a:lnTo>
                  <a:pt x="361447" y="47049"/>
                </a:lnTo>
                <a:lnTo>
                  <a:pt x="361337" y="58863"/>
                </a:lnTo>
                <a:lnTo>
                  <a:pt x="361039" y="68605"/>
                </a:lnTo>
                <a:lnTo>
                  <a:pt x="360458" y="74300"/>
                </a:lnTo>
                <a:lnTo>
                  <a:pt x="359548" y="74567"/>
                </a:lnTo>
                <a:lnTo>
                  <a:pt x="358450" y="70410"/>
                </a:lnTo>
                <a:lnTo>
                  <a:pt x="357352" y="63428"/>
                </a:lnTo>
                <a:lnTo>
                  <a:pt x="356442" y="55223"/>
                </a:lnTo>
                <a:lnTo>
                  <a:pt x="355438" y="44178"/>
                </a:lnTo>
                <a:lnTo>
                  <a:pt x="355438" y="34138"/>
                </a:lnTo>
                <a:lnTo>
                  <a:pt x="358450" y="33134"/>
                </a:lnTo>
                <a:lnTo>
                  <a:pt x="361258" y="33997"/>
                </a:lnTo>
                <a:lnTo>
                  <a:pt x="387945" y="71163"/>
                </a:lnTo>
                <a:lnTo>
                  <a:pt x="393169" y="78897"/>
                </a:lnTo>
                <a:lnTo>
                  <a:pt x="396605" y="83337"/>
                </a:lnTo>
                <a:lnTo>
                  <a:pt x="397624" y="83368"/>
                </a:lnTo>
                <a:lnTo>
                  <a:pt x="396479" y="79823"/>
                </a:lnTo>
                <a:lnTo>
                  <a:pt x="393640" y="74018"/>
                </a:lnTo>
                <a:lnTo>
                  <a:pt x="389576" y="67272"/>
                </a:lnTo>
                <a:lnTo>
                  <a:pt x="383552" y="58235"/>
                </a:lnTo>
                <a:lnTo>
                  <a:pt x="375519" y="50203"/>
                </a:lnTo>
                <a:lnTo>
                  <a:pt x="376523" y="48195"/>
                </a:lnTo>
                <a:lnTo>
                  <a:pt x="413674" y="66268"/>
                </a:lnTo>
                <a:lnTo>
                  <a:pt x="412670" y="70284"/>
                </a:lnTo>
                <a:lnTo>
                  <a:pt x="411666" y="74300"/>
                </a:lnTo>
                <a:lnTo>
                  <a:pt x="401625" y="76308"/>
                </a:lnTo>
                <a:lnTo>
                  <a:pt x="392588" y="80325"/>
                </a:lnTo>
                <a:lnTo>
                  <a:pt x="383552" y="84341"/>
                </a:lnTo>
                <a:lnTo>
                  <a:pt x="375519" y="90365"/>
                </a:lnTo>
                <a:lnTo>
                  <a:pt x="378532" y="90365"/>
                </a:lnTo>
                <a:lnTo>
                  <a:pt x="381544" y="90365"/>
                </a:lnTo>
                <a:lnTo>
                  <a:pt x="395601" y="84341"/>
                </a:lnTo>
                <a:lnTo>
                  <a:pt x="399617" y="87353"/>
                </a:lnTo>
                <a:lnTo>
                  <a:pt x="400903" y="91165"/>
                </a:lnTo>
                <a:lnTo>
                  <a:pt x="399366" y="97519"/>
                </a:lnTo>
                <a:lnTo>
                  <a:pt x="395946" y="105567"/>
                </a:lnTo>
                <a:lnTo>
                  <a:pt x="391584" y="114463"/>
                </a:lnTo>
              </a:path>
            </a:pathLst>
          </a:custGeom>
          <a:ln w="367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1" name="object 61"/>
          <p:cNvGrpSpPr/>
          <p:nvPr/>
        </p:nvGrpSpPr>
        <p:grpSpPr>
          <a:xfrm>
            <a:off x="4382292" y="1994353"/>
            <a:ext cx="2538095" cy="906144"/>
            <a:chOff x="4382292" y="1994353"/>
            <a:chExt cx="2538095" cy="906144"/>
          </a:xfrm>
        </p:grpSpPr>
        <p:sp>
          <p:nvSpPr>
            <p:cNvPr id="62" name="object 62"/>
            <p:cNvSpPr/>
            <p:nvPr/>
          </p:nvSpPr>
          <p:spPr>
            <a:xfrm>
              <a:off x="4400667" y="2051478"/>
              <a:ext cx="189230" cy="347345"/>
            </a:xfrm>
            <a:custGeom>
              <a:avLst/>
              <a:gdLst/>
              <a:ahLst/>
              <a:cxnLst/>
              <a:rect l="l" t="t" r="r" b="b"/>
              <a:pathLst>
                <a:path w="189229" h="347344">
                  <a:moveTo>
                    <a:pt x="146499" y="44178"/>
                  </a:moveTo>
                  <a:lnTo>
                    <a:pt x="126966" y="84733"/>
                  </a:lnTo>
                  <a:lnTo>
                    <a:pt x="107717" y="124629"/>
                  </a:lnTo>
                  <a:lnTo>
                    <a:pt x="89032" y="163207"/>
                  </a:lnTo>
                  <a:lnTo>
                    <a:pt x="71194" y="199808"/>
                  </a:lnTo>
                  <a:lnTo>
                    <a:pt x="39315" y="264570"/>
                  </a:lnTo>
                  <a:lnTo>
                    <a:pt x="26011" y="291586"/>
                  </a:lnTo>
                  <a:lnTo>
                    <a:pt x="14966" y="314272"/>
                  </a:lnTo>
                  <a:lnTo>
                    <a:pt x="6589" y="331937"/>
                  </a:lnTo>
                  <a:lnTo>
                    <a:pt x="1411" y="343389"/>
                  </a:lnTo>
                  <a:lnTo>
                    <a:pt x="0" y="347312"/>
                  </a:lnTo>
                  <a:lnTo>
                    <a:pt x="2918" y="342385"/>
                  </a:lnTo>
                  <a:lnTo>
                    <a:pt x="22120" y="304356"/>
                  </a:lnTo>
                  <a:lnTo>
                    <a:pt x="54125" y="236959"/>
                  </a:lnTo>
                  <a:lnTo>
                    <a:pt x="72716" y="196137"/>
                  </a:lnTo>
                  <a:lnTo>
                    <a:pt x="91401" y="154374"/>
                  </a:lnTo>
                  <a:lnTo>
                    <a:pt x="108768" y="115247"/>
                  </a:lnTo>
                  <a:lnTo>
                    <a:pt x="123405" y="82333"/>
                  </a:lnTo>
                  <a:lnTo>
                    <a:pt x="142231" y="41543"/>
                  </a:lnTo>
                  <a:lnTo>
                    <a:pt x="164070" y="6400"/>
                  </a:lnTo>
                  <a:lnTo>
                    <a:pt x="171600" y="0"/>
                  </a:lnTo>
                  <a:lnTo>
                    <a:pt x="172997" y="2117"/>
                  </a:lnTo>
                  <a:lnTo>
                    <a:pt x="172981" y="9413"/>
                  </a:lnTo>
                  <a:lnTo>
                    <a:pt x="172024" y="23297"/>
                  </a:lnTo>
                  <a:lnTo>
                    <a:pt x="170596" y="45182"/>
                  </a:lnTo>
                  <a:lnTo>
                    <a:pt x="169169" y="75681"/>
                  </a:lnTo>
                  <a:lnTo>
                    <a:pt x="168212" y="112204"/>
                  </a:lnTo>
                  <a:lnTo>
                    <a:pt x="168196" y="151362"/>
                  </a:lnTo>
                  <a:lnTo>
                    <a:pt x="169592" y="189768"/>
                  </a:lnTo>
                  <a:lnTo>
                    <a:pt x="172714" y="224769"/>
                  </a:lnTo>
                  <a:lnTo>
                    <a:pt x="177248" y="256663"/>
                  </a:lnTo>
                  <a:lnTo>
                    <a:pt x="182723" y="286487"/>
                  </a:lnTo>
                  <a:lnTo>
                    <a:pt x="188669" y="315276"/>
                  </a:lnTo>
                </a:path>
              </a:pathLst>
            </a:custGeom>
            <a:ln w="36749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4480898" y="2276388"/>
              <a:ext cx="84455" cy="18415"/>
            </a:xfrm>
            <a:custGeom>
              <a:avLst/>
              <a:gdLst/>
              <a:ahLst/>
              <a:cxnLst/>
              <a:rect l="l" t="t" r="r" b="b"/>
              <a:pathLst>
                <a:path w="84454" h="18414">
                  <a:moveTo>
                    <a:pt x="0" y="18073"/>
                  </a:moveTo>
                  <a:lnTo>
                    <a:pt x="21085" y="13554"/>
                  </a:lnTo>
                  <a:lnTo>
                    <a:pt x="42170" y="9036"/>
                  </a:lnTo>
                  <a:lnTo>
                    <a:pt x="63255" y="4518"/>
                  </a:lnTo>
                  <a:lnTo>
                    <a:pt x="84341" y="0"/>
                  </a:lnTo>
                </a:path>
              </a:pathLst>
            </a:custGeom>
            <a:ln w="36749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633214" y="1994353"/>
              <a:ext cx="2286856" cy="905861"/>
            </a:xfrm>
            <a:prstGeom prst="rect">
              <a:avLst/>
            </a:prstGeom>
          </p:spPr>
        </p:pic>
      </p:grpSp>
      <p:grpSp>
        <p:nvGrpSpPr>
          <p:cNvPr id="65" name="object 65"/>
          <p:cNvGrpSpPr/>
          <p:nvPr/>
        </p:nvGrpSpPr>
        <p:grpSpPr>
          <a:xfrm>
            <a:off x="4529294" y="3015579"/>
            <a:ext cx="1201420" cy="383540"/>
            <a:chOff x="4529294" y="3015579"/>
            <a:chExt cx="1201420" cy="383540"/>
          </a:xfrm>
        </p:grpSpPr>
        <p:sp>
          <p:nvSpPr>
            <p:cNvPr id="66" name="object 66"/>
            <p:cNvSpPr/>
            <p:nvPr/>
          </p:nvSpPr>
          <p:spPr>
            <a:xfrm>
              <a:off x="4547669" y="3033954"/>
              <a:ext cx="177800" cy="345440"/>
            </a:xfrm>
            <a:custGeom>
              <a:avLst/>
              <a:gdLst/>
              <a:ahLst/>
              <a:cxnLst/>
              <a:rect l="l" t="t" r="r" b="b"/>
              <a:pathLst>
                <a:path w="177800" h="345439">
                  <a:moveTo>
                    <a:pt x="17571" y="55725"/>
                  </a:moveTo>
                  <a:lnTo>
                    <a:pt x="16080" y="45386"/>
                  </a:lnTo>
                  <a:lnTo>
                    <a:pt x="14684" y="36271"/>
                  </a:lnTo>
                  <a:lnTo>
                    <a:pt x="13476" y="29604"/>
                  </a:lnTo>
                  <a:lnTo>
                    <a:pt x="12550" y="26607"/>
                  </a:lnTo>
                  <a:lnTo>
                    <a:pt x="11986" y="28537"/>
                  </a:lnTo>
                  <a:lnTo>
                    <a:pt x="11797" y="36773"/>
                  </a:lnTo>
                  <a:lnTo>
                    <a:pt x="11986" y="52728"/>
                  </a:lnTo>
                  <a:lnTo>
                    <a:pt x="12550" y="77814"/>
                  </a:lnTo>
                  <a:lnTo>
                    <a:pt x="13460" y="112408"/>
                  </a:lnTo>
                  <a:lnTo>
                    <a:pt x="14559" y="152743"/>
                  </a:lnTo>
                  <a:lnTo>
                    <a:pt x="15657" y="194019"/>
                  </a:lnTo>
                  <a:lnTo>
                    <a:pt x="16567" y="231436"/>
                  </a:lnTo>
                  <a:lnTo>
                    <a:pt x="17178" y="261276"/>
                  </a:lnTo>
                  <a:lnTo>
                    <a:pt x="17696" y="284150"/>
                  </a:lnTo>
                  <a:lnTo>
                    <a:pt x="21399" y="327528"/>
                  </a:lnTo>
                  <a:lnTo>
                    <a:pt x="27611" y="344895"/>
                  </a:lnTo>
                  <a:lnTo>
                    <a:pt x="28710" y="342448"/>
                  </a:lnTo>
                  <a:lnTo>
                    <a:pt x="28867" y="334353"/>
                  </a:lnTo>
                  <a:lnTo>
                    <a:pt x="27894" y="319480"/>
                  </a:lnTo>
                  <a:lnTo>
                    <a:pt x="25603" y="296700"/>
                  </a:lnTo>
                  <a:lnTo>
                    <a:pt x="21948" y="265637"/>
                  </a:lnTo>
                  <a:lnTo>
                    <a:pt x="17445" y="228926"/>
                  </a:lnTo>
                  <a:lnTo>
                    <a:pt x="12754" y="189956"/>
                  </a:lnTo>
                  <a:lnTo>
                    <a:pt x="5302" y="118244"/>
                  </a:lnTo>
                  <a:lnTo>
                    <a:pt x="1474" y="64432"/>
                  </a:lnTo>
                  <a:lnTo>
                    <a:pt x="0" y="29666"/>
                  </a:lnTo>
                  <a:lnTo>
                    <a:pt x="251" y="18700"/>
                  </a:lnTo>
                  <a:lnTo>
                    <a:pt x="1631" y="10934"/>
                  </a:lnTo>
                  <a:lnTo>
                    <a:pt x="4518" y="5522"/>
                  </a:lnTo>
                  <a:lnTo>
                    <a:pt x="9224" y="1819"/>
                  </a:lnTo>
                  <a:lnTo>
                    <a:pt x="15814" y="0"/>
                  </a:lnTo>
                  <a:lnTo>
                    <a:pt x="24285" y="439"/>
                  </a:lnTo>
                  <a:lnTo>
                    <a:pt x="60745" y="18826"/>
                  </a:lnTo>
                  <a:lnTo>
                    <a:pt x="92875" y="47693"/>
                  </a:lnTo>
                  <a:lnTo>
                    <a:pt x="128143" y="90365"/>
                  </a:lnTo>
                  <a:lnTo>
                    <a:pt x="158140" y="142075"/>
                  </a:lnTo>
                  <a:lnTo>
                    <a:pt x="174707" y="196419"/>
                  </a:lnTo>
                  <a:lnTo>
                    <a:pt x="177342" y="222133"/>
                  </a:lnTo>
                  <a:lnTo>
                    <a:pt x="176213" y="245493"/>
                  </a:lnTo>
                  <a:lnTo>
                    <a:pt x="163662" y="282769"/>
                  </a:lnTo>
                  <a:lnTo>
                    <a:pt x="129681" y="318194"/>
                  </a:lnTo>
                  <a:lnTo>
                    <a:pt x="89863" y="334855"/>
                  </a:lnTo>
                  <a:lnTo>
                    <a:pt x="63632" y="337741"/>
                  </a:lnTo>
                  <a:lnTo>
                    <a:pt x="52164" y="336690"/>
                  </a:lnTo>
                  <a:lnTo>
                    <a:pt x="23595" y="308749"/>
                  </a:lnTo>
                </a:path>
              </a:pathLst>
            </a:custGeom>
            <a:ln w="36749">
              <a:solidFill>
                <a:srgbClr val="0061F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4773081" y="3220036"/>
              <a:ext cx="129539" cy="148590"/>
            </a:xfrm>
            <a:custGeom>
              <a:avLst/>
              <a:gdLst/>
              <a:ahLst/>
              <a:cxnLst/>
              <a:rect l="l" t="t" r="r" b="b"/>
              <a:pathLst>
                <a:path w="129539" h="148589">
                  <a:moveTo>
                    <a:pt x="15061" y="92546"/>
                  </a:moveTo>
                  <a:lnTo>
                    <a:pt x="58125" y="78991"/>
                  </a:lnTo>
                  <a:lnTo>
                    <a:pt x="95699" y="59647"/>
                  </a:lnTo>
                  <a:lnTo>
                    <a:pt x="103544" y="38201"/>
                  </a:lnTo>
                  <a:lnTo>
                    <a:pt x="101112" y="30090"/>
                  </a:lnTo>
                  <a:lnTo>
                    <a:pt x="62204" y="4330"/>
                  </a:lnTo>
                  <a:lnTo>
                    <a:pt x="39786" y="0"/>
                  </a:lnTo>
                  <a:lnTo>
                    <a:pt x="30874" y="1553"/>
                  </a:lnTo>
                  <a:lnTo>
                    <a:pt x="4267" y="48493"/>
                  </a:lnTo>
                  <a:lnTo>
                    <a:pt x="0" y="87526"/>
                  </a:lnTo>
                  <a:lnTo>
                    <a:pt x="2510" y="105316"/>
                  </a:lnTo>
                  <a:lnTo>
                    <a:pt x="34138" y="141745"/>
                  </a:lnTo>
                  <a:lnTo>
                    <a:pt x="76936" y="148397"/>
                  </a:lnTo>
                  <a:lnTo>
                    <a:pt x="102618" y="148099"/>
                  </a:lnTo>
                  <a:lnTo>
                    <a:pt x="129524" y="146765"/>
                  </a:lnTo>
                </a:path>
              </a:pathLst>
            </a:custGeom>
            <a:ln w="36749">
              <a:solidFill>
                <a:srgbClr val="0061F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4944022" y="3227315"/>
              <a:ext cx="139700" cy="138430"/>
            </a:xfrm>
            <a:custGeom>
              <a:avLst/>
              <a:gdLst/>
              <a:ahLst/>
              <a:cxnLst/>
              <a:rect l="l" t="t" r="r" b="b"/>
              <a:pathLst>
                <a:path w="139700" h="138429">
                  <a:moveTo>
                    <a:pt x="109191" y="43096"/>
                  </a:moveTo>
                  <a:lnTo>
                    <a:pt x="82443" y="7561"/>
                  </a:lnTo>
                  <a:lnTo>
                    <a:pt x="55427" y="0"/>
                  </a:lnTo>
                  <a:lnTo>
                    <a:pt x="41919" y="925"/>
                  </a:lnTo>
                  <a:lnTo>
                    <a:pt x="11985" y="26058"/>
                  </a:lnTo>
                  <a:lnTo>
                    <a:pt x="0" y="67319"/>
                  </a:lnTo>
                  <a:lnTo>
                    <a:pt x="1819" y="81862"/>
                  </a:lnTo>
                  <a:lnTo>
                    <a:pt x="32506" y="122542"/>
                  </a:lnTo>
                  <a:lnTo>
                    <a:pt x="85094" y="138074"/>
                  </a:lnTo>
                  <a:lnTo>
                    <a:pt x="103167" y="134717"/>
                  </a:lnTo>
                  <a:lnTo>
                    <a:pt x="121240" y="128724"/>
                  </a:lnTo>
                  <a:lnTo>
                    <a:pt x="139313" y="121413"/>
                  </a:lnTo>
                </a:path>
              </a:pathLst>
            </a:custGeom>
            <a:ln w="36749">
              <a:solidFill>
                <a:srgbClr val="0061F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5107434" y="3213180"/>
              <a:ext cx="6350" cy="153670"/>
            </a:xfrm>
            <a:custGeom>
              <a:avLst/>
              <a:gdLst/>
              <a:ahLst/>
              <a:cxnLst/>
              <a:rect l="l" t="t" r="r" b="b"/>
              <a:pathLst>
                <a:path w="6350" h="153670">
                  <a:moveTo>
                    <a:pt x="0" y="39158"/>
                  </a:moveTo>
                  <a:lnTo>
                    <a:pt x="1474" y="25838"/>
                  </a:lnTo>
                  <a:lnTo>
                    <a:pt x="2761" y="13931"/>
                  </a:lnTo>
                  <a:lnTo>
                    <a:pt x="3671" y="4847"/>
                  </a:lnTo>
                  <a:lnTo>
                    <a:pt x="4016" y="0"/>
                  </a:lnTo>
                  <a:lnTo>
                    <a:pt x="3686" y="486"/>
                  </a:lnTo>
                  <a:lnTo>
                    <a:pt x="423" y="49246"/>
                  </a:lnTo>
                  <a:lnTo>
                    <a:pt x="15" y="88875"/>
                  </a:lnTo>
                  <a:lnTo>
                    <a:pt x="0" y="106430"/>
                  </a:lnTo>
                  <a:lnTo>
                    <a:pt x="15" y="120283"/>
                  </a:lnTo>
                  <a:lnTo>
                    <a:pt x="4016" y="151613"/>
                  </a:lnTo>
                  <a:lnTo>
                    <a:pt x="6024" y="153621"/>
                  </a:lnTo>
                </a:path>
              </a:pathLst>
            </a:custGeom>
            <a:ln w="36749">
              <a:solidFill>
                <a:srgbClr val="0061F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5095386" y="3131851"/>
              <a:ext cx="6350" cy="12065"/>
            </a:xfrm>
            <a:custGeom>
              <a:avLst/>
              <a:gdLst/>
              <a:ahLst/>
              <a:cxnLst/>
              <a:rect l="l" t="t" r="r" b="b"/>
              <a:pathLst>
                <a:path w="6350" h="12064">
                  <a:moveTo>
                    <a:pt x="0" y="12048"/>
                  </a:moveTo>
                  <a:lnTo>
                    <a:pt x="2008" y="8032"/>
                  </a:lnTo>
                  <a:lnTo>
                    <a:pt x="4016" y="4016"/>
                  </a:lnTo>
                  <a:lnTo>
                    <a:pt x="6024" y="0"/>
                  </a:lnTo>
                </a:path>
              </a:pathLst>
            </a:custGeom>
            <a:ln w="36749">
              <a:solidFill>
                <a:srgbClr val="0061F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5155629" y="3212082"/>
              <a:ext cx="118745" cy="168275"/>
            </a:xfrm>
            <a:custGeom>
              <a:avLst/>
              <a:gdLst/>
              <a:ahLst/>
              <a:cxnLst/>
              <a:rect l="l" t="t" r="r" b="b"/>
              <a:pathLst>
                <a:path w="118745" h="168275">
                  <a:moveTo>
                    <a:pt x="108438" y="40256"/>
                  </a:moveTo>
                  <a:lnTo>
                    <a:pt x="89487" y="2353"/>
                  </a:lnTo>
                  <a:lnTo>
                    <a:pt x="82599" y="0"/>
                  </a:lnTo>
                  <a:lnTo>
                    <a:pt x="74300" y="94"/>
                  </a:lnTo>
                  <a:lnTo>
                    <a:pt x="39158" y="27203"/>
                  </a:lnTo>
                  <a:lnTo>
                    <a:pt x="35393" y="52179"/>
                  </a:lnTo>
                  <a:lnTo>
                    <a:pt x="38593" y="64903"/>
                  </a:lnTo>
                  <a:lnTo>
                    <a:pt x="66644" y="93597"/>
                  </a:lnTo>
                  <a:lnTo>
                    <a:pt x="90365" y="105520"/>
                  </a:lnTo>
                  <a:lnTo>
                    <a:pt x="99810" y="110650"/>
                  </a:lnTo>
                  <a:lnTo>
                    <a:pt x="118730" y="139784"/>
                  </a:lnTo>
                  <a:lnTo>
                    <a:pt x="116188" y="146797"/>
                  </a:lnTo>
                  <a:lnTo>
                    <a:pt x="110446" y="153715"/>
                  </a:lnTo>
                  <a:lnTo>
                    <a:pt x="101190" y="160148"/>
                  </a:lnTo>
                  <a:lnTo>
                    <a:pt x="89110" y="165262"/>
                  </a:lnTo>
                  <a:lnTo>
                    <a:pt x="75147" y="168117"/>
                  </a:lnTo>
                  <a:lnTo>
                    <a:pt x="60243" y="167772"/>
                  </a:lnTo>
                  <a:lnTo>
                    <a:pt x="45182" y="163615"/>
                  </a:lnTo>
                  <a:lnTo>
                    <a:pt x="30121" y="156351"/>
                  </a:lnTo>
                  <a:lnTo>
                    <a:pt x="15060" y="147016"/>
                  </a:lnTo>
                  <a:lnTo>
                    <a:pt x="0" y="136646"/>
                  </a:lnTo>
                </a:path>
              </a:pathLst>
            </a:custGeom>
            <a:ln w="36749">
              <a:solidFill>
                <a:srgbClr val="0061F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5348409" y="3227237"/>
              <a:ext cx="6350" cy="151765"/>
            </a:xfrm>
            <a:custGeom>
              <a:avLst/>
              <a:gdLst/>
              <a:ahLst/>
              <a:cxnLst/>
              <a:rect l="l" t="t" r="r" b="b"/>
              <a:pathLst>
                <a:path w="6350" h="151764">
                  <a:moveTo>
                    <a:pt x="6024" y="25101"/>
                  </a:moveTo>
                  <a:lnTo>
                    <a:pt x="4534" y="16237"/>
                  </a:lnTo>
                  <a:lnTo>
                    <a:pt x="3137" y="8409"/>
                  </a:lnTo>
                  <a:lnTo>
                    <a:pt x="1929" y="2651"/>
                  </a:lnTo>
                  <a:lnTo>
                    <a:pt x="1004" y="0"/>
                  </a:lnTo>
                  <a:lnTo>
                    <a:pt x="423" y="1317"/>
                  </a:lnTo>
                  <a:lnTo>
                    <a:pt x="125" y="6777"/>
                  </a:lnTo>
                  <a:lnTo>
                    <a:pt x="15" y="16378"/>
                  </a:lnTo>
                  <a:lnTo>
                    <a:pt x="0" y="30121"/>
                  </a:lnTo>
                  <a:lnTo>
                    <a:pt x="0" y="47661"/>
                  </a:lnTo>
                  <a:lnTo>
                    <a:pt x="0" y="67272"/>
                  </a:lnTo>
                  <a:lnTo>
                    <a:pt x="0" y="86882"/>
                  </a:lnTo>
                  <a:lnTo>
                    <a:pt x="0" y="104422"/>
                  </a:lnTo>
                  <a:lnTo>
                    <a:pt x="15" y="118275"/>
                  </a:lnTo>
                  <a:lnTo>
                    <a:pt x="4016" y="149605"/>
                  </a:lnTo>
                  <a:lnTo>
                    <a:pt x="6024" y="151613"/>
                  </a:lnTo>
                </a:path>
              </a:pathLst>
            </a:custGeom>
            <a:ln w="36749">
              <a:solidFill>
                <a:srgbClr val="0061F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5342385" y="3137876"/>
              <a:ext cx="6350" cy="12065"/>
            </a:xfrm>
            <a:custGeom>
              <a:avLst/>
              <a:gdLst/>
              <a:ahLst/>
              <a:cxnLst/>
              <a:rect l="l" t="t" r="r" b="b"/>
              <a:pathLst>
                <a:path w="6350" h="12064">
                  <a:moveTo>
                    <a:pt x="0" y="12048"/>
                  </a:moveTo>
                  <a:lnTo>
                    <a:pt x="2008" y="8032"/>
                  </a:lnTo>
                  <a:lnTo>
                    <a:pt x="4016" y="4016"/>
                  </a:lnTo>
                  <a:lnTo>
                    <a:pt x="6024" y="0"/>
                  </a:lnTo>
                </a:path>
              </a:pathLst>
            </a:custGeom>
            <a:ln w="36749">
              <a:solidFill>
                <a:srgbClr val="0061F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5421455" y="3204896"/>
              <a:ext cx="290830" cy="159385"/>
            </a:xfrm>
            <a:custGeom>
              <a:avLst/>
              <a:gdLst/>
              <a:ahLst/>
              <a:cxnLst/>
              <a:rect l="l" t="t" r="r" b="b"/>
              <a:pathLst>
                <a:path w="290829" h="159385">
                  <a:moveTo>
                    <a:pt x="23344" y="35393"/>
                  </a:moveTo>
                  <a:lnTo>
                    <a:pt x="0" y="69154"/>
                  </a:lnTo>
                  <a:lnTo>
                    <a:pt x="972" y="84764"/>
                  </a:lnTo>
                  <a:lnTo>
                    <a:pt x="12550" y="130402"/>
                  </a:lnTo>
                  <a:lnTo>
                    <a:pt x="40852" y="157465"/>
                  </a:lnTo>
                  <a:lnTo>
                    <a:pt x="53466" y="159018"/>
                  </a:lnTo>
                  <a:lnTo>
                    <a:pt x="66080" y="156241"/>
                  </a:lnTo>
                  <a:lnTo>
                    <a:pt x="94382" y="122119"/>
                  </a:lnTo>
                  <a:lnTo>
                    <a:pt x="105866" y="79415"/>
                  </a:lnTo>
                  <a:lnTo>
                    <a:pt x="106179" y="69280"/>
                  </a:lnTo>
                  <a:lnTo>
                    <a:pt x="104234" y="60275"/>
                  </a:lnTo>
                  <a:lnTo>
                    <a:pt x="72684" y="24348"/>
                  </a:lnTo>
                  <a:lnTo>
                    <a:pt x="39409" y="7279"/>
                  </a:lnTo>
                  <a:lnTo>
                    <a:pt x="86145" y="11029"/>
                  </a:lnTo>
                  <a:lnTo>
                    <a:pt x="104548" y="12425"/>
                  </a:lnTo>
                  <a:lnTo>
                    <a:pt x="151174" y="30592"/>
                  </a:lnTo>
                  <a:lnTo>
                    <a:pt x="170942" y="71539"/>
                  </a:lnTo>
                  <a:lnTo>
                    <a:pt x="177578" y="114604"/>
                  </a:lnTo>
                  <a:lnTo>
                    <a:pt x="172950" y="151864"/>
                  </a:lnTo>
                  <a:lnTo>
                    <a:pt x="170659" y="149919"/>
                  </a:lnTo>
                  <a:lnTo>
                    <a:pt x="176213" y="97488"/>
                  </a:lnTo>
                  <a:lnTo>
                    <a:pt x="192403" y="52493"/>
                  </a:lnTo>
                  <a:lnTo>
                    <a:pt x="215873" y="10668"/>
                  </a:lnTo>
                  <a:lnTo>
                    <a:pt x="243234" y="0"/>
                  </a:lnTo>
                  <a:lnTo>
                    <a:pt x="250357" y="564"/>
                  </a:lnTo>
                  <a:lnTo>
                    <a:pt x="280385" y="29368"/>
                  </a:lnTo>
                  <a:lnTo>
                    <a:pt x="289704" y="82317"/>
                  </a:lnTo>
                  <a:lnTo>
                    <a:pt x="290425" y="100657"/>
                  </a:lnTo>
                  <a:lnTo>
                    <a:pt x="289735" y="116769"/>
                  </a:lnTo>
                  <a:lnTo>
                    <a:pt x="287915" y="130904"/>
                  </a:lnTo>
                  <a:lnTo>
                    <a:pt x="285342" y="143722"/>
                  </a:lnTo>
                  <a:lnTo>
                    <a:pt x="282393" y="155880"/>
                  </a:lnTo>
                </a:path>
              </a:pathLst>
            </a:custGeom>
            <a:ln w="36749">
              <a:solidFill>
                <a:srgbClr val="0061F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5" name="object 75"/>
          <p:cNvGrpSpPr/>
          <p:nvPr/>
        </p:nvGrpSpPr>
        <p:grpSpPr>
          <a:xfrm>
            <a:off x="5842107" y="2978931"/>
            <a:ext cx="868680" cy="387350"/>
            <a:chOff x="5842107" y="2978931"/>
            <a:chExt cx="868680" cy="387350"/>
          </a:xfrm>
        </p:grpSpPr>
        <p:sp>
          <p:nvSpPr>
            <p:cNvPr id="76" name="object 76"/>
            <p:cNvSpPr/>
            <p:nvPr/>
          </p:nvSpPr>
          <p:spPr>
            <a:xfrm>
              <a:off x="5860482" y="2997306"/>
              <a:ext cx="217170" cy="350520"/>
            </a:xfrm>
            <a:custGeom>
              <a:avLst/>
              <a:gdLst/>
              <a:ahLst/>
              <a:cxnLst/>
              <a:rect l="l" t="t" r="r" b="b"/>
              <a:pathLst>
                <a:path w="217170" h="350520">
                  <a:moveTo>
                    <a:pt x="0" y="68276"/>
                  </a:moveTo>
                  <a:lnTo>
                    <a:pt x="3263" y="142451"/>
                  </a:lnTo>
                  <a:lnTo>
                    <a:pt x="8032" y="209849"/>
                  </a:lnTo>
                  <a:lnTo>
                    <a:pt x="15186" y="264947"/>
                  </a:lnTo>
                  <a:lnTo>
                    <a:pt x="23093" y="307243"/>
                  </a:lnTo>
                  <a:lnTo>
                    <a:pt x="32271" y="345790"/>
                  </a:lnTo>
                  <a:lnTo>
                    <a:pt x="34138" y="350418"/>
                  </a:lnTo>
                  <a:lnTo>
                    <a:pt x="35267" y="350167"/>
                  </a:lnTo>
                  <a:lnTo>
                    <a:pt x="35644" y="344644"/>
                  </a:lnTo>
                  <a:lnTo>
                    <a:pt x="35267" y="333474"/>
                  </a:lnTo>
                  <a:lnTo>
                    <a:pt x="32271" y="292888"/>
                  </a:lnTo>
                  <a:lnTo>
                    <a:pt x="26654" y="230291"/>
                  </a:lnTo>
                  <a:lnTo>
                    <a:pt x="19202" y="152633"/>
                  </a:lnTo>
                  <a:lnTo>
                    <a:pt x="15311" y="112580"/>
                  </a:lnTo>
                  <a:lnTo>
                    <a:pt x="11797" y="75728"/>
                  </a:lnTo>
                  <a:lnTo>
                    <a:pt x="7294" y="23297"/>
                  </a:lnTo>
                  <a:lnTo>
                    <a:pt x="6024" y="0"/>
                  </a:lnTo>
                  <a:lnTo>
                    <a:pt x="6118" y="1961"/>
                  </a:lnTo>
                  <a:lnTo>
                    <a:pt x="6777" y="8158"/>
                  </a:lnTo>
                  <a:lnTo>
                    <a:pt x="17586" y="56415"/>
                  </a:lnTo>
                  <a:lnTo>
                    <a:pt x="32804" y="106870"/>
                  </a:lnTo>
                  <a:lnTo>
                    <a:pt x="49293" y="153198"/>
                  </a:lnTo>
                  <a:lnTo>
                    <a:pt x="73296" y="198804"/>
                  </a:lnTo>
                  <a:lnTo>
                    <a:pt x="99418" y="215606"/>
                  </a:lnTo>
                  <a:lnTo>
                    <a:pt x="108438" y="213865"/>
                  </a:lnTo>
                  <a:lnTo>
                    <a:pt x="135548" y="184355"/>
                  </a:lnTo>
                  <a:lnTo>
                    <a:pt x="153543" y="145557"/>
                  </a:lnTo>
                  <a:lnTo>
                    <a:pt x="169576" y="100312"/>
                  </a:lnTo>
                  <a:lnTo>
                    <a:pt x="183116" y="51834"/>
                  </a:lnTo>
                  <a:lnTo>
                    <a:pt x="188763" y="22089"/>
                  </a:lnTo>
                  <a:lnTo>
                    <a:pt x="190771" y="12048"/>
                  </a:lnTo>
                  <a:lnTo>
                    <a:pt x="193784" y="64260"/>
                  </a:lnTo>
                  <a:lnTo>
                    <a:pt x="194693" y="96954"/>
                  </a:lnTo>
                  <a:lnTo>
                    <a:pt x="195792" y="134544"/>
                  </a:lnTo>
                  <a:lnTo>
                    <a:pt x="196890" y="172134"/>
                  </a:lnTo>
                  <a:lnTo>
                    <a:pt x="197800" y="204829"/>
                  </a:lnTo>
                  <a:lnTo>
                    <a:pt x="198930" y="246623"/>
                  </a:lnTo>
                  <a:lnTo>
                    <a:pt x="202648" y="289342"/>
                  </a:lnTo>
                  <a:lnTo>
                    <a:pt x="209849" y="327324"/>
                  </a:lnTo>
                  <a:lnTo>
                    <a:pt x="211935" y="330242"/>
                  </a:lnTo>
                  <a:lnTo>
                    <a:pt x="213739" y="328077"/>
                  </a:lnTo>
                  <a:lnTo>
                    <a:pt x="215355" y="322524"/>
                  </a:lnTo>
                  <a:lnTo>
                    <a:pt x="216877" y="315276"/>
                  </a:lnTo>
                </a:path>
              </a:pathLst>
            </a:custGeom>
            <a:ln w="36749">
              <a:solidFill>
                <a:srgbClr val="0061F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7" name="object 7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109062" y="3139142"/>
              <a:ext cx="173428" cy="209888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6307134" y="3004335"/>
              <a:ext cx="384810" cy="323215"/>
            </a:xfrm>
            <a:custGeom>
              <a:avLst/>
              <a:gdLst/>
              <a:ahLst/>
              <a:cxnLst/>
              <a:rect l="l" t="t" r="r" b="b"/>
              <a:pathLst>
                <a:path w="384809" h="323214">
                  <a:moveTo>
                    <a:pt x="101567" y="217881"/>
                  </a:moveTo>
                  <a:lnTo>
                    <a:pt x="93691" y="174565"/>
                  </a:lnTo>
                  <a:lnTo>
                    <a:pt x="58706" y="143173"/>
                  </a:lnTo>
                  <a:lnTo>
                    <a:pt x="24050" y="166596"/>
                  </a:lnTo>
                  <a:lnTo>
                    <a:pt x="7451" y="203464"/>
                  </a:lnTo>
                  <a:lnTo>
                    <a:pt x="0" y="246733"/>
                  </a:lnTo>
                  <a:lnTo>
                    <a:pt x="658" y="267708"/>
                  </a:lnTo>
                  <a:lnTo>
                    <a:pt x="14088" y="313534"/>
                  </a:lnTo>
                  <a:lnTo>
                    <a:pt x="30780" y="322979"/>
                  </a:lnTo>
                  <a:lnTo>
                    <a:pt x="42327" y="321300"/>
                  </a:lnTo>
                  <a:lnTo>
                    <a:pt x="86239" y="285860"/>
                  </a:lnTo>
                  <a:lnTo>
                    <a:pt x="110148" y="226118"/>
                  </a:lnTo>
                  <a:lnTo>
                    <a:pt x="118008" y="187383"/>
                  </a:lnTo>
                  <a:lnTo>
                    <a:pt x="123421" y="148083"/>
                  </a:lnTo>
                  <a:lnTo>
                    <a:pt x="128049" y="83776"/>
                  </a:lnTo>
                  <a:lnTo>
                    <a:pt x="126668" y="44116"/>
                  </a:lnTo>
                  <a:lnTo>
                    <a:pt x="117036" y="2729"/>
                  </a:lnTo>
                  <a:lnTo>
                    <a:pt x="114620" y="0"/>
                  </a:lnTo>
                  <a:lnTo>
                    <a:pt x="112564" y="1553"/>
                  </a:lnTo>
                  <a:lnTo>
                    <a:pt x="109599" y="45182"/>
                  </a:lnTo>
                  <a:lnTo>
                    <a:pt x="111733" y="114337"/>
                  </a:lnTo>
                  <a:lnTo>
                    <a:pt x="115106" y="154892"/>
                  </a:lnTo>
                  <a:lnTo>
                    <a:pt x="120644" y="194788"/>
                  </a:lnTo>
                  <a:lnTo>
                    <a:pt x="138466" y="262186"/>
                  </a:lnTo>
                  <a:lnTo>
                    <a:pt x="160806" y="306239"/>
                  </a:lnTo>
                  <a:lnTo>
                    <a:pt x="211010" y="310255"/>
                  </a:lnTo>
                  <a:lnTo>
                    <a:pt x="245273" y="276745"/>
                  </a:lnTo>
                  <a:lnTo>
                    <a:pt x="274266" y="234951"/>
                  </a:lnTo>
                  <a:lnTo>
                    <a:pt x="286189" y="198302"/>
                  </a:lnTo>
                  <a:lnTo>
                    <a:pt x="278658" y="152868"/>
                  </a:lnTo>
                  <a:lnTo>
                    <a:pt x="239124" y="155629"/>
                  </a:lnTo>
                  <a:lnTo>
                    <a:pt x="222808" y="197675"/>
                  </a:lnTo>
                  <a:lnTo>
                    <a:pt x="211010" y="244991"/>
                  </a:lnTo>
                  <a:lnTo>
                    <a:pt x="209880" y="286079"/>
                  </a:lnTo>
                  <a:lnTo>
                    <a:pt x="255188" y="312263"/>
                  </a:lnTo>
                  <a:lnTo>
                    <a:pt x="312044" y="307243"/>
                  </a:lnTo>
                  <a:lnTo>
                    <a:pt x="347390" y="302097"/>
                  </a:lnTo>
                  <a:lnTo>
                    <a:pt x="384713" y="296198"/>
                  </a:lnTo>
                </a:path>
              </a:pathLst>
            </a:custGeom>
            <a:ln w="36749">
              <a:solidFill>
                <a:srgbClr val="0061F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9" name="object 79"/>
          <p:cNvGrpSpPr/>
          <p:nvPr/>
        </p:nvGrpSpPr>
        <p:grpSpPr>
          <a:xfrm>
            <a:off x="5215571" y="3499036"/>
            <a:ext cx="162560" cy="340995"/>
            <a:chOff x="5215571" y="3499036"/>
            <a:chExt cx="162560" cy="340995"/>
          </a:xfrm>
        </p:grpSpPr>
        <p:sp>
          <p:nvSpPr>
            <p:cNvPr id="80" name="object 80"/>
            <p:cNvSpPr/>
            <p:nvPr/>
          </p:nvSpPr>
          <p:spPr>
            <a:xfrm>
              <a:off x="5233946" y="3517411"/>
              <a:ext cx="125730" cy="304800"/>
            </a:xfrm>
            <a:custGeom>
              <a:avLst/>
              <a:gdLst/>
              <a:ahLst/>
              <a:cxnLst/>
              <a:rect l="l" t="t" r="r" b="b"/>
              <a:pathLst>
                <a:path w="125729" h="304800">
                  <a:moveTo>
                    <a:pt x="54219" y="0"/>
                  </a:moveTo>
                  <a:lnTo>
                    <a:pt x="55725" y="42076"/>
                  </a:lnTo>
                  <a:lnTo>
                    <a:pt x="57231" y="83588"/>
                  </a:lnTo>
                  <a:lnTo>
                    <a:pt x="58737" y="123970"/>
                  </a:lnTo>
                  <a:lnTo>
                    <a:pt x="60243" y="162658"/>
                  </a:lnTo>
                  <a:lnTo>
                    <a:pt x="63130" y="231311"/>
                  </a:lnTo>
                  <a:lnTo>
                    <a:pt x="65264" y="278125"/>
                  </a:lnTo>
                  <a:lnTo>
                    <a:pt x="65703" y="289829"/>
                  </a:lnTo>
                  <a:lnTo>
                    <a:pt x="65013" y="294190"/>
                  </a:lnTo>
                  <a:lnTo>
                    <a:pt x="62440" y="292527"/>
                  </a:lnTo>
                  <a:lnTo>
                    <a:pt x="57231" y="286158"/>
                  </a:lnTo>
                  <a:lnTo>
                    <a:pt x="48995" y="276415"/>
                  </a:lnTo>
                  <a:lnTo>
                    <a:pt x="38781" y="264696"/>
                  </a:lnTo>
                  <a:lnTo>
                    <a:pt x="28003" y="252412"/>
                  </a:lnTo>
                  <a:lnTo>
                    <a:pt x="18073" y="240975"/>
                  </a:lnTo>
                  <a:lnTo>
                    <a:pt x="10166" y="231609"/>
                  </a:lnTo>
                  <a:lnTo>
                    <a:pt x="4518" y="224784"/>
                  </a:lnTo>
                  <a:lnTo>
                    <a:pt x="1129" y="220784"/>
                  </a:lnTo>
                  <a:lnTo>
                    <a:pt x="0" y="219889"/>
                  </a:lnTo>
                  <a:lnTo>
                    <a:pt x="1082" y="222243"/>
                  </a:lnTo>
                  <a:lnTo>
                    <a:pt x="4141" y="227420"/>
                  </a:lnTo>
                  <a:lnTo>
                    <a:pt x="30749" y="264947"/>
                  </a:lnTo>
                  <a:lnTo>
                    <a:pt x="60996" y="293359"/>
                  </a:lnTo>
                  <a:lnTo>
                    <a:pt x="90365" y="304231"/>
                  </a:lnTo>
                  <a:lnTo>
                    <a:pt x="96845" y="301925"/>
                  </a:lnTo>
                  <a:lnTo>
                    <a:pt x="111576" y="268085"/>
                  </a:lnTo>
                  <a:lnTo>
                    <a:pt x="113788" y="260554"/>
                  </a:lnTo>
                  <a:lnTo>
                    <a:pt x="116471" y="253024"/>
                  </a:lnTo>
                  <a:lnTo>
                    <a:pt x="119718" y="245525"/>
                  </a:lnTo>
                  <a:lnTo>
                    <a:pt x="122872" y="238214"/>
                  </a:lnTo>
                  <a:lnTo>
                    <a:pt x="125084" y="231279"/>
                  </a:lnTo>
                  <a:lnTo>
                    <a:pt x="125507" y="224910"/>
                  </a:lnTo>
                  <a:lnTo>
                    <a:pt x="123452" y="219278"/>
                  </a:lnTo>
                  <a:lnTo>
                    <a:pt x="77814" y="205205"/>
                  </a:lnTo>
                  <a:lnTo>
                    <a:pt x="50203" y="204829"/>
                  </a:lnTo>
                  <a:lnTo>
                    <a:pt x="37197" y="204829"/>
                  </a:lnTo>
                  <a:lnTo>
                    <a:pt x="25980" y="204829"/>
                  </a:lnTo>
                  <a:lnTo>
                    <a:pt x="17586" y="204829"/>
                  </a:lnTo>
                  <a:lnTo>
                    <a:pt x="13052" y="204829"/>
                  </a:lnTo>
                  <a:lnTo>
                    <a:pt x="13115" y="204829"/>
                  </a:lnTo>
                  <a:lnTo>
                    <a:pt x="85345" y="204829"/>
                  </a:lnTo>
                  <a:lnTo>
                    <a:pt x="95605" y="204860"/>
                  </a:lnTo>
                  <a:lnTo>
                    <a:pt x="103418" y="205080"/>
                  </a:lnTo>
                  <a:lnTo>
                    <a:pt x="108219" y="205676"/>
                  </a:lnTo>
                  <a:lnTo>
                    <a:pt x="109442" y="206837"/>
                  </a:lnTo>
                  <a:lnTo>
                    <a:pt x="106807" y="208688"/>
                  </a:lnTo>
                  <a:lnTo>
                    <a:pt x="101159" y="211104"/>
                  </a:lnTo>
                  <a:lnTo>
                    <a:pt x="93628" y="213897"/>
                  </a:lnTo>
                  <a:lnTo>
                    <a:pt x="85345" y="216877"/>
                  </a:lnTo>
                  <a:lnTo>
                    <a:pt x="77234" y="219889"/>
                  </a:lnTo>
                  <a:lnTo>
                    <a:pt x="69405" y="222902"/>
                  </a:lnTo>
                  <a:lnTo>
                    <a:pt x="61765" y="225914"/>
                  </a:lnTo>
                  <a:lnTo>
                    <a:pt x="54219" y="228926"/>
                  </a:lnTo>
                  <a:lnTo>
                    <a:pt x="44178" y="232942"/>
                  </a:lnTo>
                  <a:lnTo>
                    <a:pt x="34138" y="236959"/>
                  </a:lnTo>
                  <a:lnTo>
                    <a:pt x="37150" y="238967"/>
                  </a:lnTo>
                  <a:lnTo>
                    <a:pt x="41621" y="240096"/>
                  </a:lnTo>
                  <a:lnTo>
                    <a:pt x="49575" y="240473"/>
                  </a:lnTo>
                  <a:lnTo>
                    <a:pt x="59600" y="240096"/>
                  </a:lnTo>
                  <a:lnTo>
                    <a:pt x="70284" y="238967"/>
                  </a:lnTo>
                  <a:lnTo>
                    <a:pt x="80309" y="237178"/>
                  </a:lnTo>
                  <a:lnTo>
                    <a:pt x="88734" y="235201"/>
                  </a:lnTo>
                  <a:lnTo>
                    <a:pt x="94711" y="233601"/>
                  </a:lnTo>
                  <a:lnTo>
                    <a:pt x="97394" y="232942"/>
                  </a:lnTo>
                  <a:lnTo>
                    <a:pt x="98398" y="232942"/>
                  </a:lnTo>
                  <a:lnTo>
                    <a:pt x="88357" y="236959"/>
                  </a:lnTo>
                  <a:lnTo>
                    <a:pt x="78316" y="240975"/>
                  </a:lnTo>
                  <a:lnTo>
                    <a:pt x="68276" y="244991"/>
                  </a:lnTo>
                  <a:lnTo>
                    <a:pt x="58235" y="249007"/>
                  </a:lnTo>
                  <a:lnTo>
                    <a:pt x="58235" y="251015"/>
                  </a:lnTo>
                  <a:lnTo>
                    <a:pt x="58235" y="253024"/>
                  </a:lnTo>
                  <a:lnTo>
                    <a:pt x="68276" y="253024"/>
                  </a:lnTo>
                  <a:lnTo>
                    <a:pt x="78316" y="252019"/>
                  </a:lnTo>
                  <a:lnTo>
                    <a:pt x="88357" y="251015"/>
                  </a:lnTo>
                  <a:lnTo>
                    <a:pt x="98398" y="249007"/>
                  </a:lnTo>
                  <a:lnTo>
                    <a:pt x="97394" y="254028"/>
                  </a:lnTo>
                  <a:lnTo>
                    <a:pt x="94742" y="259001"/>
                  </a:lnTo>
                  <a:lnTo>
                    <a:pt x="88985" y="265951"/>
                  </a:lnTo>
                  <a:lnTo>
                    <a:pt x="81156" y="274219"/>
                  </a:lnTo>
                  <a:lnTo>
                    <a:pt x="72292" y="283145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5252020" y="3728264"/>
              <a:ext cx="48260" cy="18415"/>
            </a:xfrm>
            <a:custGeom>
              <a:avLst/>
              <a:gdLst/>
              <a:ahLst/>
              <a:cxnLst/>
              <a:rect l="l" t="t" r="r" b="b"/>
              <a:pathLst>
                <a:path w="48260" h="18414">
                  <a:moveTo>
                    <a:pt x="48194" y="18073"/>
                  </a:moveTo>
                  <a:lnTo>
                    <a:pt x="36146" y="13554"/>
                  </a:lnTo>
                  <a:lnTo>
                    <a:pt x="24097" y="9036"/>
                  </a:lnTo>
                  <a:lnTo>
                    <a:pt x="12048" y="4518"/>
                  </a:lnTo>
                  <a:lnTo>
                    <a:pt x="0" y="0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2" name="object 82"/>
          <p:cNvGrpSpPr/>
          <p:nvPr/>
        </p:nvGrpSpPr>
        <p:grpSpPr>
          <a:xfrm>
            <a:off x="4526877" y="4007093"/>
            <a:ext cx="1099185" cy="434975"/>
            <a:chOff x="4526877" y="4007093"/>
            <a:chExt cx="1099185" cy="434975"/>
          </a:xfrm>
        </p:grpSpPr>
        <p:sp>
          <p:nvSpPr>
            <p:cNvPr id="83" name="object 83"/>
            <p:cNvSpPr/>
            <p:nvPr/>
          </p:nvSpPr>
          <p:spPr>
            <a:xfrm>
              <a:off x="4545252" y="4043384"/>
              <a:ext cx="146685" cy="379730"/>
            </a:xfrm>
            <a:custGeom>
              <a:avLst/>
              <a:gdLst/>
              <a:ahLst/>
              <a:cxnLst/>
              <a:rect l="l" t="t" r="r" b="b"/>
              <a:pathLst>
                <a:path w="146685" h="379729">
                  <a:moveTo>
                    <a:pt x="13962" y="52368"/>
                  </a:moveTo>
                  <a:lnTo>
                    <a:pt x="13962" y="40523"/>
                  </a:lnTo>
                  <a:lnTo>
                    <a:pt x="13962" y="29902"/>
                  </a:lnTo>
                  <a:lnTo>
                    <a:pt x="13962" y="21728"/>
                  </a:lnTo>
                  <a:lnTo>
                    <a:pt x="13962" y="17226"/>
                  </a:lnTo>
                  <a:lnTo>
                    <a:pt x="13994" y="17649"/>
                  </a:lnTo>
                  <a:lnTo>
                    <a:pt x="15970" y="62408"/>
                  </a:lnTo>
                  <a:lnTo>
                    <a:pt x="20112" y="135705"/>
                  </a:lnTo>
                  <a:lnTo>
                    <a:pt x="22607" y="178754"/>
                  </a:lnTo>
                  <a:lnTo>
                    <a:pt x="25007" y="221051"/>
                  </a:lnTo>
                  <a:lnTo>
                    <a:pt x="27094" y="259393"/>
                  </a:lnTo>
                  <a:lnTo>
                    <a:pt x="28898" y="292841"/>
                  </a:lnTo>
                  <a:lnTo>
                    <a:pt x="30514" y="321018"/>
                  </a:lnTo>
                  <a:lnTo>
                    <a:pt x="33542" y="360208"/>
                  </a:lnTo>
                  <a:lnTo>
                    <a:pt x="38060" y="379693"/>
                  </a:lnTo>
                  <a:lnTo>
                    <a:pt x="39519" y="377575"/>
                  </a:lnTo>
                  <a:lnTo>
                    <a:pt x="40695" y="370280"/>
                  </a:lnTo>
                  <a:lnTo>
                    <a:pt x="41307" y="356395"/>
                  </a:lnTo>
                  <a:lnTo>
                    <a:pt x="41072" y="334510"/>
                  </a:lnTo>
                  <a:lnTo>
                    <a:pt x="37307" y="266610"/>
                  </a:lnTo>
                  <a:lnTo>
                    <a:pt x="33730" y="225365"/>
                  </a:lnTo>
                  <a:lnTo>
                    <a:pt x="29023" y="182896"/>
                  </a:lnTo>
                  <a:lnTo>
                    <a:pt x="23297" y="141745"/>
                  </a:lnTo>
                  <a:lnTo>
                    <a:pt x="17100" y="103701"/>
                  </a:lnTo>
                  <a:lnTo>
                    <a:pt x="5930" y="43331"/>
                  </a:lnTo>
                  <a:lnTo>
                    <a:pt x="2196" y="23736"/>
                  </a:lnTo>
                  <a:lnTo>
                    <a:pt x="156" y="10825"/>
                  </a:lnTo>
                  <a:lnTo>
                    <a:pt x="0" y="3373"/>
                  </a:lnTo>
                  <a:lnTo>
                    <a:pt x="1914" y="156"/>
                  </a:lnTo>
                  <a:lnTo>
                    <a:pt x="6118" y="0"/>
                  </a:lnTo>
                  <a:lnTo>
                    <a:pt x="12958" y="1913"/>
                  </a:lnTo>
                  <a:lnTo>
                    <a:pt x="22811" y="4957"/>
                  </a:lnTo>
                  <a:lnTo>
                    <a:pt x="36052" y="8189"/>
                  </a:lnTo>
                  <a:lnTo>
                    <a:pt x="89706" y="14260"/>
                  </a:lnTo>
                  <a:lnTo>
                    <a:pt x="119593" y="15861"/>
                  </a:lnTo>
                  <a:lnTo>
                    <a:pt x="129555" y="16598"/>
                  </a:lnTo>
                  <a:lnTo>
                    <a:pt x="136693" y="17900"/>
                  </a:lnTo>
                  <a:lnTo>
                    <a:pt x="141478" y="20238"/>
                  </a:lnTo>
                  <a:lnTo>
                    <a:pt x="146499" y="24254"/>
                  </a:lnTo>
                  <a:lnTo>
                    <a:pt x="146499" y="32287"/>
                  </a:lnTo>
                  <a:lnTo>
                    <a:pt x="146499" y="40319"/>
                  </a:lnTo>
                </a:path>
              </a:pathLst>
            </a:custGeom>
            <a:ln w="36749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4577288" y="4222264"/>
              <a:ext cx="114935" cy="18415"/>
            </a:xfrm>
            <a:custGeom>
              <a:avLst/>
              <a:gdLst/>
              <a:ahLst/>
              <a:cxnLst/>
              <a:rect l="l" t="t" r="r" b="b"/>
              <a:pathLst>
                <a:path w="114935" h="18414">
                  <a:moveTo>
                    <a:pt x="0" y="18073"/>
                  </a:moveTo>
                  <a:lnTo>
                    <a:pt x="28615" y="13554"/>
                  </a:lnTo>
                  <a:lnTo>
                    <a:pt x="57231" y="9036"/>
                  </a:lnTo>
                  <a:lnTo>
                    <a:pt x="85847" y="4518"/>
                  </a:lnTo>
                  <a:lnTo>
                    <a:pt x="114463" y="0"/>
                  </a:lnTo>
                </a:path>
              </a:pathLst>
            </a:custGeom>
            <a:ln w="36749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4745971" y="4190699"/>
              <a:ext cx="125730" cy="182880"/>
            </a:xfrm>
            <a:custGeom>
              <a:avLst/>
              <a:gdLst/>
              <a:ahLst/>
              <a:cxnLst/>
              <a:rect l="l" t="t" r="r" b="b"/>
              <a:pathLst>
                <a:path w="125729" h="182879">
                  <a:moveTo>
                    <a:pt x="30122" y="37589"/>
                  </a:moveTo>
                  <a:lnTo>
                    <a:pt x="0" y="59679"/>
                  </a:lnTo>
                  <a:lnTo>
                    <a:pt x="109" y="76371"/>
                  </a:lnTo>
                  <a:lnTo>
                    <a:pt x="2965" y="115028"/>
                  </a:lnTo>
                  <a:lnTo>
                    <a:pt x="22465" y="164729"/>
                  </a:lnTo>
                  <a:lnTo>
                    <a:pt x="60322" y="182676"/>
                  </a:lnTo>
                  <a:lnTo>
                    <a:pt x="74928" y="180417"/>
                  </a:lnTo>
                  <a:lnTo>
                    <a:pt x="111388" y="162015"/>
                  </a:lnTo>
                  <a:lnTo>
                    <a:pt x="125508" y="129963"/>
                  </a:lnTo>
                  <a:lnTo>
                    <a:pt x="124990" y="113286"/>
                  </a:lnTo>
                  <a:lnTo>
                    <a:pt x="117177" y="75038"/>
                  </a:lnTo>
                  <a:lnTo>
                    <a:pt x="93126" y="27298"/>
                  </a:lnTo>
                  <a:lnTo>
                    <a:pt x="57608" y="188"/>
                  </a:lnTo>
                  <a:lnTo>
                    <a:pt x="50156" y="0"/>
                  </a:lnTo>
                  <a:lnTo>
                    <a:pt x="43174" y="2447"/>
                  </a:lnTo>
                  <a:lnTo>
                    <a:pt x="19767" y="42531"/>
                  </a:lnTo>
                  <a:lnTo>
                    <a:pt x="18073" y="73736"/>
                  </a:lnTo>
                </a:path>
              </a:pathLst>
            </a:custGeom>
            <a:ln w="36749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4914653" y="4192143"/>
              <a:ext cx="90805" cy="133350"/>
            </a:xfrm>
            <a:custGeom>
              <a:avLst/>
              <a:gdLst/>
              <a:ahLst/>
              <a:cxnLst/>
              <a:rect l="l" t="t" r="r" b="b"/>
              <a:pathLst>
                <a:path w="90804" h="133350">
                  <a:moveTo>
                    <a:pt x="0" y="42170"/>
                  </a:moveTo>
                  <a:lnTo>
                    <a:pt x="16065" y="0"/>
                  </a:lnTo>
                  <a:lnTo>
                    <a:pt x="23093" y="1004"/>
                  </a:lnTo>
                  <a:lnTo>
                    <a:pt x="50469" y="41386"/>
                  </a:lnTo>
                  <a:lnTo>
                    <a:pt x="67272" y="91369"/>
                  </a:lnTo>
                  <a:lnTo>
                    <a:pt x="69280" y="132536"/>
                  </a:lnTo>
                  <a:lnTo>
                    <a:pt x="66581" y="133289"/>
                  </a:lnTo>
                  <a:lnTo>
                    <a:pt x="63507" y="129524"/>
                  </a:lnTo>
                  <a:lnTo>
                    <a:pt x="59380" y="91510"/>
                  </a:lnTo>
                  <a:lnTo>
                    <a:pt x="64181" y="53513"/>
                  </a:lnTo>
                  <a:lnTo>
                    <a:pt x="78567" y="16692"/>
                  </a:lnTo>
                  <a:lnTo>
                    <a:pt x="84372" y="10746"/>
                  </a:lnTo>
                  <a:lnTo>
                    <a:pt x="90365" y="6024"/>
                  </a:lnTo>
                </a:path>
              </a:pathLst>
            </a:custGeom>
            <a:ln w="36749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5059615" y="4187499"/>
              <a:ext cx="210820" cy="156845"/>
            </a:xfrm>
            <a:custGeom>
              <a:avLst/>
              <a:gdLst/>
              <a:ahLst/>
              <a:cxnLst/>
              <a:rect l="l" t="t" r="r" b="b"/>
              <a:pathLst>
                <a:path w="210820" h="156845">
                  <a:moveTo>
                    <a:pt x="5647" y="28741"/>
                  </a:moveTo>
                  <a:lnTo>
                    <a:pt x="3639" y="18700"/>
                  </a:lnTo>
                  <a:lnTo>
                    <a:pt x="1631" y="8660"/>
                  </a:lnTo>
                  <a:lnTo>
                    <a:pt x="627" y="8660"/>
                  </a:lnTo>
                  <a:lnTo>
                    <a:pt x="78" y="10589"/>
                  </a:lnTo>
                  <a:lnTo>
                    <a:pt x="0" y="16567"/>
                  </a:lnTo>
                  <a:lnTo>
                    <a:pt x="486" y="26874"/>
                  </a:lnTo>
                  <a:lnTo>
                    <a:pt x="5773" y="82960"/>
                  </a:lnTo>
                  <a:lnTo>
                    <a:pt x="10668" y="124127"/>
                  </a:lnTo>
                  <a:lnTo>
                    <a:pt x="16692" y="156257"/>
                  </a:lnTo>
                  <a:lnTo>
                    <a:pt x="17288" y="153433"/>
                  </a:lnTo>
                  <a:lnTo>
                    <a:pt x="17696" y="146467"/>
                  </a:lnTo>
                  <a:lnTo>
                    <a:pt x="18104" y="135360"/>
                  </a:lnTo>
                  <a:lnTo>
                    <a:pt x="18700" y="120111"/>
                  </a:lnTo>
                  <a:lnTo>
                    <a:pt x="21210" y="80074"/>
                  </a:lnTo>
                  <a:lnTo>
                    <a:pt x="26733" y="40790"/>
                  </a:lnTo>
                  <a:lnTo>
                    <a:pt x="52838" y="6651"/>
                  </a:lnTo>
                  <a:lnTo>
                    <a:pt x="95009" y="29745"/>
                  </a:lnTo>
                  <a:lnTo>
                    <a:pt x="110117" y="84529"/>
                  </a:lnTo>
                  <a:lnTo>
                    <a:pt x="113710" y="125508"/>
                  </a:lnTo>
                  <a:lnTo>
                    <a:pt x="113082" y="133164"/>
                  </a:lnTo>
                  <a:lnTo>
                    <a:pt x="112219" y="131312"/>
                  </a:lnTo>
                  <a:lnTo>
                    <a:pt x="114290" y="90224"/>
                  </a:lnTo>
                  <a:lnTo>
                    <a:pt x="127139" y="41794"/>
                  </a:lnTo>
                  <a:lnTo>
                    <a:pt x="151237" y="4643"/>
                  </a:lnTo>
                  <a:lnTo>
                    <a:pt x="165168" y="0"/>
                  </a:lnTo>
                  <a:lnTo>
                    <a:pt x="171993" y="831"/>
                  </a:lnTo>
                  <a:lnTo>
                    <a:pt x="197424" y="44806"/>
                  </a:lnTo>
                  <a:lnTo>
                    <a:pt x="204327" y="94005"/>
                  </a:lnTo>
                  <a:lnTo>
                    <a:pt x="207449" y="123876"/>
                  </a:lnTo>
                  <a:lnTo>
                    <a:pt x="210477" y="155253"/>
                  </a:lnTo>
                </a:path>
              </a:pathLst>
            </a:custGeom>
            <a:ln w="36749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5321300" y="4025468"/>
              <a:ext cx="286385" cy="327025"/>
            </a:xfrm>
            <a:custGeom>
              <a:avLst/>
              <a:gdLst/>
              <a:ahLst/>
              <a:cxnLst/>
              <a:rect l="l" t="t" r="r" b="b"/>
              <a:pathLst>
                <a:path w="286385" h="327025">
                  <a:moveTo>
                    <a:pt x="105426" y="244991"/>
                  </a:moveTo>
                  <a:lnTo>
                    <a:pt x="101285" y="201722"/>
                  </a:lnTo>
                  <a:lnTo>
                    <a:pt x="62330" y="176040"/>
                  </a:lnTo>
                  <a:lnTo>
                    <a:pt x="22089" y="196796"/>
                  </a:lnTo>
                  <a:lnTo>
                    <a:pt x="909" y="250168"/>
                  </a:lnTo>
                  <a:lnTo>
                    <a:pt x="0" y="269089"/>
                  </a:lnTo>
                  <a:lnTo>
                    <a:pt x="2337" y="285985"/>
                  </a:lnTo>
                  <a:lnTo>
                    <a:pt x="23093" y="320296"/>
                  </a:lnTo>
                  <a:lnTo>
                    <a:pt x="42547" y="326446"/>
                  </a:lnTo>
                  <a:lnTo>
                    <a:pt x="53168" y="323261"/>
                  </a:lnTo>
                  <a:lnTo>
                    <a:pt x="86475" y="286534"/>
                  </a:lnTo>
                  <a:lnTo>
                    <a:pt x="108046" y="241273"/>
                  </a:lnTo>
                  <a:lnTo>
                    <a:pt x="107434" y="194788"/>
                  </a:lnTo>
                  <a:lnTo>
                    <a:pt x="99935" y="233915"/>
                  </a:lnTo>
                  <a:lnTo>
                    <a:pt x="106430" y="277121"/>
                  </a:lnTo>
                  <a:lnTo>
                    <a:pt x="130292" y="309314"/>
                  </a:lnTo>
                  <a:lnTo>
                    <a:pt x="170690" y="306239"/>
                  </a:lnTo>
                  <a:lnTo>
                    <a:pt x="188058" y="256114"/>
                  </a:lnTo>
                  <a:lnTo>
                    <a:pt x="194098" y="196388"/>
                  </a:lnTo>
                  <a:lnTo>
                    <a:pt x="195729" y="127547"/>
                  </a:lnTo>
                  <a:lnTo>
                    <a:pt x="195776" y="76528"/>
                  </a:lnTo>
                  <a:lnTo>
                    <a:pt x="194788" y="36146"/>
                  </a:lnTo>
                  <a:lnTo>
                    <a:pt x="189768" y="0"/>
                  </a:lnTo>
                  <a:lnTo>
                    <a:pt x="188293" y="3796"/>
                  </a:lnTo>
                  <a:lnTo>
                    <a:pt x="185751" y="62251"/>
                  </a:lnTo>
                  <a:lnTo>
                    <a:pt x="187132" y="136427"/>
                  </a:lnTo>
                  <a:lnTo>
                    <a:pt x="188716" y="175350"/>
                  </a:lnTo>
                  <a:lnTo>
                    <a:pt x="193219" y="236692"/>
                  </a:lnTo>
                  <a:lnTo>
                    <a:pt x="202821" y="283146"/>
                  </a:lnTo>
                  <a:lnTo>
                    <a:pt x="230181" y="315009"/>
                  </a:lnTo>
                  <a:lnTo>
                    <a:pt x="270971" y="285907"/>
                  </a:lnTo>
                  <a:lnTo>
                    <a:pt x="278612" y="271944"/>
                  </a:lnTo>
                  <a:lnTo>
                    <a:pt x="286158" y="257040"/>
                  </a:lnTo>
                </a:path>
              </a:pathLst>
            </a:custGeom>
            <a:ln w="36749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5418693" y="4137923"/>
              <a:ext cx="182880" cy="18415"/>
            </a:xfrm>
            <a:custGeom>
              <a:avLst/>
              <a:gdLst/>
              <a:ahLst/>
              <a:cxnLst/>
              <a:rect l="l" t="t" r="r" b="b"/>
              <a:pathLst>
                <a:path w="182879" h="18414">
                  <a:moveTo>
                    <a:pt x="20081" y="18073"/>
                  </a:moveTo>
                  <a:lnTo>
                    <a:pt x="10040" y="18073"/>
                  </a:lnTo>
                  <a:lnTo>
                    <a:pt x="0" y="18073"/>
                  </a:lnTo>
                  <a:lnTo>
                    <a:pt x="2070" y="18026"/>
                  </a:lnTo>
                  <a:lnTo>
                    <a:pt x="9036" y="17696"/>
                  </a:lnTo>
                  <a:lnTo>
                    <a:pt x="70064" y="12284"/>
                  </a:lnTo>
                  <a:lnTo>
                    <a:pt x="142420" y="4471"/>
                  </a:lnTo>
                  <a:lnTo>
                    <a:pt x="182739" y="0"/>
                  </a:lnTo>
                </a:path>
              </a:pathLst>
            </a:custGeom>
            <a:ln w="36749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0" name="object 90"/>
          <p:cNvGrpSpPr/>
          <p:nvPr/>
        </p:nvGrpSpPr>
        <p:grpSpPr>
          <a:xfrm>
            <a:off x="5738939" y="3932792"/>
            <a:ext cx="1122045" cy="537210"/>
            <a:chOff x="5738939" y="3932792"/>
            <a:chExt cx="1122045" cy="537210"/>
          </a:xfrm>
        </p:grpSpPr>
        <p:sp>
          <p:nvSpPr>
            <p:cNvPr id="91" name="object 91"/>
            <p:cNvSpPr/>
            <p:nvPr/>
          </p:nvSpPr>
          <p:spPr>
            <a:xfrm>
              <a:off x="5757314" y="4014784"/>
              <a:ext cx="194945" cy="314325"/>
            </a:xfrm>
            <a:custGeom>
              <a:avLst/>
              <a:gdLst/>
              <a:ahLst/>
              <a:cxnLst/>
              <a:rect l="l" t="t" r="r" b="b"/>
              <a:pathLst>
                <a:path w="194945" h="314325">
                  <a:moveTo>
                    <a:pt x="85094" y="62895"/>
                  </a:moveTo>
                  <a:lnTo>
                    <a:pt x="72543" y="25117"/>
                  </a:lnTo>
                  <a:lnTo>
                    <a:pt x="41229" y="49152"/>
                  </a:lnTo>
                  <a:lnTo>
                    <a:pt x="23344" y="92609"/>
                  </a:lnTo>
                  <a:lnTo>
                    <a:pt x="5773" y="152915"/>
                  </a:lnTo>
                  <a:lnTo>
                    <a:pt x="0" y="214195"/>
                  </a:lnTo>
                  <a:lnTo>
                    <a:pt x="3765" y="241367"/>
                  </a:lnTo>
                  <a:lnTo>
                    <a:pt x="24850" y="284793"/>
                  </a:lnTo>
                  <a:lnTo>
                    <a:pt x="61875" y="309518"/>
                  </a:lnTo>
                  <a:lnTo>
                    <a:pt x="83164" y="314303"/>
                  </a:lnTo>
                  <a:lnTo>
                    <a:pt x="104171" y="313911"/>
                  </a:lnTo>
                  <a:lnTo>
                    <a:pt x="140945" y="297846"/>
                  </a:lnTo>
                  <a:lnTo>
                    <a:pt x="169435" y="263707"/>
                  </a:lnTo>
                  <a:lnTo>
                    <a:pt x="188387" y="215512"/>
                  </a:lnTo>
                  <a:lnTo>
                    <a:pt x="194537" y="161293"/>
                  </a:lnTo>
                  <a:lnTo>
                    <a:pt x="191870" y="134685"/>
                  </a:lnTo>
                  <a:lnTo>
                    <a:pt x="177876" y="86741"/>
                  </a:lnTo>
                  <a:lnTo>
                    <a:pt x="158516" y="50626"/>
                  </a:lnTo>
                  <a:lnTo>
                    <a:pt x="130277" y="18716"/>
                  </a:lnTo>
                  <a:lnTo>
                    <a:pt x="95276" y="0"/>
                  </a:lnTo>
                  <a:lnTo>
                    <a:pt x="88483" y="1521"/>
                  </a:lnTo>
                  <a:lnTo>
                    <a:pt x="70535" y="40178"/>
                  </a:lnTo>
                  <a:lnTo>
                    <a:pt x="67021" y="74943"/>
                  </a:lnTo>
                </a:path>
              </a:pathLst>
            </a:custGeom>
            <a:ln w="36749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6011720" y="3969240"/>
              <a:ext cx="461645" cy="481965"/>
            </a:xfrm>
            <a:custGeom>
              <a:avLst/>
              <a:gdLst/>
              <a:ahLst/>
              <a:cxnLst/>
              <a:rect l="l" t="t" r="r" b="b"/>
              <a:pathLst>
                <a:path w="461645" h="481964">
                  <a:moveTo>
                    <a:pt x="17445" y="192780"/>
                  </a:moveTo>
                  <a:lnTo>
                    <a:pt x="0" y="189517"/>
                  </a:lnTo>
                  <a:lnTo>
                    <a:pt x="266" y="201032"/>
                  </a:lnTo>
                  <a:lnTo>
                    <a:pt x="5898" y="258923"/>
                  </a:lnTo>
                  <a:lnTo>
                    <a:pt x="13429" y="300215"/>
                  </a:lnTo>
                  <a:lnTo>
                    <a:pt x="39535" y="333349"/>
                  </a:lnTo>
                  <a:lnTo>
                    <a:pt x="80701" y="302223"/>
                  </a:lnTo>
                  <a:lnTo>
                    <a:pt x="97770" y="264570"/>
                  </a:lnTo>
                  <a:lnTo>
                    <a:pt x="108815" y="223906"/>
                  </a:lnTo>
                  <a:lnTo>
                    <a:pt x="112909" y="182253"/>
                  </a:lnTo>
                  <a:lnTo>
                    <a:pt x="102712" y="225208"/>
                  </a:lnTo>
                  <a:lnTo>
                    <a:pt x="103936" y="269230"/>
                  </a:lnTo>
                  <a:lnTo>
                    <a:pt x="117475" y="317033"/>
                  </a:lnTo>
                  <a:lnTo>
                    <a:pt x="155347" y="333035"/>
                  </a:lnTo>
                  <a:lnTo>
                    <a:pt x="182865" y="305235"/>
                  </a:lnTo>
                  <a:lnTo>
                    <a:pt x="200185" y="271097"/>
                  </a:lnTo>
                  <a:lnTo>
                    <a:pt x="212108" y="227043"/>
                  </a:lnTo>
                  <a:lnTo>
                    <a:pt x="217254" y="171694"/>
                  </a:lnTo>
                  <a:lnTo>
                    <a:pt x="215497" y="106556"/>
                  </a:lnTo>
                  <a:lnTo>
                    <a:pt x="209221" y="48194"/>
                  </a:lnTo>
                  <a:lnTo>
                    <a:pt x="197926" y="3859"/>
                  </a:lnTo>
                  <a:lnTo>
                    <a:pt x="195165" y="0"/>
                  </a:lnTo>
                  <a:lnTo>
                    <a:pt x="193439" y="894"/>
                  </a:lnTo>
                  <a:lnTo>
                    <a:pt x="193156" y="39158"/>
                  </a:lnTo>
                  <a:lnTo>
                    <a:pt x="195541" y="97645"/>
                  </a:lnTo>
                  <a:lnTo>
                    <a:pt x="200185" y="163662"/>
                  </a:lnTo>
                  <a:lnTo>
                    <a:pt x="207213" y="217254"/>
                  </a:lnTo>
                  <a:lnTo>
                    <a:pt x="214242" y="255032"/>
                  </a:lnTo>
                  <a:lnTo>
                    <a:pt x="225286" y="293186"/>
                  </a:lnTo>
                  <a:lnTo>
                    <a:pt x="261558" y="312640"/>
                  </a:lnTo>
                  <a:lnTo>
                    <a:pt x="298238" y="300811"/>
                  </a:lnTo>
                  <a:lnTo>
                    <a:pt x="319292" y="255487"/>
                  </a:lnTo>
                  <a:lnTo>
                    <a:pt x="327324" y="208217"/>
                  </a:lnTo>
                  <a:lnTo>
                    <a:pt x="330274" y="166062"/>
                  </a:lnTo>
                  <a:lnTo>
                    <a:pt x="327042" y="223827"/>
                  </a:lnTo>
                  <a:lnTo>
                    <a:pt x="329238" y="299101"/>
                  </a:lnTo>
                  <a:lnTo>
                    <a:pt x="332219" y="369354"/>
                  </a:lnTo>
                  <a:lnTo>
                    <a:pt x="335231" y="421785"/>
                  </a:lnTo>
                  <a:lnTo>
                    <a:pt x="339624" y="470152"/>
                  </a:lnTo>
                  <a:lnTo>
                    <a:pt x="341758" y="481950"/>
                  </a:lnTo>
                  <a:lnTo>
                    <a:pt x="342291" y="480978"/>
                  </a:lnTo>
                  <a:lnTo>
                    <a:pt x="342260" y="474169"/>
                  </a:lnTo>
                  <a:lnTo>
                    <a:pt x="341475" y="460206"/>
                  </a:lnTo>
                  <a:lnTo>
                    <a:pt x="339750" y="437771"/>
                  </a:lnTo>
                  <a:lnTo>
                    <a:pt x="337036" y="406332"/>
                  </a:lnTo>
                  <a:lnTo>
                    <a:pt x="333851" y="368491"/>
                  </a:lnTo>
                  <a:lnTo>
                    <a:pt x="330854" y="327638"/>
                  </a:lnTo>
                  <a:lnTo>
                    <a:pt x="328705" y="287162"/>
                  </a:lnTo>
                  <a:lnTo>
                    <a:pt x="327920" y="249996"/>
                  </a:lnTo>
                  <a:lnTo>
                    <a:pt x="328454" y="217254"/>
                  </a:lnTo>
                  <a:lnTo>
                    <a:pt x="332721" y="167678"/>
                  </a:lnTo>
                  <a:lnTo>
                    <a:pt x="351798" y="130528"/>
                  </a:lnTo>
                  <a:lnTo>
                    <a:pt x="367612" y="128018"/>
                  </a:lnTo>
                  <a:lnTo>
                    <a:pt x="377214" y="129963"/>
                  </a:lnTo>
                  <a:lnTo>
                    <a:pt x="411916" y="151990"/>
                  </a:lnTo>
                  <a:lnTo>
                    <a:pt x="444862" y="192529"/>
                  </a:lnTo>
                  <a:lnTo>
                    <a:pt x="461241" y="239971"/>
                  </a:lnTo>
                  <a:lnTo>
                    <a:pt x="461241" y="255518"/>
                  </a:lnTo>
                  <a:lnTo>
                    <a:pt x="458229" y="270218"/>
                  </a:lnTo>
                  <a:lnTo>
                    <a:pt x="431339" y="304623"/>
                  </a:lnTo>
                  <a:lnTo>
                    <a:pt x="390957" y="320296"/>
                  </a:lnTo>
                  <a:lnTo>
                    <a:pt x="355438" y="297453"/>
                  </a:lnTo>
                  <a:lnTo>
                    <a:pt x="354811" y="277121"/>
                  </a:lnTo>
                </a:path>
              </a:pathLst>
            </a:custGeom>
            <a:ln w="36749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6537222" y="4006391"/>
              <a:ext cx="305435" cy="281940"/>
            </a:xfrm>
            <a:custGeom>
              <a:avLst/>
              <a:gdLst/>
              <a:ahLst/>
              <a:cxnLst/>
              <a:rect l="l" t="t" r="r" b="b"/>
              <a:pathLst>
                <a:path w="305434" h="281939">
                  <a:moveTo>
                    <a:pt x="10040" y="143581"/>
                  </a:moveTo>
                  <a:lnTo>
                    <a:pt x="0" y="146593"/>
                  </a:lnTo>
                  <a:lnTo>
                    <a:pt x="360" y="167772"/>
                  </a:lnTo>
                  <a:lnTo>
                    <a:pt x="2965" y="215779"/>
                  </a:lnTo>
                  <a:lnTo>
                    <a:pt x="10542" y="264696"/>
                  </a:lnTo>
                  <a:lnTo>
                    <a:pt x="32255" y="281890"/>
                  </a:lnTo>
                  <a:lnTo>
                    <a:pt x="41245" y="277278"/>
                  </a:lnTo>
                  <a:lnTo>
                    <a:pt x="65138" y="247470"/>
                  </a:lnTo>
                  <a:lnTo>
                    <a:pt x="91746" y="199714"/>
                  </a:lnTo>
                  <a:lnTo>
                    <a:pt x="109694" y="160885"/>
                  </a:lnTo>
                  <a:lnTo>
                    <a:pt x="116471" y="119483"/>
                  </a:lnTo>
                  <a:lnTo>
                    <a:pt x="108815" y="167333"/>
                  </a:lnTo>
                  <a:lnTo>
                    <a:pt x="111827" y="215340"/>
                  </a:lnTo>
                  <a:lnTo>
                    <a:pt x="121993" y="261558"/>
                  </a:lnTo>
                  <a:lnTo>
                    <a:pt x="160650" y="273105"/>
                  </a:lnTo>
                  <a:lnTo>
                    <a:pt x="189768" y="239971"/>
                  </a:lnTo>
                  <a:lnTo>
                    <a:pt x="201565" y="191399"/>
                  </a:lnTo>
                  <a:lnTo>
                    <a:pt x="205833" y="122495"/>
                  </a:lnTo>
                  <a:lnTo>
                    <a:pt x="203605" y="83305"/>
                  </a:lnTo>
                  <a:lnTo>
                    <a:pt x="194254" y="16598"/>
                  </a:lnTo>
                  <a:lnTo>
                    <a:pt x="189767" y="0"/>
                  </a:lnTo>
                  <a:lnTo>
                    <a:pt x="186928" y="313"/>
                  </a:lnTo>
                  <a:lnTo>
                    <a:pt x="186520" y="41229"/>
                  </a:lnTo>
                  <a:lnTo>
                    <a:pt x="192435" y="110901"/>
                  </a:lnTo>
                  <a:lnTo>
                    <a:pt x="202036" y="182598"/>
                  </a:lnTo>
                  <a:lnTo>
                    <a:pt x="211073" y="233538"/>
                  </a:lnTo>
                  <a:lnTo>
                    <a:pt x="239594" y="262311"/>
                  </a:lnTo>
                  <a:lnTo>
                    <a:pt x="277498" y="233319"/>
                  </a:lnTo>
                  <a:lnTo>
                    <a:pt x="298175" y="199730"/>
                  </a:lnTo>
                  <a:lnTo>
                    <a:pt x="303635" y="178237"/>
                  </a:lnTo>
                  <a:lnTo>
                    <a:pt x="305235" y="167678"/>
                  </a:lnTo>
                </a:path>
              </a:pathLst>
            </a:custGeom>
            <a:ln w="36749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6639636" y="4059606"/>
              <a:ext cx="172720" cy="18415"/>
            </a:xfrm>
            <a:custGeom>
              <a:avLst/>
              <a:gdLst/>
              <a:ahLst/>
              <a:cxnLst/>
              <a:rect l="l" t="t" r="r" b="b"/>
              <a:pathLst>
                <a:path w="172720" h="18414">
                  <a:moveTo>
                    <a:pt x="16065" y="18073"/>
                  </a:moveTo>
                  <a:lnTo>
                    <a:pt x="8032" y="12048"/>
                  </a:lnTo>
                  <a:lnTo>
                    <a:pt x="0" y="6024"/>
                  </a:lnTo>
                  <a:lnTo>
                    <a:pt x="3012" y="3012"/>
                  </a:lnTo>
                  <a:lnTo>
                    <a:pt x="7420" y="1270"/>
                  </a:lnTo>
                  <a:lnTo>
                    <a:pt x="16441" y="376"/>
                  </a:lnTo>
                  <a:lnTo>
                    <a:pt x="30545" y="47"/>
                  </a:lnTo>
                  <a:lnTo>
                    <a:pt x="50203" y="0"/>
                  </a:lnTo>
                  <a:lnTo>
                    <a:pt x="75555" y="0"/>
                  </a:lnTo>
                  <a:lnTo>
                    <a:pt x="105426" y="0"/>
                  </a:lnTo>
                  <a:lnTo>
                    <a:pt x="138309" y="0"/>
                  </a:lnTo>
                  <a:lnTo>
                    <a:pt x="172698" y="0"/>
                  </a:lnTo>
                </a:path>
              </a:pathLst>
            </a:custGeom>
            <a:ln w="36749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6178770" y="4041533"/>
              <a:ext cx="139700" cy="18415"/>
            </a:xfrm>
            <a:custGeom>
              <a:avLst/>
              <a:gdLst/>
              <a:ahLst/>
              <a:cxnLst/>
              <a:rect l="l" t="t" r="r" b="b"/>
              <a:pathLst>
                <a:path w="139700" h="18414">
                  <a:moveTo>
                    <a:pt x="25101" y="18073"/>
                  </a:moveTo>
                  <a:lnTo>
                    <a:pt x="14825" y="13601"/>
                  </a:lnTo>
                  <a:lnTo>
                    <a:pt x="6149" y="9413"/>
                  </a:lnTo>
                  <a:lnTo>
                    <a:pt x="674" y="5789"/>
                  </a:lnTo>
                  <a:lnTo>
                    <a:pt x="0" y="3012"/>
                  </a:lnTo>
                  <a:lnTo>
                    <a:pt x="5287" y="1270"/>
                  </a:lnTo>
                  <a:lnTo>
                    <a:pt x="15939" y="376"/>
                  </a:lnTo>
                  <a:lnTo>
                    <a:pt x="30922" y="47"/>
                  </a:lnTo>
                  <a:lnTo>
                    <a:pt x="49199" y="0"/>
                  </a:lnTo>
                  <a:lnTo>
                    <a:pt x="69813" y="0"/>
                  </a:lnTo>
                  <a:lnTo>
                    <a:pt x="92123" y="0"/>
                  </a:lnTo>
                  <a:lnTo>
                    <a:pt x="115561" y="0"/>
                  </a:lnTo>
                  <a:lnTo>
                    <a:pt x="139564" y="0"/>
                  </a:lnTo>
                </a:path>
              </a:pathLst>
            </a:custGeom>
            <a:ln w="36749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6709920" y="3951167"/>
              <a:ext cx="18415" cy="78740"/>
            </a:xfrm>
            <a:custGeom>
              <a:avLst/>
              <a:gdLst/>
              <a:ahLst/>
              <a:cxnLst/>
              <a:rect l="l" t="t" r="r" b="b"/>
              <a:pathLst>
                <a:path w="18415" h="78739">
                  <a:moveTo>
                    <a:pt x="0" y="78317"/>
                  </a:moveTo>
                  <a:lnTo>
                    <a:pt x="4518" y="58737"/>
                  </a:lnTo>
                  <a:lnTo>
                    <a:pt x="9036" y="39158"/>
                  </a:lnTo>
                  <a:lnTo>
                    <a:pt x="13554" y="19579"/>
                  </a:lnTo>
                  <a:lnTo>
                    <a:pt x="18073" y="0"/>
                  </a:lnTo>
                </a:path>
              </a:pathLst>
            </a:custGeom>
            <a:ln w="36749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7" name="object 97"/>
          <p:cNvSpPr/>
          <p:nvPr/>
        </p:nvSpPr>
        <p:spPr>
          <a:xfrm>
            <a:off x="5180731" y="4523484"/>
            <a:ext cx="148590" cy="291465"/>
          </a:xfrm>
          <a:custGeom>
            <a:avLst/>
            <a:gdLst/>
            <a:ahLst/>
            <a:cxnLst/>
            <a:rect l="l" t="t" r="r" b="b"/>
            <a:pathLst>
              <a:path w="148589" h="291464">
                <a:moveTo>
                  <a:pt x="59239" y="0"/>
                </a:moveTo>
                <a:lnTo>
                  <a:pt x="65389" y="63632"/>
                </a:lnTo>
                <a:lnTo>
                  <a:pt x="72292" y="129524"/>
                </a:lnTo>
                <a:lnTo>
                  <a:pt x="80074" y="196796"/>
                </a:lnTo>
                <a:lnTo>
                  <a:pt x="83588" y="226949"/>
                </a:lnTo>
                <a:lnTo>
                  <a:pt x="86349" y="252019"/>
                </a:lnTo>
                <a:lnTo>
                  <a:pt x="88043" y="270422"/>
                </a:lnTo>
                <a:lnTo>
                  <a:pt x="88608" y="282518"/>
                </a:lnTo>
                <a:lnTo>
                  <a:pt x="88043" y="289154"/>
                </a:lnTo>
                <a:lnTo>
                  <a:pt x="86349" y="291178"/>
                </a:lnTo>
                <a:lnTo>
                  <a:pt x="83462" y="289342"/>
                </a:lnTo>
                <a:lnTo>
                  <a:pt x="79070" y="284024"/>
                </a:lnTo>
                <a:lnTo>
                  <a:pt x="72794" y="275505"/>
                </a:lnTo>
                <a:lnTo>
                  <a:pt x="64260" y="264068"/>
                </a:lnTo>
                <a:lnTo>
                  <a:pt x="53372" y="250184"/>
                </a:lnTo>
                <a:lnTo>
                  <a:pt x="41166" y="235076"/>
                </a:lnTo>
                <a:lnTo>
                  <a:pt x="28960" y="220156"/>
                </a:lnTo>
                <a:lnTo>
                  <a:pt x="18073" y="206837"/>
                </a:lnTo>
                <a:lnTo>
                  <a:pt x="9601" y="196278"/>
                </a:lnTo>
                <a:lnTo>
                  <a:pt x="3765" y="188638"/>
                </a:lnTo>
                <a:lnTo>
                  <a:pt x="564" y="183822"/>
                </a:lnTo>
                <a:lnTo>
                  <a:pt x="0" y="181735"/>
                </a:lnTo>
                <a:lnTo>
                  <a:pt x="2055" y="182331"/>
                </a:lnTo>
                <a:lnTo>
                  <a:pt x="34593" y="214540"/>
                </a:lnTo>
                <a:lnTo>
                  <a:pt x="47316" y="229051"/>
                </a:lnTo>
                <a:lnTo>
                  <a:pt x="60228" y="243752"/>
                </a:lnTo>
                <a:lnTo>
                  <a:pt x="91495" y="275113"/>
                </a:lnTo>
                <a:lnTo>
                  <a:pt x="105426" y="281137"/>
                </a:lnTo>
                <a:lnTo>
                  <a:pt x="111121" y="279663"/>
                </a:lnTo>
                <a:lnTo>
                  <a:pt x="131893" y="247517"/>
                </a:lnTo>
                <a:lnTo>
                  <a:pt x="145589" y="207841"/>
                </a:lnTo>
                <a:lnTo>
                  <a:pt x="148475" y="184998"/>
                </a:lnTo>
                <a:lnTo>
                  <a:pt x="147424" y="176213"/>
                </a:lnTo>
                <a:lnTo>
                  <a:pt x="144585" y="169686"/>
                </a:lnTo>
                <a:lnTo>
                  <a:pt x="139847" y="165654"/>
                </a:lnTo>
                <a:lnTo>
                  <a:pt x="133038" y="163787"/>
                </a:lnTo>
                <a:lnTo>
                  <a:pt x="123970" y="163615"/>
                </a:lnTo>
                <a:lnTo>
                  <a:pt x="112455" y="164666"/>
                </a:lnTo>
                <a:lnTo>
                  <a:pt x="68119" y="171302"/>
                </a:lnTo>
                <a:lnTo>
                  <a:pt x="28945" y="178786"/>
                </a:lnTo>
                <a:lnTo>
                  <a:pt x="27109" y="179727"/>
                </a:lnTo>
                <a:lnTo>
                  <a:pt x="27109" y="180731"/>
                </a:lnTo>
                <a:lnTo>
                  <a:pt x="37150" y="180731"/>
                </a:lnTo>
                <a:lnTo>
                  <a:pt x="52211" y="180731"/>
                </a:lnTo>
                <a:lnTo>
                  <a:pt x="91605" y="181155"/>
                </a:lnTo>
                <a:lnTo>
                  <a:pt x="129649" y="183743"/>
                </a:lnTo>
                <a:lnTo>
                  <a:pt x="142577" y="185751"/>
                </a:lnTo>
                <a:lnTo>
                  <a:pt x="142514" y="186332"/>
                </a:lnTo>
                <a:lnTo>
                  <a:pt x="138309" y="186630"/>
                </a:lnTo>
                <a:lnTo>
                  <a:pt x="130716" y="186739"/>
                </a:lnTo>
                <a:lnTo>
                  <a:pt x="120487" y="186755"/>
                </a:lnTo>
                <a:lnTo>
                  <a:pt x="108407" y="186771"/>
                </a:lnTo>
                <a:lnTo>
                  <a:pt x="95386" y="186881"/>
                </a:lnTo>
                <a:lnTo>
                  <a:pt x="50830" y="189767"/>
                </a:lnTo>
                <a:lnTo>
                  <a:pt x="42751" y="190866"/>
                </a:lnTo>
                <a:lnTo>
                  <a:pt x="35142" y="191776"/>
                </a:lnTo>
                <a:lnTo>
                  <a:pt x="25101" y="192780"/>
                </a:lnTo>
                <a:lnTo>
                  <a:pt x="15060" y="192780"/>
                </a:lnTo>
                <a:lnTo>
                  <a:pt x="15060" y="193784"/>
                </a:lnTo>
                <a:lnTo>
                  <a:pt x="54219" y="198365"/>
                </a:lnTo>
                <a:lnTo>
                  <a:pt x="68778" y="198553"/>
                </a:lnTo>
                <a:lnTo>
                  <a:pt x="84090" y="198365"/>
                </a:lnTo>
                <a:lnTo>
                  <a:pt x="99402" y="197800"/>
                </a:lnTo>
                <a:lnTo>
                  <a:pt x="113898" y="196937"/>
                </a:lnTo>
                <a:lnTo>
                  <a:pt x="126512" y="196168"/>
                </a:lnTo>
                <a:lnTo>
                  <a:pt x="136113" y="195964"/>
                </a:lnTo>
                <a:lnTo>
                  <a:pt x="141573" y="196796"/>
                </a:lnTo>
                <a:lnTo>
                  <a:pt x="142184" y="198992"/>
                </a:lnTo>
                <a:lnTo>
                  <a:pt x="138937" y="202318"/>
                </a:lnTo>
                <a:lnTo>
                  <a:pt x="133242" y="206397"/>
                </a:lnTo>
                <a:lnTo>
                  <a:pt x="126512" y="210853"/>
                </a:lnTo>
                <a:lnTo>
                  <a:pt x="119907" y="215371"/>
                </a:lnTo>
                <a:lnTo>
                  <a:pt x="113584" y="219889"/>
                </a:lnTo>
                <a:lnTo>
                  <a:pt x="107450" y="224408"/>
                </a:lnTo>
                <a:lnTo>
                  <a:pt x="101410" y="228926"/>
                </a:lnTo>
                <a:lnTo>
                  <a:pt x="93377" y="234950"/>
                </a:lnTo>
                <a:lnTo>
                  <a:pt x="85345" y="240975"/>
                </a:lnTo>
                <a:lnTo>
                  <a:pt x="93377" y="234950"/>
                </a:lnTo>
                <a:lnTo>
                  <a:pt x="101410" y="228926"/>
                </a:lnTo>
                <a:lnTo>
                  <a:pt x="109443" y="222902"/>
                </a:lnTo>
                <a:lnTo>
                  <a:pt x="117475" y="216877"/>
                </a:lnTo>
                <a:lnTo>
                  <a:pt x="119483" y="218885"/>
                </a:lnTo>
                <a:lnTo>
                  <a:pt x="121491" y="220893"/>
                </a:lnTo>
                <a:lnTo>
                  <a:pt x="117475" y="230934"/>
                </a:lnTo>
                <a:lnTo>
                  <a:pt x="114463" y="240975"/>
                </a:lnTo>
                <a:lnTo>
                  <a:pt x="111451" y="251015"/>
                </a:lnTo>
                <a:lnTo>
                  <a:pt x="109443" y="261056"/>
                </a:lnTo>
                <a:lnTo>
                  <a:pt x="111451" y="262060"/>
                </a:lnTo>
                <a:lnTo>
                  <a:pt x="113459" y="263064"/>
                </a:lnTo>
                <a:lnTo>
                  <a:pt x="119483" y="255032"/>
                </a:lnTo>
                <a:lnTo>
                  <a:pt x="121491" y="254028"/>
                </a:lnTo>
                <a:lnTo>
                  <a:pt x="123499" y="253024"/>
                </a:lnTo>
                <a:lnTo>
                  <a:pt x="121491" y="259048"/>
                </a:lnTo>
                <a:lnTo>
                  <a:pt x="119483" y="265072"/>
                </a:lnTo>
              </a:path>
            </a:pathLst>
          </a:custGeom>
          <a:ln w="367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98" name="object 98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4474572" y="4884646"/>
            <a:ext cx="1578991" cy="1701487"/>
          </a:xfrm>
          <a:prstGeom prst="rect">
            <a:avLst/>
          </a:prstGeom>
        </p:spPr>
      </p:pic>
      <p:sp>
        <p:nvSpPr>
          <p:cNvPr id="99" name="object 99"/>
          <p:cNvSpPr/>
          <p:nvPr/>
        </p:nvSpPr>
        <p:spPr>
          <a:xfrm>
            <a:off x="7017163" y="2194871"/>
            <a:ext cx="357505" cy="121920"/>
          </a:xfrm>
          <a:custGeom>
            <a:avLst/>
            <a:gdLst/>
            <a:ahLst/>
            <a:cxnLst/>
            <a:rect l="l" t="t" r="r" b="b"/>
            <a:pathLst>
              <a:path w="357504" h="121919">
                <a:moveTo>
                  <a:pt x="0" y="69468"/>
                </a:moveTo>
                <a:lnTo>
                  <a:pt x="67146" y="63569"/>
                </a:lnTo>
                <a:lnTo>
                  <a:pt x="139564" y="58423"/>
                </a:lnTo>
                <a:lnTo>
                  <a:pt x="178801" y="56337"/>
                </a:lnTo>
                <a:lnTo>
                  <a:pt x="217756" y="54533"/>
                </a:lnTo>
                <a:lnTo>
                  <a:pt x="253510" y="52917"/>
                </a:lnTo>
                <a:lnTo>
                  <a:pt x="283146" y="51395"/>
                </a:lnTo>
                <a:lnTo>
                  <a:pt x="304607" y="49905"/>
                </a:lnTo>
                <a:lnTo>
                  <a:pt x="319292" y="48508"/>
                </a:lnTo>
                <a:lnTo>
                  <a:pt x="329458" y="47300"/>
                </a:lnTo>
                <a:lnTo>
                  <a:pt x="337365" y="46375"/>
                </a:lnTo>
                <a:lnTo>
                  <a:pt x="347406" y="45371"/>
                </a:lnTo>
                <a:lnTo>
                  <a:pt x="357446" y="45371"/>
                </a:lnTo>
                <a:lnTo>
                  <a:pt x="357446" y="44367"/>
                </a:lnTo>
                <a:lnTo>
                  <a:pt x="355642" y="43378"/>
                </a:lnTo>
                <a:lnTo>
                  <a:pt x="350543" y="41731"/>
                </a:lnTo>
                <a:lnTo>
                  <a:pt x="342621" y="39142"/>
                </a:lnTo>
                <a:lnTo>
                  <a:pt x="332345" y="35330"/>
                </a:lnTo>
                <a:lnTo>
                  <a:pt x="320265" y="30169"/>
                </a:lnTo>
                <a:lnTo>
                  <a:pt x="307243" y="24160"/>
                </a:lnTo>
                <a:lnTo>
                  <a:pt x="294222" y="17963"/>
                </a:lnTo>
                <a:lnTo>
                  <a:pt x="282141" y="12237"/>
                </a:lnTo>
                <a:lnTo>
                  <a:pt x="271865" y="7530"/>
                </a:lnTo>
                <a:lnTo>
                  <a:pt x="263943" y="3953"/>
                </a:lnTo>
                <a:lnTo>
                  <a:pt x="258844" y="1506"/>
                </a:lnTo>
                <a:lnTo>
                  <a:pt x="257040" y="188"/>
                </a:lnTo>
                <a:lnTo>
                  <a:pt x="258844" y="0"/>
                </a:lnTo>
                <a:lnTo>
                  <a:pt x="263943" y="941"/>
                </a:lnTo>
                <a:lnTo>
                  <a:pt x="307118" y="15500"/>
                </a:lnTo>
                <a:lnTo>
                  <a:pt x="347657" y="36209"/>
                </a:lnTo>
                <a:lnTo>
                  <a:pt x="353430" y="45371"/>
                </a:lnTo>
                <a:lnTo>
                  <a:pt x="351987" y="49967"/>
                </a:lnTo>
                <a:lnTo>
                  <a:pt x="347908" y="55035"/>
                </a:lnTo>
                <a:lnTo>
                  <a:pt x="341570" y="61043"/>
                </a:lnTo>
                <a:lnTo>
                  <a:pt x="333349" y="68464"/>
                </a:lnTo>
                <a:lnTo>
                  <a:pt x="323685" y="77532"/>
                </a:lnTo>
                <a:lnTo>
                  <a:pt x="313268" y="87541"/>
                </a:lnTo>
                <a:lnTo>
                  <a:pt x="302850" y="97551"/>
                </a:lnTo>
                <a:lnTo>
                  <a:pt x="293186" y="106619"/>
                </a:lnTo>
                <a:lnTo>
                  <a:pt x="284903" y="113914"/>
                </a:lnTo>
                <a:lnTo>
                  <a:pt x="278125" y="119044"/>
                </a:lnTo>
                <a:lnTo>
                  <a:pt x="272854" y="121727"/>
                </a:lnTo>
                <a:lnTo>
                  <a:pt x="269089" y="121680"/>
                </a:lnTo>
                <a:lnTo>
                  <a:pt x="266751" y="118699"/>
                </a:lnTo>
                <a:lnTo>
                  <a:pt x="265449" y="112894"/>
                </a:lnTo>
                <a:lnTo>
                  <a:pt x="264712" y="104454"/>
                </a:lnTo>
                <a:lnTo>
                  <a:pt x="264068" y="93566"/>
                </a:lnTo>
                <a:lnTo>
                  <a:pt x="263143" y="80576"/>
                </a:lnTo>
                <a:lnTo>
                  <a:pt x="259048" y="39346"/>
                </a:lnTo>
                <a:lnTo>
                  <a:pt x="254028" y="15249"/>
                </a:lnTo>
                <a:lnTo>
                  <a:pt x="253463" y="18794"/>
                </a:lnTo>
                <a:lnTo>
                  <a:pt x="253275" y="25540"/>
                </a:lnTo>
                <a:lnTo>
                  <a:pt x="253463" y="34169"/>
                </a:lnTo>
                <a:lnTo>
                  <a:pt x="254028" y="43363"/>
                </a:lnTo>
                <a:lnTo>
                  <a:pt x="254938" y="52054"/>
                </a:lnTo>
                <a:lnTo>
                  <a:pt x="256036" y="60181"/>
                </a:lnTo>
                <a:lnTo>
                  <a:pt x="257134" y="67931"/>
                </a:lnTo>
                <a:lnTo>
                  <a:pt x="258044" y="75493"/>
                </a:lnTo>
                <a:lnTo>
                  <a:pt x="259048" y="85533"/>
                </a:lnTo>
                <a:lnTo>
                  <a:pt x="259048" y="95574"/>
                </a:lnTo>
                <a:lnTo>
                  <a:pt x="259048" y="85533"/>
                </a:lnTo>
                <a:lnTo>
                  <a:pt x="259048" y="25289"/>
                </a:lnTo>
                <a:lnTo>
                  <a:pt x="259048" y="35330"/>
                </a:lnTo>
                <a:lnTo>
                  <a:pt x="259048" y="45371"/>
                </a:lnTo>
                <a:lnTo>
                  <a:pt x="259063" y="52901"/>
                </a:lnTo>
                <a:lnTo>
                  <a:pt x="263064" y="95574"/>
                </a:lnTo>
                <a:lnTo>
                  <a:pt x="266077" y="91558"/>
                </a:lnTo>
                <a:lnTo>
                  <a:pt x="268508" y="86129"/>
                </a:lnTo>
                <a:lnTo>
                  <a:pt x="271222" y="76748"/>
                </a:lnTo>
                <a:lnTo>
                  <a:pt x="274125" y="64730"/>
                </a:lnTo>
                <a:lnTo>
                  <a:pt x="277121" y="51395"/>
                </a:lnTo>
              </a:path>
            </a:pathLst>
          </a:custGeom>
          <a:ln w="367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00" name="object 100"/>
          <p:cNvGrpSpPr/>
          <p:nvPr/>
        </p:nvGrpSpPr>
        <p:grpSpPr>
          <a:xfrm>
            <a:off x="7613653" y="1967808"/>
            <a:ext cx="831850" cy="398780"/>
            <a:chOff x="7613653" y="1967808"/>
            <a:chExt cx="831850" cy="398780"/>
          </a:xfrm>
        </p:grpSpPr>
        <p:sp>
          <p:nvSpPr>
            <p:cNvPr id="101" name="object 101"/>
            <p:cNvSpPr/>
            <p:nvPr/>
          </p:nvSpPr>
          <p:spPr>
            <a:xfrm>
              <a:off x="7632028" y="2034409"/>
              <a:ext cx="173990" cy="313690"/>
            </a:xfrm>
            <a:custGeom>
              <a:avLst/>
              <a:gdLst/>
              <a:ahLst/>
              <a:cxnLst/>
              <a:rect l="l" t="t" r="r" b="b"/>
              <a:pathLst>
                <a:path w="173990" h="313689">
                  <a:moveTo>
                    <a:pt x="11672" y="25101"/>
                  </a:moveTo>
                  <a:lnTo>
                    <a:pt x="11672" y="13052"/>
                  </a:lnTo>
                  <a:lnTo>
                    <a:pt x="11672" y="1004"/>
                  </a:lnTo>
                  <a:lnTo>
                    <a:pt x="10668" y="0"/>
                  </a:lnTo>
                  <a:lnTo>
                    <a:pt x="6651" y="47191"/>
                  </a:lnTo>
                  <a:lnTo>
                    <a:pt x="5898" y="119107"/>
                  </a:lnTo>
                  <a:lnTo>
                    <a:pt x="6086" y="158877"/>
                  </a:lnTo>
                  <a:lnTo>
                    <a:pt x="7593" y="223168"/>
                  </a:lnTo>
                  <a:lnTo>
                    <a:pt x="10605" y="261856"/>
                  </a:lnTo>
                  <a:lnTo>
                    <a:pt x="17571" y="300340"/>
                  </a:lnTo>
                  <a:lnTo>
                    <a:pt x="21712" y="313268"/>
                  </a:lnTo>
                  <a:lnTo>
                    <a:pt x="22826" y="312907"/>
                  </a:lnTo>
                  <a:lnTo>
                    <a:pt x="23093" y="306616"/>
                  </a:lnTo>
                  <a:lnTo>
                    <a:pt x="22418" y="293359"/>
                  </a:lnTo>
                  <a:lnTo>
                    <a:pt x="20708" y="272101"/>
                  </a:lnTo>
                  <a:lnTo>
                    <a:pt x="17963" y="242606"/>
                  </a:lnTo>
                  <a:lnTo>
                    <a:pt x="14558" y="207841"/>
                  </a:lnTo>
                  <a:lnTo>
                    <a:pt x="10966" y="171569"/>
                  </a:lnTo>
                  <a:lnTo>
                    <a:pt x="7655" y="137556"/>
                  </a:lnTo>
                  <a:lnTo>
                    <a:pt x="3012" y="85219"/>
                  </a:lnTo>
                  <a:lnTo>
                    <a:pt x="78" y="37275"/>
                  </a:lnTo>
                  <a:lnTo>
                    <a:pt x="0" y="27360"/>
                  </a:lnTo>
                  <a:lnTo>
                    <a:pt x="486" y="20834"/>
                  </a:lnTo>
                  <a:lnTo>
                    <a:pt x="1631" y="18073"/>
                  </a:lnTo>
                  <a:lnTo>
                    <a:pt x="3655" y="19500"/>
                  </a:lnTo>
                  <a:lnTo>
                    <a:pt x="7279" y="25729"/>
                  </a:lnTo>
                  <a:lnTo>
                    <a:pt x="13351" y="37417"/>
                  </a:lnTo>
                  <a:lnTo>
                    <a:pt x="22717" y="55223"/>
                  </a:lnTo>
                  <a:lnTo>
                    <a:pt x="51709" y="107685"/>
                  </a:lnTo>
                  <a:lnTo>
                    <a:pt x="85972" y="167678"/>
                  </a:lnTo>
                  <a:lnTo>
                    <a:pt x="115718" y="218634"/>
                  </a:lnTo>
                  <a:lnTo>
                    <a:pt x="127625" y="239124"/>
                  </a:lnTo>
                  <a:lnTo>
                    <a:pt x="137180" y="256036"/>
                  </a:lnTo>
                  <a:lnTo>
                    <a:pt x="144271" y="269214"/>
                  </a:lnTo>
                  <a:lnTo>
                    <a:pt x="149480" y="278627"/>
                  </a:lnTo>
                  <a:lnTo>
                    <a:pt x="153559" y="284275"/>
                  </a:lnTo>
                  <a:lnTo>
                    <a:pt x="157261" y="286158"/>
                  </a:lnTo>
                  <a:lnTo>
                    <a:pt x="161152" y="284228"/>
                  </a:lnTo>
                  <a:lnTo>
                    <a:pt x="173012" y="233444"/>
                  </a:lnTo>
                  <a:lnTo>
                    <a:pt x="173577" y="210100"/>
                  </a:lnTo>
                  <a:lnTo>
                    <a:pt x="173012" y="184120"/>
                  </a:lnTo>
                  <a:lnTo>
                    <a:pt x="168557" y="128755"/>
                  </a:lnTo>
                  <a:lnTo>
                    <a:pt x="161152" y="76010"/>
                  </a:lnTo>
                  <a:lnTo>
                    <a:pt x="153731" y="34153"/>
                  </a:lnTo>
                  <a:lnTo>
                    <a:pt x="148225" y="8032"/>
                  </a:lnTo>
                  <a:lnTo>
                    <a:pt x="148915" y="12064"/>
                  </a:lnTo>
                  <a:lnTo>
                    <a:pt x="150735" y="21461"/>
                  </a:lnTo>
                  <a:lnTo>
                    <a:pt x="153308" y="34436"/>
                  </a:lnTo>
                  <a:lnTo>
                    <a:pt x="156257" y="49199"/>
                  </a:lnTo>
                </a:path>
              </a:pathLst>
            </a:custGeom>
            <a:ln w="36749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2" name="object 10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865045" y="2146734"/>
              <a:ext cx="321151" cy="189823"/>
            </a:xfrm>
            <a:prstGeom prst="rect">
              <a:avLst/>
            </a:prstGeom>
          </p:spPr>
        </p:pic>
        <p:sp>
          <p:nvSpPr>
            <p:cNvPr id="103" name="object 103"/>
            <p:cNvSpPr/>
            <p:nvPr/>
          </p:nvSpPr>
          <p:spPr>
            <a:xfrm>
              <a:off x="8233666" y="1986183"/>
              <a:ext cx="193675" cy="339090"/>
            </a:xfrm>
            <a:custGeom>
              <a:avLst/>
              <a:gdLst/>
              <a:ahLst/>
              <a:cxnLst/>
              <a:rect l="l" t="t" r="r" b="b"/>
              <a:pathLst>
                <a:path w="193675" h="339089">
                  <a:moveTo>
                    <a:pt x="126935" y="235986"/>
                  </a:moveTo>
                  <a:lnTo>
                    <a:pt x="108438" y="194615"/>
                  </a:lnTo>
                  <a:lnTo>
                    <a:pt x="67695" y="172730"/>
                  </a:lnTo>
                  <a:lnTo>
                    <a:pt x="29996" y="186426"/>
                  </a:lnTo>
                  <a:lnTo>
                    <a:pt x="9193" y="219293"/>
                  </a:lnTo>
                  <a:lnTo>
                    <a:pt x="0" y="266484"/>
                  </a:lnTo>
                  <a:lnTo>
                    <a:pt x="1427" y="288197"/>
                  </a:lnTo>
                  <a:lnTo>
                    <a:pt x="27972" y="327026"/>
                  </a:lnTo>
                  <a:lnTo>
                    <a:pt x="60793" y="338651"/>
                  </a:lnTo>
                  <a:lnTo>
                    <a:pt x="71351" y="335639"/>
                  </a:lnTo>
                  <a:lnTo>
                    <a:pt x="108109" y="292841"/>
                  </a:lnTo>
                  <a:lnTo>
                    <a:pt x="128943" y="237994"/>
                  </a:lnTo>
                  <a:lnTo>
                    <a:pt x="137352" y="170471"/>
                  </a:lnTo>
                  <a:lnTo>
                    <a:pt x="135972" y="107466"/>
                  </a:lnTo>
                  <a:lnTo>
                    <a:pt x="129320" y="63663"/>
                  </a:lnTo>
                  <a:lnTo>
                    <a:pt x="112564" y="22058"/>
                  </a:lnTo>
                  <a:lnTo>
                    <a:pt x="87133" y="0"/>
                  </a:lnTo>
                  <a:lnTo>
                    <a:pt x="82128" y="5051"/>
                  </a:lnTo>
                  <a:lnTo>
                    <a:pt x="70284" y="59569"/>
                  </a:lnTo>
                  <a:lnTo>
                    <a:pt x="67931" y="124676"/>
                  </a:lnTo>
                  <a:lnTo>
                    <a:pt x="76920" y="193407"/>
                  </a:lnTo>
                  <a:lnTo>
                    <a:pt x="96123" y="252584"/>
                  </a:lnTo>
                  <a:lnTo>
                    <a:pt x="117035" y="294724"/>
                  </a:lnTo>
                  <a:lnTo>
                    <a:pt x="144004" y="326352"/>
                  </a:lnTo>
                  <a:lnTo>
                    <a:pt x="183916" y="325724"/>
                  </a:lnTo>
                  <a:lnTo>
                    <a:pt x="188654" y="320249"/>
                  </a:lnTo>
                  <a:lnTo>
                    <a:pt x="193203" y="314303"/>
                  </a:lnTo>
                </a:path>
              </a:pathLst>
            </a:custGeom>
            <a:ln w="36749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4" name="object 104"/>
          <p:cNvGrpSpPr/>
          <p:nvPr/>
        </p:nvGrpSpPr>
        <p:grpSpPr>
          <a:xfrm>
            <a:off x="8526975" y="1904708"/>
            <a:ext cx="986155" cy="408305"/>
            <a:chOff x="8526975" y="1904708"/>
            <a:chExt cx="986155" cy="408305"/>
          </a:xfrm>
        </p:grpSpPr>
        <p:sp>
          <p:nvSpPr>
            <p:cNvPr id="105" name="object 105"/>
            <p:cNvSpPr/>
            <p:nvPr/>
          </p:nvSpPr>
          <p:spPr>
            <a:xfrm>
              <a:off x="8545350" y="2029388"/>
              <a:ext cx="153035" cy="6350"/>
            </a:xfrm>
            <a:custGeom>
              <a:avLst/>
              <a:gdLst/>
              <a:ahLst/>
              <a:cxnLst/>
              <a:rect l="l" t="t" r="r" b="b"/>
              <a:pathLst>
                <a:path w="153034" h="6350">
                  <a:moveTo>
                    <a:pt x="20081" y="6024"/>
                  </a:moveTo>
                  <a:lnTo>
                    <a:pt x="10040" y="4016"/>
                  </a:lnTo>
                  <a:lnTo>
                    <a:pt x="0" y="2008"/>
                  </a:lnTo>
                  <a:lnTo>
                    <a:pt x="2008" y="1004"/>
                  </a:lnTo>
                  <a:lnTo>
                    <a:pt x="5789" y="423"/>
                  </a:lnTo>
                  <a:lnTo>
                    <a:pt x="14182" y="125"/>
                  </a:lnTo>
                  <a:lnTo>
                    <a:pt x="27282" y="15"/>
                  </a:lnTo>
                  <a:lnTo>
                    <a:pt x="45183" y="0"/>
                  </a:lnTo>
                  <a:lnTo>
                    <a:pt x="67758" y="0"/>
                  </a:lnTo>
                  <a:lnTo>
                    <a:pt x="94005" y="0"/>
                  </a:lnTo>
                  <a:lnTo>
                    <a:pt x="122699" y="0"/>
                  </a:lnTo>
                  <a:lnTo>
                    <a:pt x="152617" y="0"/>
                  </a:lnTo>
                </a:path>
              </a:pathLst>
            </a:custGeom>
            <a:ln w="36749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8626427" y="2041438"/>
              <a:ext cx="23495" cy="239395"/>
            </a:xfrm>
            <a:custGeom>
              <a:avLst/>
              <a:gdLst/>
              <a:ahLst/>
              <a:cxnLst/>
              <a:rect l="l" t="t" r="r" b="b"/>
              <a:pathLst>
                <a:path w="23495" h="239394">
                  <a:moveTo>
                    <a:pt x="23344" y="0"/>
                  </a:moveTo>
                  <a:lnTo>
                    <a:pt x="972" y="38170"/>
                  </a:lnTo>
                  <a:lnTo>
                    <a:pt x="0" y="53340"/>
                  </a:lnTo>
                  <a:lnTo>
                    <a:pt x="156" y="71712"/>
                  </a:lnTo>
                  <a:lnTo>
                    <a:pt x="1255" y="93377"/>
                  </a:lnTo>
                  <a:lnTo>
                    <a:pt x="3075" y="118087"/>
                  </a:lnTo>
                  <a:lnTo>
                    <a:pt x="5271" y="144208"/>
                  </a:lnTo>
                  <a:lnTo>
                    <a:pt x="7467" y="169765"/>
                  </a:lnTo>
                  <a:lnTo>
                    <a:pt x="9287" y="192780"/>
                  </a:lnTo>
                  <a:lnTo>
                    <a:pt x="10480" y="211575"/>
                  </a:lnTo>
                  <a:lnTo>
                    <a:pt x="11295" y="225663"/>
                  </a:lnTo>
                  <a:lnTo>
                    <a:pt x="12111" y="234856"/>
                  </a:lnTo>
                  <a:lnTo>
                    <a:pt x="13304" y="238967"/>
                  </a:lnTo>
                  <a:lnTo>
                    <a:pt x="15155" y="238057"/>
                  </a:lnTo>
                  <a:lnTo>
                    <a:pt x="17571" y="233193"/>
                  </a:lnTo>
                  <a:lnTo>
                    <a:pt x="20364" y="225694"/>
                  </a:lnTo>
                  <a:lnTo>
                    <a:pt x="23344" y="216877"/>
                  </a:lnTo>
                </a:path>
              </a:pathLst>
            </a:custGeom>
            <a:ln w="36749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7" name="object 10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693649" y="2117162"/>
              <a:ext cx="146694" cy="181115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8861077" y="2116785"/>
              <a:ext cx="129547" cy="161755"/>
            </a:xfrm>
            <a:prstGeom prst="rect">
              <a:avLst/>
            </a:prstGeom>
          </p:spPr>
        </p:pic>
        <p:sp>
          <p:nvSpPr>
            <p:cNvPr id="109" name="object 109"/>
            <p:cNvSpPr/>
            <p:nvPr/>
          </p:nvSpPr>
          <p:spPr>
            <a:xfrm>
              <a:off x="9038094" y="2002279"/>
              <a:ext cx="21590" cy="276225"/>
            </a:xfrm>
            <a:custGeom>
              <a:avLst/>
              <a:gdLst/>
              <a:ahLst/>
              <a:cxnLst/>
              <a:rect l="l" t="t" r="r" b="b"/>
              <a:pathLst>
                <a:path w="21590" h="276225">
                  <a:moveTo>
                    <a:pt x="9287" y="27109"/>
                  </a:moveTo>
                  <a:lnTo>
                    <a:pt x="9256" y="16802"/>
                  </a:lnTo>
                  <a:lnTo>
                    <a:pt x="9036" y="7907"/>
                  </a:lnTo>
                  <a:lnTo>
                    <a:pt x="8440" y="1835"/>
                  </a:lnTo>
                  <a:lnTo>
                    <a:pt x="7279" y="0"/>
                  </a:lnTo>
                  <a:lnTo>
                    <a:pt x="5475" y="3702"/>
                  </a:lnTo>
                  <a:lnTo>
                    <a:pt x="3388" y="13805"/>
                  </a:lnTo>
                  <a:lnTo>
                    <a:pt x="1490" y="31063"/>
                  </a:lnTo>
                  <a:lnTo>
                    <a:pt x="251" y="56227"/>
                  </a:lnTo>
                  <a:lnTo>
                    <a:pt x="0" y="89173"/>
                  </a:lnTo>
                  <a:lnTo>
                    <a:pt x="501" y="126261"/>
                  </a:lnTo>
                  <a:lnTo>
                    <a:pt x="1380" y="162972"/>
                  </a:lnTo>
                  <a:lnTo>
                    <a:pt x="2259" y="194788"/>
                  </a:lnTo>
                  <a:lnTo>
                    <a:pt x="2855" y="218321"/>
                  </a:lnTo>
                  <a:lnTo>
                    <a:pt x="5271" y="266077"/>
                  </a:lnTo>
                  <a:lnTo>
                    <a:pt x="7279" y="276117"/>
                  </a:lnTo>
                  <a:lnTo>
                    <a:pt x="10291" y="276117"/>
                  </a:lnTo>
                  <a:lnTo>
                    <a:pt x="13303" y="276117"/>
                  </a:lnTo>
                  <a:lnTo>
                    <a:pt x="17320" y="266077"/>
                  </a:lnTo>
                  <a:lnTo>
                    <a:pt x="21336" y="256036"/>
                  </a:lnTo>
                </a:path>
              </a:pathLst>
            </a:custGeom>
            <a:ln w="36749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0" name="object 11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077201" y="2079180"/>
              <a:ext cx="180331" cy="214704"/>
            </a:xfrm>
            <a:prstGeom prst="rect">
              <a:avLst/>
            </a:prstGeom>
          </p:spPr>
        </p:pic>
        <p:sp>
          <p:nvSpPr>
            <p:cNvPr id="111" name="object 111"/>
            <p:cNvSpPr/>
            <p:nvPr/>
          </p:nvSpPr>
          <p:spPr>
            <a:xfrm>
              <a:off x="9318730" y="1923083"/>
              <a:ext cx="175895" cy="263525"/>
            </a:xfrm>
            <a:custGeom>
              <a:avLst/>
              <a:gdLst/>
              <a:ahLst/>
              <a:cxnLst/>
              <a:rect l="l" t="t" r="r" b="b"/>
              <a:pathLst>
                <a:path w="175895" h="263525">
                  <a:moveTo>
                    <a:pt x="102163" y="142451"/>
                  </a:moveTo>
                  <a:lnTo>
                    <a:pt x="64009" y="117977"/>
                  </a:lnTo>
                  <a:lnTo>
                    <a:pt x="31879" y="91244"/>
                  </a:lnTo>
                  <a:lnTo>
                    <a:pt x="4345" y="47049"/>
                  </a:lnTo>
                  <a:lnTo>
                    <a:pt x="0" y="23077"/>
                  </a:lnTo>
                  <a:lnTo>
                    <a:pt x="3012" y="14307"/>
                  </a:lnTo>
                  <a:lnTo>
                    <a:pt x="10919" y="7608"/>
                  </a:lnTo>
                  <a:lnTo>
                    <a:pt x="24850" y="2886"/>
                  </a:lnTo>
                  <a:lnTo>
                    <a:pt x="45277" y="172"/>
                  </a:lnTo>
                  <a:lnTo>
                    <a:pt x="70033" y="0"/>
                  </a:lnTo>
                  <a:lnTo>
                    <a:pt x="96296" y="3027"/>
                  </a:lnTo>
                  <a:lnTo>
                    <a:pt x="142420" y="21163"/>
                  </a:lnTo>
                  <a:lnTo>
                    <a:pt x="170094" y="56086"/>
                  </a:lnTo>
                  <a:lnTo>
                    <a:pt x="175460" y="79195"/>
                  </a:lnTo>
                  <a:lnTo>
                    <a:pt x="174848" y="105442"/>
                  </a:lnTo>
                  <a:lnTo>
                    <a:pt x="169812" y="133289"/>
                  </a:lnTo>
                  <a:lnTo>
                    <a:pt x="162328" y="160948"/>
                  </a:lnTo>
                  <a:lnTo>
                    <a:pt x="154374" y="186630"/>
                  </a:lnTo>
                  <a:lnTo>
                    <a:pt x="147534" y="209002"/>
                  </a:lnTo>
                  <a:lnTo>
                    <a:pt x="141824" y="228550"/>
                  </a:lnTo>
                  <a:lnTo>
                    <a:pt x="136866" y="246215"/>
                  </a:lnTo>
                  <a:lnTo>
                    <a:pt x="132285" y="262939"/>
                  </a:lnTo>
                </a:path>
              </a:pathLst>
            </a:custGeom>
            <a:ln w="36749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9432943" y="2288438"/>
              <a:ext cx="0" cy="24130"/>
            </a:xfrm>
            <a:custGeom>
              <a:avLst/>
              <a:gdLst/>
              <a:ahLst/>
              <a:cxnLst/>
              <a:rect l="l" t="t" r="r" b="b"/>
              <a:pathLst>
                <a:path w="0" h="24130">
                  <a:moveTo>
                    <a:pt x="0" y="24097"/>
                  </a:moveTo>
                  <a:lnTo>
                    <a:pt x="0" y="16065"/>
                  </a:lnTo>
                  <a:lnTo>
                    <a:pt x="0" y="8032"/>
                  </a:lnTo>
                  <a:lnTo>
                    <a:pt x="0" y="0"/>
                  </a:lnTo>
                </a:path>
              </a:pathLst>
            </a:custGeom>
            <a:ln w="36749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3" name="object 113"/>
          <p:cNvSpPr/>
          <p:nvPr/>
        </p:nvSpPr>
        <p:spPr>
          <a:xfrm>
            <a:off x="8224001" y="2446907"/>
            <a:ext cx="144145" cy="321945"/>
          </a:xfrm>
          <a:custGeom>
            <a:avLst/>
            <a:gdLst/>
            <a:ahLst/>
            <a:cxnLst/>
            <a:rect l="l" t="t" r="r" b="b"/>
            <a:pathLst>
              <a:path w="144145" h="321944">
                <a:moveTo>
                  <a:pt x="46233" y="16237"/>
                </a:moveTo>
                <a:lnTo>
                  <a:pt x="49230" y="8942"/>
                </a:lnTo>
                <a:lnTo>
                  <a:pt x="52132" y="3059"/>
                </a:lnTo>
                <a:lnTo>
                  <a:pt x="54847" y="0"/>
                </a:lnTo>
                <a:lnTo>
                  <a:pt x="57278" y="1176"/>
                </a:lnTo>
                <a:lnTo>
                  <a:pt x="64307" y="58408"/>
                </a:lnTo>
                <a:lnTo>
                  <a:pt x="67319" y="113506"/>
                </a:lnTo>
                <a:lnTo>
                  <a:pt x="68825" y="143832"/>
                </a:lnTo>
                <a:lnTo>
                  <a:pt x="70331" y="173875"/>
                </a:lnTo>
                <a:lnTo>
                  <a:pt x="71822" y="202209"/>
                </a:lnTo>
                <a:lnTo>
                  <a:pt x="73218" y="228095"/>
                </a:lnTo>
                <a:lnTo>
                  <a:pt x="74426" y="250968"/>
                </a:lnTo>
                <a:lnTo>
                  <a:pt x="75352" y="270265"/>
                </a:lnTo>
                <a:lnTo>
                  <a:pt x="75885" y="285530"/>
                </a:lnTo>
                <a:lnTo>
                  <a:pt x="75854" y="296747"/>
                </a:lnTo>
                <a:lnTo>
                  <a:pt x="75069" y="304011"/>
                </a:lnTo>
                <a:lnTo>
                  <a:pt x="73343" y="307416"/>
                </a:lnTo>
                <a:lnTo>
                  <a:pt x="70488" y="307149"/>
                </a:lnTo>
                <a:lnTo>
                  <a:pt x="66315" y="303776"/>
                </a:lnTo>
                <a:lnTo>
                  <a:pt x="60636" y="297955"/>
                </a:lnTo>
                <a:lnTo>
                  <a:pt x="53262" y="290347"/>
                </a:lnTo>
                <a:lnTo>
                  <a:pt x="44194" y="281592"/>
                </a:lnTo>
                <a:lnTo>
                  <a:pt x="15108" y="254200"/>
                </a:lnTo>
                <a:lnTo>
                  <a:pt x="0" y="235704"/>
                </a:lnTo>
                <a:lnTo>
                  <a:pt x="47" y="233115"/>
                </a:lnTo>
                <a:lnTo>
                  <a:pt x="3027" y="232801"/>
                </a:lnTo>
                <a:lnTo>
                  <a:pt x="8832" y="235123"/>
                </a:lnTo>
                <a:lnTo>
                  <a:pt x="41135" y="261307"/>
                </a:lnTo>
                <a:lnTo>
                  <a:pt x="68966" y="289703"/>
                </a:lnTo>
                <a:lnTo>
                  <a:pt x="81376" y="302395"/>
                </a:lnTo>
                <a:lnTo>
                  <a:pt x="91432" y="312012"/>
                </a:lnTo>
                <a:lnTo>
                  <a:pt x="99324" y="318335"/>
                </a:lnTo>
                <a:lnTo>
                  <a:pt x="105521" y="321457"/>
                </a:lnTo>
                <a:lnTo>
                  <a:pt x="110494" y="321473"/>
                </a:lnTo>
                <a:lnTo>
                  <a:pt x="114667" y="318586"/>
                </a:lnTo>
                <a:lnTo>
                  <a:pt x="133587" y="276792"/>
                </a:lnTo>
                <a:lnTo>
                  <a:pt x="136599" y="269261"/>
                </a:lnTo>
                <a:lnTo>
                  <a:pt x="123044" y="230856"/>
                </a:lnTo>
                <a:lnTo>
                  <a:pt x="84592" y="224267"/>
                </a:lnTo>
                <a:lnTo>
                  <a:pt x="70457" y="224580"/>
                </a:lnTo>
                <a:lnTo>
                  <a:pt x="31126" y="228581"/>
                </a:lnTo>
                <a:lnTo>
                  <a:pt x="10088" y="232111"/>
                </a:lnTo>
                <a:lnTo>
                  <a:pt x="10809" y="232691"/>
                </a:lnTo>
                <a:lnTo>
                  <a:pt x="54846" y="233099"/>
                </a:lnTo>
                <a:lnTo>
                  <a:pt x="109490" y="232111"/>
                </a:lnTo>
                <a:lnTo>
                  <a:pt x="143628" y="228095"/>
                </a:lnTo>
                <a:lnTo>
                  <a:pt x="142404" y="227530"/>
                </a:lnTo>
                <a:lnTo>
                  <a:pt x="94429" y="230228"/>
                </a:lnTo>
                <a:lnTo>
                  <a:pt x="51129" y="236253"/>
                </a:lnTo>
                <a:lnTo>
                  <a:pt x="86898" y="251157"/>
                </a:lnTo>
                <a:lnTo>
                  <a:pt x="104469" y="251188"/>
                </a:lnTo>
                <a:lnTo>
                  <a:pt x="114510" y="251188"/>
                </a:lnTo>
                <a:lnTo>
                  <a:pt x="115514" y="255204"/>
                </a:lnTo>
                <a:lnTo>
                  <a:pt x="114730" y="258907"/>
                </a:lnTo>
                <a:lnTo>
                  <a:pt x="111498" y="263739"/>
                </a:lnTo>
                <a:lnTo>
                  <a:pt x="106760" y="269324"/>
                </a:lnTo>
                <a:lnTo>
                  <a:pt x="101457" y="275286"/>
                </a:lnTo>
                <a:lnTo>
                  <a:pt x="94429" y="283318"/>
                </a:lnTo>
                <a:lnTo>
                  <a:pt x="88404" y="291351"/>
                </a:lnTo>
                <a:lnTo>
                  <a:pt x="88404" y="290347"/>
                </a:lnTo>
                <a:lnTo>
                  <a:pt x="88404" y="289342"/>
                </a:lnTo>
                <a:lnTo>
                  <a:pt x="113161" y="256287"/>
                </a:lnTo>
                <a:lnTo>
                  <a:pt x="116518" y="257212"/>
                </a:lnTo>
                <a:lnTo>
                  <a:pt x="119185" y="262296"/>
                </a:lnTo>
                <a:lnTo>
                  <a:pt x="121287" y="270767"/>
                </a:lnTo>
                <a:lnTo>
                  <a:pt x="123013" y="281498"/>
                </a:lnTo>
                <a:lnTo>
                  <a:pt x="124551" y="293359"/>
                </a:lnTo>
              </a:path>
            </a:pathLst>
          </a:custGeom>
          <a:ln w="367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14" name="object 114"/>
          <p:cNvGrpSpPr/>
          <p:nvPr/>
        </p:nvGrpSpPr>
        <p:grpSpPr>
          <a:xfrm>
            <a:off x="7800031" y="2999012"/>
            <a:ext cx="579120" cy="259715"/>
            <a:chOff x="7800031" y="2999012"/>
            <a:chExt cx="579120" cy="259715"/>
          </a:xfrm>
        </p:grpSpPr>
        <p:pic>
          <p:nvPicPr>
            <p:cNvPr id="115" name="object 115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800031" y="3011062"/>
              <a:ext cx="187359" cy="149205"/>
            </a:xfrm>
            <a:prstGeom prst="rect">
              <a:avLst/>
            </a:prstGeom>
          </p:spPr>
        </p:pic>
        <p:sp>
          <p:nvSpPr>
            <p:cNvPr id="116" name="object 116"/>
            <p:cNvSpPr/>
            <p:nvPr/>
          </p:nvSpPr>
          <p:spPr>
            <a:xfrm>
              <a:off x="7944918" y="3017387"/>
              <a:ext cx="54610" cy="223520"/>
            </a:xfrm>
            <a:custGeom>
              <a:avLst/>
              <a:gdLst/>
              <a:ahLst/>
              <a:cxnLst/>
              <a:rect l="l" t="t" r="r" b="b"/>
              <a:pathLst>
                <a:path w="54609" h="223519">
                  <a:moveTo>
                    <a:pt x="54219" y="0"/>
                  </a:moveTo>
                  <a:lnTo>
                    <a:pt x="36648" y="53591"/>
                  </a:lnTo>
                  <a:lnTo>
                    <a:pt x="22089" y="103418"/>
                  </a:lnTo>
                  <a:lnTo>
                    <a:pt x="12802" y="145965"/>
                  </a:lnTo>
                  <a:lnTo>
                    <a:pt x="6856" y="190834"/>
                  </a:lnTo>
                  <a:lnTo>
                    <a:pt x="5632" y="207527"/>
                  </a:lnTo>
                  <a:lnTo>
                    <a:pt x="5020" y="212861"/>
                  </a:lnTo>
                  <a:lnTo>
                    <a:pt x="4016" y="218885"/>
                  </a:lnTo>
                  <a:lnTo>
                    <a:pt x="2008" y="220894"/>
                  </a:lnTo>
                  <a:lnTo>
                    <a:pt x="0" y="222902"/>
                  </a:lnTo>
                </a:path>
              </a:pathLst>
            </a:custGeom>
            <a:ln w="36749">
              <a:solidFill>
                <a:srgbClr val="E224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7" name="object 117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8038874" y="3018497"/>
              <a:ext cx="340101" cy="240151"/>
            </a:xfrm>
            <a:prstGeom prst="rect">
              <a:avLst/>
            </a:prstGeom>
          </p:spPr>
        </p:pic>
      </p:grpSp>
      <p:grpSp>
        <p:nvGrpSpPr>
          <p:cNvPr id="118" name="object 118"/>
          <p:cNvGrpSpPr/>
          <p:nvPr/>
        </p:nvGrpSpPr>
        <p:grpSpPr>
          <a:xfrm>
            <a:off x="8432592" y="2872501"/>
            <a:ext cx="699135" cy="461009"/>
            <a:chOff x="8432592" y="2872501"/>
            <a:chExt cx="699135" cy="461009"/>
          </a:xfrm>
        </p:grpSpPr>
        <p:sp>
          <p:nvSpPr>
            <p:cNvPr id="119" name="object 119"/>
            <p:cNvSpPr/>
            <p:nvPr/>
          </p:nvSpPr>
          <p:spPr>
            <a:xfrm>
              <a:off x="8450967" y="2936058"/>
              <a:ext cx="69215" cy="379095"/>
            </a:xfrm>
            <a:custGeom>
              <a:avLst/>
              <a:gdLst/>
              <a:ahLst/>
              <a:cxnLst/>
              <a:rect l="l" t="t" r="r" b="b"/>
              <a:pathLst>
                <a:path w="69215" h="379095">
                  <a:moveTo>
                    <a:pt x="66268" y="33134"/>
                  </a:moveTo>
                  <a:lnTo>
                    <a:pt x="67696" y="21320"/>
                  </a:lnTo>
                  <a:lnTo>
                    <a:pt x="68652" y="10919"/>
                  </a:lnTo>
                  <a:lnTo>
                    <a:pt x="68668" y="3341"/>
                  </a:lnTo>
                  <a:lnTo>
                    <a:pt x="67272" y="0"/>
                  </a:lnTo>
                  <a:lnTo>
                    <a:pt x="47191" y="47190"/>
                  </a:lnTo>
                  <a:lnTo>
                    <a:pt x="33385" y="110698"/>
                  </a:lnTo>
                  <a:lnTo>
                    <a:pt x="26858" y="148570"/>
                  </a:lnTo>
                  <a:lnTo>
                    <a:pt x="21085" y="187760"/>
                  </a:lnTo>
                  <a:lnTo>
                    <a:pt x="16363" y="226322"/>
                  </a:lnTo>
                  <a:lnTo>
                    <a:pt x="9931" y="295916"/>
                  </a:lnTo>
                  <a:lnTo>
                    <a:pt x="6856" y="346904"/>
                  </a:lnTo>
                  <a:lnTo>
                    <a:pt x="6150" y="363471"/>
                  </a:lnTo>
                  <a:lnTo>
                    <a:pt x="5632" y="374013"/>
                  </a:lnTo>
                  <a:lnTo>
                    <a:pt x="5020" y="378532"/>
                  </a:lnTo>
                  <a:lnTo>
                    <a:pt x="4094" y="377277"/>
                  </a:lnTo>
                  <a:lnTo>
                    <a:pt x="2886" y="371503"/>
                  </a:lnTo>
                  <a:lnTo>
                    <a:pt x="1490" y="362718"/>
                  </a:lnTo>
                  <a:lnTo>
                    <a:pt x="0" y="352426"/>
                  </a:lnTo>
                </a:path>
              </a:pathLst>
            </a:custGeom>
            <a:ln w="36749">
              <a:solidFill>
                <a:srgbClr val="E224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0" name="object 120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8577429" y="3016081"/>
              <a:ext cx="156986" cy="233546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778806" y="3021181"/>
              <a:ext cx="129468" cy="213888"/>
            </a:xfrm>
            <a:prstGeom prst="rect">
              <a:avLst/>
            </a:prstGeom>
          </p:spPr>
        </p:pic>
        <p:sp>
          <p:nvSpPr>
            <p:cNvPr id="122" name="object 122"/>
            <p:cNvSpPr/>
            <p:nvPr/>
          </p:nvSpPr>
          <p:spPr>
            <a:xfrm>
              <a:off x="8954254" y="2890876"/>
              <a:ext cx="158750" cy="241300"/>
            </a:xfrm>
            <a:custGeom>
              <a:avLst/>
              <a:gdLst/>
              <a:ahLst/>
              <a:cxnLst/>
              <a:rect l="l" t="t" r="r" b="b"/>
              <a:pathLst>
                <a:path w="158750" h="241300">
                  <a:moveTo>
                    <a:pt x="93127" y="132536"/>
                  </a:moveTo>
                  <a:lnTo>
                    <a:pt x="56980" y="105003"/>
                  </a:lnTo>
                  <a:lnTo>
                    <a:pt x="21838" y="75430"/>
                  </a:lnTo>
                  <a:lnTo>
                    <a:pt x="0" y="39283"/>
                  </a:lnTo>
                  <a:lnTo>
                    <a:pt x="4486" y="31235"/>
                  </a:lnTo>
                  <a:lnTo>
                    <a:pt x="51960" y="7404"/>
                  </a:lnTo>
                  <a:lnTo>
                    <a:pt x="95135" y="0"/>
                  </a:lnTo>
                  <a:lnTo>
                    <a:pt x="112894" y="2212"/>
                  </a:lnTo>
                  <a:lnTo>
                    <a:pt x="147346" y="33134"/>
                  </a:lnTo>
                  <a:lnTo>
                    <a:pt x="157512" y="70284"/>
                  </a:lnTo>
                  <a:lnTo>
                    <a:pt x="158501" y="91589"/>
                  </a:lnTo>
                  <a:lnTo>
                    <a:pt x="156383" y="113459"/>
                  </a:lnTo>
                  <a:lnTo>
                    <a:pt x="151190" y="135015"/>
                  </a:lnTo>
                  <a:lnTo>
                    <a:pt x="144208" y="155629"/>
                  </a:lnTo>
                  <a:lnTo>
                    <a:pt x="137039" y="174738"/>
                  </a:lnTo>
                  <a:lnTo>
                    <a:pt x="131281" y="191776"/>
                  </a:lnTo>
                  <a:lnTo>
                    <a:pt x="128143" y="206382"/>
                  </a:lnTo>
                  <a:lnTo>
                    <a:pt x="127265" y="219011"/>
                  </a:lnTo>
                  <a:lnTo>
                    <a:pt x="127892" y="230322"/>
                  </a:lnTo>
                  <a:lnTo>
                    <a:pt x="129273" y="240975"/>
                  </a:lnTo>
                </a:path>
              </a:pathLst>
            </a:custGeom>
            <a:ln w="36749">
              <a:solidFill>
                <a:srgbClr val="E224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9059430" y="3212177"/>
              <a:ext cx="24130" cy="22225"/>
            </a:xfrm>
            <a:custGeom>
              <a:avLst/>
              <a:gdLst/>
              <a:ahLst/>
              <a:cxnLst/>
              <a:rect l="l" t="t" r="r" b="b"/>
              <a:pathLst>
                <a:path w="24129" h="22225">
                  <a:moveTo>
                    <a:pt x="24097" y="22089"/>
                  </a:moveTo>
                  <a:lnTo>
                    <a:pt x="22089" y="12048"/>
                  </a:lnTo>
                  <a:lnTo>
                    <a:pt x="20081" y="2008"/>
                  </a:lnTo>
                  <a:lnTo>
                    <a:pt x="16065" y="1004"/>
                  </a:lnTo>
                  <a:lnTo>
                    <a:pt x="12048" y="0"/>
                  </a:lnTo>
                  <a:lnTo>
                    <a:pt x="6024" y="8032"/>
                  </a:lnTo>
                  <a:lnTo>
                    <a:pt x="0" y="16064"/>
                  </a:lnTo>
                </a:path>
              </a:pathLst>
            </a:custGeom>
            <a:ln w="36749">
              <a:solidFill>
                <a:srgbClr val="E224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4" name="object 124"/>
          <p:cNvSpPr/>
          <p:nvPr/>
        </p:nvSpPr>
        <p:spPr>
          <a:xfrm>
            <a:off x="8207717" y="3334672"/>
            <a:ext cx="128905" cy="312420"/>
          </a:xfrm>
          <a:custGeom>
            <a:avLst/>
            <a:gdLst/>
            <a:ahLst/>
            <a:cxnLst/>
            <a:rect l="l" t="t" r="r" b="b"/>
            <a:pathLst>
              <a:path w="128904" h="312420">
                <a:moveTo>
                  <a:pt x="56494" y="20081"/>
                </a:moveTo>
                <a:lnTo>
                  <a:pt x="54486" y="10040"/>
                </a:lnTo>
                <a:lnTo>
                  <a:pt x="52478" y="0"/>
                </a:lnTo>
                <a:lnTo>
                  <a:pt x="51474" y="2008"/>
                </a:lnTo>
                <a:lnTo>
                  <a:pt x="50940" y="5930"/>
                </a:lnTo>
                <a:lnTo>
                  <a:pt x="50972" y="15311"/>
                </a:lnTo>
                <a:lnTo>
                  <a:pt x="51756" y="31094"/>
                </a:lnTo>
                <a:lnTo>
                  <a:pt x="56227" y="84827"/>
                </a:lnTo>
                <a:lnTo>
                  <a:pt x="63224" y="155457"/>
                </a:lnTo>
                <a:lnTo>
                  <a:pt x="66534" y="187759"/>
                </a:lnTo>
                <a:lnTo>
                  <a:pt x="69186" y="213771"/>
                </a:lnTo>
                <a:lnTo>
                  <a:pt x="71178" y="233946"/>
                </a:lnTo>
                <a:lnTo>
                  <a:pt x="72606" y="249604"/>
                </a:lnTo>
                <a:lnTo>
                  <a:pt x="73563" y="262060"/>
                </a:lnTo>
                <a:lnTo>
                  <a:pt x="74567" y="277121"/>
                </a:lnTo>
                <a:lnTo>
                  <a:pt x="74567" y="287162"/>
                </a:lnTo>
                <a:lnTo>
                  <a:pt x="72559" y="287162"/>
                </a:lnTo>
                <a:lnTo>
                  <a:pt x="70550" y="287162"/>
                </a:lnTo>
                <a:lnTo>
                  <a:pt x="50344" y="252020"/>
                </a:lnTo>
                <a:lnTo>
                  <a:pt x="44837" y="244489"/>
                </a:lnTo>
                <a:lnTo>
                  <a:pt x="39425" y="236959"/>
                </a:lnTo>
                <a:lnTo>
                  <a:pt x="34310" y="229444"/>
                </a:lnTo>
                <a:lnTo>
                  <a:pt x="29384" y="222023"/>
                </a:lnTo>
                <a:lnTo>
                  <a:pt x="24458" y="214791"/>
                </a:lnTo>
                <a:lnTo>
                  <a:pt x="1270" y="191776"/>
                </a:lnTo>
                <a:lnTo>
                  <a:pt x="0" y="194223"/>
                </a:lnTo>
                <a:lnTo>
                  <a:pt x="19139" y="237602"/>
                </a:lnTo>
                <a:lnTo>
                  <a:pt x="40946" y="272022"/>
                </a:lnTo>
                <a:lnTo>
                  <a:pt x="67664" y="306867"/>
                </a:lnTo>
                <a:lnTo>
                  <a:pt x="78583" y="312263"/>
                </a:lnTo>
                <a:lnTo>
                  <a:pt x="82803" y="309879"/>
                </a:lnTo>
                <a:lnTo>
                  <a:pt x="86741" y="304482"/>
                </a:lnTo>
                <a:lnTo>
                  <a:pt x="90867" y="296449"/>
                </a:lnTo>
                <a:lnTo>
                  <a:pt x="95652" y="286158"/>
                </a:lnTo>
                <a:lnTo>
                  <a:pt x="101394" y="274078"/>
                </a:lnTo>
                <a:lnTo>
                  <a:pt x="119750" y="235955"/>
                </a:lnTo>
                <a:lnTo>
                  <a:pt x="128786" y="209692"/>
                </a:lnTo>
                <a:lnTo>
                  <a:pt x="127782" y="203825"/>
                </a:lnTo>
                <a:lnTo>
                  <a:pt x="124205" y="199149"/>
                </a:lnTo>
                <a:lnTo>
                  <a:pt x="117993" y="195792"/>
                </a:lnTo>
                <a:lnTo>
                  <a:pt x="109144" y="193941"/>
                </a:lnTo>
                <a:lnTo>
                  <a:pt x="97660" y="193784"/>
                </a:lnTo>
                <a:lnTo>
                  <a:pt x="83760" y="195353"/>
                </a:lnTo>
                <a:lnTo>
                  <a:pt x="68543" y="198051"/>
                </a:lnTo>
                <a:lnTo>
                  <a:pt x="53325" y="201126"/>
                </a:lnTo>
                <a:lnTo>
                  <a:pt x="39425" y="203824"/>
                </a:lnTo>
                <a:lnTo>
                  <a:pt x="27988" y="205566"/>
                </a:lnTo>
                <a:lnTo>
                  <a:pt x="19469" y="206460"/>
                </a:lnTo>
                <a:lnTo>
                  <a:pt x="14150" y="206790"/>
                </a:lnTo>
                <a:lnTo>
                  <a:pt x="12315" y="206837"/>
                </a:lnTo>
                <a:lnTo>
                  <a:pt x="12315" y="206837"/>
                </a:lnTo>
                <a:lnTo>
                  <a:pt x="112721" y="206837"/>
                </a:lnTo>
                <a:lnTo>
                  <a:pt x="102681" y="206837"/>
                </a:lnTo>
                <a:lnTo>
                  <a:pt x="92640" y="207841"/>
                </a:lnTo>
                <a:lnTo>
                  <a:pt x="54485" y="218885"/>
                </a:lnTo>
                <a:lnTo>
                  <a:pt x="46453" y="224910"/>
                </a:lnTo>
                <a:lnTo>
                  <a:pt x="47457" y="228926"/>
                </a:lnTo>
                <a:lnTo>
                  <a:pt x="48461" y="232942"/>
                </a:lnTo>
                <a:lnTo>
                  <a:pt x="58502" y="234950"/>
                </a:lnTo>
                <a:lnTo>
                  <a:pt x="68543" y="233946"/>
                </a:lnTo>
                <a:lnTo>
                  <a:pt x="78583" y="232942"/>
                </a:lnTo>
                <a:lnTo>
                  <a:pt x="88624" y="228926"/>
                </a:lnTo>
                <a:lnTo>
                  <a:pt x="90632" y="232942"/>
                </a:lnTo>
                <a:lnTo>
                  <a:pt x="90757" y="237335"/>
                </a:lnTo>
                <a:lnTo>
                  <a:pt x="88623" y="243987"/>
                </a:lnTo>
                <a:lnTo>
                  <a:pt x="84984" y="252145"/>
                </a:lnTo>
                <a:lnTo>
                  <a:pt x="80591" y="261056"/>
                </a:lnTo>
              </a:path>
            </a:pathLst>
          </a:custGeom>
          <a:ln w="367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25" name="object 125"/>
          <p:cNvGrpSpPr/>
          <p:nvPr/>
        </p:nvGrpSpPr>
        <p:grpSpPr>
          <a:xfrm>
            <a:off x="7622816" y="3800255"/>
            <a:ext cx="1540510" cy="356235"/>
            <a:chOff x="7622816" y="3800255"/>
            <a:chExt cx="1540510" cy="356235"/>
          </a:xfrm>
        </p:grpSpPr>
        <p:sp>
          <p:nvSpPr>
            <p:cNvPr id="126" name="object 126"/>
            <p:cNvSpPr/>
            <p:nvPr/>
          </p:nvSpPr>
          <p:spPr>
            <a:xfrm>
              <a:off x="7641191" y="3836955"/>
              <a:ext cx="134620" cy="301625"/>
            </a:xfrm>
            <a:custGeom>
              <a:avLst/>
              <a:gdLst/>
              <a:ahLst/>
              <a:cxnLst/>
              <a:rect l="l" t="t" r="r" b="b"/>
              <a:pathLst>
                <a:path w="134620" h="301625">
                  <a:moveTo>
                    <a:pt x="26607" y="5773"/>
                  </a:moveTo>
                  <a:lnTo>
                    <a:pt x="79132" y="1678"/>
                  </a:lnTo>
                  <a:lnTo>
                    <a:pt x="120864" y="0"/>
                  </a:lnTo>
                  <a:lnTo>
                    <a:pt x="129477" y="188"/>
                  </a:lnTo>
                  <a:lnTo>
                    <a:pt x="134042" y="753"/>
                  </a:lnTo>
                  <a:lnTo>
                    <a:pt x="133885" y="1663"/>
                  </a:lnTo>
                  <a:lnTo>
                    <a:pt x="88404" y="5396"/>
                  </a:lnTo>
                  <a:lnTo>
                    <a:pt x="68903" y="6024"/>
                  </a:lnTo>
                  <a:lnTo>
                    <a:pt x="49591" y="7028"/>
                  </a:lnTo>
                  <a:lnTo>
                    <a:pt x="10668" y="15437"/>
                  </a:lnTo>
                  <a:lnTo>
                    <a:pt x="0" y="42547"/>
                  </a:lnTo>
                  <a:lnTo>
                    <a:pt x="658" y="57906"/>
                  </a:lnTo>
                  <a:lnTo>
                    <a:pt x="1506" y="81078"/>
                  </a:lnTo>
                  <a:lnTo>
                    <a:pt x="2086" y="113176"/>
                  </a:lnTo>
                  <a:lnTo>
                    <a:pt x="2384" y="150358"/>
                  </a:lnTo>
                  <a:lnTo>
                    <a:pt x="2494" y="187540"/>
                  </a:lnTo>
                  <a:lnTo>
                    <a:pt x="2510" y="219639"/>
                  </a:lnTo>
                  <a:lnTo>
                    <a:pt x="2510" y="242842"/>
                  </a:lnTo>
                  <a:lnTo>
                    <a:pt x="2510" y="258421"/>
                  </a:lnTo>
                  <a:lnTo>
                    <a:pt x="2510" y="268916"/>
                  </a:lnTo>
                  <a:lnTo>
                    <a:pt x="2510" y="276870"/>
                  </a:lnTo>
                  <a:lnTo>
                    <a:pt x="2698" y="284291"/>
                  </a:lnTo>
                  <a:lnTo>
                    <a:pt x="4016" y="291053"/>
                  </a:lnTo>
                  <a:lnTo>
                    <a:pt x="7593" y="296496"/>
                  </a:lnTo>
                  <a:lnTo>
                    <a:pt x="14559" y="299964"/>
                  </a:lnTo>
                  <a:lnTo>
                    <a:pt x="25556" y="300999"/>
                  </a:lnTo>
                  <a:lnTo>
                    <a:pt x="39284" y="299964"/>
                  </a:lnTo>
                  <a:lnTo>
                    <a:pt x="79368" y="290001"/>
                  </a:lnTo>
                  <a:lnTo>
                    <a:pt x="97284" y="281373"/>
                  </a:lnTo>
                  <a:lnTo>
                    <a:pt x="104924" y="276870"/>
                  </a:lnTo>
                </a:path>
              </a:pathLst>
            </a:custGeom>
            <a:ln w="36749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7643700" y="4041533"/>
              <a:ext cx="54610" cy="18415"/>
            </a:xfrm>
            <a:custGeom>
              <a:avLst/>
              <a:gdLst/>
              <a:ahLst/>
              <a:cxnLst/>
              <a:rect l="l" t="t" r="r" b="b"/>
              <a:pathLst>
                <a:path w="54609" h="18414">
                  <a:moveTo>
                    <a:pt x="0" y="18073"/>
                  </a:moveTo>
                  <a:lnTo>
                    <a:pt x="39283" y="376"/>
                  </a:lnTo>
                  <a:lnTo>
                    <a:pt x="46704" y="47"/>
                  </a:lnTo>
                  <a:lnTo>
                    <a:pt x="54219" y="0"/>
                  </a:lnTo>
                </a:path>
              </a:pathLst>
            </a:custGeom>
            <a:ln w="36749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8" name="object 128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7769910" y="3951854"/>
              <a:ext cx="326924" cy="204444"/>
            </a:xfrm>
            <a:prstGeom prst="rect">
              <a:avLst/>
            </a:prstGeom>
          </p:spPr>
        </p:pic>
        <p:sp>
          <p:nvSpPr>
            <p:cNvPr id="129" name="object 129"/>
            <p:cNvSpPr/>
            <p:nvPr/>
          </p:nvSpPr>
          <p:spPr>
            <a:xfrm>
              <a:off x="8131659" y="3831684"/>
              <a:ext cx="518159" cy="303530"/>
            </a:xfrm>
            <a:custGeom>
              <a:avLst/>
              <a:gdLst/>
              <a:ahLst/>
              <a:cxnLst/>
              <a:rect l="l" t="t" r="r" b="b"/>
              <a:pathLst>
                <a:path w="518159" h="303529">
                  <a:moveTo>
                    <a:pt x="66283" y="191776"/>
                  </a:moveTo>
                  <a:lnTo>
                    <a:pt x="44822" y="153872"/>
                  </a:lnTo>
                  <a:lnTo>
                    <a:pt x="8048" y="179727"/>
                  </a:lnTo>
                  <a:lnTo>
                    <a:pt x="0" y="222651"/>
                  </a:lnTo>
                  <a:lnTo>
                    <a:pt x="1019" y="237963"/>
                  </a:lnTo>
                  <a:lnTo>
                    <a:pt x="18810" y="277215"/>
                  </a:lnTo>
                  <a:lnTo>
                    <a:pt x="54737" y="293939"/>
                  </a:lnTo>
                  <a:lnTo>
                    <a:pt x="97347" y="267175"/>
                  </a:lnTo>
                  <a:lnTo>
                    <a:pt x="121193" y="228205"/>
                  </a:lnTo>
                  <a:lnTo>
                    <a:pt x="137195" y="185500"/>
                  </a:lnTo>
                  <a:lnTo>
                    <a:pt x="125021" y="228173"/>
                  </a:lnTo>
                  <a:lnTo>
                    <a:pt x="140192" y="267112"/>
                  </a:lnTo>
                  <a:lnTo>
                    <a:pt x="178739" y="287162"/>
                  </a:lnTo>
                  <a:lnTo>
                    <a:pt x="213897" y="270783"/>
                  </a:lnTo>
                  <a:lnTo>
                    <a:pt x="230825" y="230558"/>
                  </a:lnTo>
                  <a:lnTo>
                    <a:pt x="232613" y="185312"/>
                  </a:lnTo>
                  <a:lnTo>
                    <a:pt x="223357" y="225067"/>
                  </a:lnTo>
                  <a:lnTo>
                    <a:pt x="228298" y="268053"/>
                  </a:lnTo>
                  <a:lnTo>
                    <a:pt x="257275" y="296528"/>
                  </a:lnTo>
                  <a:lnTo>
                    <a:pt x="291947" y="277121"/>
                  </a:lnTo>
                  <a:lnTo>
                    <a:pt x="307588" y="233303"/>
                  </a:lnTo>
                  <a:lnTo>
                    <a:pt x="316782" y="184951"/>
                  </a:lnTo>
                  <a:lnTo>
                    <a:pt x="319794" y="126637"/>
                  </a:lnTo>
                  <a:lnTo>
                    <a:pt x="316625" y="68527"/>
                  </a:lnTo>
                  <a:lnTo>
                    <a:pt x="312201" y="25133"/>
                  </a:lnTo>
                  <a:lnTo>
                    <a:pt x="307259" y="0"/>
                  </a:lnTo>
                  <a:lnTo>
                    <a:pt x="305769" y="1741"/>
                  </a:lnTo>
                  <a:lnTo>
                    <a:pt x="301736" y="62942"/>
                  </a:lnTo>
                  <a:lnTo>
                    <a:pt x="303368" y="121052"/>
                  </a:lnTo>
                  <a:lnTo>
                    <a:pt x="310851" y="180825"/>
                  </a:lnTo>
                  <a:lnTo>
                    <a:pt x="323057" y="230966"/>
                  </a:lnTo>
                  <a:lnTo>
                    <a:pt x="340267" y="274235"/>
                  </a:lnTo>
                  <a:lnTo>
                    <a:pt x="374531" y="302223"/>
                  </a:lnTo>
                  <a:lnTo>
                    <a:pt x="381528" y="302945"/>
                  </a:lnTo>
                  <a:lnTo>
                    <a:pt x="389090" y="301972"/>
                  </a:lnTo>
                  <a:lnTo>
                    <a:pt x="427747" y="278000"/>
                  </a:lnTo>
                  <a:lnTo>
                    <a:pt x="458041" y="241791"/>
                  </a:lnTo>
                  <a:lnTo>
                    <a:pt x="477950" y="202821"/>
                  </a:lnTo>
                  <a:lnTo>
                    <a:pt x="483661" y="160210"/>
                  </a:lnTo>
                  <a:lnTo>
                    <a:pt x="453727" y="135219"/>
                  </a:lnTo>
                  <a:lnTo>
                    <a:pt x="422726" y="162658"/>
                  </a:lnTo>
                  <a:lnTo>
                    <a:pt x="409454" y="203322"/>
                  </a:lnTo>
                  <a:lnTo>
                    <a:pt x="404967" y="248082"/>
                  </a:lnTo>
                  <a:lnTo>
                    <a:pt x="429755" y="279129"/>
                  </a:lnTo>
                  <a:lnTo>
                    <a:pt x="469007" y="284071"/>
                  </a:lnTo>
                  <a:lnTo>
                    <a:pt x="510488" y="265480"/>
                  </a:lnTo>
                  <a:lnTo>
                    <a:pt x="518113" y="258044"/>
                  </a:lnTo>
                </a:path>
              </a:pathLst>
            </a:custGeom>
            <a:ln w="36749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8372650" y="3915021"/>
              <a:ext cx="139065" cy="18415"/>
            </a:xfrm>
            <a:custGeom>
              <a:avLst/>
              <a:gdLst/>
              <a:ahLst/>
              <a:cxnLst/>
              <a:rect l="l" t="t" r="r" b="b"/>
              <a:pathLst>
                <a:path w="139065" h="18414">
                  <a:moveTo>
                    <a:pt x="0" y="18073"/>
                  </a:moveTo>
                  <a:lnTo>
                    <a:pt x="50124" y="5789"/>
                  </a:lnTo>
                  <a:lnTo>
                    <a:pt x="102540" y="376"/>
                  </a:lnTo>
                  <a:lnTo>
                    <a:pt x="120503" y="47"/>
                  </a:lnTo>
                  <a:lnTo>
                    <a:pt x="138561" y="0"/>
                  </a:lnTo>
                </a:path>
              </a:pathLst>
            </a:custGeom>
            <a:ln w="36749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8705999" y="3818630"/>
              <a:ext cx="172720" cy="18415"/>
            </a:xfrm>
            <a:custGeom>
              <a:avLst/>
              <a:gdLst/>
              <a:ahLst/>
              <a:cxnLst/>
              <a:rect l="l" t="t" r="r" b="b"/>
              <a:pathLst>
                <a:path w="172720" h="18414">
                  <a:moveTo>
                    <a:pt x="16065" y="18073"/>
                  </a:moveTo>
                  <a:lnTo>
                    <a:pt x="8032" y="12048"/>
                  </a:lnTo>
                  <a:lnTo>
                    <a:pt x="0" y="6024"/>
                  </a:lnTo>
                  <a:lnTo>
                    <a:pt x="2008" y="3012"/>
                  </a:lnTo>
                  <a:lnTo>
                    <a:pt x="5522" y="1270"/>
                  </a:lnTo>
                  <a:lnTo>
                    <a:pt x="13554" y="376"/>
                  </a:lnTo>
                  <a:lnTo>
                    <a:pt x="26858" y="47"/>
                  </a:lnTo>
                  <a:lnTo>
                    <a:pt x="46186" y="0"/>
                  </a:lnTo>
                  <a:lnTo>
                    <a:pt x="71884" y="0"/>
                  </a:lnTo>
                  <a:lnTo>
                    <a:pt x="102665" y="0"/>
                  </a:lnTo>
                  <a:lnTo>
                    <a:pt x="136834" y="0"/>
                  </a:lnTo>
                  <a:lnTo>
                    <a:pt x="172698" y="0"/>
                  </a:lnTo>
                </a:path>
              </a:pathLst>
            </a:custGeom>
            <a:ln w="36749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8782309" y="3842728"/>
              <a:ext cx="24130" cy="274320"/>
            </a:xfrm>
            <a:custGeom>
              <a:avLst/>
              <a:gdLst/>
              <a:ahLst/>
              <a:cxnLst/>
              <a:rect l="l" t="t" r="r" b="b"/>
              <a:pathLst>
                <a:path w="24129" h="274320">
                  <a:moveTo>
                    <a:pt x="0" y="0"/>
                  </a:moveTo>
                  <a:lnTo>
                    <a:pt x="1490" y="44884"/>
                  </a:lnTo>
                  <a:lnTo>
                    <a:pt x="2886" y="87981"/>
                  </a:lnTo>
                  <a:lnTo>
                    <a:pt x="4094" y="127500"/>
                  </a:lnTo>
                  <a:lnTo>
                    <a:pt x="5616" y="189187"/>
                  </a:lnTo>
                  <a:lnTo>
                    <a:pt x="6024" y="210978"/>
                  </a:lnTo>
                  <a:lnTo>
                    <a:pt x="6432" y="228440"/>
                  </a:lnTo>
                  <a:lnTo>
                    <a:pt x="10981" y="272211"/>
                  </a:lnTo>
                  <a:lnTo>
                    <a:pt x="13052" y="274109"/>
                  </a:lnTo>
                  <a:lnTo>
                    <a:pt x="15484" y="270767"/>
                  </a:lnTo>
                  <a:lnTo>
                    <a:pt x="18198" y="263190"/>
                  </a:lnTo>
                  <a:lnTo>
                    <a:pt x="21100" y="252788"/>
                  </a:lnTo>
                  <a:lnTo>
                    <a:pt x="24097" y="240975"/>
                  </a:lnTo>
                </a:path>
              </a:pathLst>
            </a:custGeom>
            <a:ln w="36749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3" name="object 13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8860323" y="3933797"/>
              <a:ext cx="137156" cy="187359"/>
            </a:xfrm>
            <a:prstGeom prst="rect">
              <a:avLst/>
            </a:prstGeom>
          </p:spPr>
        </p:pic>
        <p:pic>
          <p:nvPicPr>
            <p:cNvPr id="134" name="object 134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9035659" y="3945656"/>
              <a:ext cx="127241" cy="170384"/>
            </a:xfrm>
            <a:prstGeom prst="rect">
              <a:avLst/>
            </a:prstGeom>
          </p:spPr>
        </p:pic>
      </p:grpSp>
      <p:grpSp>
        <p:nvGrpSpPr>
          <p:cNvPr id="135" name="object 135"/>
          <p:cNvGrpSpPr/>
          <p:nvPr/>
        </p:nvGrpSpPr>
        <p:grpSpPr>
          <a:xfrm>
            <a:off x="9215763" y="3800255"/>
            <a:ext cx="215900" cy="327660"/>
            <a:chOff x="9215763" y="3800255"/>
            <a:chExt cx="215900" cy="327660"/>
          </a:xfrm>
        </p:grpSpPr>
        <p:sp>
          <p:nvSpPr>
            <p:cNvPr id="136" name="object 136"/>
            <p:cNvSpPr/>
            <p:nvPr/>
          </p:nvSpPr>
          <p:spPr>
            <a:xfrm>
              <a:off x="9234138" y="3818630"/>
              <a:ext cx="12065" cy="283210"/>
            </a:xfrm>
            <a:custGeom>
              <a:avLst/>
              <a:gdLst/>
              <a:ahLst/>
              <a:cxnLst/>
              <a:rect l="l" t="t" r="r" b="b"/>
              <a:pathLst>
                <a:path w="12065" h="283210">
                  <a:moveTo>
                    <a:pt x="0" y="36146"/>
                  </a:moveTo>
                  <a:lnTo>
                    <a:pt x="0" y="22873"/>
                  </a:lnTo>
                  <a:lnTo>
                    <a:pt x="0" y="11295"/>
                  </a:lnTo>
                  <a:lnTo>
                    <a:pt x="0" y="3106"/>
                  </a:lnTo>
                  <a:lnTo>
                    <a:pt x="0" y="0"/>
                  </a:lnTo>
                  <a:lnTo>
                    <a:pt x="15" y="3467"/>
                  </a:lnTo>
                  <a:lnTo>
                    <a:pt x="1004" y="59239"/>
                  </a:lnTo>
                  <a:lnTo>
                    <a:pt x="3137" y="132536"/>
                  </a:lnTo>
                  <a:lnTo>
                    <a:pt x="4533" y="171349"/>
                  </a:lnTo>
                  <a:lnTo>
                    <a:pt x="7530" y="232739"/>
                  </a:lnTo>
                  <a:lnTo>
                    <a:pt x="10542" y="269230"/>
                  </a:lnTo>
                  <a:lnTo>
                    <a:pt x="12048" y="283146"/>
                  </a:lnTo>
                </a:path>
              </a:pathLst>
            </a:custGeom>
            <a:ln w="36749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7" name="object 13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9239860" y="3900819"/>
              <a:ext cx="191376" cy="226706"/>
            </a:xfrm>
            <a:prstGeom prst="rect">
              <a:avLst/>
            </a:prstGeom>
          </p:spPr>
        </p:pic>
      </p:grpSp>
      <p:sp>
        <p:nvSpPr>
          <p:cNvPr id="138" name="object 138"/>
          <p:cNvSpPr/>
          <p:nvPr/>
        </p:nvSpPr>
        <p:spPr>
          <a:xfrm>
            <a:off x="8216016" y="4241341"/>
            <a:ext cx="132715" cy="326390"/>
          </a:xfrm>
          <a:custGeom>
            <a:avLst/>
            <a:gdLst/>
            <a:ahLst/>
            <a:cxnLst/>
            <a:rect l="l" t="t" r="r" b="b"/>
            <a:pathLst>
              <a:path w="132715" h="326389">
                <a:moveTo>
                  <a:pt x="30121" y="23093"/>
                </a:moveTo>
                <a:lnTo>
                  <a:pt x="34608" y="14260"/>
                </a:lnTo>
                <a:lnTo>
                  <a:pt x="38907" y="6651"/>
                </a:lnTo>
                <a:lnTo>
                  <a:pt x="42829" y="1490"/>
                </a:lnTo>
                <a:lnTo>
                  <a:pt x="46186" y="0"/>
                </a:lnTo>
                <a:lnTo>
                  <a:pt x="48885" y="3325"/>
                </a:lnTo>
                <a:lnTo>
                  <a:pt x="56227" y="50203"/>
                </a:lnTo>
                <a:lnTo>
                  <a:pt x="63255" y="114714"/>
                </a:lnTo>
                <a:lnTo>
                  <a:pt x="70284" y="186755"/>
                </a:lnTo>
                <a:lnTo>
                  <a:pt x="74928" y="246246"/>
                </a:lnTo>
                <a:lnTo>
                  <a:pt x="77312" y="289170"/>
                </a:lnTo>
                <a:lnTo>
                  <a:pt x="77846" y="304435"/>
                </a:lnTo>
                <a:lnTo>
                  <a:pt x="77815" y="315652"/>
                </a:lnTo>
                <a:lnTo>
                  <a:pt x="77030" y="322916"/>
                </a:lnTo>
                <a:lnTo>
                  <a:pt x="75304" y="326320"/>
                </a:lnTo>
                <a:lnTo>
                  <a:pt x="72465" y="326038"/>
                </a:lnTo>
                <a:lnTo>
                  <a:pt x="68401" y="322555"/>
                </a:lnTo>
                <a:lnTo>
                  <a:pt x="63020" y="316437"/>
                </a:lnTo>
                <a:lnTo>
                  <a:pt x="56227" y="308247"/>
                </a:lnTo>
                <a:lnTo>
                  <a:pt x="48053" y="298599"/>
                </a:lnTo>
                <a:lnTo>
                  <a:pt x="21085" y="269089"/>
                </a:lnTo>
                <a:lnTo>
                  <a:pt x="2007" y="252020"/>
                </a:lnTo>
                <a:lnTo>
                  <a:pt x="10040" y="258044"/>
                </a:lnTo>
                <a:lnTo>
                  <a:pt x="22089" y="267081"/>
                </a:lnTo>
                <a:lnTo>
                  <a:pt x="31768" y="274344"/>
                </a:lnTo>
                <a:lnTo>
                  <a:pt x="42295" y="282267"/>
                </a:lnTo>
                <a:lnTo>
                  <a:pt x="53011" y="290378"/>
                </a:lnTo>
                <a:lnTo>
                  <a:pt x="63255" y="298207"/>
                </a:lnTo>
                <a:lnTo>
                  <a:pt x="72496" y="305251"/>
                </a:lnTo>
                <a:lnTo>
                  <a:pt x="80701" y="310883"/>
                </a:lnTo>
                <a:lnTo>
                  <a:pt x="87965" y="314444"/>
                </a:lnTo>
                <a:lnTo>
                  <a:pt x="94382" y="315276"/>
                </a:lnTo>
                <a:lnTo>
                  <a:pt x="100045" y="312954"/>
                </a:lnTo>
                <a:lnTo>
                  <a:pt x="120362" y="276117"/>
                </a:lnTo>
                <a:lnTo>
                  <a:pt x="126511" y="259048"/>
                </a:lnTo>
                <a:lnTo>
                  <a:pt x="129414" y="251016"/>
                </a:lnTo>
                <a:lnTo>
                  <a:pt x="131657" y="243736"/>
                </a:lnTo>
                <a:lnTo>
                  <a:pt x="132583" y="237586"/>
                </a:lnTo>
                <a:lnTo>
                  <a:pt x="131532" y="232942"/>
                </a:lnTo>
                <a:lnTo>
                  <a:pt x="127986" y="230087"/>
                </a:lnTo>
                <a:lnTo>
                  <a:pt x="121993" y="228926"/>
                </a:lnTo>
                <a:lnTo>
                  <a:pt x="113741" y="229271"/>
                </a:lnTo>
                <a:lnTo>
                  <a:pt x="64448" y="241100"/>
                </a:lnTo>
                <a:lnTo>
                  <a:pt x="51207" y="244991"/>
                </a:lnTo>
                <a:lnTo>
                  <a:pt x="39111" y="248537"/>
                </a:lnTo>
                <a:lnTo>
                  <a:pt x="28992" y="251518"/>
                </a:lnTo>
                <a:lnTo>
                  <a:pt x="21697" y="253745"/>
                </a:lnTo>
                <a:lnTo>
                  <a:pt x="18073" y="255032"/>
                </a:lnTo>
                <a:lnTo>
                  <a:pt x="18716" y="255267"/>
                </a:lnTo>
                <a:lnTo>
                  <a:pt x="23218" y="254655"/>
                </a:lnTo>
                <a:lnTo>
                  <a:pt x="30921" y="253479"/>
                </a:lnTo>
                <a:lnTo>
                  <a:pt x="41166" y="252019"/>
                </a:lnTo>
                <a:lnTo>
                  <a:pt x="79289" y="247925"/>
                </a:lnTo>
                <a:lnTo>
                  <a:pt x="106430" y="245995"/>
                </a:lnTo>
                <a:lnTo>
                  <a:pt x="116471" y="245995"/>
                </a:lnTo>
                <a:lnTo>
                  <a:pt x="114651" y="245995"/>
                </a:lnTo>
                <a:lnTo>
                  <a:pt x="109442" y="245995"/>
                </a:lnTo>
                <a:lnTo>
                  <a:pt x="101222" y="245995"/>
                </a:lnTo>
                <a:lnTo>
                  <a:pt x="90365" y="245995"/>
                </a:lnTo>
                <a:lnTo>
                  <a:pt x="77344" y="246011"/>
                </a:lnTo>
                <a:lnTo>
                  <a:pt x="34138" y="246999"/>
                </a:lnTo>
                <a:lnTo>
                  <a:pt x="0" y="251015"/>
                </a:lnTo>
                <a:lnTo>
                  <a:pt x="658" y="251596"/>
                </a:lnTo>
                <a:lnTo>
                  <a:pt x="5271" y="251894"/>
                </a:lnTo>
                <a:lnTo>
                  <a:pt x="13272" y="252004"/>
                </a:lnTo>
                <a:lnTo>
                  <a:pt x="24097" y="252019"/>
                </a:lnTo>
                <a:lnTo>
                  <a:pt x="37087" y="252019"/>
                </a:lnTo>
                <a:lnTo>
                  <a:pt x="51207" y="252019"/>
                </a:lnTo>
                <a:lnTo>
                  <a:pt x="65326" y="252019"/>
                </a:lnTo>
                <a:lnTo>
                  <a:pt x="78316" y="252019"/>
                </a:lnTo>
                <a:lnTo>
                  <a:pt x="89204" y="252082"/>
                </a:lnTo>
                <a:lnTo>
                  <a:pt x="97645" y="252521"/>
                </a:lnTo>
                <a:lnTo>
                  <a:pt x="103449" y="253714"/>
                </a:lnTo>
                <a:lnTo>
                  <a:pt x="106430" y="256036"/>
                </a:lnTo>
                <a:lnTo>
                  <a:pt x="106509" y="259770"/>
                </a:lnTo>
                <a:lnTo>
                  <a:pt x="104046" y="264821"/>
                </a:lnTo>
                <a:lnTo>
                  <a:pt x="99512" y="271003"/>
                </a:lnTo>
                <a:lnTo>
                  <a:pt x="93378" y="278125"/>
                </a:lnTo>
                <a:lnTo>
                  <a:pt x="86239" y="285860"/>
                </a:lnTo>
                <a:lnTo>
                  <a:pt x="79195" y="293312"/>
                </a:lnTo>
                <a:lnTo>
                  <a:pt x="73469" y="299446"/>
                </a:lnTo>
                <a:lnTo>
                  <a:pt x="70284" y="303227"/>
                </a:lnTo>
                <a:lnTo>
                  <a:pt x="68276" y="306239"/>
                </a:lnTo>
                <a:lnTo>
                  <a:pt x="76308" y="300215"/>
                </a:lnTo>
                <a:lnTo>
                  <a:pt x="83337" y="293186"/>
                </a:lnTo>
                <a:lnTo>
                  <a:pt x="90365" y="286158"/>
                </a:lnTo>
                <a:lnTo>
                  <a:pt x="96390" y="278125"/>
                </a:lnTo>
                <a:lnTo>
                  <a:pt x="97394" y="282141"/>
                </a:lnTo>
                <a:lnTo>
                  <a:pt x="98398" y="286158"/>
                </a:lnTo>
                <a:lnTo>
                  <a:pt x="94381" y="302223"/>
                </a:lnTo>
                <a:lnTo>
                  <a:pt x="91369" y="305235"/>
                </a:lnTo>
                <a:lnTo>
                  <a:pt x="88357" y="308247"/>
                </a:lnTo>
                <a:lnTo>
                  <a:pt x="86349" y="298206"/>
                </a:lnTo>
                <a:lnTo>
                  <a:pt x="84341" y="288166"/>
                </a:lnTo>
              </a:path>
            </a:pathLst>
          </a:custGeom>
          <a:ln w="367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39" name="object 139"/>
          <p:cNvGrpSpPr/>
          <p:nvPr/>
        </p:nvGrpSpPr>
        <p:grpSpPr>
          <a:xfrm>
            <a:off x="9245963" y="4617297"/>
            <a:ext cx="215900" cy="445134"/>
            <a:chOff x="9245963" y="4617297"/>
            <a:chExt cx="215900" cy="445134"/>
          </a:xfrm>
        </p:grpSpPr>
        <p:sp>
          <p:nvSpPr>
            <p:cNvPr id="140" name="object 140"/>
            <p:cNvSpPr/>
            <p:nvPr/>
          </p:nvSpPr>
          <p:spPr>
            <a:xfrm>
              <a:off x="9264338" y="4635672"/>
              <a:ext cx="179070" cy="297815"/>
            </a:xfrm>
            <a:custGeom>
              <a:avLst/>
              <a:gdLst/>
              <a:ahLst/>
              <a:cxnLst/>
              <a:rect l="l" t="t" r="r" b="b"/>
              <a:pathLst>
                <a:path w="179070" h="297814">
                  <a:moveTo>
                    <a:pt x="66189" y="140835"/>
                  </a:moveTo>
                  <a:lnTo>
                    <a:pt x="24395" y="126433"/>
                  </a:lnTo>
                  <a:lnTo>
                    <a:pt x="0" y="96327"/>
                  </a:lnTo>
                  <a:lnTo>
                    <a:pt x="925" y="83603"/>
                  </a:lnTo>
                  <a:lnTo>
                    <a:pt x="21681" y="33902"/>
                  </a:lnTo>
                  <a:lnTo>
                    <a:pt x="54596" y="8628"/>
                  </a:lnTo>
                  <a:lnTo>
                    <a:pt x="98053" y="0"/>
                  </a:lnTo>
                  <a:lnTo>
                    <a:pt x="119405" y="2274"/>
                  </a:lnTo>
                  <a:lnTo>
                    <a:pt x="154171" y="19971"/>
                  </a:lnTo>
                  <a:lnTo>
                    <a:pt x="174628" y="53482"/>
                  </a:lnTo>
                  <a:lnTo>
                    <a:pt x="178895" y="100547"/>
                  </a:lnTo>
                  <a:lnTo>
                    <a:pt x="176605" y="128457"/>
                  </a:lnTo>
                  <a:lnTo>
                    <a:pt x="172620" y="158908"/>
                  </a:lnTo>
                  <a:lnTo>
                    <a:pt x="167757" y="191572"/>
                  </a:lnTo>
                  <a:lnTo>
                    <a:pt x="162328" y="225930"/>
                  </a:lnTo>
                  <a:lnTo>
                    <a:pt x="156524" y="261417"/>
                  </a:lnTo>
                  <a:lnTo>
                    <a:pt x="150531" y="297469"/>
                  </a:lnTo>
                </a:path>
              </a:pathLst>
            </a:custGeom>
            <a:ln w="36749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1" name="object 141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9360347" y="4993084"/>
              <a:ext cx="74402" cy="68879"/>
            </a:xfrm>
            <a:prstGeom prst="rect">
              <a:avLst/>
            </a:prstGeom>
          </p:spPr>
        </p:pic>
      </p:grpSp>
      <p:grpSp>
        <p:nvGrpSpPr>
          <p:cNvPr id="142" name="object 142"/>
          <p:cNvGrpSpPr/>
          <p:nvPr/>
        </p:nvGrpSpPr>
        <p:grpSpPr>
          <a:xfrm>
            <a:off x="7173496" y="4693872"/>
            <a:ext cx="2266315" cy="1882775"/>
            <a:chOff x="7173496" y="4693872"/>
            <a:chExt cx="2266315" cy="1882775"/>
          </a:xfrm>
        </p:grpSpPr>
        <p:sp>
          <p:nvSpPr>
            <p:cNvPr id="143" name="object 143"/>
            <p:cNvSpPr/>
            <p:nvPr/>
          </p:nvSpPr>
          <p:spPr>
            <a:xfrm>
              <a:off x="7715678" y="5569719"/>
              <a:ext cx="169545" cy="369570"/>
            </a:xfrm>
            <a:custGeom>
              <a:avLst/>
              <a:gdLst/>
              <a:ahLst/>
              <a:cxnLst/>
              <a:rect l="l" t="t" r="r" b="b"/>
              <a:pathLst>
                <a:path w="169545" h="369570">
                  <a:moveTo>
                    <a:pt x="132850" y="26105"/>
                  </a:moveTo>
                  <a:lnTo>
                    <a:pt x="119248" y="63820"/>
                  </a:lnTo>
                  <a:lnTo>
                    <a:pt x="105364" y="101912"/>
                  </a:lnTo>
                  <a:lnTo>
                    <a:pt x="90914" y="140757"/>
                  </a:lnTo>
                  <a:lnTo>
                    <a:pt x="75618" y="180731"/>
                  </a:lnTo>
                  <a:lnTo>
                    <a:pt x="59443" y="221709"/>
                  </a:lnTo>
                  <a:lnTo>
                    <a:pt x="43363" y="261558"/>
                  </a:lnTo>
                  <a:lnTo>
                    <a:pt x="28600" y="297642"/>
                  </a:lnTo>
                  <a:lnTo>
                    <a:pt x="16378" y="327324"/>
                  </a:lnTo>
                  <a:lnTo>
                    <a:pt x="7656" y="348598"/>
                  </a:lnTo>
                  <a:lnTo>
                    <a:pt x="2321" y="361965"/>
                  </a:lnTo>
                  <a:lnTo>
                    <a:pt x="0" y="368554"/>
                  </a:lnTo>
                  <a:lnTo>
                    <a:pt x="313" y="369495"/>
                  </a:lnTo>
                  <a:lnTo>
                    <a:pt x="24411" y="318288"/>
                  </a:lnTo>
                  <a:lnTo>
                    <a:pt x="49262" y="252773"/>
                  </a:lnTo>
                  <a:lnTo>
                    <a:pt x="63664" y="213802"/>
                  </a:lnTo>
                  <a:lnTo>
                    <a:pt x="78630" y="173703"/>
                  </a:lnTo>
                  <a:lnTo>
                    <a:pt x="93597" y="134622"/>
                  </a:lnTo>
                  <a:lnTo>
                    <a:pt x="107999" y="98272"/>
                  </a:lnTo>
                  <a:lnTo>
                    <a:pt x="132850" y="40162"/>
                  </a:lnTo>
                  <a:lnTo>
                    <a:pt x="155159" y="2039"/>
                  </a:lnTo>
                  <a:lnTo>
                    <a:pt x="158956" y="0"/>
                  </a:lnTo>
                  <a:lnTo>
                    <a:pt x="161293" y="2149"/>
                  </a:lnTo>
                  <a:lnTo>
                    <a:pt x="162595" y="9664"/>
                  </a:lnTo>
                  <a:lnTo>
                    <a:pt x="163333" y="24144"/>
                  </a:lnTo>
                  <a:lnTo>
                    <a:pt x="163976" y="47190"/>
                  </a:lnTo>
                  <a:lnTo>
                    <a:pt x="164886" y="79556"/>
                  </a:lnTo>
                  <a:lnTo>
                    <a:pt x="165984" y="118604"/>
                  </a:lnTo>
                  <a:lnTo>
                    <a:pt x="167082" y="160854"/>
                  </a:lnTo>
                  <a:lnTo>
                    <a:pt x="167992" y="202820"/>
                  </a:lnTo>
                  <a:lnTo>
                    <a:pt x="168573" y="241759"/>
                  </a:lnTo>
                  <a:lnTo>
                    <a:pt x="168980" y="312106"/>
                  </a:lnTo>
                  <a:lnTo>
                    <a:pt x="168996" y="345397"/>
                  </a:lnTo>
                </a:path>
              </a:pathLst>
            </a:custGeom>
            <a:ln w="36749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4" name="object 144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7739787" y="5788303"/>
              <a:ext cx="151212" cy="66872"/>
            </a:xfrm>
            <a:prstGeom prst="rect">
              <a:avLst/>
            </a:prstGeom>
          </p:spPr>
        </p:pic>
        <p:pic>
          <p:nvPicPr>
            <p:cNvPr id="145" name="object 145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7173496" y="4693872"/>
              <a:ext cx="2265772" cy="18822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40095" y="1095661"/>
            <a:ext cx="1359535" cy="389890"/>
            <a:chOff x="3540095" y="1095661"/>
            <a:chExt cx="1359535" cy="389890"/>
          </a:xfrm>
        </p:grpSpPr>
        <p:sp>
          <p:nvSpPr>
            <p:cNvPr id="3" name="object 3"/>
            <p:cNvSpPr/>
            <p:nvPr/>
          </p:nvSpPr>
          <p:spPr>
            <a:xfrm>
              <a:off x="3559140" y="1114705"/>
              <a:ext cx="191135" cy="352425"/>
            </a:xfrm>
            <a:custGeom>
              <a:avLst/>
              <a:gdLst/>
              <a:ahLst/>
              <a:cxnLst/>
              <a:rect l="l" t="t" r="r" b="b"/>
              <a:pathLst>
                <a:path w="191135" h="352425">
                  <a:moveTo>
                    <a:pt x="178338" y="105103"/>
                  </a:moveTo>
                  <a:lnTo>
                    <a:pt x="176582" y="54909"/>
                  </a:lnTo>
                  <a:lnTo>
                    <a:pt x="164029" y="13528"/>
                  </a:lnTo>
                  <a:lnTo>
                    <a:pt x="142956" y="0"/>
                  </a:lnTo>
                  <a:lnTo>
                    <a:pt x="127168" y="195"/>
                  </a:lnTo>
                  <a:lnTo>
                    <a:pt x="88957" y="15804"/>
                  </a:lnTo>
                  <a:lnTo>
                    <a:pt x="50275" y="51543"/>
                  </a:lnTo>
                  <a:lnTo>
                    <a:pt x="19316" y="103510"/>
                  </a:lnTo>
                  <a:lnTo>
                    <a:pt x="2260" y="164045"/>
                  </a:lnTo>
                  <a:lnTo>
                    <a:pt x="0" y="194988"/>
                  </a:lnTo>
                  <a:lnTo>
                    <a:pt x="1837" y="224955"/>
                  </a:lnTo>
                  <a:lnTo>
                    <a:pt x="17267" y="277799"/>
                  </a:lnTo>
                  <a:lnTo>
                    <a:pt x="44259" y="317116"/>
                  </a:lnTo>
                  <a:lnTo>
                    <a:pt x="75250" y="340611"/>
                  </a:lnTo>
                  <a:lnTo>
                    <a:pt x="117981" y="351733"/>
                  </a:lnTo>
                  <a:lnTo>
                    <a:pt x="129737" y="351798"/>
                  </a:lnTo>
                  <a:lnTo>
                    <a:pt x="140225" y="349912"/>
                  </a:lnTo>
                  <a:lnTo>
                    <a:pt x="175086" y="309718"/>
                  </a:lnTo>
                  <a:lnTo>
                    <a:pt x="183004" y="292238"/>
                  </a:lnTo>
                  <a:lnTo>
                    <a:pt x="190825" y="273686"/>
                  </a:lnTo>
                </a:path>
              </a:pathLst>
            </a:custGeom>
            <a:ln w="38088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3818647" y="1144883"/>
              <a:ext cx="37465" cy="315595"/>
            </a:xfrm>
            <a:custGeom>
              <a:avLst/>
              <a:gdLst/>
              <a:ahLst/>
              <a:cxnLst/>
              <a:rect l="l" t="t" r="r" b="b"/>
              <a:pathLst>
                <a:path w="37464" h="315594">
                  <a:moveTo>
                    <a:pt x="0" y="31218"/>
                  </a:moveTo>
                  <a:lnTo>
                    <a:pt x="1528" y="19024"/>
                  </a:lnTo>
                  <a:lnTo>
                    <a:pt x="2861" y="8585"/>
                  </a:lnTo>
                  <a:lnTo>
                    <a:pt x="3804" y="1658"/>
                  </a:lnTo>
                  <a:lnTo>
                    <a:pt x="4162" y="0"/>
                  </a:lnTo>
                  <a:lnTo>
                    <a:pt x="3837" y="5154"/>
                  </a:lnTo>
                  <a:lnTo>
                    <a:pt x="3121" y="17820"/>
                  </a:lnTo>
                  <a:lnTo>
                    <a:pt x="2406" y="38487"/>
                  </a:lnTo>
                  <a:lnTo>
                    <a:pt x="2081" y="67641"/>
                  </a:lnTo>
                  <a:lnTo>
                    <a:pt x="2422" y="104859"/>
                  </a:lnTo>
                  <a:lnTo>
                    <a:pt x="3252" y="146078"/>
                  </a:lnTo>
                  <a:lnTo>
                    <a:pt x="4276" y="186321"/>
                  </a:lnTo>
                  <a:lnTo>
                    <a:pt x="5203" y="220613"/>
                  </a:lnTo>
                  <a:lnTo>
                    <a:pt x="5837" y="245312"/>
                  </a:lnTo>
                  <a:lnTo>
                    <a:pt x="8325" y="284092"/>
                  </a:lnTo>
                  <a:lnTo>
                    <a:pt x="19772" y="315311"/>
                  </a:lnTo>
                  <a:lnTo>
                    <a:pt x="23853" y="313409"/>
                  </a:lnTo>
                  <a:lnTo>
                    <a:pt x="28227" y="307116"/>
                  </a:lnTo>
                  <a:lnTo>
                    <a:pt x="32796" y="297897"/>
                  </a:lnTo>
                  <a:lnTo>
                    <a:pt x="37462" y="287214"/>
                  </a:lnTo>
                </a:path>
              </a:pathLst>
            </a:custGeom>
            <a:ln w="38088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02496" y="1253073"/>
              <a:ext cx="159972" cy="2168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095650" y="1232296"/>
              <a:ext cx="391160" cy="196215"/>
            </a:xfrm>
            <a:custGeom>
              <a:avLst/>
              <a:gdLst/>
              <a:ahLst/>
              <a:cxnLst/>
              <a:rect l="l" t="t" r="r" b="b"/>
              <a:pathLst>
                <a:path w="391160" h="196215">
                  <a:moveTo>
                    <a:pt x="110111" y="87413"/>
                  </a:moveTo>
                  <a:lnTo>
                    <a:pt x="111705" y="42503"/>
                  </a:lnTo>
                  <a:lnTo>
                    <a:pt x="81510" y="8097"/>
                  </a:lnTo>
                  <a:lnTo>
                    <a:pt x="36747" y="40275"/>
                  </a:lnTo>
                  <a:lnTo>
                    <a:pt x="12292" y="89608"/>
                  </a:lnTo>
                  <a:lnTo>
                    <a:pt x="0" y="135981"/>
                  </a:lnTo>
                  <a:lnTo>
                    <a:pt x="325" y="153883"/>
                  </a:lnTo>
                  <a:lnTo>
                    <a:pt x="23056" y="188728"/>
                  </a:lnTo>
                  <a:lnTo>
                    <a:pt x="50047" y="195980"/>
                  </a:lnTo>
                  <a:lnTo>
                    <a:pt x="64324" y="193557"/>
                  </a:lnTo>
                  <a:lnTo>
                    <a:pt x="101640" y="162826"/>
                  </a:lnTo>
                  <a:lnTo>
                    <a:pt x="124420" y="115510"/>
                  </a:lnTo>
                  <a:lnTo>
                    <a:pt x="129802" y="68226"/>
                  </a:lnTo>
                  <a:lnTo>
                    <a:pt x="133753" y="123087"/>
                  </a:lnTo>
                  <a:lnTo>
                    <a:pt x="154728" y="169362"/>
                  </a:lnTo>
                  <a:lnTo>
                    <a:pt x="200776" y="180159"/>
                  </a:lnTo>
                  <a:lnTo>
                    <a:pt x="238662" y="128453"/>
                  </a:lnTo>
                  <a:lnTo>
                    <a:pt x="257979" y="70437"/>
                  </a:lnTo>
                  <a:lnTo>
                    <a:pt x="267328" y="25641"/>
                  </a:lnTo>
                  <a:lnTo>
                    <a:pt x="257881" y="0"/>
                  </a:lnTo>
                  <a:lnTo>
                    <a:pt x="249556" y="6243"/>
                  </a:lnTo>
                  <a:lnTo>
                    <a:pt x="241231" y="43706"/>
                  </a:lnTo>
                  <a:lnTo>
                    <a:pt x="243296" y="82665"/>
                  </a:lnTo>
                  <a:lnTo>
                    <a:pt x="272710" y="108567"/>
                  </a:lnTo>
                  <a:lnTo>
                    <a:pt x="318270" y="93575"/>
                  </a:lnTo>
                  <a:lnTo>
                    <a:pt x="348400" y="67803"/>
                  </a:lnTo>
                  <a:lnTo>
                    <a:pt x="361944" y="36422"/>
                  </a:lnTo>
                  <a:lnTo>
                    <a:pt x="361261" y="37690"/>
                  </a:lnTo>
                  <a:lnTo>
                    <a:pt x="353879" y="87413"/>
                  </a:lnTo>
                  <a:lnTo>
                    <a:pt x="353619" y="124241"/>
                  </a:lnTo>
                  <a:lnTo>
                    <a:pt x="353619" y="133591"/>
                  </a:lnTo>
                  <a:lnTo>
                    <a:pt x="353619" y="141964"/>
                  </a:lnTo>
                  <a:lnTo>
                    <a:pt x="353619" y="149850"/>
                  </a:lnTo>
                  <a:lnTo>
                    <a:pt x="353700" y="157574"/>
                  </a:lnTo>
                  <a:lnTo>
                    <a:pt x="354269" y="164810"/>
                  </a:lnTo>
                  <a:lnTo>
                    <a:pt x="355814" y="171070"/>
                  </a:lnTo>
                  <a:lnTo>
                    <a:pt x="358822" y="175866"/>
                  </a:lnTo>
                  <a:lnTo>
                    <a:pt x="364025" y="181069"/>
                  </a:lnTo>
                  <a:lnTo>
                    <a:pt x="374432" y="181069"/>
                  </a:lnTo>
                  <a:lnTo>
                    <a:pt x="380676" y="174826"/>
                  </a:lnTo>
                  <a:lnTo>
                    <a:pt x="384643" y="169070"/>
                  </a:lnTo>
                  <a:lnTo>
                    <a:pt x="387440" y="161558"/>
                  </a:lnTo>
                  <a:lnTo>
                    <a:pt x="389456" y="152875"/>
                  </a:lnTo>
                  <a:lnTo>
                    <a:pt x="391082" y="143607"/>
                  </a:lnTo>
                </a:path>
              </a:pathLst>
            </a:custGeom>
            <a:ln w="38088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514212" y="1228671"/>
              <a:ext cx="366395" cy="197485"/>
            </a:xfrm>
            <a:custGeom>
              <a:avLst/>
              <a:gdLst/>
              <a:ahLst/>
              <a:cxnLst/>
              <a:rect l="l" t="t" r="r" b="b"/>
              <a:pathLst>
                <a:path w="366395" h="197484">
                  <a:moveTo>
                    <a:pt x="128615" y="59820"/>
                  </a:moveTo>
                  <a:lnTo>
                    <a:pt x="118404" y="18942"/>
                  </a:lnTo>
                  <a:lnTo>
                    <a:pt x="83868" y="504"/>
                  </a:lnTo>
                  <a:lnTo>
                    <a:pt x="70470" y="0"/>
                  </a:lnTo>
                  <a:lnTo>
                    <a:pt x="57072" y="3495"/>
                  </a:lnTo>
                  <a:lnTo>
                    <a:pt x="20812" y="42470"/>
                  </a:lnTo>
                  <a:lnTo>
                    <a:pt x="4617" y="87510"/>
                  </a:lnTo>
                  <a:lnTo>
                    <a:pt x="0" y="132404"/>
                  </a:lnTo>
                  <a:lnTo>
                    <a:pt x="2699" y="151655"/>
                  </a:lnTo>
                  <a:lnTo>
                    <a:pt x="28698" y="191394"/>
                  </a:lnTo>
                  <a:lnTo>
                    <a:pt x="57803" y="197378"/>
                  </a:lnTo>
                  <a:lnTo>
                    <a:pt x="74502" y="191980"/>
                  </a:lnTo>
                  <a:lnTo>
                    <a:pt x="108713" y="164273"/>
                  </a:lnTo>
                  <a:lnTo>
                    <a:pt x="135899" y="126420"/>
                  </a:lnTo>
                  <a:lnTo>
                    <a:pt x="150533" y="77250"/>
                  </a:lnTo>
                  <a:lnTo>
                    <a:pt x="144176" y="36617"/>
                  </a:lnTo>
                  <a:lnTo>
                    <a:pt x="129574" y="73348"/>
                  </a:lnTo>
                  <a:lnTo>
                    <a:pt x="133818" y="120176"/>
                  </a:lnTo>
                  <a:lnTo>
                    <a:pt x="154306" y="158663"/>
                  </a:lnTo>
                  <a:lnTo>
                    <a:pt x="204988" y="155119"/>
                  </a:lnTo>
                  <a:lnTo>
                    <a:pt x="239702" y="109640"/>
                  </a:lnTo>
                  <a:lnTo>
                    <a:pt x="257052" y="62194"/>
                  </a:lnTo>
                  <a:lnTo>
                    <a:pt x="258564" y="51495"/>
                  </a:lnTo>
                  <a:lnTo>
                    <a:pt x="258320" y="42356"/>
                  </a:lnTo>
                  <a:lnTo>
                    <a:pt x="225654" y="81673"/>
                  </a:lnTo>
                  <a:lnTo>
                    <a:pt x="223313" y="122257"/>
                  </a:lnTo>
                  <a:lnTo>
                    <a:pt x="225394" y="167005"/>
                  </a:lnTo>
                  <a:lnTo>
                    <a:pt x="250369" y="154517"/>
                  </a:lnTo>
                  <a:lnTo>
                    <a:pt x="254792" y="134810"/>
                  </a:lnTo>
                  <a:lnTo>
                    <a:pt x="265588" y="91884"/>
                  </a:lnTo>
                  <a:lnTo>
                    <a:pt x="281718" y="49413"/>
                  </a:lnTo>
                  <a:lnTo>
                    <a:pt x="307084" y="33414"/>
                  </a:lnTo>
                  <a:lnTo>
                    <a:pt x="315278" y="34601"/>
                  </a:lnTo>
                  <a:lnTo>
                    <a:pt x="351912" y="74860"/>
                  </a:lnTo>
                  <a:lnTo>
                    <a:pt x="362806" y="116843"/>
                  </a:lnTo>
                  <a:lnTo>
                    <a:pt x="365765" y="169232"/>
                  </a:lnTo>
                  <a:lnTo>
                    <a:pt x="365879" y="197183"/>
                  </a:lnTo>
                </a:path>
              </a:pathLst>
            </a:custGeom>
            <a:ln w="38088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47159" y="1250194"/>
            <a:ext cx="320359" cy="196784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5454207" y="1095661"/>
            <a:ext cx="619125" cy="365760"/>
            <a:chOff x="5454207" y="1095661"/>
            <a:chExt cx="619125" cy="365760"/>
          </a:xfrm>
        </p:grpSpPr>
        <p:sp>
          <p:nvSpPr>
            <p:cNvPr id="10" name="object 10"/>
            <p:cNvSpPr/>
            <p:nvPr/>
          </p:nvSpPr>
          <p:spPr>
            <a:xfrm>
              <a:off x="5473251" y="1114705"/>
              <a:ext cx="106680" cy="327660"/>
            </a:xfrm>
            <a:custGeom>
              <a:avLst/>
              <a:gdLst/>
              <a:ahLst/>
              <a:cxnLst/>
              <a:rect l="l" t="t" r="r" b="b"/>
              <a:pathLst>
                <a:path w="106679" h="327659">
                  <a:moveTo>
                    <a:pt x="0" y="23934"/>
                  </a:moveTo>
                  <a:lnTo>
                    <a:pt x="1544" y="14780"/>
                  </a:lnTo>
                  <a:lnTo>
                    <a:pt x="2991" y="6894"/>
                  </a:lnTo>
                  <a:lnTo>
                    <a:pt x="4243" y="1544"/>
                  </a:lnTo>
                  <a:lnTo>
                    <a:pt x="5203" y="0"/>
                  </a:lnTo>
                  <a:lnTo>
                    <a:pt x="5804" y="3593"/>
                  </a:lnTo>
                  <a:lnTo>
                    <a:pt x="6113" y="13918"/>
                  </a:lnTo>
                  <a:lnTo>
                    <a:pt x="6227" y="32633"/>
                  </a:lnTo>
                  <a:lnTo>
                    <a:pt x="6243" y="61397"/>
                  </a:lnTo>
                  <a:lnTo>
                    <a:pt x="6243" y="100599"/>
                  </a:lnTo>
                  <a:lnTo>
                    <a:pt x="6243" y="145558"/>
                  </a:lnTo>
                  <a:lnTo>
                    <a:pt x="6243" y="298661"/>
                  </a:lnTo>
                  <a:lnTo>
                    <a:pt x="6308" y="307880"/>
                  </a:lnTo>
                  <a:lnTo>
                    <a:pt x="6764" y="316221"/>
                  </a:lnTo>
                  <a:lnTo>
                    <a:pt x="7999" y="322807"/>
                  </a:lnTo>
                  <a:lnTo>
                    <a:pt x="10406" y="326758"/>
                  </a:lnTo>
                  <a:lnTo>
                    <a:pt x="14373" y="327425"/>
                  </a:lnTo>
                  <a:lnTo>
                    <a:pt x="20292" y="325067"/>
                  </a:lnTo>
                  <a:lnTo>
                    <a:pt x="28552" y="320173"/>
                  </a:lnTo>
                  <a:lnTo>
                    <a:pt x="39544" y="313230"/>
                  </a:lnTo>
                  <a:lnTo>
                    <a:pt x="53462" y="304709"/>
                  </a:lnTo>
                  <a:lnTo>
                    <a:pt x="69722" y="295019"/>
                  </a:lnTo>
                  <a:lnTo>
                    <a:pt x="87543" y="284547"/>
                  </a:lnTo>
                  <a:lnTo>
                    <a:pt x="106144" y="273686"/>
                  </a:lnTo>
                </a:path>
              </a:pathLst>
            </a:custGeom>
            <a:ln w="38088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628468" y="1251028"/>
              <a:ext cx="257175" cy="175260"/>
            </a:xfrm>
            <a:custGeom>
              <a:avLst/>
              <a:gdLst/>
              <a:ahLst/>
              <a:cxnLst/>
              <a:rect l="l" t="t" r="r" b="b"/>
              <a:pathLst>
                <a:path w="257175" h="175259">
                  <a:moveTo>
                    <a:pt x="13365" y="93656"/>
                  </a:moveTo>
                  <a:lnTo>
                    <a:pt x="57120" y="83413"/>
                  </a:lnTo>
                  <a:lnTo>
                    <a:pt x="87250" y="50990"/>
                  </a:lnTo>
                  <a:lnTo>
                    <a:pt x="68518" y="8325"/>
                  </a:lnTo>
                  <a:lnTo>
                    <a:pt x="53429" y="0"/>
                  </a:lnTo>
                  <a:lnTo>
                    <a:pt x="44812" y="2471"/>
                  </a:lnTo>
                  <a:lnTo>
                    <a:pt x="14536" y="42145"/>
                  </a:lnTo>
                  <a:lnTo>
                    <a:pt x="878" y="83250"/>
                  </a:lnTo>
                  <a:lnTo>
                    <a:pt x="0" y="102681"/>
                  </a:lnTo>
                  <a:lnTo>
                    <a:pt x="3219" y="120062"/>
                  </a:lnTo>
                  <a:lnTo>
                    <a:pt x="9950" y="134908"/>
                  </a:lnTo>
                  <a:lnTo>
                    <a:pt x="19609" y="146729"/>
                  </a:lnTo>
                  <a:lnTo>
                    <a:pt x="31625" y="155037"/>
                  </a:lnTo>
                  <a:lnTo>
                    <a:pt x="45495" y="159346"/>
                  </a:lnTo>
                  <a:lnTo>
                    <a:pt x="60730" y="159167"/>
                  </a:lnTo>
                  <a:lnTo>
                    <a:pt x="76844" y="154013"/>
                  </a:lnTo>
                  <a:lnTo>
                    <a:pt x="93282" y="143932"/>
                  </a:lnTo>
                  <a:lnTo>
                    <a:pt x="109233" y="131119"/>
                  </a:lnTo>
                  <a:lnTo>
                    <a:pt x="123818" y="118306"/>
                  </a:lnTo>
                  <a:lnTo>
                    <a:pt x="136160" y="108225"/>
                  </a:lnTo>
                  <a:lnTo>
                    <a:pt x="145704" y="103055"/>
                  </a:lnTo>
                  <a:lnTo>
                    <a:pt x="153200" y="102762"/>
                  </a:lnTo>
                  <a:lnTo>
                    <a:pt x="159720" y="106762"/>
                  </a:lnTo>
                  <a:lnTo>
                    <a:pt x="166338" y="114469"/>
                  </a:lnTo>
                  <a:lnTo>
                    <a:pt x="173882" y="125135"/>
                  </a:lnTo>
                  <a:lnTo>
                    <a:pt x="182207" y="137363"/>
                  </a:lnTo>
                  <a:lnTo>
                    <a:pt x="190923" y="149590"/>
                  </a:lnTo>
                  <a:lnTo>
                    <a:pt x="199638" y="160257"/>
                  </a:lnTo>
                  <a:lnTo>
                    <a:pt x="207996" y="168078"/>
                  </a:lnTo>
                  <a:lnTo>
                    <a:pt x="215768" y="172874"/>
                  </a:lnTo>
                  <a:lnTo>
                    <a:pt x="222760" y="174744"/>
                  </a:lnTo>
                  <a:lnTo>
                    <a:pt x="228776" y="173785"/>
                  </a:lnTo>
                  <a:lnTo>
                    <a:pt x="244386" y="133200"/>
                  </a:lnTo>
                  <a:lnTo>
                    <a:pt x="250629" y="82209"/>
                  </a:lnTo>
                  <a:lnTo>
                    <a:pt x="253751" y="51251"/>
                  </a:lnTo>
                  <a:lnTo>
                    <a:pt x="256873" y="18731"/>
                  </a:lnTo>
                </a:path>
              </a:pathLst>
            </a:custGeom>
            <a:ln w="38088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32638" y="1243171"/>
              <a:ext cx="140330" cy="191695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6130618" y="1100864"/>
            <a:ext cx="217170" cy="383540"/>
            <a:chOff x="6130618" y="1100864"/>
            <a:chExt cx="217170" cy="383540"/>
          </a:xfrm>
        </p:grpSpPr>
        <p:sp>
          <p:nvSpPr>
            <p:cNvPr id="14" name="object 14"/>
            <p:cNvSpPr/>
            <p:nvPr/>
          </p:nvSpPr>
          <p:spPr>
            <a:xfrm>
              <a:off x="6149662" y="1119908"/>
              <a:ext cx="23495" cy="299720"/>
            </a:xfrm>
            <a:custGeom>
              <a:avLst/>
              <a:gdLst/>
              <a:ahLst/>
              <a:cxnLst/>
              <a:rect l="l" t="t" r="r" b="b"/>
              <a:pathLst>
                <a:path w="23495" h="299719">
                  <a:moveTo>
                    <a:pt x="4162" y="0"/>
                  </a:moveTo>
                  <a:lnTo>
                    <a:pt x="2634" y="37365"/>
                  </a:lnTo>
                  <a:lnTo>
                    <a:pt x="1300" y="74145"/>
                  </a:lnTo>
                  <a:lnTo>
                    <a:pt x="357" y="109754"/>
                  </a:lnTo>
                  <a:lnTo>
                    <a:pt x="0" y="143607"/>
                  </a:lnTo>
                  <a:lnTo>
                    <a:pt x="374" y="175167"/>
                  </a:lnTo>
                  <a:lnTo>
                    <a:pt x="3073" y="230093"/>
                  </a:lnTo>
                  <a:lnTo>
                    <a:pt x="7707" y="272043"/>
                  </a:lnTo>
                  <a:lnTo>
                    <a:pt x="15609" y="299701"/>
                  </a:lnTo>
                  <a:lnTo>
                    <a:pt x="17772" y="296482"/>
                  </a:lnTo>
                  <a:lnTo>
                    <a:pt x="19642" y="287994"/>
                  </a:lnTo>
                  <a:lnTo>
                    <a:pt x="21316" y="275995"/>
                  </a:lnTo>
                  <a:lnTo>
                    <a:pt x="22894" y="262239"/>
                  </a:lnTo>
                </a:path>
              </a:pathLst>
            </a:custGeom>
            <a:ln w="38088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172556" y="1221891"/>
              <a:ext cx="156210" cy="243840"/>
            </a:xfrm>
            <a:custGeom>
              <a:avLst/>
              <a:gdLst/>
              <a:ahLst/>
              <a:cxnLst/>
              <a:rect l="l" t="t" r="r" b="b"/>
              <a:pathLst>
                <a:path w="156210" h="243840">
                  <a:moveTo>
                    <a:pt x="137363" y="54112"/>
                  </a:moveTo>
                  <a:lnTo>
                    <a:pt x="138859" y="46308"/>
                  </a:lnTo>
                  <a:lnTo>
                    <a:pt x="139964" y="38503"/>
                  </a:lnTo>
                  <a:lnTo>
                    <a:pt x="140289" y="30698"/>
                  </a:lnTo>
                  <a:lnTo>
                    <a:pt x="139444" y="22893"/>
                  </a:lnTo>
                  <a:lnTo>
                    <a:pt x="102322" y="0"/>
                  </a:lnTo>
                  <a:lnTo>
                    <a:pt x="87282" y="3121"/>
                  </a:lnTo>
                  <a:lnTo>
                    <a:pt x="47380" y="31040"/>
                  </a:lnTo>
                  <a:lnTo>
                    <a:pt x="35381" y="75966"/>
                  </a:lnTo>
                  <a:lnTo>
                    <a:pt x="38795" y="90177"/>
                  </a:lnTo>
                  <a:lnTo>
                    <a:pt x="66600" y="123835"/>
                  </a:lnTo>
                  <a:lnTo>
                    <a:pt x="108013" y="143005"/>
                  </a:lnTo>
                  <a:lnTo>
                    <a:pt x="121753" y="147769"/>
                  </a:lnTo>
                  <a:lnTo>
                    <a:pt x="134289" y="152533"/>
                  </a:lnTo>
                  <a:lnTo>
                    <a:pt x="144777" y="157785"/>
                  </a:lnTo>
                  <a:lnTo>
                    <a:pt x="152338" y="164013"/>
                  </a:lnTo>
                  <a:lnTo>
                    <a:pt x="156094" y="171704"/>
                  </a:lnTo>
                  <a:lnTo>
                    <a:pt x="155346" y="181134"/>
                  </a:lnTo>
                  <a:lnTo>
                    <a:pt x="126956" y="213329"/>
                  </a:lnTo>
                  <a:lnTo>
                    <a:pt x="90534" y="230890"/>
                  </a:lnTo>
                  <a:lnTo>
                    <a:pt x="40340" y="243410"/>
                  </a:lnTo>
                  <a:lnTo>
                    <a:pt x="29787" y="243247"/>
                  </a:lnTo>
                  <a:lnTo>
                    <a:pt x="3170" y="217947"/>
                  </a:lnTo>
                  <a:lnTo>
                    <a:pt x="0" y="210207"/>
                  </a:lnTo>
                </a:path>
              </a:pathLst>
            </a:custGeom>
            <a:ln w="38088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/>
          <p:cNvGrpSpPr/>
          <p:nvPr/>
        </p:nvGrpSpPr>
        <p:grpSpPr>
          <a:xfrm>
            <a:off x="7922440" y="1787161"/>
            <a:ext cx="763905" cy="534670"/>
            <a:chOff x="7922440" y="1787161"/>
            <a:chExt cx="763905" cy="534670"/>
          </a:xfrm>
        </p:grpSpPr>
        <p:sp>
          <p:nvSpPr>
            <p:cNvPr id="17" name="object 17"/>
            <p:cNvSpPr/>
            <p:nvPr/>
          </p:nvSpPr>
          <p:spPr>
            <a:xfrm>
              <a:off x="7941484" y="1806205"/>
              <a:ext cx="160655" cy="496570"/>
            </a:xfrm>
            <a:custGeom>
              <a:avLst/>
              <a:gdLst/>
              <a:ahLst/>
              <a:cxnLst/>
              <a:rect l="l" t="t" r="r" b="b"/>
              <a:pathLst>
                <a:path w="160654" h="496569">
                  <a:moveTo>
                    <a:pt x="135428" y="44226"/>
                  </a:moveTo>
                  <a:lnTo>
                    <a:pt x="149997" y="3642"/>
                  </a:lnTo>
                  <a:lnTo>
                    <a:pt x="146550" y="0"/>
                  </a:lnTo>
                  <a:lnTo>
                    <a:pt x="139590" y="260"/>
                  </a:lnTo>
                  <a:lnTo>
                    <a:pt x="101624" y="28292"/>
                  </a:lnTo>
                  <a:lnTo>
                    <a:pt x="67966" y="71998"/>
                  </a:lnTo>
                  <a:lnTo>
                    <a:pt x="35462" y="135753"/>
                  </a:lnTo>
                  <a:lnTo>
                    <a:pt x="21739" y="173655"/>
                  </a:lnTo>
                  <a:lnTo>
                    <a:pt x="10747" y="213703"/>
                  </a:lnTo>
                  <a:lnTo>
                    <a:pt x="3268" y="254434"/>
                  </a:lnTo>
                  <a:lnTo>
                    <a:pt x="0" y="294466"/>
                  </a:lnTo>
                  <a:lnTo>
                    <a:pt x="1317" y="332742"/>
                  </a:lnTo>
                  <a:lnTo>
                    <a:pt x="18877" y="400123"/>
                  </a:lnTo>
                  <a:lnTo>
                    <a:pt x="54649" y="450073"/>
                  </a:lnTo>
                  <a:lnTo>
                    <a:pt x="92762" y="481292"/>
                  </a:lnTo>
                  <a:lnTo>
                    <a:pt x="127005" y="496511"/>
                  </a:lnTo>
                  <a:lnTo>
                    <a:pt x="134387" y="495861"/>
                  </a:lnTo>
                  <a:lnTo>
                    <a:pt x="141233" y="493584"/>
                  </a:lnTo>
                  <a:lnTo>
                    <a:pt x="147785" y="490137"/>
                  </a:lnTo>
                  <a:lnTo>
                    <a:pt x="154143" y="485910"/>
                  </a:lnTo>
                  <a:lnTo>
                    <a:pt x="160403" y="481292"/>
                  </a:lnTo>
                </a:path>
              </a:pathLst>
            </a:custGeom>
            <a:ln w="38088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8176813" y="1906626"/>
              <a:ext cx="118745" cy="332740"/>
            </a:xfrm>
            <a:custGeom>
              <a:avLst/>
              <a:gdLst/>
              <a:ahLst/>
              <a:cxnLst/>
              <a:rect l="l" t="t" r="r" b="b"/>
              <a:pathLst>
                <a:path w="118745" h="332739">
                  <a:moveTo>
                    <a:pt x="0" y="18731"/>
                  </a:moveTo>
                  <a:lnTo>
                    <a:pt x="4634" y="11121"/>
                  </a:lnTo>
                  <a:lnTo>
                    <a:pt x="8975" y="4682"/>
                  </a:lnTo>
                  <a:lnTo>
                    <a:pt x="12731" y="585"/>
                  </a:lnTo>
                  <a:lnTo>
                    <a:pt x="15609" y="0"/>
                  </a:lnTo>
                  <a:lnTo>
                    <a:pt x="17398" y="4113"/>
                  </a:lnTo>
                  <a:lnTo>
                    <a:pt x="18211" y="14178"/>
                  </a:lnTo>
                  <a:lnTo>
                    <a:pt x="18243" y="31462"/>
                  </a:lnTo>
                  <a:lnTo>
                    <a:pt x="17690" y="57234"/>
                  </a:lnTo>
                  <a:lnTo>
                    <a:pt x="15479" y="131639"/>
                  </a:lnTo>
                  <a:lnTo>
                    <a:pt x="14032" y="172257"/>
                  </a:lnTo>
                  <a:lnTo>
                    <a:pt x="10959" y="238873"/>
                  </a:lnTo>
                  <a:lnTo>
                    <a:pt x="9625" y="261848"/>
                  </a:lnTo>
                  <a:lnTo>
                    <a:pt x="8682" y="279555"/>
                  </a:lnTo>
                  <a:lnTo>
                    <a:pt x="12715" y="321262"/>
                  </a:lnTo>
                  <a:lnTo>
                    <a:pt x="29527" y="332221"/>
                  </a:lnTo>
                  <a:lnTo>
                    <a:pt x="39039" y="331148"/>
                  </a:lnTo>
                  <a:lnTo>
                    <a:pt x="50990" y="326758"/>
                  </a:lnTo>
                  <a:lnTo>
                    <a:pt x="65510" y="318725"/>
                  </a:lnTo>
                  <a:lnTo>
                    <a:pt x="82079" y="307766"/>
                  </a:lnTo>
                  <a:lnTo>
                    <a:pt x="100014" y="294856"/>
                  </a:lnTo>
                  <a:lnTo>
                    <a:pt x="118631" y="280970"/>
                  </a:lnTo>
                </a:path>
              </a:pathLst>
            </a:custGeom>
            <a:ln w="38088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8334858" y="2016933"/>
              <a:ext cx="332740" cy="201930"/>
            </a:xfrm>
            <a:custGeom>
              <a:avLst/>
              <a:gdLst/>
              <a:ahLst/>
              <a:cxnLst/>
              <a:rect l="l" t="t" r="r" b="b"/>
              <a:pathLst>
                <a:path w="332740" h="201930">
                  <a:moveTo>
                    <a:pt x="16780" y="95738"/>
                  </a:moveTo>
                  <a:lnTo>
                    <a:pt x="61413" y="93543"/>
                  </a:lnTo>
                  <a:lnTo>
                    <a:pt x="98599" y="70047"/>
                  </a:lnTo>
                  <a:lnTo>
                    <a:pt x="88925" y="21999"/>
                  </a:lnTo>
                  <a:lnTo>
                    <a:pt x="54243" y="4552"/>
                  </a:lnTo>
                  <a:lnTo>
                    <a:pt x="11837" y="31609"/>
                  </a:lnTo>
                  <a:lnTo>
                    <a:pt x="0" y="76307"/>
                  </a:lnTo>
                  <a:lnTo>
                    <a:pt x="130" y="92746"/>
                  </a:lnTo>
                  <a:lnTo>
                    <a:pt x="21950" y="141981"/>
                  </a:lnTo>
                  <a:lnTo>
                    <a:pt x="51803" y="169818"/>
                  </a:lnTo>
                  <a:lnTo>
                    <a:pt x="91575" y="188744"/>
                  </a:lnTo>
                  <a:lnTo>
                    <a:pt x="129639" y="157428"/>
                  </a:lnTo>
                  <a:lnTo>
                    <a:pt x="157639" y="112485"/>
                  </a:lnTo>
                  <a:lnTo>
                    <a:pt x="176273" y="75348"/>
                  </a:lnTo>
                  <a:lnTo>
                    <a:pt x="185362" y="35381"/>
                  </a:lnTo>
                  <a:lnTo>
                    <a:pt x="197541" y="75462"/>
                  </a:lnTo>
                  <a:lnTo>
                    <a:pt x="220988" y="117380"/>
                  </a:lnTo>
                  <a:lnTo>
                    <a:pt x="247312" y="154566"/>
                  </a:lnTo>
                  <a:lnTo>
                    <a:pt x="282141" y="189394"/>
                  </a:lnTo>
                  <a:lnTo>
                    <a:pt x="307311" y="201394"/>
                  </a:lnTo>
                  <a:lnTo>
                    <a:pt x="313360" y="199801"/>
                  </a:lnTo>
                  <a:lnTo>
                    <a:pt x="327929" y="155054"/>
                  </a:lnTo>
                  <a:lnTo>
                    <a:pt x="331571" y="104843"/>
                  </a:lnTo>
                  <a:lnTo>
                    <a:pt x="332319" y="77787"/>
                  </a:lnTo>
                  <a:lnTo>
                    <a:pt x="332091" y="53072"/>
                  </a:lnTo>
                  <a:lnTo>
                    <a:pt x="327116" y="7999"/>
                  </a:lnTo>
                  <a:lnTo>
                    <a:pt x="324807" y="0"/>
                  </a:lnTo>
                  <a:lnTo>
                    <a:pt x="326888" y="10406"/>
                  </a:lnTo>
                  <a:lnTo>
                    <a:pt x="327929" y="16650"/>
                  </a:lnTo>
                  <a:lnTo>
                    <a:pt x="328969" y="22893"/>
                  </a:lnTo>
                  <a:lnTo>
                    <a:pt x="328969" y="24975"/>
                  </a:lnTo>
                  <a:lnTo>
                    <a:pt x="328969" y="27056"/>
                  </a:lnTo>
                </a:path>
              </a:pathLst>
            </a:custGeom>
            <a:ln w="38088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/>
          <p:cNvGrpSpPr/>
          <p:nvPr/>
        </p:nvGrpSpPr>
        <p:grpSpPr>
          <a:xfrm>
            <a:off x="8731156" y="1900069"/>
            <a:ext cx="245745" cy="317500"/>
            <a:chOff x="8731156" y="1900069"/>
            <a:chExt cx="245745" cy="317500"/>
          </a:xfrm>
        </p:grpSpPr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31156" y="1999970"/>
              <a:ext cx="170248" cy="217337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921906" y="1919114"/>
              <a:ext cx="35560" cy="273050"/>
            </a:xfrm>
            <a:custGeom>
              <a:avLst/>
              <a:gdLst/>
              <a:ahLst/>
              <a:cxnLst/>
              <a:rect l="l" t="t" r="r" b="b"/>
              <a:pathLst>
                <a:path w="35559" h="273050">
                  <a:moveTo>
                    <a:pt x="10406" y="62437"/>
                  </a:moveTo>
                  <a:lnTo>
                    <a:pt x="10406" y="54600"/>
                  </a:lnTo>
                  <a:lnTo>
                    <a:pt x="10406" y="46568"/>
                  </a:lnTo>
                  <a:lnTo>
                    <a:pt x="10406" y="38145"/>
                  </a:lnTo>
                  <a:lnTo>
                    <a:pt x="10406" y="29137"/>
                  </a:lnTo>
                  <a:lnTo>
                    <a:pt x="10390" y="19609"/>
                  </a:lnTo>
                  <a:lnTo>
                    <a:pt x="10276" y="10666"/>
                  </a:lnTo>
                  <a:lnTo>
                    <a:pt x="9967" y="3674"/>
                  </a:lnTo>
                  <a:lnTo>
                    <a:pt x="9365" y="0"/>
                  </a:lnTo>
                  <a:lnTo>
                    <a:pt x="8406" y="1008"/>
                  </a:lnTo>
                  <a:lnTo>
                    <a:pt x="4162" y="45787"/>
                  </a:lnTo>
                  <a:lnTo>
                    <a:pt x="1300" y="115510"/>
                  </a:lnTo>
                  <a:lnTo>
                    <a:pt x="0" y="185232"/>
                  </a:lnTo>
                  <a:lnTo>
                    <a:pt x="373" y="208711"/>
                  </a:lnTo>
                  <a:lnTo>
                    <a:pt x="7739" y="255084"/>
                  </a:lnTo>
                  <a:lnTo>
                    <a:pt x="17690" y="272645"/>
                  </a:lnTo>
                  <a:lnTo>
                    <a:pt x="21772" y="270141"/>
                  </a:lnTo>
                  <a:lnTo>
                    <a:pt x="26145" y="263539"/>
                  </a:lnTo>
                  <a:lnTo>
                    <a:pt x="30714" y="254206"/>
                  </a:lnTo>
                  <a:lnTo>
                    <a:pt x="35381" y="243507"/>
                  </a:lnTo>
                </a:path>
              </a:pathLst>
            </a:custGeom>
            <a:ln w="38088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" name="object 23"/>
          <p:cNvGrpSpPr/>
          <p:nvPr/>
        </p:nvGrpSpPr>
        <p:grpSpPr>
          <a:xfrm>
            <a:off x="9064030" y="1875094"/>
            <a:ext cx="397510" cy="469265"/>
            <a:chOff x="9064030" y="1875094"/>
            <a:chExt cx="397510" cy="469265"/>
          </a:xfrm>
        </p:grpSpPr>
        <p:sp>
          <p:nvSpPr>
            <p:cNvPr id="24" name="object 24"/>
            <p:cNvSpPr/>
            <p:nvPr/>
          </p:nvSpPr>
          <p:spPr>
            <a:xfrm>
              <a:off x="9083074" y="1920544"/>
              <a:ext cx="217804" cy="276225"/>
            </a:xfrm>
            <a:custGeom>
              <a:avLst/>
              <a:gdLst/>
              <a:ahLst/>
              <a:cxnLst/>
              <a:rect l="l" t="t" r="r" b="b"/>
              <a:pathLst>
                <a:path w="217804" h="276225">
                  <a:moveTo>
                    <a:pt x="67770" y="85982"/>
                  </a:moveTo>
                  <a:lnTo>
                    <a:pt x="47429" y="45592"/>
                  </a:lnTo>
                  <a:lnTo>
                    <a:pt x="52161" y="3772"/>
                  </a:lnTo>
                  <a:lnTo>
                    <a:pt x="66209" y="0"/>
                  </a:lnTo>
                  <a:lnTo>
                    <a:pt x="76453" y="1284"/>
                  </a:lnTo>
                  <a:lnTo>
                    <a:pt x="123835" y="19641"/>
                  </a:lnTo>
                  <a:lnTo>
                    <a:pt x="157265" y="48519"/>
                  </a:lnTo>
                  <a:lnTo>
                    <a:pt x="175476" y="94047"/>
                  </a:lnTo>
                  <a:lnTo>
                    <a:pt x="174825" y="121396"/>
                  </a:lnTo>
                  <a:lnTo>
                    <a:pt x="147167" y="180208"/>
                  </a:lnTo>
                  <a:lnTo>
                    <a:pt x="96664" y="233768"/>
                  </a:lnTo>
                  <a:lnTo>
                    <a:pt x="54958" y="266450"/>
                  </a:lnTo>
                  <a:lnTo>
                    <a:pt x="32584" y="275913"/>
                  </a:lnTo>
                  <a:lnTo>
                    <a:pt x="25105" y="275377"/>
                  </a:lnTo>
                  <a:lnTo>
                    <a:pt x="894" y="240223"/>
                  </a:lnTo>
                  <a:lnTo>
                    <a:pt x="0" y="226207"/>
                  </a:lnTo>
                  <a:lnTo>
                    <a:pt x="471" y="211801"/>
                  </a:lnTo>
                  <a:lnTo>
                    <a:pt x="16259" y="172322"/>
                  </a:lnTo>
                  <a:lnTo>
                    <a:pt x="66079" y="179915"/>
                  </a:lnTo>
                  <a:lnTo>
                    <a:pt x="101802" y="206045"/>
                  </a:lnTo>
                  <a:lnTo>
                    <a:pt x="120712" y="222565"/>
                  </a:lnTo>
                  <a:lnTo>
                    <a:pt x="139428" y="237914"/>
                  </a:lnTo>
                  <a:lnTo>
                    <a:pt x="157265" y="249361"/>
                  </a:lnTo>
                  <a:lnTo>
                    <a:pt x="173720" y="254906"/>
                  </a:lnTo>
                  <a:lnTo>
                    <a:pt x="189004" y="255475"/>
                  </a:lnTo>
                  <a:lnTo>
                    <a:pt x="203508" y="252727"/>
                  </a:lnTo>
                  <a:lnTo>
                    <a:pt x="217621" y="248320"/>
                  </a:lnTo>
                </a:path>
              </a:pathLst>
            </a:custGeom>
            <a:ln w="38088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9319428" y="1894138"/>
              <a:ext cx="123189" cy="431165"/>
            </a:xfrm>
            <a:custGeom>
              <a:avLst/>
              <a:gdLst/>
              <a:ahLst/>
              <a:cxnLst/>
              <a:rect l="l" t="t" r="r" b="b"/>
              <a:pathLst>
                <a:path w="123190" h="431164">
                  <a:moveTo>
                    <a:pt x="0" y="0"/>
                  </a:moveTo>
                  <a:lnTo>
                    <a:pt x="43072" y="16357"/>
                  </a:lnTo>
                  <a:lnTo>
                    <a:pt x="78047" y="72844"/>
                  </a:lnTo>
                  <a:lnTo>
                    <a:pt x="104583" y="144907"/>
                  </a:lnTo>
                  <a:lnTo>
                    <a:pt x="115217" y="185525"/>
                  </a:lnTo>
                  <a:lnTo>
                    <a:pt x="121754" y="224776"/>
                  </a:lnTo>
                  <a:lnTo>
                    <a:pt x="122859" y="259995"/>
                  </a:lnTo>
                  <a:lnTo>
                    <a:pt x="118892" y="291116"/>
                  </a:lnTo>
                  <a:lnTo>
                    <a:pt x="98860" y="343408"/>
                  </a:lnTo>
                  <a:lnTo>
                    <a:pt x="68812" y="384903"/>
                  </a:lnTo>
                  <a:lnTo>
                    <a:pt x="39544" y="413130"/>
                  </a:lnTo>
                  <a:lnTo>
                    <a:pt x="12618" y="429081"/>
                  </a:lnTo>
                  <a:lnTo>
                    <a:pt x="6244" y="430821"/>
                  </a:lnTo>
                </a:path>
              </a:pathLst>
            </a:custGeom>
            <a:ln w="38088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6" name="object 26"/>
          <p:cNvGrpSpPr/>
          <p:nvPr/>
        </p:nvGrpSpPr>
        <p:grpSpPr>
          <a:xfrm>
            <a:off x="1415063" y="1120636"/>
            <a:ext cx="8417560" cy="3694429"/>
            <a:chOff x="1415063" y="1120636"/>
            <a:chExt cx="8417560" cy="3694429"/>
          </a:xfrm>
        </p:grpSpPr>
        <p:sp>
          <p:nvSpPr>
            <p:cNvPr id="27" name="object 27"/>
            <p:cNvSpPr/>
            <p:nvPr/>
          </p:nvSpPr>
          <p:spPr>
            <a:xfrm>
              <a:off x="8467843" y="2622735"/>
              <a:ext cx="139065" cy="286385"/>
            </a:xfrm>
            <a:custGeom>
              <a:avLst/>
              <a:gdLst/>
              <a:ahLst/>
              <a:cxnLst/>
              <a:rect l="l" t="t" r="r" b="b"/>
              <a:pathLst>
                <a:path w="139065" h="286385">
                  <a:moveTo>
                    <a:pt x="0" y="12427"/>
                  </a:moveTo>
                  <a:lnTo>
                    <a:pt x="3106" y="6213"/>
                  </a:lnTo>
                  <a:lnTo>
                    <a:pt x="6213" y="0"/>
                  </a:lnTo>
                  <a:lnTo>
                    <a:pt x="7249" y="2071"/>
                  </a:lnTo>
                  <a:lnTo>
                    <a:pt x="7677" y="5283"/>
                  </a:lnTo>
                  <a:lnTo>
                    <a:pt x="7572" y="12233"/>
                  </a:lnTo>
                  <a:lnTo>
                    <a:pt x="7176" y="23551"/>
                  </a:lnTo>
                  <a:lnTo>
                    <a:pt x="6731" y="39870"/>
                  </a:lnTo>
                  <a:lnTo>
                    <a:pt x="6440" y="61432"/>
                  </a:lnTo>
                  <a:lnTo>
                    <a:pt x="6343" y="86926"/>
                  </a:lnTo>
                  <a:lnTo>
                    <a:pt x="6440" y="114652"/>
                  </a:lnTo>
                  <a:lnTo>
                    <a:pt x="7208" y="170146"/>
                  </a:lnTo>
                  <a:lnTo>
                    <a:pt x="8551" y="217623"/>
                  </a:lnTo>
                  <a:lnTo>
                    <a:pt x="10809" y="260066"/>
                  </a:lnTo>
                  <a:lnTo>
                    <a:pt x="12427" y="271328"/>
                  </a:lnTo>
                  <a:lnTo>
                    <a:pt x="12427" y="266150"/>
                  </a:lnTo>
                  <a:lnTo>
                    <a:pt x="12427" y="248027"/>
                  </a:lnTo>
                  <a:lnTo>
                    <a:pt x="11553" y="189993"/>
                  </a:lnTo>
                  <a:lnTo>
                    <a:pt x="8479" y="140648"/>
                  </a:lnTo>
                  <a:lnTo>
                    <a:pt x="3948" y="92880"/>
                  </a:lnTo>
                  <a:lnTo>
                    <a:pt x="2071" y="72492"/>
                  </a:lnTo>
                  <a:lnTo>
                    <a:pt x="881" y="55696"/>
                  </a:lnTo>
                  <a:lnTo>
                    <a:pt x="323" y="42200"/>
                  </a:lnTo>
                  <a:lnTo>
                    <a:pt x="250" y="31424"/>
                  </a:lnTo>
                  <a:lnTo>
                    <a:pt x="517" y="22783"/>
                  </a:lnTo>
                  <a:lnTo>
                    <a:pt x="1035" y="12427"/>
                  </a:lnTo>
                  <a:lnTo>
                    <a:pt x="2071" y="6213"/>
                  </a:lnTo>
                  <a:lnTo>
                    <a:pt x="5695" y="6213"/>
                  </a:lnTo>
                  <a:lnTo>
                    <a:pt x="8956" y="7354"/>
                  </a:lnTo>
                  <a:lnTo>
                    <a:pt x="13527" y="10679"/>
                  </a:lnTo>
                  <a:lnTo>
                    <a:pt x="19749" y="16043"/>
                  </a:lnTo>
                  <a:lnTo>
                    <a:pt x="27961" y="23301"/>
                  </a:lnTo>
                  <a:lnTo>
                    <a:pt x="38357" y="32346"/>
                  </a:lnTo>
                  <a:lnTo>
                    <a:pt x="78188" y="70939"/>
                  </a:lnTo>
                  <a:lnTo>
                    <a:pt x="106149" y="106214"/>
                  </a:lnTo>
                  <a:lnTo>
                    <a:pt x="127897" y="144984"/>
                  </a:lnTo>
                  <a:lnTo>
                    <a:pt x="137929" y="182590"/>
                  </a:lnTo>
                  <a:lnTo>
                    <a:pt x="138601" y="199961"/>
                  </a:lnTo>
                  <a:lnTo>
                    <a:pt x="136699" y="215923"/>
                  </a:lnTo>
                  <a:lnTo>
                    <a:pt x="116893" y="253497"/>
                  </a:lnTo>
                  <a:lnTo>
                    <a:pt x="77993" y="275536"/>
                  </a:lnTo>
                  <a:lnTo>
                    <a:pt x="38317" y="285827"/>
                  </a:lnTo>
                  <a:lnTo>
                    <a:pt x="33139" y="285827"/>
                  </a:lnTo>
                  <a:lnTo>
                    <a:pt x="28478" y="284273"/>
                  </a:lnTo>
                  <a:lnTo>
                    <a:pt x="23818" y="282720"/>
                  </a:lnTo>
                  <a:lnTo>
                    <a:pt x="19676" y="279613"/>
                  </a:lnTo>
                  <a:lnTo>
                    <a:pt x="18122" y="275471"/>
                  </a:lnTo>
                  <a:lnTo>
                    <a:pt x="16569" y="271328"/>
                  </a:lnTo>
                  <a:lnTo>
                    <a:pt x="17605" y="266150"/>
                  </a:lnTo>
                  <a:lnTo>
                    <a:pt x="20194" y="262008"/>
                  </a:lnTo>
                  <a:lnTo>
                    <a:pt x="22783" y="257865"/>
                  </a:lnTo>
                  <a:lnTo>
                    <a:pt x="26925" y="254759"/>
                  </a:lnTo>
                  <a:lnTo>
                    <a:pt x="31068" y="251652"/>
                  </a:lnTo>
                </a:path>
              </a:pathLst>
            </a:custGeom>
            <a:ln w="38088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8682456" y="2774969"/>
              <a:ext cx="15875" cy="117475"/>
            </a:xfrm>
            <a:custGeom>
              <a:avLst/>
              <a:gdLst/>
              <a:ahLst/>
              <a:cxnLst/>
              <a:rect l="l" t="t" r="r" b="b"/>
              <a:pathLst>
                <a:path w="15875" h="117475">
                  <a:moveTo>
                    <a:pt x="2864" y="12427"/>
                  </a:moveTo>
                  <a:lnTo>
                    <a:pt x="1828" y="6213"/>
                  </a:lnTo>
                  <a:lnTo>
                    <a:pt x="792" y="0"/>
                  </a:lnTo>
                  <a:lnTo>
                    <a:pt x="275" y="1553"/>
                  </a:lnTo>
                  <a:lnTo>
                    <a:pt x="0" y="4166"/>
                  </a:lnTo>
                  <a:lnTo>
                    <a:pt x="16" y="9644"/>
                  </a:lnTo>
                  <a:lnTo>
                    <a:pt x="420" y="17937"/>
                  </a:lnTo>
                  <a:lnTo>
                    <a:pt x="4547" y="57540"/>
                  </a:lnTo>
                  <a:lnTo>
                    <a:pt x="10396" y="97994"/>
                  </a:lnTo>
                  <a:lnTo>
                    <a:pt x="15291" y="117023"/>
                  </a:lnTo>
                  <a:lnTo>
                    <a:pt x="15291" y="109774"/>
                  </a:lnTo>
                  <a:lnTo>
                    <a:pt x="15291" y="102524"/>
                  </a:lnTo>
                </a:path>
              </a:pathLst>
            </a:custGeom>
            <a:ln w="38088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8669786" y="2692120"/>
              <a:ext cx="9525" cy="11430"/>
            </a:xfrm>
            <a:custGeom>
              <a:avLst/>
              <a:gdLst/>
              <a:ahLst/>
              <a:cxnLst/>
              <a:rect l="l" t="t" r="r" b="b"/>
              <a:pathLst>
                <a:path w="9525" h="11430">
                  <a:moveTo>
                    <a:pt x="6213" y="8284"/>
                  </a:moveTo>
                  <a:lnTo>
                    <a:pt x="3106" y="4142"/>
                  </a:lnTo>
                  <a:lnTo>
                    <a:pt x="0" y="0"/>
                  </a:lnTo>
                  <a:lnTo>
                    <a:pt x="517" y="517"/>
                  </a:lnTo>
                  <a:lnTo>
                    <a:pt x="1035" y="1035"/>
                  </a:lnTo>
                  <a:lnTo>
                    <a:pt x="5178" y="6213"/>
                  </a:lnTo>
                  <a:lnTo>
                    <a:pt x="9320" y="11391"/>
                  </a:lnTo>
                </a:path>
              </a:pathLst>
            </a:custGeom>
            <a:ln w="38088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40840" y="2740391"/>
              <a:ext cx="140613" cy="157183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906521" y="2721749"/>
              <a:ext cx="301148" cy="173753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9257104" y="2627912"/>
              <a:ext cx="15875" cy="240665"/>
            </a:xfrm>
            <a:custGeom>
              <a:avLst/>
              <a:gdLst/>
              <a:ahLst/>
              <a:cxnLst/>
              <a:rect l="l" t="t" r="r" b="b"/>
              <a:pathLst>
                <a:path w="15875" h="240664">
                  <a:moveTo>
                    <a:pt x="2977" y="19676"/>
                  </a:moveTo>
                  <a:lnTo>
                    <a:pt x="1941" y="10356"/>
                  </a:lnTo>
                  <a:lnTo>
                    <a:pt x="906" y="1035"/>
                  </a:lnTo>
                  <a:lnTo>
                    <a:pt x="388" y="0"/>
                  </a:lnTo>
                  <a:lnTo>
                    <a:pt x="97" y="906"/>
                  </a:lnTo>
                  <a:lnTo>
                    <a:pt x="0" y="5695"/>
                  </a:lnTo>
                  <a:lnTo>
                    <a:pt x="97" y="15145"/>
                  </a:lnTo>
                  <a:lnTo>
                    <a:pt x="1553" y="75469"/>
                  </a:lnTo>
                  <a:lnTo>
                    <a:pt x="3495" y="129450"/>
                  </a:lnTo>
                  <a:lnTo>
                    <a:pt x="6149" y="177606"/>
                  </a:lnTo>
                  <a:lnTo>
                    <a:pt x="10728" y="225252"/>
                  </a:lnTo>
                  <a:lnTo>
                    <a:pt x="15404" y="240260"/>
                  </a:lnTo>
                  <a:lnTo>
                    <a:pt x="15404" y="234047"/>
                  </a:lnTo>
                  <a:lnTo>
                    <a:pt x="14886" y="228351"/>
                  </a:lnTo>
                  <a:lnTo>
                    <a:pt x="14368" y="222655"/>
                  </a:lnTo>
                  <a:lnTo>
                    <a:pt x="13333" y="217477"/>
                  </a:lnTo>
                  <a:lnTo>
                    <a:pt x="12297" y="212299"/>
                  </a:lnTo>
                </a:path>
              </a:pathLst>
            </a:custGeom>
            <a:ln w="38088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15063" y="1120636"/>
              <a:ext cx="7483995" cy="3694358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185115" y="2694824"/>
              <a:ext cx="432654" cy="197571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9657755" y="2725259"/>
              <a:ext cx="155575" cy="503555"/>
            </a:xfrm>
            <a:custGeom>
              <a:avLst/>
              <a:gdLst/>
              <a:ahLst/>
              <a:cxnLst/>
              <a:rect l="l" t="t" r="r" b="b"/>
              <a:pathLst>
                <a:path w="155575" h="503555">
                  <a:moveTo>
                    <a:pt x="0" y="3106"/>
                  </a:moveTo>
                  <a:lnTo>
                    <a:pt x="4854" y="43948"/>
                  </a:lnTo>
                  <a:lnTo>
                    <a:pt x="14660" y="90979"/>
                  </a:lnTo>
                  <a:lnTo>
                    <a:pt x="41877" y="120194"/>
                  </a:lnTo>
                  <a:lnTo>
                    <a:pt x="48082" y="121125"/>
                  </a:lnTo>
                  <a:lnTo>
                    <a:pt x="53851" y="120648"/>
                  </a:lnTo>
                  <a:lnTo>
                    <a:pt x="76295" y="85105"/>
                  </a:lnTo>
                  <a:lnTo>
                    <a:pt x="87508" y="40906"/>
                  </a:lnTo>
                  <a:lnTo>
                    <a:pt x="95275" y="0"/>
                  </a:lnTo>
                  <a:lnTo>
                    <a:pt x="92484" y="42022"/>
                  </a:lnTo>
                  <a:lnTo>
                    <a:pt x="92104" y="62654"/>
                  </a:lnTo>
                  <a:lnTo>
                    <a:pt x="92403" y="86392"/>
                  </a:lnTo>
                  <a:lnTo>
                    <a:pt x="96278" y="139742"/>
                  </a:lnTo>
                  <a:lnTo>
                    <a:pt x="103916" y="196247"/>
                  </a:lnTo>
                  <a:lnTo>
                    <a:pt x="112403" y="251336"/>
                  </a:lnTo>
                  <a:lnTo>
                    <a:pt x="116440" y="277736"/>
                  </a:lnTo>
                  <a:lnTo>
                    <a:pt x="120381" y="303651"/>
                  </a:lnTo>
                  <a:lnTo>
                    <a:pt x="124272" y="329322"/>
                  </a:lnTo>
                  <a:lnTo>
                    <a:pt x="128140" y="354816"/>
                  </a:lnTo>
                  <a:lnTo>
                    <a:pt x="135486" y="402502"/>
                  </a:lnTo>
                  <a:lnTo>
                    <a:pt x="141675" y="440504"/>
                  </a:lnTo>
                  <a:lnTo>
                    <a:pt x="144143" y="455148"/>
                  </a:lnTo>
                  <a:lnTo>
                    <a:pt x="146125" y="467463"/>
                  </a:lnTo>
                  <a:lnTo>
                    <a:pt x="147573" y="477932"/>
                  </a:lnTo>
                  <a:lnTo>
                    <a:pt x="149126" y="490877"/>
                  </a:lnTo>
                  <a:lnTo>
                    <a:pt x="149126" y="500197"/>
                  </a:lnTo>
                  <a:lnTo>
                    <a:pt x="146537" y="502786"/>
                  </a:lnTo>
                  <a:lnTo>
                    <a:pt x="144070" y="503393"/>
                  </a:lnTo>
                  <a:lnTo>
                    <a:pt x="140389" y="501039"/>
                  </a:lnTo>
                  <a:lnTo>
                    <a:pt x="110291" y="454501"/>
                  </a:lnTo>
                  <a:lnTo>
                    <a:pt x="92168" y="410100"/>
                  </a:lnTo>
                  <a:lnTo>
                    <a:pt x="80777" y="357801"/>
                  </a:lnTo>
                  <a:lnTo>
                    <a:pt x="78479" y="332041"/>
                  </a:lnTo>
                  <a:lnTo>
                    <a:pt x="78706" y="308610"/>
                  </a:lnTo>
                  <a:lnTo>
                    <a:pt x="94507" y="259532"/>
                  </a:lnTo>
                  <a:lnTo>
                    <a:pt x="127961" y="237024"/>
                  </a:lnTo>
                  <a:lnTo>
                    <a:pt x="141432" y="233124"/>
                  </a:lnTo>
                  <a:lnTo>
                    <a:pt x="155340" y="229904"/>
                  </a:lnTo>
                </a:path>
              </a:pathLst>
            </a:custGeom>
            <a:ln w="38088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8775417" y="3427400"/>
              <a:ext cx="188595" cy="12700"/>
            </a:xfrm>
            <a:custGeom>
              <a:avLst/>
              <a:gdLst/>
              <a:ahLst/>
              <a:cxnLst/>
              <a:rect l="l" t="t" r="r" b="b"/>
              <a:pathLst>
                <a:path w="188595" h="12700">
                  <a:moveTo>
                    <a:pt x="15534" y="6213"/>
                  </a:moveTo>
                  <a:lnTo>
                    <a:pt x="8285" y="4142"/>
                  </a:lnTo>
                  <a:lnTo>
                    <a:pt x="1035" y="2071"/>
                  </a:lnTo>
                  <a:lnTo>
                    <a:pt x="0" y="1035"/>
                  </a:lnTo>
                  <a:lnTo>
                    <a:pt x="582" y="436"/>
                  </a:lnTo>
                  <a:lnTo>
                    <a:pt x="4660" y="129"/>
                  </a:lnTo>
                  <a:lnTo>
                    <a:pt x="13398" y="16"/>
                  </a:lnTo>
                  <a:lnTo>
                    <a:pt x="27961" y="0"/>
                  </a:lnTo>
                  <a:lnTo>
                    <a:pt x="48843" y="0"/>
                  </a:lnTo>
                  <a:lnTo>
                    <a:pt x="73851" y="0"/>
                  </a:lnTo>
                  <a:lnTo>
                    <a:pt x="100122" y="0"/>
                  </a:lnTo>
                  <a:lnTo>
                    <a:pt x="124790" y="0"/>
                  </a:lnTo>
                  <a:lnTo>
                    <a:pt x="145478" y="16"/>
                  </a:lnTo>
                  <a:lnTo>
                    <a:pt x="161748" y="129"/>
                  </a:lnTo>
                  <a:lnTo>
                    <a:pt x="173650" y="436"/>
                  </a:lnTo>
                  <a:lnTo>
                    <a:pt x="181231" y="1035"/>
                  </a:lnTo>
                  <a:lnTo>
                    <a:pt x="188480" y="2071"/>
                  </a:lnTo>
                  <a:lnTo>
                    <a:pt x="184338" y="4142"/>
                  </a:lnTo>
                  <a:lnTo>
                    <a:pt x="179677" y="6213"/>
                  </a:lnTo>
                  <a:lnTo>
                    <a:pt x="175017" y="8284"/>
                  </a:lnTo>
                  <a:lnTo>
                    <a:pt x="169839" y="10356"/>
                  </a:lnTo>
                  <a:lnTo>
                    <a:pt x="164661" y="12427"/>
                  </a:lnTo>
                </a:path>
              </a:pathLst>
            </a:custGeom>
            <a:ln w="38088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8888704" y="3445006"/>
              <a:ext cx="9525" cy="226060"/>
            </a:xfrm>
            <a:custGeom>
              <a:avLst/>
              <a:gdLst/>
              <a:ahLst/>
              <a:cxnLst/>
              <a:rect l="l" t="t" r="r" b="b"/>
              <a:pathLst>
                <a:path w="9525" h="226060">
                  <a:moveTo>
                    <a:pt x="4773" y="10356"/>
                  </a:moveTo>
                  <a:lnTo>
                    <a:pt x="2702" y="5178"/>
                  </a:lnTo>
                  <a:lnTo>
                    <a:pt x="630" y="0"/>
                  </a:lnTo>
                  <a:lnTo>
                    <a:pt x="113" y="517"/>
                  </a:lnTo>
                  <a:lnTo>
                    <a:pt x="0" y="2135"/>
                  </a:lnTo>
                  <a:lnTo>
                    <a:pt x="372" y="6860"/>
                  </a:lnTo>
                  <a:lnTo>
                    <a:pt x="1132" y="15663"/>
                  </a:lnTo>
                  <a:lnTo>
                    <a:pt x="2184" y="29514"/>
                  </a:lnTo>
                  <a:lnTo>
                    <a:pt x="4709" y="72233"/>
                  </a:lnTo>
                  <a:lnTo>
                    <a:pt x="6844" y="122719"/>
                  </a:lnTo>
                  <a:lnTo>
                    <a:pt x="7815" y="166862"/>
                  </a:lnTo>
                  <a:lnTo>
                    <a:pt x="8082" y="184758"/>
                  </a:lnTo>
                  <a:lnTo>
                    <a:pt x="8398" y="199354"/>
                  </a:lnTo>
                  <a:lnTo>
                    <a:pt x="8843" y="210381"/>
                  </a:lnTo>
                  <a:lnTo>
                    <a:pt x="9239" y="218059"/>
                  </a:lnTo>
                  <a:lnTo>
                    <a:pt x="9344" y="222728"/>
                  </a:lnTo>
                  <a:lnTo>
                    <a:pt x="8915" y="224726"/>
                  </a:lnTo>
                  <a:lnTo>
                    <a:pt x="7880" y="225762"/>
                  </a:lnTo>
                  <a:lnTo>
                    <a:pt x="4773" y="220584"/>
                  </a:lnTo>
                  <a:lnTo>
                    <a:pt x="1666" y="215406"/>
                  </a:lnTo>
                </a:path>
              </a:pathLst>
            </a:custGeom>
            <a:ln w="38088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805048" y="3508293"/>
              <a:ext cx="368446" cy="187216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9114062" y="3374584"/>
              <a:ext cx="143510" cy="628015"/>
            </a:xfrm>
            <a:custGeom>
              <a:avLst/>
              <a:gdLst/>
              <a:ahLst/>
              <a:cxnLst/>
              <a:rect l="l" t="t" r="r" b="b"/>
              <a:pathLst>
                <a:path w="143509" h="628014">
                  <a:moveTo>
                    <a:pt x="142913" y="46602"/>
                  </a:moveTo>
                  <a:lnTo>
                    <a:pt x="142913" y="40388"/>
                  </a:lnTo>
                  <a:lnTo>
                    <a:pt x="142913" y="34175"/>
                  </a:lnTo>
                  <a:lnTo>
                    <a:pt x="142395" y="26407"/>
                  </a:lnTo>
                  <a:lnTo>
                    <a:pt x="141877" y="18640"/>
                  </a:lnTo>
                  <a:lnTo>
                    <a:pt x="140842" y="9320"/>
                  </a:lnTo>
                  <a:lnTo>
                    <a:pt x="136699" y="4660"/>
                  </a:lnTo>
                  <a:lnTo>
                    <a:pt x="132557" y="0"/>
                  </a:lnTo>
                  <a:lnTo>
                    <a:pt x="125307" y="0"/>
                  </a:lnTo>
                  <a:lnTo>
                    <a:pt x="118576" y="4660"/>
                  </a:lnTo>
                  <a:lnTo>
                    <a:pt x="98382" y="38835"/>
                  </a:lnTo>
                  <a:lnTo>
                    <a:pt x="87443" y="76311"/>
                  </a:lnTo>
                  <a:lnTo>
                    <a:pt x="79223" y="124272"/>
                  </a:lnTo>
                  <a:lnTo>
                    <a:pt x="77022" y="177671"/>
                  </a:lnTo>
                  <a:lnTo>
                    <a:pt x="78058" y="205753"/>
                  </a:lnTo>
                  <a:lnTo>
                    <a:pt x="83430" y="263982"/>
                  </a:lnTo>
                  <a:lnTo>
                    <a:pt x="91909" y="324565"/>
                  </a:lnTo>
                  <a:lnTo>
                    <a:pt x="101917" y="387365"/>
                  </a:lnTo>
                  <a:lnTo>
                    <a:pt x="106861" y="418902"/>
                  </a:lnTo>
                  <a:lnTo>
                    <a:pt x="114951" y="478968"/>
                  </a:lnTo>
                  <a:lnTo>
                    <a:pt x="118964" y="530942"/>
                  </a:lnTo>
                  <a:lnTo>
                    <a:pt x="119466" y="552876"/>
                  </a:lnTo>
                  <a:lnTo>
                    <a:pt x="119094" y="571654"/>
                  </a:lnTo>
                  <a:lnTo>
                    <a:pt x="111327" y="616185"/>
                  </a:lnTo>
                  <a:lnTo>
                    <a:pt x="103560" y="627577"/>
                  </a:lnTo>
                  <a:lnTo>
                    <a:pt x="98382" y="627577"/>
                  </a:lnTo>
                  <a:lnTo>
                    <a:pt x="67192" y="602997"/>
                  </a:lnTo>
                  <a:lnTo>
                    <a:pt x="36246" y="555085"/>
                  </a:lnTo>
                  <a:lnTo>
                    <a:pt x="17346" y="510165"/>
                  </a:lnTo>
                  <a:lnTo>
                    <a:pt x="8576" y="485327"/>
                  </a:lnTo>
                  <a:lnTo>
                    <a:pt x="0" y="459809"/>
                  </a:lnTo>
                </a:path>
              </a:pathLst>
            </a:custGeom>
            <a:ln w="38088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104338" y="3484596"/>
              <a:ext cx="294918" cy="189772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9452705" y="3564101"/>
              <a:ext cx="3175" cy="9525"/>
            </a:xfrm>
            <a:custGeom>
              <a:avLst/>
              <a:gdLst/>
              <a:ahLst/>
              <a:cxnLst/>
              <a:rect l="l" t="t" r="r" b="b"/>
              <a:pathLst>
                <a:path w="3175" h="9525">
                  <a:moveTo>
                    <a:pt x="3106" y="9320"/>
                  </a:moveTo>
                  <a:lnTo>
                    <a:pt x="2071" y="6213"/>
                  </a:lnTo>
                  <a:lnTo>
                    <a:pt x="1035" y="3106"/>
                  </a:lnTo>
                  <a:lnTo>
                    <a:pt x="0" y="0"/>
                  </a:lnTo>
                </a:path>
              </a:pathLst>
            </a:custGeom>
            <a:ln w="38088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2" name="object 42"/>
          <p:cNvGrpSpPr/>
          <p:nvPr/>
        </p:nvGrpSpPr>
        <p:grpSpPr>
          <a:xfrm>
            <a:off x="582819" y="2096484"/>
            <a:ext cx="400050" cy="352425"/>
            <a:chOff x="582819" y="2096484"/>
            <a:chExt cx="400050" cy="352425"/>
          </a:xfrm>
        </p:grpSpPr>
        <p:sp>
          <p:nvSpPr>
            <p:cNvPr id="43" name="object 43"/>
            <p:cNvSpPr/>
            <p:nvPr/>
          </p:nvSpPr>
          <p:spPr>
            <a:xfrm>
              <a:off x="601194" y="2114859"/>
              <a:ext cx="149225" cy="315595"/>
            </a:xfrm>
            <a:custGeom>
              <a:avLst/>
              <a:gdLst/>
              <a:ahLst/>
              <a:cxnLst/>
              <a:rect l="l" t="t" r="r" b="b"/>
              <a:pathLst>
                <a:path w="149225" h="315594">
                  <a:moveTo>
                    <a:pt x="0" y="71163"/>
                  </a:moveTo>
                  <a:lnTo>
                    <a:pt x="3012" y="141949"/>
                  </a:lnTo>
                  <a:lnTo>
                    <a:pt x="6024" y="203699"/>
                  </a:lnTo>
                  <a:lnTo>
                    <a:pt x="9162" y="249760"/>
                  </a:lnTo>
                  <a:lnTo>
                    <a:pt x="15453" y="296230"/>
                  </a:lnTo>
                  <a:lnTo>
                    <a:pt x="22089" y="315150"/>
                  </a:lnTo>
                  <a:lnTo>
                    <a:pt x="23187" y="311510"/>
                  </a:lnTo>
                  <a:lnTo>
                    <a:pt x="23344" y="301846"/>
                  </a:lnTo>
                  <a:lnTo>
                    <a:pt x="22371" y="285781"/>
                  </a:lnTo>
                  <a:lnTo>
                    <a:pt x="20081" y="262939"/>
                  </a:lnTo>
                  <a:lnTo>
                    <a:pt x="16441" y="233492"/>
                  </a:lnTo>
                  <a:lnTo>
                    <a:pt x="12048" y="199808"/>
                  </a:lnTo>
                  <a:lnTo>
                    <a:pt x="7655" y="164807"/>
                  </a:lnTo>
                  <a:lnTo>
                    <a:pt x="1694" y="102006"/>
                  </a:lnTo>
                  <a:lnTo>
                    <a:pt x="62" y="56007"/>
                  </a:lnTo>
                  <a:lnTo>
                    <a:pt x="0" y="39033"/>
                  </a:lnTo>
                  <a:lnTo>
                    <a:pt x="109" y="25776"/>
                  </a:lnTo>
                  <a:lnTo>
                    <a:pt x="22340" y="0"/>
                  </a:lnTo>
                  <a:lnTo>
                    <a:pt x="33008" y="643"/>
                  </a:lnTo>
                  <a:lnTo>
                    <a:pt x="72418" y="12550"/>
                  </a:lnTo>
                  <a:lnTo>
                    <a:pt x="113490" y="46234"/>
                  </a:lnTo>
                  <a:lnTo>
                    <a:pt x="135140" y="78458"/>
                  </a:lnTo>
                  <a:lnTo>
                    <a:pt x="149103" y="115216"/>
                  </a:lnTo>
                  <a:lnTo>
                    <a:pt x="148789" y="123327"/>
                  </a:lnTo>
                  <a:lnTo>
                    <a:pt x="119483" y="155504"/>
                  </a:lnTo>
                  <a:lnTo>
                    <a:pt x="78819" y="172306"/>
                  </a:lnTo>
                  <a:lnTo>
                    <a:pt x="35754" y="181531"/>
                  </a:lnTo>
                  <a:lnTo>
                    <a:pt x="30121" y="179601"/>
                  </a:lnTo>
                  <a:lnTo>
                    <a:pt x="24097" y="175585"/>
                  </a:lnTo>
                  <a:lnTo>
                    <a:pt x="24097" y="165545"/>
                  </a:lnTo>
                  <a:lnTo>
                    <a:pt x="24097" y="155504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91163" y="2155599"/>
              <a:ext cx="191689" cy="237688"/>
            </a:xfrm>
            <a:prstGeom prst="rect">
              <a:avLst/>
            </a:prstGeom>
          </p:spPr>
        </p:pic>
      </p:grpSp>
      <p:sp>
        <p:nvSpPr>
          <p:cNvPr id="45" name="object 45"/>
          <p:cNvSpPr/>
          <p:nvPr/>
        </p:nvSpPr>
        <p:spPr>
          <a:xfrm>
            <a:off x="1050670" y="2116318"/>
            <a:ext cx="154305" cy="273685"/>
          </a:xfrm>
          <a:custGeom>
            <a:avLst/>
            <a:gdLst/>
            <a:ahLst/>
            <a:cxnLst/>
            <a:rect l="l" t="t" r="r" b="b"/>
            <a:pathLst>
              <a:path w="154305" h="273685">
                <a:moveTo>
                  <a:pt x="8377" y="75728"/>
                </a:moveTo>
                <a:lnTo>
                  <a:pt x="6918" y="80544"/>
                </a:lnTo>
                <a:lnTo>
                  <a:pt x="5742" y="87149"/>
                </a:lnTo>
                <a:lnTo>
                  <a:pt x="5130" y="97331"/>
                </a:lnTo>
                <a:lnTo>
                  <a:pt x="5365" y="112878"/>
                </a:lnTo>
                <a:lnTo>
                  <a:pt x="8754" y="160697"/>
                </a:lnTo>
                <a:lnTo>
                  <a:pt x="14402" y="212281"/>
                </a:lnTo>
                <a:lnTo>
                  <a:pt x="22591" y="256757"/>
                </a:lnTo>
                <a:lnTo>
                  <a:pt x="24442" y="261480"/>
                </a:lnTo>
                <a:lnTo>
                  <a:pt x="25540" y="261291"/>
                </a:lnTo>
                <a:lnTo>
                  <a:pt x="25697" y="256208"/>
                </a:lnTo>
                <a:lnTo>
                  <a:pt x="24725" y="246231"/>
                </a:lnTo>
                <a:lnTo>
                  <a:pt x="22434" y="231358"/>
                </a:lnTo>
                <a:lnTo>
                  <a:pt x="18779" y="211747"/>
                </a:lnTo>
                <a:lnTo>
                  <a:pt x="14276" y="188183"/>
                </a:lnTo>
                <a:lnTo>
                  <a:pt x="9585" y="161607"/>
                </a:lnTo>
                <a:lnTo>
                  <a:pt x="5365" y="132960"/>
                </a:lnTo>
                <a:lnTo>
                  <a:pt x="2196" y="103355"/>
                </a:lnTo>
                <a:lnTo>
                  <a:pt x="345" y="74598"/>
                </a:lnTo>
                <a:lnTo>
                  <a:pt x="0" y="48665"/>
                </a:lnTo>
                <a:lnTo>
                  <a:pt x="1349" y="27533"/>
                </a:lnTo>
                <a:lnTo>
                  <a:pt x="4643" y="12707"/>
                </a:lnTo>
                <a:lnTo>
                  <a:pt x="10385" y="3812"/>
                </a:lnTo>
                <a:lnTo>
                  <a:pt x="19139" y="0"/>
                </a:lnTo>
                <a:lnTo>
                  <a:pt x="31471" y="423"/>
                </a:lnTo>
                <a:lnTo>
                  <a:pt x="84561" y="19908"/>
                </a:lnTo>
                <a:lnTo>
                  <a:pt x="115812" y="42358"/>
                </a:lnTo>
                <a:lnTo>
                  <a:pt x="133885" y="81752"/>
                </a:lnTo>
                <a:lnTo>
                  <a:pt x="116377" y="119875"/>
                </a:lnTo>
                <a:lnTo>
                  <a:pt x="84623" y="149856"/>
                </a:lnTo>
                <a:lnTo>
                  <a:pt x="45433" y="169169"/>
                </a:lnTo>
                <a:lnTo>
                  <a:pt x="81172" y="152037"/>
                </a:lnTo>
                <a:lnTo>
                  <a:pt x="121852" y="153009"/>
                </a:lnTo>
                <a:lnTo>
                  <a:pt x="153543" y="191148"/>
                </a:lnTo>
                <a:lnTo>
                  <a:pt x="153841" y="205378"/>
                </a:lnTo>
                <a:lnTo>
                  <a:pt x="150939" y="219795"/>
                </a:lnTo>
                <a:lnTo>
                  <a:pt x="124723" y="255079"/>
                </a:lnTo>
                <a:lnTo>
                  <a:pt x="83353" y="271944"/>
                </a:lnTo>
                <a:lnTo>
                  <a:pt x="69249" y="273403"/>
                </a:lnTo>
                <a:lnTo>
                  <a:pt x="56086" y="273168"/>
                </a:lnTo>
                <a:lnTo>
                  <a:pt x="20426" y="254451"/>
                </a:lnTo>
                <a:lnTo>
                  <a:pt x="26450" y="226338"/>
                </a:lnTo>
              </a:path>
            </a:pathLst>
          </a:custGeom>
          <a:ln w="36749">
            <a:solidFill>
              <a:srgbClr val="FC3142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6" name="object 46"/>
          <p:cNvGrpSpPr/>
          <p:nvPr/>
        </p:nvGrpSpPr>
        <p:grpSpPr>
          <a:xfrm>
            <a:off x="1275624" y="2100752"/>
            <a:ext cx="482600" cy="300990"/>
            <a:chOff x="1275624" y="2100752"/>
            <a:chExt cx="482600" cy="300990"/>
          </a:xfrm>
        </p:grpSpPr>
        <p:sp>
          <p:nvSpPr>
            <p:cNvPr id="47" name="object 47"/>
            <p:cNvSpPr/>
            <p:nvPr/>
          </p:nvSpPr>
          <p:spPr>
            <a:xfrm>
              <a:off x="1293999" y="2142847"/>
              <a:ext cx="127000" cy="240665"/>
            </a:xfrm>
            <a:custGeom>
              <a:avLst/>
              <a:gdLst/>
              <a:ahLst/>
              <a:cxnLst/>
              <a:rect l="l" t="t" r="r" b="b"/>
              <a:pathLst>
                <a:path w="127000" h="240664">
                  <a:moveTo>
                    <a:pt x="0" y="25101"/>
                  </a:moveTo>
                  <a:lnTo>
                    <a:pt x="1474" y="16237"/>
                  </a:lnTo>
                  <a:lnTo>
                    <a:pt x="2761" y="8409"/>
                  </a:lnTo>
                  <a:lnTo>
                    <a:pt x="3671" y="2651"/>
                  </a:lnTo>
                  <a:lnTo>
                    <a:pt x="4016" y="0"/>
                  </a:lnTo>
                  <a:lnTo>
                    <a:pt x="3718" y="1490"/>
                  </a:lnTo>
                  <a:lnTo>
                    <a:pt x="3012" y="41166"/>
                  </a:lnTo>
                  <a:lnTo>
                    <a:pt x="6275" y="100406"/>
                  </a:lnTo>
                  <a:lnTo>
                    <a:pt x="11044" y="159646"/>
                  </a:lnTo>
                  <a:lnTo>
                    <a:pt x="16551" y="203981"/>
                  </a:lnTo>
                  <a:lnTo>
                    <a:pt x="33432" y="239751"/>
                  </a:lnTo>
                  <a:lnTo>
                    <a:pt x="40539" y="240473"/>
                  </a:lnTo>
                  <a:lnTo>
                    <a:pt x="49716" y="238935"/>
                  </a:lnTo>
                  <a:lnTo>
                    <a:pt x="61247" y="234951"/>
                  </a:lnTo>
                  <a:lnTo>
                    <a:pt x="75257" y="228471"/>
                  </a:lnTo>
                  <a:lnTo>
                    <a:pt x="91244" y="220015"/>
                  </a:lnTo>
                  <a:lnTo>
                    <a:pt x="108548" y="210241"/>
                  </a:lnTo>
                  <a:lnTo>
                    <a:pt x="126512" y="199808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1486778" y="2155900"/>
              <a:ext cx="24130" cy="199390"/>
            </a:xfrm>
            <a:custGeom>
              <a:avLst/>
              <a:gdLst/>
              <a:ahLst/>
              <a:cxnLst/>
              <a:rect l="l" t="t" r="r" b="b"/>
              <a:pathLst>
                <a:path w="24130" h="199389">
                  <a:moveTo>
                    <a:pt x="0" y="0"/>
                  </a:moveTo>
                  <a:lnTo>
                    <a:pt x="3012" y="67146"/>
                  </a:lnTo>
                  <a:lnTo>
                    <a:pt x="6024" y="121491"/>
                  </a:lnTo>
                  <a:lnTo>
                    <a:pt x="10966" y="164980"/>
                  </a:lnTo>
                  <a:lnTo>
                    <a:pt x="22089" y="196796"/>
                  </a:lnTo>
                  <a:lnTo>
                    <a:pt x="24097" y="198804"/>
                  </a:lnTo>
                  <a:lnTo>
                    <a:pt x="24097" y="192780"/>
                  </a:lnTo>
                  <a:lnTo>
                    <a:pt x="24097" y="186755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51993" y="2100752"/>
              <a:ext cx="206185" cy="249235"/>
            </a:xfrm>
            <a:prstGeom prst="rect">
              <a:avLst/>
            </a:prstGeom>
          </p:spPr>
        </p:pic>
      </p:grpSp>
      <p:pic>
        <p:nvPicPr>
          <p:cNvPr id="50" name="object 5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16937" y="2523086"/>
            <a:ext cx="373346" cy="169546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01943" y="1079470"/>
            <a:ext cx="1403350" cy="977265"/>
            <a:chOff x="1401943" y="1079470"/>
            <a:chExt cx="1403350" cy="977265"/>
          </a:xfrm>
        </p:grpSpPr>
        <p:sp>
          <p:nvSpPr>
            <p:cNvPr id="3" name="object 3"/>
            <p:cNvSpPr/>
            <p:nvPr/>
          </p:nvSpPr>
          <p:spPr>
            <a:xfrm>
              <a:off x="1422961" y="1100489"/>
              <a:ext cx="208915" cy="360680"/>
            </a:xfrm>
            <a:custGeom>
              <a:avLst/>
              <a:gdLst/>
              <a:ahLst/>
              <a:cxnLst/>
              <a:rect l="l" t="t" r="r" b="b"/>
              <a:pathLst>
                <a:path w="208914" h="360680">
                  <a:moveTo>
                    <a:pt x="205393" y="79218"/>
                  </a:moveTo>
                  <a:lnTo>
                    <a:pt x="207303" y="69083"/>
                  </a:lnTo>
                  <a:lnTo>
                    <a:pt x="208518" y="58949"/>
                  </a:lnTo>
                  <a:lnTo>
                    <a:pt x="208338" y="48814"/>
                  </a:lnTo>
                  <a:lnTo>
                    <a:pt x="185736" y="11126"/>
                  </a:lnTo>
                  <a:lnTo>
                    <a:pt x="155987" y="0"/>
                  </a:lnTo>
                  <a:lnTo>
                    <a:pt x="144322" y="1667"/>
                  </a:lnTo>
                  <a:lnTo>
                    <a:pt x="100500" y="23731"/>
                  </a:lnTo>
                  <a:lnTo>
                    <a:pt x="63520" y="62791"/>
                  </a:lnTo>
                  <a:lnTo>
                    <a:pt x="52023" y="104216"/>
                  </a:lnTo>
                  <a:lnTo>
                    <a:pt x="52467" y="116293"/>
                  </a:lnTo>
                  <a:lnTo>
                    <a:pt x="79387" y="156990"/>
                  </a:lnTo>
                  <a:lnTo>
                    <a:pt x="124992" y="185968"/>
                  </a:lnTo>
                  <a:lnTo>
                    <a:pt x="141672" y="196398"/>
                  </a:lnTo>
                  <a:lnTo>
                    <a:pt x="183097" y="233263"/>
                  </a:lnTo>
                  <a:lnTo>
                    <a:pt x="196018" y="279818"/>
                  </a:lnTo>
                  <a:lnTo>
                    <a:pt x="193907" y="295421"/>
                  </a:lnTo>
                  <a:lnTo>
                    <a:pt x="171294" y="335041"/>
                  </a:lnTo>
                  <a:lnTo>
                    <a:pt x="127610" y="357326"/>
                  </a:lnTo>
                  <a:lnTo>
                    <a:pt x="91886" y="360282"/>
                  </a:lnTo>
                  <a:lnTo>
                    <a:pt x="73770" y="358044"/>
                  </a:lnTo>
                  <a:lnTo>
                    <a:pt x="27025" y="338662"/>
                  </a:lnTo>
                  <a:lnTo>
                    <a:pt x="1351" y="300151"/>
                  </a:lnTo>
                  <a:lnTo>
                    <a:pt x="0" y="290016"/>
                  </a:lnTo>
                  <a:lnTo>
                    <a:pt x="5405" y="285962"/>
                  </a:lnTo>
                  <a:lnTo>
                    <a:pt x="10810" y="281908"/>
                  </a:lnTo>
                </a:path>
              </a:pathLst>
            </a:custGeom>
            <a:ln w="42036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1844" y="1285032"/>
              <a:ext cx="151573" cy="17767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845160" y="1125656"/>
              <a:ext cx="939165" cy="909955"/>
            </a:xfrm>
            <a:custGeom>
              <a:avLst/>
              <a:gdLst/>
              <a:ahLst/>
              <a:cxnLst/>
              <a:rect l="l" t="t" r="r" b="b"/>
              <a:pathLst>
                <a:path w="939164" h="909955">
                  <a:moveTo>
                    <a:pt x="75069" y="212149"/>
                  </a:moveTo>
                  <a:lnTo>
                    <a:pt x="47368" y="174989"/>
                  </a:lnTo>
                  <a:lnTo>
                    <a:pt x="34531" y="170006"/>
                  </a:lnTo>
                  <a:lnTo>
                    <a:pt x="28176" y="172804"/>
                  </a:lnTo>
                  <a:lnTo>
                    <a:pt x="3927" y="222759"/>
                  </a:lnTo>
                  <a:lnTo>
                    <a:pt x="0" y="259929"/>
                  </a:lnTo>
                  <a:lnTo>
                    <a:pt x="1847" y="278023"/>
                  </a:lnTo>
                  <a:lnTo>
                    <a:pt x="23467" y="319765"/>
                  </a:lnTo>
                  <a:lnTo>
                    <a:pt x="62232" y="331736"/>
                  </a:lnTo>
                  <a:lnTo>
                    <a:pt x="75724" y="328327"/>
                  </a:lnTo>
                  <a:lnTo>
                    <a:pt x="110878" y="295928"/>
                  </a:lnTo>
                  <a:lnTo>
                    <a:pt x="126671" y="259106"/>
                  </a:lnTo>
                  <a:lnTo>
                    <a:pt x="138220" y="212212"/>
                  </a:lnTo>
                  <a:lnTo>
                    <a:pt x="139930" y="191880"/>
                  </a:lnTo>
                  <a:lnTo>
                    <a:pt x="139930" y="185124"/>
                  </a:lnTo>
                  <a:lnTo>
                    <a:pt x="139930" y="178367"/>
                  </a:lnTo>
                  <a:lnTo>
                    <a:pt x="128676" y="218905"/>
                  </a:lnTo>
                  <a:lnTo>
                    <a:pt x="128444" y="236979"/>
                  </a:lnTo>
                  <a:lnTo>
                    <a:pt x="129225" y="255812"/>
                  </a:lnTo>
                  <a:lnTo>
                    <a:pt x="138494" y="302093"/>
                  </a:lnTo>
                  <a:lnTo>
                    <a:pt x="162226" y="338915"/>
                  </a:lnTo>
                  <a:lnTo>
                    <a:pt x="206902" y="339622"/>
                  </a:lnTo>
                  <a:lnTo>
                    <a:pt x="230465" y="301333"/>
                  </a:lnTo>
                  <a:lnTo>
                    <a:pt x="242458" y="262991"/>
                  </a:lnTo>
                  <a:lnTo>
                    <a:pt x="250703" y="211220"/>
                  </a:lnTo>
                  <a:lnTo>
                    <a:pt x="246174" y="251336"/>
                  </a:lnTo>
                  <a:lnTo>
                    <a:pt x="253437" y="293225"/>
                  </a:lnTo>
                  <a:lnTo>
                    <a:pt x="273199" y="337310"/>
                  </a:lnTo>
                  <a:lnTo>
                    <a:pt x="293975" y="354201"/>
                  </a:lnTo>
                  <a:lnTo>
                    <a:pt x="300605" y="354096"/>
                  </a:lnTo>
                  <a:lnTo>
                    <a:pt x="329910" y="326627"/>
                  </a:lnTo>
                  <a:lnTo>
                    <a:pt x="350053" y="274814"/>
                  </a:lnTo>
                  <a:lnTo>
                    <a:pt x="358836" y="236472"/>
                  </a:lnTo>
                  <a:lnTo>
                    <a:pt x="362045" y="207757"/>
                  </a:lnTo>
                  <a:lnTo>
                    <a:pt x="361686" y="197327"/>
                  </a:lnTo>
                  <a:lnTo>
                    <a:pt x="360187" y="189177"/>
                  </a:lnTo>
                  <a:lnTo>
                    <a:pt x="357485" y="179718"/>
                  </a:lnTo>
                  <a:lnTo>
                    <a:pt x="352080" y="175665"/>
                  </a:lnTo>
                  <a:lnTo>
                    <a:pt x="347350" y="177016"/>
                  </a:lnTo>
                  <a:lnTo>
                    <a:pt x="342621" y="178367"/>
                  </a:lnTo>
                  <a:lnTo>
                    <a:pt x="338567" y="185124"/>
                  </a:lnTo>
                  <a:lnTo>
                    <a:pt x="336540" y="199988"/>
                  </a:lnTo>
                  <a:lnTo>
                    <a:pt x="335410" y="212413"/>
                  </a:lnTo>
                  <a:lnTo>
                    <a:pt x="335104" y="226422"/>
                  </a:lnTo>
                  <a:lnTo>
                    <a:pt x="335685" y="240557"/>
                  </a:lnTo>
                  <a:lnTo>
                    <a:pt x="347287" y="277496"/>
                  </a:lnTo>
                  <a:lnTo>
                    <a:pt x="393631" y="277939"/>
                  </a:lnTo>
                  <a:lnTo>
                    <a:pt x="431129" y="244326"/>
                  </a:lnTo>
                  <a:lnTo>
                    <a:pt x="453003" y="205393"/>
                  </a:lnTo>
                  <a:lnTo>
                    <a:pt x="438561" y="245424"/>
                  </a:lnTo>
                  <a:lnTo>
                    <a:pt x="439194" y="297490"/>
                  </a:lnTo>
                  <a:lnTo>
                    <a:pt x="454776" y="335115"/>
                  </a:lnTo>
                  <a:lnTo>
                    <a:pt x="492485" y="355542"/>
                  </a:lnTo>
                  <a:lnTo>
                    <a:pt x="498355" y="354793"/>
                  </a:lnTo>
                  <a:lnTo>
                    <a:pt x="523744" y="315067"/>
                  </a:lnTo>
                  <a:lnTo>
                    <a:pt x="532822" y="273885"/>
                  </a:lnTo>
                  <a:lnTo>
                    <a:pt x="540107" y="225155"/>
                  </a:lnTo>
                  <a:lnTo>
                    <a:pt x="544974" y="180648"/>
                  </a:lnTo>
                  <a:lnTo>
                    <a:pt x="545311" y="174313"/>
                  </a:lnTo>
                  <a:lnTo>
                    <a:pt x="545333" y="175718"/>
                  </a:lnTo>
                  <a:lnTo>
                    <a:pt x="547950" y="222579"/>
                  </a:lnTo>
                  <a:lnTo>
                    <a:pt x="552553" y="268353"/>
                  </a:lnTo>
                  <a:lnTo>
                    <a:pt x="560629" y="307551"/>
                  </a:lnTo>
                  <a:lnTo>
                    <a:pt x="582545" y="346643"/>
                  </a:lnTo>
                  <a:lnTo>
                    <a:pt x="625712" y="344574"/>
                  </a:lnTo>
                  <a:lnTo>
                    <a:pt x="643764" y="302864"/>
                  </a:lnTo>
                  <a:lnTo>
                    <a:pt x="652854" y="253342"/>
                  </a:lnTo>
                  <a:lnTo>
                    <a:pt x="658660" y="189367"/>
                  </a:lnTo>
                  <a:lnTo>
                    <a:pt x="660697" y="119956"/>
                  </a:lnTo>
                  <a:lnTo>
                    <a:pt x="659219" y="57524"/>
                  </a:lnTo>
                  <a:lnTo>
                    <a:pt x="655229" y="17102"/>
                  </a:lnTo>
                  <a:lnTo>
                    <a:pt x="648008" y="0"/>
                  </a:lnTo>
                  <a:lnTo>
                    <a:pt x="646245" y="1393"/>
                  </a:lnTo>
                  <a:lnTo>
                    <a:pt x="645495" y="47220"/>
                  </a:lnTo>
                  <a:lnTo>
                    <a:pt x="649000" y="97829"/>
                  </a:lnTo>
                  <a:lnTo>
                    <a:pt x="654057" y="159259"/>
                  </a:lnTo>
                  <a:lnTo>
                    <a:pt x="660412" y="222136"/>
                  </a:lnTo>
                  <a:lnTo>
                    <a:pt x="668488" y="275638"/>
                  </a:lnTo>
                  <a:lnTo>
                    <a:pt x="677525" y="314698"/>
                  </a:lnTo>
                  <a:lnTo>
                    <a:pt x="692811" y="354497"/>
                  </a:lnTo>
                  <a:lnTo>
                    <a:pt x="735165" y="338493"/>
                  </a:lnTo>
                  <a:lnTo>
                    <a:pt x="757207" y="286807"/>
                  </a:lnTo>
                  <a:lnTo>
                    <a:pt x="768271" y="247599"/>
                  </a:lnTo>
                  <a:lnTo>
                    <a:pt x="774352" y="200663"/>
                  </a:lnTo>
                  <a:lnTo>
                    <a:pt x="764977" y="241201"/>
                  </a:lnTo>
                  <a:lnTo>
                    <a:pt x="768947" y="281739"/>
                  </a:lnTo>
                  <a:lnTo>
                    <a:pt x="785288" y="325160"/>
                  </a:lnTo>
                  <a:lnTo>
                    <a:pt x="826872" y="329952"/>
                  </a:lnTo>
                  <a:lnTo>
                    <a:pt x="852050" y="290523"/>
                  </a:lnTo>
                  <a:lnTo>
                    <a:pt x="866914" y="253194"/>
                  </a:lnTo>
                  <a:lnTo>
                    <a:pt x="881071" y="206586"/>
                  </a:lnTo>
                  <a:lnTo>
                    <a:pt x="868740" y="253268"/>
                  </a:lnTo>
                  <a:lnTo>
                    <a:pt x="868772" y="311837"/>
                  </a:lnTo>
                  <a:lnTo>
                    <a:pt x="872826" y="379210"/>
                  </a:lnTo>
                  <a:lnTo>
                    <a:pt x="880902" y="449086"/>
                  </a:lnTo>
                  <a:lnTo>
                    <a:pt x="892239" y="520197"/>
                  </a:lnTo>
                  <a:lnTo>
                    <a:pt x="898668" y="557399"/>
                  </a:lnTo>
                  <a:lnTo>
                    <a:pt x="905340" y="596111"/>
                  </a:lnTo>
                  <a:lnTo>
                    <a:pt x="912012" y="635519"/>
                  </a:lnTo>
                  <a:lnTo>
                    <a:pt x="918431" y="674548"/>
                  </a:lnTo>
                  <a:lnTo>
                    <a:pt x="929505" y="747242"/>
                  </a:lnTo>
                  <a:lnTo>
                    <a:pt x="936789" y="807606"/>
                  </a:lnTo>
                  <a:lnTo>
                    <a:pt x="938827" y="851205"/>
                  </a:lnTo>
                  <a:lnTo>
                    <a:pt x="937856" y="866586"/>
                  </a:lnTo>
                  <a:lnTo>
                    <a:pt x="921440" y="904411"/>
                  </a:lnTo>
                  <a:lnTo>
                    <a:pt x="903145" y="909827"/>
                  </a:lnTo>
                  <a:lnTo>
                    <a:pt x="894668" y="907853"/>
                  </a:lnTo>
                  <a:lnTo>
                    <a:pt x="859482" y="880606"/>
                  </a:lnTo>
                  <a:lnTo>
                    <a:pt x="834484" y="843868"/>
                  </a:lnTo>
                  <a:lnTo>
                    <a:pt x="816579" y="795222"/>
                  </a:lnTo>
                  <a:lnTo>
                    <a:pt x="808809" y="742523"/>
                  </a:lnTo>
                  <a:lnTo>
                    <a:pt x="809273" y="717334"/>
                  </a:lnTo>
                  <a:lnTo>
                    <a:pt x="818310" y="671264"/>
                  </a:lnTo>
                  <a:lnTo>
                    <a:pt x="836299" y="631803"/>
                  </a:lnTo>
                  <a:lnTo>
                    <a:pt x="865563" y="588478"/>
                  </a:lnTo>
                  <a:lnTo>
                    <a:pt x="871263" y="579114"/>
                  </a:lnTo>
                  <a:lnTo>
                    <a:pt x="874684" y="571840"/>
                  </a:lnTo>
                  <a:lnTo>
                    <a:pt x="876584" y="565960"/>
                  </a:lnTo>
                  <a:lnTo>
                    <a:pt x="877724" y="560777"/>
                  </a:lnTo>
                </a:path>
              </a:pathLst>
            </a:custGeom>
            <a:ln w="42036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455332" y="1208084"/>
              <a:ext cx="142240" cy="12700"/>
            </a:xfrm>
            <a:custGeom>
              <a:avLst/>
              <a:gdLst/>
              <a:ahLst/>
              <a:cxnLst/>
              <a:rect l="l" t="t" r="r" b="b"/>
              <a:pathLst>
                <a:path w="142239" h="12700">
                  <a:moveTo>
                    <a:pt x="0" y="12161"/>
                  </a:moveTo>
                  <a:lnTo>
                    <a:pt x="58695" y="8192"/>
                  </a:lnTo>
                  <a:lnTo>
                    <a:pt x="104723" y="4729"/>
                  </a:lnTo>
                  <a:lnTo>
                    <a:pt x="136552" y="1024"/>
                  </a:lnTo>
                  <a:lnTo>
                    <a:pt x="141883" y="0"/>
                  </a:lnTo>
                </a:path>
              </a:pathLst>
            </a:custGeom>
            <a:ln w="42036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317503" y="1171600"/>
              <a:ext cx="12700" cy="33020"/>
            </a:xfrm>
            <a:custGeom>
              <a:avLst/>
              <a:gdLst/>
              <a:ahLst/>
              <a:cxnLst/>
              <a:rect l="l" t="t" r="r" b="b"/>
              <a:pathLst>
                <a:path w="12700" h="33019">
                  <a:moveTo>
                    <a:pt x="0" y="0"/>
                  </a:moveTo>
                  <a:lnTo>
                    <a:pt x="3040" y="8107"/>
                  </a:lnTo>
                  <a:lnTo>
                    <a:pt x="6080" y="16215"/>
                  </a:lnTo>
                  <a:lnTo>
                    <a:pt x="9121" y="24322"/>
                  </a:lnTo>
                  <a:lnTo>
                    <a:pt x="12161" y="32430"/>
                  </a:lnTo>
                </a:path>
              </a:pathLst>
            </a:custGeom>
            <a:ln w="42036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2902624" y="1079977"/>
            <a:ext cx="1682114" cy="339090"/>
            <a:chOff x="2902624" y="1079977"/>
            <a:chExt cx="1682114" cy="339090"/>
          </a:xfrm>
        </p:grpSpPr>
        <p:sp>
          <p:nvSpPr>
            <p:cNvPr id="9" name="object 9"/>
            <p:cNvSpPr/>
            <p:nvPr/>
          </p:nvSpPr>
          <p:spPr>
            <a:xfrm>
              <a:off x="2923642" y="1100995"/>
              <a:ext cx="184785" cy="296545"/>
            </a:xfrm>
            <a:custGeom>
              <a:avLst/>
              <a:gdLst/>
              <a:ahLst/>
              <a:cxnLst/>
              <a:rect l="l" t="t" r="r" b="b"/>
              <a:pathLst>
                <a:path w="184785" h="296544">
                  <a:moveTo>
                    <a:pt x="176245" y="78711"/>
                  </a:moveTo>
                  <a:lnTo>
                    <a:pt x="172867" y="32768"/>
                  </a:lnTo>
                  <a:lnTo>
                    <a:pt x="145166" y="3040"/>
                  </a:lnTo>
                  <a:lnTo>
                    <a:pt x="112398" y="0"/>
                  </a:lnTo>
                  <a:lnTo>
                    <a:pt x="93100" y="3420"/>
                  </a:lnTo>
                  <a:lnTo>
                    <a:pt x="54916" y="23710"/>
                  </a:lnTo>
                  <a:lnTo>
                    <a:pt x="23478" y="61503"/>
                  </a:lnTo>
                  <a:lnTo>
                    <a:pt x="4328" y="111870"/>
                  </a:lnTo>
                  <a:lnTo>
                    <a:pt x="0" y="167462"/>
                  </a:lnTo>
                  <a:lnTo>
                    <a:pt x="3283" y="194245"/>
                  </a:lnTo>
                  <a:lnTo>
                    <a:pt x="19414" y="240779"/>
                  </a:lnTo>
                  <a:lnTo>
                    <a:pt x="43145" y="274645"/>
                  </a:lnTo>
                  <a:lnTo>
                    <a:pt x="82290" y="296498"/>
                  </a:lnTo>
                  <a:lnTo>
                    <a:pt x="95845" y="296266"/>
                  </a:lnTo>
                  <a:lnTo>
                    <a:pt x="136034" y="278499"/>
                  </a:lnTo>
                  <a:lnTo>
                    <a:pt x="167631" y="253109"/>
                  </a:lnTo>
                  <a:lnTo>
                    <a:pt x="184353" y="236810"/>
                  </a:lnTo>
                </a:path>
              </a:pathLst>
            </a:custGeom>
            <a:ln w="42036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175010" y="1118900"/>
              <a:ext cx="18415" cy="257175"/>
            </a:xfrm>
            <a:custGeom>
              <a:avLst/>
              <a:gdLst/>
              <a:ahLst/>
              <a:cxnLst/>
              <a:rect l="l" t="t" r="r" b="b"/>
              <a:pathLst>
                <a:path w="18414" h="257175">
                  <a:moveTo>
                    <a:pt x="1900" y="0"/>
                  </a:moveTo>
                  <a:lnTo>
                    <a:pt x="928" y="28408"/>
                  </a:lnTo>
                  <a:lnTo>
                    <a:pt x="211" y="57006"/>
                  </a:lnTo>
                  <a:lnTo>
                    <a:pt x="0" y="85985"/>
                  </a:lnTo>
                  <a:lnTo>
                    <a:pt x="548" y="115533"/>
                  </a:lnTo>
                  <a:lnTo>
                    <a:pt x="1995" y="145525"/>
                  </a:lnTo>
                  <a:lnTo>
                    <a:pt x="4011" y="174567"/>
                  </a:lnTo>
                  <a:lnTo>
                    <a:pt x="6154" y="200948"/>
                  </a:lnTo>
                  <a:lnTo>
                    <a:pt x="7980" y="222959"/>
                  </a:lnTo>
                  <a:lnTo>
                    <a:pt x="9173" y="239259"/>
                  </a:lnTo>
                  <a:lnTo>
                    <a:pt x="9923" y="249985"/>
                  </a:lnTo>
                  <a:lnTo>
                    <a:pt x="10546" y="255643"/>
                  </a:lnTo>
                  <a:lnTo>
                    <a:pt x="11359" y="256741"/>
                  </a:lnTo>
                  <a:lnTo>
                    <a:pt x="12604" y="253870"/>
                  </a:lnTo>
                  <a:lnTo>
                    <a:pt x="14230" y="247958"/>
                  </a:lnTo>
                  <a:lnTo>
                    <a:pt x="16109" y="240019"/>
                  </a:lnTo>
                  <a:lnTo>
                    <a:pt x="18115" y="231067"/>
                  </a:lnTo>
                </a:path>
              </a:pathLst>
            </a:custGeom>
            <a:ln w="42036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45700" y="1201930"/>
              <a:ext cx="150866" cy="20490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411229" y="1202678"/>
              <a:ext cx="382270" cy="180975"/>
            </a:xfrm>
            <a:custGeom>
              <a:avLst/>
              <a:gdLst/>
              <a:ahLst/>
              <a:cxnLst/>
              <a:rect l="l" t="t" r="r" b="b"/>
              <a:pathLst>
                <a:path w="382270" h="180975">
                  <a:moveTo>
                    <a:pt x="110255" y="45943"/>
                  </a:moveTo>
                  <a:lnTo>
                    <a:pt x="111606" y="39186"/>
                  </a:lnTo>
                  <a:lnTo>
                    <a:pt x="112957" y="32430"/>
                  </a:lnTo>
                  <a:lnTo>
                    <a:pt x="106201" y="24322"/>
                  </a:lnTo>
                  <a:lnTo>
                    <a:pt x="67014" y="6756"/>
                  </a:lnTo>
                  <a:lnTo>
                    <a:pt x="27204" y="23573"/>
                  </a:lnTo>
                  <a:lnTo>
                    <a:pt x="2660" y="74573"/>
                  </a:lnTo>
                  <a:lnTo>
                    <a:pt x="0" y="94831"/>
                  </a:lnTo>
                  <a:lnTo>
                    <a:pt x="126" y="113506"/>
                  </a:lnTo>
                  <a:lnTo>
                    <a:pt x="14948" y="150941"/>
                  </a:lnTo>
                  <a:lnTo>
                    <a:pt x="52646" y="164084"/>
                  </a:lnTo>
                  <a:lnTo>
                    <a:pt x="89310" y="135718"/>
                  </a:lnTo>
                  <a:lnTo>
                    <a:pt x="116948" y="88170"/>
                  </a:lnTo>
                  <a:lnTo>
                    <a:pt x="125119" y="48645"/>
                  </a:lnTo>
                  <a:lnTo>
                    <a:pt x="116621" y="97386"/>
                  </a:lnTo>
                  <a:lnTo>
                    <a:pt x="131115" y="147795"/>
                  </a:lnTo>
                  <a:lnTo>
                    <a:pt x="161265" y="180648"/>
                  </a:lnTo>
                  <a:lnTo>
                    <a:pt x="169436" y="178821"/>
                  </a:lnTo>
                  <a:lnTo>
                    <a:pt x="198763" y="141545"/>
                  </a:lnTo>
                  <a:lnTo>
                    <a:pt x="214978" y="101345"/>
                  </a:lnTo>
                  <a:lnTo>
                    <a:pt x="220637" y="63594"/>
                  </a:lnTo>
                  <a:lnTo>
                    <a:pt x="218652" y="24343"/>
                  </a:lnTo>
                  <a:lnTo>
                    <a:pt x="202141" y="0"/>
                  </a:lnTo>
                  <a:lnTo>
                    <a:pt x="197412" y="6080"/>
                  </a:lnTo>
                  <a:lnTo>
                    <a:pt x="189177" y="51675"/>
                  </a:lnTo>
                  <a:lnTo>
                    <a:pt x="202141" y="93237"/>
                  </a:lnTo>
                  <a:lnTo>
                    <a:pt x="241634" y="92699"/>
                  </a:lnTo>
                  <a:lnTo>
                    <a:pt x="277897" y="71955"/>
                  </a:lnTo>
                  <a:lnTo>
                    <a:pt x="312016" y="40369"/>
                  </a:lnTo>
                  <a:lnTo>
                    <a:pt x="326458" y="16215"/>
                  </a:lnTo>
                  <a:lnTo>
                    <a:pt x="323756" y="22971"/>
                  </a:lnTo>
                  <a:lnTo>
                    <a:pt x="321729" y="37835"/>
                  </a:lnTo>
                  <a:lnTo>
                    <a:pt x="320377" y="50355"/>
                  </a:lnTo>
                  <a:lnTo>
                    <a:pt x="319533" y="65029"/>
                  </a:lnTo>
                  <a:lnTo>
                    <a:pt x="319448" y="80970"/>
                  </a:lnTo>
                  <a:lnTo>
                    <a:pt x="320377" y="97291"/>
                  </a:lnTo>
                  <a:lnTo>
                    <a:pt x="328928" y="141091"/>
                  </a:lnTo>
                  <a:lnTo>
                    <a:pt x="346727" y="172287"/>
                  </a:lnTo>
                  <a:lnTo>
                    <a:pt x="352132" y="174313"/>
                  </a:lnTo>
                  <a:lnTo>
                    <a:pt x="358889" y="172962"/>
                  </a:lnTo>
                  <a:lnTo>
                    <a:pt x="364969" y="168908"/>
                  </a:lnTo>
                  <a:lnTo>
                    <a:pt x="371050" y="164855"/>
                  </a:lnTo>
                  <a:lnTo>
                    <a:pt x="376455" y="158098"/>
                  </a:lnTo>
                  <a:lnTo>
                    <a:pt x="381860" y="151342"/>
                  </a:lnTo>
                </a:path>
              </a:pathLst>
            </a:custGeom>
            <a:ln w="42036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832109" y="1199300"/>
              <a:ext cx="342265" cy="175895"/>
            </a:xfrm>
            <a:custGeom>
              <a:avLst/>
              <a:gdLst/>
              <a:ahLst/>
              <a:cxnLst/>
              <a:rect l="l" t="t" r="r" b="b"/>
              <a:pathLst>
                <a:path w="342264" h="175894">
                  <a:moveTo>
                    <a:pt x="110973" y="77698"/>
                  </a:moveTo>
                  <a:lnTo>
                    <a:pt x="98136" y="39186"/>
                  </a:lnTo>
                  <a:lnTo>
                    <a:pt x="73718" y="21894"/>
                  </a:lnTo>
                  <a:lnTo>
                    <a:pt x="62327" y="22971"/>
                  </a:lnTo>
                  <a:lnTo>
                    <a:pt x="24132" y="54135"/>
                  </a:lnTo>
                  <a:lnTo>
                    <a:pt x="6080" y="91231"/>
                  </a:lnTo>
                  <a:lnTo>
                    <a:pt x="0" y="130714"/>
                  </a:lnTo>
                  <a:lnTo>
                    <a:pt x="1520" y="147288"/>
                  </a:lnTo>
                  <a:lnTo>
                    <a:pt x="6006" y="159893"/>
                  </a:lnTo>
                  <a:lnTo>
                    <a:pt x="13090" y="168571"/>
                  </a:lnTo>
                  <a:lnTo>
                    <a:pt x="22327" y="173701"/>
                  </a:lnTo>
                  <a:lnTo>
                    <a:pt x="33275" y="175665"/>
                  </a:lnTo>
                  <a:lnTo>
                    <a:pt x="45447" y="174767"/>
                  </a:lnTo>
                  <a:lnTo>
                    <a:pt x="82596" y="154720"/>
                  </a:lnTo>
                  <a:lnTo>
                    <a:pt x="108629" y="114150"/>
                  </a:lnTo>
                  <a:lnTo>
                    <a:pt x="118996" y="75787"/>
                  </a:lnTo>
                  <a:lnTo>
                    <a:pt x="119080" y="69590"/>
                  </a:lnTo>
                  <a:lnTo>
                    <a:pt x="119080" y="61482"/>
                  </a:lnTo>
                  <a:lnTo>
                    <a:pt x="119080" y="53375"/>
                  </a:lnTo>
                  <a:lnTo>
                    <a:pt x="104048" y="86819"/>
                  </a:lnTo>
                  <a:lnTo>
                    <a:pt x="105758" y="99191"/>
                  </a:lnTo>
                  <a:lnTo>
                    <a:pt x="123979" y="141545"/>
                  </a:lnTo>
                  <a:lnTo>
                    <a:pt x="153506" y="170344"/>
                  </a:lnTo>
                  <a:lnTo>
                    <a:pt x="163419" y="172962"/>
                  </a:lnTo>
                  <a:lnTo>
                    <a:pt x="172952" y="172540"/>
                  </a:lnTo>
                  <a:lnTo>
                    <a:pt x="203482" y="145736"/>
                  </a:lnTo>
                  <a:lnTo>
                    <a:pt x="213669" y="92055"/>
                  </a:lnTo>
                  <a:lnTo>
                    <a:pt x="214778" y="40548"/>
                  </a:lnTo>
                  <a:lnTo>
                    <a:pt x="206913" y="675"/>
                  </a:lnTo>
                  <a:lnTo>
                    <a:pt x="205562" y="0"/>
                  </a:lnTo>
                  <a:lnTo>
                    <a:pt x="204801" y="1013"/>
                  </a:lnTo>
                  <a:lnTo>
                    <a:pt x="206797" y="47526"/>
                  </a:lnTo>
                  <a:lnTo>
                    <a:pt x="210027" y="91654"/>
                  </a:lnTo>
                  <a:lnTo>
                    <a:pt x="214261" y="134789"/>
                  </a:lnTo>
                  <a:lnTo>
                    <a:pt x="216372" y="148639"/>
                  </a:lnTo>
                  <a:lnTo>
                    <a:pt x="217723" y="157423"/>
                  </a:lnTo>
                  <a:lnTo>
                    <a:pt x="219075" y="168233"/>
                  </a:lnTo>
                  <a:lnTo>
                    <a:pt x="219750" y="170260"/>
                  </a:lnTo>
                  <a:lnTo>
                    <a:pt x="220426" y="172287"/>
                  </a:lnTo>
                  <a:lnTo>
                    <a:pt x="220426" y="165530"/>
                  </a:lnTo>
                  <a:lnTo>
                    <a:pt x="221777" y="151342"/>
                  </a:lnTo>
                  <a:lnTo>
                    <a:pt x="228523" y="110012"/>
                  </a:lnTo>
                  <a:lnTo>
                    <a:pt x="247029" y="62580"/>
                  </a:lnTo>
                  <a:lnTo>
                    <a:pt x="268945" y="29749"/>
                  </a:lnTo>
                  <a:lnTo>
                    <a:pt x="292043" y="16890"/>
                  </a:lnTo>
                  <a:lnTo>
                    <a:pt x="298799" y="16890"/>
                  </a:lnTo>
                  <a:lnTo>
                    <a:pt x="325434" y="44803"/>
                  </a:lnTo>
                  <a:lnTo>
                    <a:pt x="334534" y="82226"/>
                  </a:lnTo>
                  <a:lnTo>
                    <a:pt x="339960" y="136721"/>
                  </a:lnTo>
                  <a:lnTo>
                    <a:pt x="342040" y="166881"/>
                  </a:lnTo>
                </a:path>
              </a:pathLst>
            </a:custGeom>
            <a:ln w="42036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35390" y="1179465"/>
              <a:ext cx="138145" cy="20841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96001" y="1186728"/>
              <a:ext cx="188332" cy="202985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4736880" y="1011399"/>
            <a:ext cx="964565" cy="367665"/>
            <a:chOff x="4736880" y="1011399"/>
            <a:chExt cx="964565" cy="367665"/>
          </a:xfrm>
        </p:grpSpPr>
        <p:sp>
          <p:nvSpPr>
            <p:cNvPr id="17" name="object 17"/>
            <p:cNvSpPr/>
            <p:nvPr/>
          </p:nvSpPr>
          <p:spPr>
            <a:xfrm>
              <a:off x="4757898" y="1032418"/>
              <a:ext cx="118110" cy="324485"/>
            </a:xfrm>
            <a:custGeom>
              <a:avLst/>
              <a:gdLst/>
              <a:ahLst/>
              <a:cxnLst/>
              <a:rect l="l" t="t" r="r" b="b"/>
              <a:pathLst>
                <a:path w="118110" h="324484">
                  <a:moveTo>
                    <a:pt x="0" y="13512"/>
                  </a:moveTo>
                  <a:lnTo>
                    <a:pt x="5405" y="6756"/>
                  </a:lnTo>
                  <a:lnTo>
                    <a:pt x="10810" y="0"/>
                  </a:lnTo>
                  <a:lnTo>
                    <a:pt x="14188" y="0"/>
                  </a:lnTo>
                  <a:lnTo>
                    <a:pt x="23847" y="56225"/>
                  </a:lnTo>
                  <a:lnTo>
                    <a:pt x="28556" y="116906"/>
                  </a:lnTo>
                  <a:lnTo>
                    <a:pt x="31575" y="184216"/>
                  </a:lnTo>
                  <a:lnTo>
                    <a:pt x="32398" y="243967"/>
                  </a:lnTo>
                  <a:lnTo>
                    <a:pt x="32430" y="266876"/>
                  </a:lnTo>
                  <a:lnTo>
                    <a:pt x="32430" y="283492"/>
                  </a:lnTo>
                  <a:lnTo>
                    <a:pt x="32430" y="294914"/>
                  </a:lnTo>
                  <a:lnTo>
                    <a:pt x="32430" y="302790"/>
                  </a:lnTo>
                  <a:lnTo>
                    <a:pt x="32430" y="308765"/>
                  </a:lnTo>
                  <a:lnTo>
                    <a:pt x="32430" y="316197"/>
                  </a:lnTo>
                  <a:lnTo>
                    <a:pt x="32430" y="322953"/>
                  </a:lnTo>
                  <a:lnTo>
                    <a:pt x="35808" y="324305"/>
                  </a:lnTo>
                  <a:lnTo>
                    <a:pt x="39038" y="324368"/>
                  </a:lnTo>
                  <a:lnTo>
                    <a:pt x="43916" y="322784"/>
                  </a:lnTo>
                  <a:lnTo>
                    <a:pt x="50820" y="319934"/>
                  </a:lnTo>
                  <a:lnTo>
                    <a:pt x="60131" y="316197"/>
                  </a:lnTo>
                  <a:lnTo>
                    <a:pt x="72050" y="311911"/>
                  </a:lnTo>
                  <a:lnTo>
                    <a:pt x="86058" y="307245"/>
                  </a:lnTo>
                  <a:lnTo>
                    <a:pt x="101461" y="302325"/>
                  </a:lnTo>
                  <a:lnTo>
                    <a:pt x="117560" y="297279"/>
                  </a:lnTo>
                </a:path>
              </a:pathLst>
            </a:custGeom>
            <a:ln w="42036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919216" y="1187815"/>
              <a:ext cx="285115" cy="170180"/>
            </a:xfrm>
            <a:custGeom>
              <a:avLst/>
              <a:gdLst/>
              <a:ahLst/>
              <a:cxnLst/>
              <a:rect l="l" t="t" r="r" b="b"/>
              <a:pathLst>
                <a:path w="285114" h="170180">
                  <a:moveTo>
                    <a:pt x="21103" y="64861"/>
                  </a:moveTo>
                  <a:lnTo>
                    <a:pt x="60290" y="60131"/>
                  </a:lnTo>
                  <a:lnTo>
                    <a:pt x="94071" y="29727"/>
                  </a:lnTo>
                  <a:lnTo>
                    <a:pt x="65758" y="3578"/>
                  </a:lnTo>
                  <a:lnTo>
                    <a:pt x="55560" y="2026"/>
                  </a:lnTo>
                  <a:lnTo>
                    <a:pt x="44655" y="2713"/>
                  </a:lnTo>
                  <a:lnTo>
                    <a:pt x="7284" y="34383"/>
                  </a:lnTo>
                  <a:lnTo>
                    <a:pt x="0" y="66750"/>
                  </a:lnTo>
                  <a:lnTo>
                    <a:pt x="158" y="84454"/>
                  </a:lnTo>
                  <a:lnTo>
                    <a:pt x="18115" y="131960"/>
                  </a:lnTo>
                  <a:lnTo>
                    <a:pt x="64005" y="151511"/>
                  </a:lnTo>
                  <a:lnTo>
                    <a:pt x="114446" y="137122"/>
                  </a:lnTo>
                  <a:lnTo>
                    <a:pt x="145419" y="98642"/>
                  </a:lnTo>
                  <a:lnTo>
                    <a:pt x="158721" y="51897"/>
                  </a:lnTo>
                  <a:lnTo>
                    <a:pt x="160188" y="9142"/>
                  </a:lnTo>
                  <a:lnTo>
                    <a:pt x="179877" y="63594"/>
                  </a:lnTo>
                  <a:lnTo>
                    <a:pt x="198119" y="103372"/>
                  </a:lnTo>
                  <a:lnTo>
                    <a:pt x="222917" y="148502"/>
                  </a:lnTo>
                  <a:lnTo>
                    <a:pt x="246216" y="170165"/>
                  </a:lnTo>
                  <a:lnTo>
                    <a:pt x="250143" y="169584"/>
                  </a:lnTo>
                  <a:lnTo>
                    <a:pt x="264880" y="119302"/>
                  </a:lnTo>
                  <a:lnTo>
                    <a:pt x="271890" y="73802"/>
                  </a:lnTo>
                  <a:lnTo>
                    <a:pt x="275141" y="52699"/>
                  </a:lnTo>
                  <a:lnTo>
                    <a:pt x="277950" y="35534"/>
                  </a:lnTo>
                  <a:lnTo>
                    <a:pt x="280378" y="21789"/>
                  </a:lnTo>
                  <a:lnTo>
                    <a:pt x="282552" y="10324"/>
                  </a:lnTo>
                  <a:lnTo>
                    <a:pt x="284600" y="0"/>
                  </a:lnTo>
                </a:path>
              </a:pathLst>
            </a:custGeom>
            <a:ln w="42036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66441" y="1171356"/>
              <a:ext cx="173246" cy="19557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495692" y="1062146"/>
              <a:ext cx="28575" cy="274320"/>
            </a:xfrm>
            <a:custGeom>
              <a:avLst/>
              <a:gdLst/>
              <a:ahLst/>
              <a:cxnLst/>
              <a:rect l="l" t="t" r="r" b="b"/>
              <a:pathLst>
                <a:path w="28575" h="274319">
                  <a:moveTo>
                    <a:pt x="0" y="0"/>
                  </a:moveTo>
                  <a:lnTo>
                    <a:pt x="168" y="66719"/>
                  </a:lnTo>
                  <a:lnTo>
                    <a:pt x="1351" y="132424"/>
                  </a:lnTo>
                  <a:lnTo>
                    <a:pt x="4053" y="194245"/>
                  </a:lnTo>
                  <a:lnTo>
                    <a:pt x="6756" y="241877"/>
                  </a:lnTo>
                  <a:lnTo>
                    <a:pt x="7569" y="257005"/>
                  </a:lnTo>
                  <a:lnTo>
                    <a:pt x="8192" y="266622"/>
                  </a:lnTo>
                  <a:lnTo>
                    <a:pt x="8941" y="271806"/>
                  </a:lnTo>
                  <a:lnTo>
                    <a:pt x="10134" y="273632"/>
                  </a:lnTo>
                  <a:lnTo>
                    <a:pt x="12161" y="274308"/>
                  </a:lnTo>
                  <a:lnTo>
                    <a:pt x="16215" y="268902"/>
                  </a:lnTo>
                  <a:lnTo>
                    <a:pt x="19593" y="263497"/>
                  </a:lnTo>
                  <a:lnTo>
                    <a:pt x="22971" y="258092"/>
                  </a:lnTo>
                  <a:lnTo>
                    <a:pt x="25674" y="252687"/>
                  </a:lnTo>
                  <a:lnTo>
                    <a:pt x="28376" y="247282"/>
                  </a:lnTo>
                </a:path>
              </a:pathLst>
            </a:custGeom>
            <a:ln w="42036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35482" y="1139275"/>
              <a:ext cx="165730" cy="227825"/>
            </a:xfrm>
            <a:prstGeom prst="rect">
              <a:avLst/>
            </a:prstGeom>
          </p:spPr>
        </p:pic>
      </p:grpSp>
      <p:grpSp>
        <p:nvGrpSpPr>
          <p:cNvPr id="22" name="object 22"/>
          <p:cNvGrpSpPr/>
          <p:nvPr/>
        </p:nvGrpSpPr>
        <p:grpSpPr>
          <a:xfrm>
            <a:off x="1351947" y="1446509"/>
            <a:ext cx="4651375" cy="285750"/>
            <a:chOff x="1351947" y="1446509"/>
            <a:chExt cx="4651375" cy="285750"/>
          </a:xfrm>
        </p:grpSpPr>
        <p:sp>
          <p:nvSpPr>
            <p:cNvPr id="23" name="object 23"/>
            <p:cNvSpPr/>
            <p:nvPr/>
          </p:nvSpPr>
          <p:spPr>
            <a:xfrm>
              <a:off x="1387828" y="1467527"/>
              <a:ext cx="4460875" cy="142240"/>
            </a:xfrm>
            <a:custGeom>
              <a:avLst/>
              <a:gdLst/>
              <a:ahLst/>
              <a:cxnLst/>
              <a:rect l="l" t="t" r="r" b="b"/>
              <a:pathLst>
                <a:path w="4460875" h="142240">
                  <a:moveTo>
                    <a:pt x="13512" y="133775"/>
                  </a:moveTo>
                  <a:lnTo>
                    <a:pt x="6756" y="135127"/>
                  </a:lnTo>
                  <a:lnTo>
                    <a:pt x="0" y="136478"/>
                  </a:lnTo>
                  <a:lnTo>
                    <a:pt x="2702" y="137829"/>
                  </a:lnTo>
                  <a:lnTo>
                    <a:pt x="44591" y="141207"/>
                  </a:lnTo>
                  <a:lnTo>
                    <a:pt x="94757" y="141630"/>
                  </a:lnTo>
                  <a:lnTo>
                    <a:pt x="125351" y="141302"/>
                  </a:lnTo>
                  <a:lnTo>
                    <a:pt x="158098" y="140532"/>
                  </a:lnTo>
                  <a:lnTo>
                    <a:pt x="192007" y="139297"/>
                  </a:lnTo>
                  <a:lnTo>
                    <a:pt x="226675" y="137745"/>
                  </a:lnTo>
                  <a:lnTo>
                    <a:pt x="261850" y="136066"/>
                  </a:lnTo>
                  <a:lnTo>
                    <a:pt x="297279" y="134451"/>
                  </a:lnTo>
                  <a:lnTo>
                    <a:pt x="368559" y="131833"/>
                  </a:lnTo>
                  <a:lnTo>
                    <a:pt x="441865" y="129722"/>
                  </a:lnTo>
                  <a:lnTo>
                    <a:pt x="518550" y="127695"/>
                  </a:lnTo>
                  <a:lnTo>
                    <a:pt x="557779" y="126681"/>
                  </a:lnTo>
                  <a:lnTo>
                    <a:pt x="597261" y="125668"/>
                  </a:lnTo>
                  <a:lnTo>
                    <a:pt x="636744" y="124654"/>
                  </a:lnTo>
                  <a:lnTo>
                    <a:pt x="675973" y="123641"/>
                  </a:lnTo>
                  <a:lnTo>
                    <a:pt x="714695" y="122627"/>
                  </a:lnTo>
                  <a:lnTo>
                    <a:pt x="789649" y="120600"/>
                  </a:lnTo>
                  <a:lnTo>
                    <a:pt x="860590" y="118574"/>
                  </a:lnTo>
                  <a:lnTo>
                    <a:pt x="927584" y="116557"/>
                  </a:lnTo>
                  <a:lnTo>
                    <a:pt x="960246" y="115618"/>
                  </a:lnTo>
                  <a:lnTo>
                    <a:pt x="1026965" y="114182"/>
                  </a:lnTo>
                  <a:lnTo>
                    <a:pt x="1098329" y="113506"/>
                  </a:lnTo>
                  <a:lnTo>
                    <a:pt x="1135183" y="113232"/>
                  </a:lnTo>
                  <a:lnTo>
                    <a:pt x="1172227" y="112831"/>
                  </a:lnTo>
                  <a:lnTo>
                    <a:pt x="1245871" y="111395"/>
                  </a:lnTo>
                  <a:lnTo>
                    <a:pt x="1319515" y="109452"/>
                  </a:lnTo>
                  <a:lnTo>
                    <a:pt x="1356623" y="108439"/>
                  </a:lnTo>
                  <a:lnTo>
                    <a:pt x="1393920" y="107426"/>
                  </a:lnTo>
                  <a:lnTo>
                    <a:pt x="1431344" y="106412"/>
                  </a:lnTo>
                  <a:lnTo>
                    <a:pt x="1468831" y="105399"/>
                  </a:lnTo>
                  <a:lnTo>
                    <a:pt x="1506371" y="104375"/>
                  </a:lnTo>
                  <a:lnTo>
                    <a:pt x="1582464" y="102073"/>
                  </a:lnTo>
                  <a:lnTo>
                    <a:pt x="1621525" y="100669"/>
                  </a:lnTo>
                  <a:lnTo>
                    <a:pt x="1661387" y="99043"/>
                  </a:lnTo>
                  <a:lnTo>
                    <a:pt x="1701250" y="97291"/>
                  </a:lnTo>
                  <a:lnTo>
                    <a:pt x="1740099" y="95539"/>
                  </a:lnTo>
                  <a:lnTo>
                    <a:pt x="1776920" y="93913"/>
                  </a:lnTo>
                  <a:lnTo>
                    <a:pt x="1811093" y="92498"/>
                  </a:lnTo>
                  <a:lnTo>
                    <a:pt x="1843555" y="91210"/>
                  </a:lnTo>
                  <a:lnTo>
                    <a:pt x="1875637" y="89922"/>
                  </a:lnTo>
                  <a:lnTo>
                    <a:pt x="1943666" y="86871"/>
                  </a:lnTo>
                  <a:lnTo>
                    <a:pt x="2018218" y="83092"/>
                  </a:lnTo>
                  <a:lnTo>
                    <a:pt x="2056634" y="81076"/>
                  </a:lnTo>
                  <a:lnTo>
                    <a:pt x="2095113" y="79049"/>
                  </a:lnTo>
                  <a:lnTo>
                    <a:pt x="2133403" y="77022"/>
                  </a:lnTo>
                  <a:lnTo>
                    <a:pt x="2208652" y="72968"/>
                  </a:lnTo>
                  <a:lnTo>
                    <a:pt x="2281536" y="68914"/>
                  </a:lnTo>
                  <a:lnTo>
                    <a:pt x="2317630" y="66887"/>
                  </a:lnTo>
                  <a:lnTo>
                    <a:pt x="2353913" y="64861"/>
                  </a:lnTo>
                  <a:lnTo>
                    <a:pt x="2427811" y="60891"/>
                  </a:lnTo>
                  <a:lnTo>
                    <a:pt x="2503229" y="57429"/>
                  </a:lnTo>
                  <a:lnTo>
                    <a:pt x="2541339" y="56024"/>
                  </a:lnTo>
                  <a:lnTo>
                    <a:pt x="2579576" y="54810"/>
                  </a:lnTo>
                  <a:lnTo>
                    <a:pt x="2617813" y="53723"/>
                  </a:lnTo>
                  <a:lnTo>
                    <a:pt x="2655923" y="52699"/>
                  </a:lnTo>
                  <a:lnTo>
                    <a:pt x="2731509" y="50757"/>
                  </a:lnTo>
                  <a:lnTo>
                    <a:pt x="2806589" y="49321"/>
                  </a:lnTo>
                  <a:lnTo>
                    <a:pt x="2881838" y="48645"/>
                  </a:lnTo>
                  <a:lnTo>
                    <a:pt x="2919937" y="48371"/>
                  </a:lnTo>
                  <a:lnTo>
                    <a:pt x="2958607" y="47970"/>
                  </a:lnTo>
                  <a:lnTo>
                    <a:pt x="2997910" y="47357"/>
                  </a:lnTo>
                  <a:lnTo>
                    <a:pt x="3037403" y="46618"/>
                  </a:lnTo>
                  <a:lnTo>
                    <a:pt x="3076516" y="45879"/>
                  </a:lnTo>
                  <a:lnTo>
                    <a:pt x="3114679" y="45267"/>
                  </a:lnTo>
                  <a:lnTo>
                    <a:pt x="3151490" y="44855"/>
                  </a:lnTo>
                  <a:lnTo>
                    <a:pt x="3187225" y="44507"/>
                  </a:lnTo>
                  <a:lnTo>
                    <a:pt x="3222327" y="44032"/>
                  </a:lnTo>
                  <a:lnTo>
                    <a:pt x="3257238" y="43240"/>
                  </a:lnTo>
                  <a:lnTo>
                    <a:pt x="3292297" y="42005"/>
                  </a:lnTo>
                  <a:lnTo>
                    <a:pt x="3327420" y="40453"/>
                  </a:lnTo>
                  <a:lnTo>
                    <a:pt x="3362415" y="38775"/>
                  </a:lnTo>
                  <a:lnTo>
                    <a:pt x="3397095" y="37159"/>
                  </a:lnTo>
                  <a:lnTo>
                    <a:pt x="3431425" y="35745"/>
                  </a:lnTo>
                  <a:lnTo>
                    <a:pt x="3466009" y="34457"/>
                  </a:lnTo>
                  <a:lnTo>
                    <a:pt x="3501607" y="33169"/>
                  </a:lnTo>
                  <a:lnTo>
                    <a:pt x="3538978" y="31754"/>
                  </a:lnTo>
                  <a:lnTo>
                    <a:pt x="3578597" y="30129"/>
                  </a:lnTo>
                  <a:lnTo>
                    <a:pt x="3619801" y="28376"/>
                  </a:lnTo>
                  <a:lnTo>
                    <a:pt x="3661637" y="26624"/>
                  </a:lnTo>
                  <a:lnTo>
                    <a:pt x="3703157" y="24998"/>
                  </a:lnTo>
                  <a:lnTo>
                    <a:pt x="3743653" y="23583"/>
                  </a:lnTo>
                  <a:lnTo>
                    <a:pt x="3783389" y="22295"/>
                  </a:lnTo>
                  <a:lnTo>
                    <a:pt x="3822871" y="21008"/>
                  </a:lnTo>
                  <a:lnTo>
                    <a:pt x="3862607" y="19593"/>
                  </a:lnTo>
                  <a:lnTo>
                    <a:pt x="3902955" y="17957"/>
                  </a:lnTo>
                  <a:lnTo>
                    <a:pt x="3943683" y="16130"/>
                  </a:lnTo>
                  <a:lnTo>
                    <a:pt x="3984412" y="14177"/>
                  </a:lnTo>
                  <a:lnTo>
                    <a:pt x="4024759" y="12161"/>
                  </a:lnTo>
                  <a:lnTo>
                    <a:pt x="4064443" y="10145"/>
                  </a:lnTo>
                  <a:lnTo>
                    <a:pt x="4103556" y="8192"/>
                  </a:lnTo>
                  <a:lnTo>
                    <a:pt x="4142289" y="6365"/>
                  </a:lnTo>
                  <a:lnTo>
                    <a:pt x="4180831" y="4729"/>
                  </a:lnTo>
                  <a:lnTo>
                    <a:pt x="4219269" y="3335"/>
                  </a:lnTo>
                  <a:lnTo>
                    <a:pt x="4294370" y="1309"/>
                  </a:lnTo>
                  <a:lnTo>
                    <a:pt x="4364298" y="285"/>
                  </a:lnTo>
                  <a:lnTo>
                    <a:pt x="4429054" y="10"/>
                  </a:lnTo>
                  <a:lnTo>
                    <a:pt x="4460544" y="0"/>
                  </a:lnTo>
                </a:path>
              </a:pathLst>
            </a:custGeom>
            <a:ln w="42036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372965" y="1516173"/>
              <a:ext cx="4609465" cy="194945"/>
            </a:xfrm>
            <a:custGeom>
              <a:avLst/>
              <a:gdLst/>
              <a:ahLst/>
              <a:cxnLst/>
              <a:rect l="l" t="t" r="r" b="b"/>
              <a:pathLst>
                <a:path w="4609465" h="194944">
                  <a:moveTo>
                    <a:pt x="0" y="194583"/>
                  </a:moveTo>
                  <a:lnTo>
                    <a:pt x="41509" y="194572"/>
                  </a:lnTo>
                  <a:lnTo>
                    <a:pt x="82765" y="194498"/>
                  </a:lnTo>
                  <a:lnTo>
                    <a:pt x="123514" y="194298"/>
                  </a:lnTo>
                  <a:lnTo>
                    <a:pt x="163503" y="193907"/>
                  </a:lnTo>
                  <a:lnTo>
                    <a:pt x="202521" y="193273"/>
                  </a:lnTo>
                  <a:lnTo>
                    <a:pt x="277517" y="191247"/>
                  </a:lnTo>
                  <a:lnTo>
                    <a:pt x="348458" y="188217"/>
                  </a:lnTo>
                  <a:lnTo>
                    <a:pt x="415346" y="184437"/>
                  </a:lnTo>
                  <a:lnTo>
                    <a:pt x="478254" y="180394"/>
                  </a:lnTo>
                  <a:lnTo>
                    <a:pt x="538956" y="176340"/>
                  </a:lnTo>
                  <a:lnTo>
                    <a:pt x="569560" y="174313"/>
                  </a:lnTo>
                  <a:lnTo>
                    <a:pt x="632732" y="170344"/>
                  </a:lnTo>
                  <a:lnTo>
                    <a:pt x="697931" y="166881"/>
                  </a:lnTo>
                  <a:lnTo>
                    <a:pt x="764903" y="164263"/>
                  </a:lnTo>
                  <a:lnTo>
                    <a:pt x="836436" y="162152"/>
                  </a:lnTo>
                  <a:lnTo>
                    <a:pt x="874842" y="161139"/>
                  </a:lnTo>
                  <a:lnTo>
                    <a:pt x="914641" y="160125"/>
                  </a:lnTo>
                  <a:lnTo>
                    <a:pt x="955200" y="159112"/>
                  </a:lnTo>
                  <a:lnTo>
                    <a:pt x="995886" y="158098"/>
                  </a:lnTo>
                  <a:lnTo>
                    <a:pt x="1036129" y="157074"/>
                  </a:lnTo>
                  <a:lnTo>
                    <a:pt x="1075611" y="155987"/>
                  </a:lnTo>
                  <a:lnTo>
                    <a:pt x="1114080" y="154773"/>
                  </a:lnTo>
                  <a:lnTo>
                    <a:pt x="1187006" y="151743"/>
                  </a:lnTo>
                  <a:lnTo>
                    <a:pt x="1253894" y="148238"/>
                  </a:lnTo>
                  <a:lnTo>
                    <a:pt x="1285058" y="146612"/>
                  </a:lnTo>
                  <a:lnTo>
                    <a:pt x="1343416" y="143994"/>
                  </a:lnTo>
                  <a:lnTo>
                    <a:pt x="1399240" y="141883"/>
                  </a:lnTo>
                  <a:lnTo>
                    <a:pt x="1427269" y="140859"/>
                  </a:lnTo>
                  <a:lnTo>
                    <a:pt x="1455741" y="139772"/>
                  </a:lnTo>
                  <a:lnTo>
                    <a:pt x="1484846" y="138558"/>
                  </a:lnTo>
                  <a:lnTo>
                    <a:pt x="1514774" y="137154"/>
                  </a:lnTo>
                  <a:lnTo>
                    <a:pt x="1545695" y="135528"/>
                  </a:lnTo>
                  <a:lnTo>
                    <a:pt x="1577693" y="133775"/>
                  </a:lnTo>
                  <a:lnTo>
                    <a:pt x="1610831" y="132023"/>
                  </a:lnTo>
                  <a:lnTo>
                    <a:pt x="1680643" y="128993"/>
                  </a:lnTo>
                  <a:lnTo>
                    <a:pt x="1752344" y="126692"/>
                  </a:lnTo>
                  <a:lnTo>
                    <a:pt x="1787055" y="125668"/>
                  </a:lnTo>
                  <a:lnTo>
                    <a:pt x="1820098" y="124654"/>
                  </a:lnTo>
                  <a:lnTo>
                    <a:pt x="1880356" y="122627"/>
                  </a:lnTo>
                  <a:lnTo>
                    <a:pt x="1932106" y="120590"/>
                  </a:lnTo>
                  <a:lnTo>
                    <a:pt x="1976866" y="118289"/>
                  </a:lnTo>
                  <a:lnTo>
                    <a:pt x="2018460" y="115259"/>
                  </a:lnTo>
                  <a:lnTo>
                    <a:pt x="2057901" y="111754"/>
                  </a:lnTo>
                  <a:lnTo>
                    <a:pt x="2076227" y="110128"/>
                  </a:lnTo>
                  <a:lnTo>
                    <a:pt x="2093424" y="108713"/>
                  </a:lnTo>
                  <a:lnTo>
                    <a:pt x="2109925" y="107426"/>
                  </a:lnTo>
                  <a:lnTo>
                    <a:pt x="2126298" y="106138"/>
                  </a:lnTo>
                  <a:lnTo>
                    <a:pt x="2143115" y="104723"/>
                  </a:lnTo>
                  <a:lnTo>
                    <a:pt x="2160766" y="103097"/>
                  </a:lnTo>
                  <a:lnTo>
                    <a:pt x="2178924" y="101345"/>
                  </a:lnTo>
                  <a:lnTo>
                    <a:pt x="2197082" y="99592"/>
                  </a:lnTo>
                  <a:lnTo>
                    <a:pt x="2214732" y="97967"/>
                  </a:lnTo>
                  <a:lnTo>
                    <a:pt x="2231570" y="96552"/>
                  </a:lnTo>
                  <a:lnTo>
                    <a:pt x="2248092" y="95264"/>
                  </a:lnTo>
                  <a:lnTo>
                    <a:pt x="2264993" y="93976"/>
                  </a:lnTo>
                  <a:lnTo>
                    <a:pt x="2282971" y="92562"/>
                  </a:lnTo>
                  <a:lnTo>
                    <a:pt x="2323763" y="89183"/>
                  </a:lnTo>
                  <a:lnTo>
                    <a:pt x="2370129" y="85805"/>
                  </a:lnTo>
                  <a:lnTo>
                    <a:pt x="2420379" y="83187"/>
                  </a:lnTo>
                  <a:lnTo>
                    <a:pt x="2472149" y="81076"/>
                  </a:lnTo>
                  <a:lnTo>
                    <a:pt x="2497845" y="80062"/>
                  </a:lnTo>
                  <a:lnTo>
                    <a:pt x="2523160" y="79049"/>
                  </a:lnTo>
                  <a:lnTo>
                    <a:pt x="2572143" y="77022"/>
                  </a:lnTo>
                  <a:lnTo>
                    <a:pt x="2618340" y="74911"/>
                  </a:lnTo>
                  <a:lnTo>
                    <a:pt x="2662003" y="72293"/>
                  </a:lnTo>
                  <a:lnTo>
                    <a:pt x="2703977" y="68914"/>
                  </a:lnTo>
                  <a:lnTo>
                    <a:pt x="2724996" y="67162"/>
                  </a:lnTo>
                  <a:lnTo>
                    <a:pt x="2768743" y="64132"/>
                  </a:lnTo>
                  <a:lnTo>
                    <a:pt x="2818381" y="61831"/>
                  </a:lnTo>
                  <a:lnTo>
                    <a:pt x="2879146" y="59793"/>
                  </a:lnTo>
                  <a:lnTo>
                    <a:pt x="2950024" y="57766"/>
                  </a:lnTo>
                  <a:lnTo>
                    <a:pt x="2986984" y="56753"/>
                  </a:lnTo>
                  <a:lnTo>
                    <a:pt x="3023827" y="55739"/>
                  </a:lnTo>
                  <a:lnTo>
                    <a:pt x="3096247" y="53713"/>
                  </a:lnTo>
                  <a:lnTo>
                    <a:pt x="3166217" y="51686"/>
                  </a:lnTo>
                  <a:lnTo>
                    <a:pt x="3234752" y="49659"/>
                  </a:lnTo>
                  <a:lnTo>
                    <a:pt x="3269399" y="48645"/>
                  </a:lnTo>
                  <a:lnTo>
                    <a:pt x="3340848" y="46703"/>
                  </a:lnTo>
                  <a:lnTo>
                    <a:pt x="3415337" y="45267"/>
                  </a:lnTo>
                  <a:lnTo>
                    <a:pt x="3453700" y="44876"/>
                  </a:lnTo>
                  <a:lnTo>
                    <a:pt x="3492697" y="44676"/>
                  </a:lnTo>
                  <a:lnTo>
                    <a:pt x="3532201" y="44602"/>
                  </a:lnTo>
                  <a:lnTo>
                    <a:pt x="3572084" y="44591"/>
                  </a:lnTo>
                  <a:lnTo>
                    <a:pt x="3612126" y="44581"/>
                  </a:lnTo>
                  <a:lnTo>
                    <a:pt x="3651725" y="44507"/>
                  </a:lnTo>
                  <a:lnTo>
                    <a:pt x="3690183" y="44306"/>
                  </a:lnTo>
                  <a:lnTo>
                    <a:pt x="3761082" y="43293"/>
                  </a:lnTo>
                  <a:lnTo>
                    <a:pt x="3823811" y="41541"/>
                  </a:lnTo>
                  <a:lnTo>
                    <a:pt x="3881747" y="39524"/>
                  </a:lnTo>
                  <a:lnTo>
                    <a:pt x="3910155" y="38511"/>
                  </a:lnTo>
                  <a:lnTo>
                    <a:pt x="3938943" y="37497"/>
                  </a:lnTo>
                  <a:lnTo>
                    <a:pt x="3968682" y="36484"/>
                  </a:lnTo>
                  <a:lnTo>
                    <a:pt x="3999740" y="35460"/>
                  </a:lnTo>
                  <a:lnTo>
                    <a:pt x="4031685" y="34372"/>
                  </a:lnTo>
                  <a:lnTo>
                    <a:pt x="4095702" y="31754"/>
                  </a:lnTo>
                  <a:lnTo>
                    <a:pt x="4156509" y="28376"/>
                  </a:lnTo>
                  <a:lnTo>
                    <a:pt x="4185392" y="26624"/>
                  </a:lnTo>
                  <a:lnTo>
                    <a:pt x="4213262" y="24998"/>
                  </a:lnTo>
                  <a:lnTo>
                    <a:pt x="4240139" y="23583"/>
                  </a:lnTo>
                  <a:lnTo>
                    <a:pt x="4266130" y="22295"/>
                  </a:lnTo>
                  <a:lnTo>
                    <a:pt x="4291361" y="21008"/>
                  </a:lnTo>
                  <a:lnTo>
                    <a:pt x="4315959" y="19593"/>
                  </a:lnTo>
                  <a:lnTo>
                    <a:pt x="4340018" y="17967"/>
                  </a:lnTo>
                  <a:lnTo>
                    <a:pt x="4363506" y="16215"/>
                  </a:lnTo>
                  <a:lnTo>
                    <a:pt x="4386362" y="14462"/>
                  </a:lnTo>
                  <a:lnTo>
                    <a:pt x="4408521" y="12837"/>
                  </a:lnTo>
                  <a:lnTo>
                    <a:pt x="4429993" y="11422"/>
                  </a:lnTo>
                  <a:lnTo>
                    <a:pt x="4451086" y="10134"/>
                  </a:lnTo>
                  <a:lnTo>
                    <a:pt x="4472178" y="8846"/>
                  </a:lnTo>
                  <a:lnTo>
                    <a:pt x="4493651" y="7432"/>
                  </a:lnTo>
                  <a:lnTo>
                    <a:pt x="4515609" y="5816"/>
                  </a:lnTo>
                  <a:lnTo>
                    <a:pt x="4537060" y="4138"/>
                  </a:lnTo>
                  <a:lnTo>
                    <a:pt x="4556738" y="2586"/>
                  </a:lnTo>
                  <a:lnTo>
                    <a:pt x="4573376" y="1351"/>
                  </a:lnTo>
                  <a:lnTo>
                    <a:pt x="4586097" y="570"/>
                  </a:lnTo>
                  <a:lnTo>
                    <a:pt x="4595587" y="168"/>
                  </a:lnTo>
                  <a:lnTo>
                    <a:pt x="4602924" y="21"/>
                  </a:lnTo>
                  <a:lnTo>
                    <a:pt x="4609184" y="0"/>
                  </a:lnTo>
                </a:path>
              </a:pathLst>
            </a:custGeom>
            <a:ln w="42036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/>
          <p:cNvGrpSpPr/>
          <p:nvPr/>
        </p:nvGrpSpPr>
        <p:grpSpPr>
          <a:xfrm>
            <a:off x="786706" y="2347919"/>
            <a:ext cx="388620" cy="354965"/>
            <a:chOff x="786706" y="2347919"/>
            <a:chExt cx="388620" cy="354965"/>
          </a:xfrm>
        </p:grpSpPr>
        <p:sp>
          <p:nvSpPr>
            <p:cNvPr id="26" name="object 26"/>
            <p:cNvSpPr/>
            <p:nvPr/>
          </p:nvSpPr>
          <p:spPr>
            <a:xfrm>
              <a:off x="807724" y="2368937"/>
              <a:ext cx="169545" cy="312420"/>
            </a:xfrm>
            <a:custGeom>
              <a:avLst/>
              <a:gdLst/>
              <a:ahLst/>
              <a:cxnLst/>
              <a:rect l="l" t="t" r="r" b="b"/>
              <a:pathLst>
                <a:path w="169544" h="312419">
                  <a:moveTo>
                    <a:pt x="163632" y="38514"/>
                  </a:moveTo>
                  <a:lnTo>
                    <a:pt x="164952" y="31521"/>
                  </a:lnTo>
                  <a:lnTo>
                    <a:pt x="165744" y="24791"/>
                  </a:lnTo>
                  <a:lnTo>
                    <a:pt x="165480" y="18590"/>
                  </a:lnTo>
                  <a:lnTo>
                    <a:pt x="117934" y="0"/>
                  </a:lnTo>
                  <a:lnTo>
                    <a:pt x="101352" y="161"/>
                  </a:lnTo>
                  <a:lnTo>
                    <a:pt x="53469" y="12007"/>
                  </a:lnTo>
                  <a:lnTo>
                    <a:pt x="21009" y="56342"/>
                  </a:lnTo>
                  <a:lnTo>
                    <a:pt x="7169" y="112758"/>
                  </a:lnTo>
                  <a:lnTo>
                    <a:pt x="366" y="175508"/>
                  </a:lnTo>
                  <a:lnTo>
                    <a:pt x="0" y="203320"/>
                  </a:lnTo>
                  <a:lnTo>
                    <a:pt x="1656" y="227702"/>
                  </a:lnTo>
                  <a:lnTo>
                    <a:pt x="10687" y="266524"/>
                  </a:lnTo>
                  <a:lnTo>
                    <a:pt x="36814" y="301623"/>
                  </a:lnTo>
                  <a:lnTo>
                    <a:pt x="74141" y="312384"/>
                  </a:lnTo>
                  <a:lnTo>
                    <a:pt x="88465" y="310317"/>
                  </a:lnTo>
                  <a:lnTo>
                    <a:pt x="135718" y="285056"/>
                  </a:lnTo>
                  <a:lnTo>
                    <a:pt x="169262" y="258079"/>
                  </a:lnTo>
                </a:path>
              </a:pathLst>
            </a:custGeom>
            <a:ln w="4203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95847" y="2438055"/>
              <a:ext cx="179264" cy="222177"/>
            </a:xfrm>
            <a:prstGeom prst="rect">
              <a:avLst/>
            </a:prstGeom>
          </p:spPr>
        </p:pic>
      </p:grpSp>
      <p:grpSp>
        <p:nvGrpSpPr>
          <p:cNvPr id="28" name="object 28"/>
          <p:cNvGrpSpPr/>
          <p:nvPr/>
        </p:nvGrpSpPr>
        <p:grpSpPr>
          <a:xfrm>
            <a:off x="1260569" y="2343974"/>
            <a:ext cx="800100" cy="345440"/>
            <a:chOff x="1260569" y="2343974"/>
            <a:chExt cx="800100" cy="345440"/>
          </a:xfrm>
        </p:grpSpPr>
        <p:sp>
          <p:nvSpPr>
            <p:cNvPr id="29" name="object 29"/>
            <p:cNvSpPr/>
            <p:nvPr/>
          </p:nvSpPr>
          <p:spPr>
            <a:xfrm>
              <a:off x="1281587" y="2429971"/>
              <a:ext cx="185420" cy="238760"/>
            </a:xfrm>
            <a:custGeom>
              <a:avLst/>
              <a:gdLst/>
              <a:ahLst/>
              <a:cxnLst/>
              <a:rect l="l" t="t" r="r" b="b"/>
              <a:pathLst>
                <a:path w="185419" h="238760">
                  <a:moveTo>
                    <a:pt x="21933" y="39409"/>
                  </a:moveTo>
                  <a:lnTo>
                    <a:pt x="17754" y="31125"/>
                  </a:lnTo>
                  <a:lnTo>
                    <a:pt x="13840" y="23809"/>
                  </a:lnTo>
                  <a:lnTo>
                    <a:pt x="10453" y="18429"/>
                  </a:lnTo>
                  <a:lnTo>
                    <a:pt x="7858" y="15951"/>
                  </a:lnTo>
                  <a:lnTo>
                    <a:pt x="6245" y="17358"/>
                  </a:lnTo>
                  <a:lnTo>
                    <a:pt x="5512" y="23692"/>
                  </a:lnTo>
                  <a:lnTo>
                    <a:pt x="5483" y="36007"/>
                  </a:lnTo>
                  <a:lnTo>
                    <a:pt x="5981" y="55360"/>
                  </a:lnTo>
                  <a:lnTo>
                    <a:pt x="6832" y="81955"/>
                  </a:lnTo>
                  <a:lnTo>
                    <a:pt x="7858" y="112597"/>
                  </a:lnTo>
                  <a:lnTo>
                    <a:pt x="8884" y="143239"/>
                  </a:lnTo>
                  <a:lnTo>
                    <a:pt x="9734" y="169834"/>
                  </a:lnTo>
                  <a:lnTo>
                    <a:pt x="10292" y="189348"/>
                  </a:lnTo>
                  <a:lnTo>
                    <a:pt x="10673" y="202792"/>
                  </a:lnTo>
                  <a:lnTo>
                    <a:pt x="11054" y="212190"/>
                  </a:lnTo>
                  <a:lnTo>
                    <a:pt x="11611" y="219565"/>
                  </a:lnTo>
                  <a:lnTo>
                    <a:pt x="12549" y="228948"/>
                  </a:lnTo>
                  <a:lnTo>
                    <a:pt x="14426" y="238331"/>
                  </a:lnTo>
                  <a:lnTo>
                    <a:pt x="15364" y="238331"/>
                  </a:lnTo>
                  <a:lnTo>
                    <a:pt x="15863" y="236308"/>
                  </a:lnTo>
                  <a:lnTo>
                    <a:pt x="15834" y="229182"/>
                  </a:lnTo>
                  <a:lnTo>
                    <a:pt x="15100" y="215372"/>
                  </a:lnTo>
                  <a:lnTo>
                    <a:pt x="13488" y="193292"/>
                  </a:lnTo>
                  <a:lnTo>
                    <a:pt x="10937" y="162416"/>
                  </a:lnTo>
                  <a:lnTo>
                    <a:pt x="7858" y="126437"/>
                  </a:lnTo>
                  <a:lnTo>
                    <a:pt x="4779" y="90107"/>
                  </a:lnTo>
                  <a:lnTo>
                    <a:pt x="2228" y="58175"/>
                  </a:lnTo>
                  <a:lnTo>
                    <a:pt x="630" y="34395"/>
                  </a:lnTo>
                  <a:lnTo>
                    <a:pt x="0" y="18531"/>
                  </a:lnTo>
                  <a:lnTo>
                    <a:pt x="249" y="9353"/>
                  </a:lnTo>
                  <a:lnTo>
                    <a:pt x="1290" y="5629"/>
                  </a:lnTo>
                  <a:lnTo>
                    <a:pt x="3196" y="6362"/>
                  </a:lnTo>
                  <a:lnTo>
                    <a:pt x="6685" y="11494"/>
                  </a:lnTo>
                  <a:lnTo>
                    <a:pt x="12637" y="21200"/>
                  </a:lnTo>
                  <a:lnTo>
                    <a:pt x="21933" y="35655"/>
                  </a:lnTo>
                  <a:lnTo>
                    <a:pt x="51138" y="76707"/>
                  </a:lnTo>
                  <a:lnTo>
                    <a:pt x="86676" y="121980"/>
                  </a:lnTo>
                  <a:lnTo>
                    <a:pt x="119283" y="158692"/>
                  </a:lnTo>
                  <a:lnTo>
                    <a:pt x="154264" y="194157"/>
                  </a:lnTo>
                  <a:lnTo>
                    <a:pt x="173001" y="206428"/>
                  </a:lnTo>
                  <a:lnTo>
                    <a:pt x="177678" y="204948"/>
                  </a:lnTo>
                  <a:lnTo>
                    <a:pt x="181563" y="200212"/>
                  </a:lnTo>
                  <a:lnTo>
                    <a:pt x="184217" y="191782"/>
                  </a:lnTo>
                  <a:lnTo>
                    <a:pt x="185199" y="179217"/>
                  </a:lnTo>
                  <a:lnTo>
                    <a:pt x="184217" y="162342"/>
                  </a:lnTo>
                  <a:lnTo>
                    <a:pt x="177678" y="119444"/>
                  </a:lnTo>
                  <a:lnTo>
                    <a:pt x="167913" y="71780"/>
                  </a:lnTo>
                  <a:lnTo>
                    <a:pt x="157035" y="23926"/>
                  </a:lnTo>
                  <a:lnTo>
                    <a:pt x="151420" y="0"/>
                  </a:lnTo>
                </a:path>
              </a:pathLst>
            </a:custGeom>
            <a:ln w="4203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553110" y="2380241"/>
              <a:ext cx="150495" cy="237490"/>
            </a:xfrm>
            <a:custGeom>
              <a:avLst/>
              <a:gdLst/>
              <a:ahLst/>
              <a:cxnLst/>
              <a:rect l="l" t="t" r="r" b="b"/>
              <a:pathLst>
                <a:path w="150494" h="237489">
                  <a:moveTo>
                    <a:pt x="20642" y="60990"/>
                  </a:moveTo>
                  <a:lnTo>
                    <a:pt x="17857" y="52765"/>
                  </a:lnTo>
                  <a:lnTo>
                    <a:pt x="15247" y="45860"/>
                  </a:lnTo>
                  <a:lnTo>
                    <a:pt x="12989" y="41593"/>
                  </a:lnTo>
                  <a:lnTo>
                    <a:pt x="11259" y="41285"/>
                  </a:lnTo>
                  <a:lnTo>
                    <a:pt x="10204" y="45933"/>
                  </a:lnTo>
                  <a:lnTo>
                    <a:pt x="9852" y="55243"/>
                  </a:lnTo>
                  <a:lnTo>
                    <a:pt x="10204" y="68599"/>
                  </a:lnTo>
                  <a:lnTo>
                    <a:pt x="15247" y="125616"/>
                  </a:lnTo>
                  <a:lnTo>
                    <a:pt x="20642" y="165143"/>
                  </a:lnTo>
                  <a:lnTo>
                    <a:pt x="28691" y="206047"/>
                  </a:lnTo>
                  <a:lnTo>
                    <a:pt x="30964" y="215811"/>
                  </a:lnTo>
                  <a:lnTo>
                    <a:pt x="33779" y="228010"/>
                  </a:lnTo>
                  <a:lnTo>
                    <a:pt x="35655" y="237393"/>
                  </a:lnTo>
                  <a:lnTo>
                    <a:pt x="36594" y="236454"/>
                  </a:lnTo>
                  <a:lnTo>
                    <a:pt x="37048" y="233698"/>
                  </a:lnTo>
                  <a:lnTo>
                    <a:pt x="31902" y="195169"/>
                  </a:lnTo>
                  <a:lnTo>
                    <a:pt x="20525" y="142388"/>
                  </a:lnTo>
                  <a:lnTo>
                    <a:pt x="14089" y="113887"/>
                  </a:lnTo>
                  <a:lnTo>
                    <a:pt x="8444" y="88201"/>
                  </a:lnTo>
                  <a:lnTo>
                    <a:pt x="4354" y="67763"/>
                  </a:lnTo>
                  <a:lnTo>
                    <a:pt x="1759" y="52076"/>
                  </a:lnTo>
                  <a:lnTo>
                    <a:pt x="395" y="39907"/>
                  </a:lnTo>
                  <a:lnTo>
                    <a:pt x="0" y="30026"/>
                  </a:lnTo>
                  <a:lnTo>
                    <a:pt x="454" y="21434"/>
                  </a:lnTo>
                  <a:lnTo>
                    <a:pt x="33661" y="0"/>
                  </a:lnTo>
                  <a:lnTo>
                    <a:pt x="48484" y="322"/>
                  </a:lnTo>
                  <a:lnTo>
                    <a:pt x="65681" y="1876"/>
                  </a:lnTo>
                  <a:lnTo>
                    <a:pt x="84946" y="4471"/>
                  </a:lnTo>
                  <a:lnTo>
                    <a:pt x="105794" y="7858"/>
                  </a:lnTo>
                  <a:lnTo>
                    <a:pt x="127698" y="11772"/>
                  </a:lnTo>
                  <a:lnTo>
                    <a:pt x="150130" y="15951"/>
                  </a:lnTo>
                </a:path>
              </a:pathLst>
            </a:custGeom>
            <a:ln w="4203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585013" y="2497530"/>
              <a:ext cx="62230" cy="11430"/>
            </a:xfrm>
            <a:custGeom>
              <a:avLst/>
              <a:gdLst/>
              <a:ahLst/>
              <a:cxnLst/>
              <a:rect l="l" t="t" r="r" b="b"/>
              <a:pathLst>
                <a:path w="62230" h="11430">
                  <a:moveTo>
                    <a:pt x="0" y="11259"/>
                  </a:moveTo>
                  <a:lnTo>
                    <a:pt x="15482" y="8444"/>
                  </a:lnTo>
                  <a:lnTo>
                    <a:pt x="30964" y="5629"/>
                  </a:lnTo>
                  <a:lnTo>
                    <a:pt x="46446" y="2814"/>
                  </a:lnTo>
                  <a:lnTo>
                    <a:pt x="61928" y="0"/>
                  </a:lnTo>
                </a:path>
              </a:pathLst>
            </a:custGeom>
            <a:ln w="4203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761416" y="2389623"/>
              <a:ext cx="20955" cy="217170"/>
            </a:xfrm>
            <a:custGeom>
              <a:avLst/>
              <a:gdLst/>
              <a:ahLst/>
              <a:cxnLst/>
              <a:rect l="l" t="t" r="r" b="b"/>
              <a:pathLst>
                <a:path w="20955" h="217169">
                  <a:moveTo>
                    <a:pt x="3753" y="23457"/>
                  </a:moveTo>
                  <a:lnTo>
                    <a:pt x="3753" y="12198"/>
                  </a:lnTo>
                  <a:lnTo>
                    <a:pt x="3753" y="938"/>
                  </a:lnTo>
                  <a:lnTo>
                    <a:pt x="2814" y="0"/>
                  </a:lnTo>
                  <a:lnTo>
                    <a:pt x="1979" y="1334"/>
                  </a:lnTo>
                  <a:lnTo>
                    <a:pt x="1055" y="7154"/>
                  </a:lnTo>
                  <a:lnTo>
                    <a:pt x="307" y="18077"/>
                  </a:lnTo>
                  <a:lnTo>
                    <a:pt x="0" y="34717"/>
                  </a:lnTo>
                  <a:lnTo>
                    <a:pt x="322" y="57061"/>
                  </a:lnTo>
                  <a:lnTo>
                    <a:pt x="2375" y="108081"/>
                  </a:lnTo>
                  <a:lnTo>
                    <a:pt x="5160" y="147285"/>
                  </a:lnTo>
                  <a:lnTo>
                    <a:pt x="9383" y="179217"/>
                  </a:lnTo>
                  <a:lnTo>
                    <a:pt x="10790" y="189509"/>
                  </a:lnTo>
                  <a:lnTo>
                    <a:pt x="12198" y="199626"/>
                  </a:lnTo>
                  <a:lnTo>
                    <a:pt x="13605" y="207982"/>
                  </a:lnTo>
                  <a:lnTo>
                    <a:pt x="15013" y="212997"/>
                  </a:lnTo>
                  <a:lnTo>
                    <a:pt x="16889" y="216750"/>
                  </a:lnTo>
                  <a:lnTo>
                    <a:pt x="18766" y="207367"/>
                  </a:lnTo>
                  <a:lnTo>
                    <a:pt x="20642" y="197983"/>
                  </a:lnTo>
                </a:path>
              </a:pathLst>
            </a:custGeom>
            <a:ln w="4203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1860877" y="2364993"/>
              <a:ext cx="178435" cy="252095"/>
            </a:xfrm>
            <a:custGeom>
              <a:avLst/>
              <a:gdLst/>
              <a:ahLst/>
              <a:cxnLst/>
              <a:rect l="l" t="t" r="r" b="b"/>
              <a:pathLst>
                <a:path w="178435" h="252094">
                  <a:moveTo>
                    <a:pt x="0" y="31198"/>
                  </a:moveTo>
                  <a:lnTo>
                    <a:pt x="8327" y="99343"/>
                  </a:lnTo>
                  <a:lnTo>
                    <a:pt x="15951" y="154117"/>
                  </a:lnTo>
                  <a:lnTo>
                    <a:pt x="24528" y="196605"/>
                  </a:lnTo>
                  <a:lnTo>
                    <a:pt x="26272" y="204786"/>
                  </a:lnTo>
                  <a:lnTo>
                    <a:pt x="19338" y="152167"/>
                  </a:lnTo>
                  <a:lnTo>
                    <a:pt x="14851" y="84345"/>
                  </a:lnTo>
                  <a:lnTo>
                    <a:pt x="12124" y="32738"/>
                  </a:lnTo>
                  <a:lnTo>
                    <a:pt x="12080" y="17945"/>
                  </a:lnTo>
                  <a:lnTo>
                    <a:pt x="13268" y="8606"/>
                  </a:lnTo>
                  <a:lnTo>
                    <a:pt x="15951" y="3049"/>
                  </a:lnTo>
                  <a:lnTo>
                    <a:pt x="20496" y="29"/>
                  </a:lnTo>
                  <a:lnTo>
                    <a:pt x="27680" y="0"/>
                  </a:lnTo>
                  <a:lnTo>
                    <a:pt x="38382" y="3841"/>
                  </a:lnTo>
                  <a:lnTo>
                    <a:pt x="73276" y="26170"/>
                  </a:lnTo>
                  <a:lnTo>
                    <a:pt x="118139" y="62441"/>
                  </a:lnTo>
                  <a:lnTo>
                    <a:pt x="153032" y="97408"/>
                  </a:lnTo>
                  <a:lnTo>
                    <a:pt x="175464" y="139104"/>
                  </a:lnTo>
                  <a:lnTo>
                    <a:pt x="178396" y="166315"/>
                  </a:lnTo>
                  <a:lnTo>
                    <a:pt x="176124" y="180009"/>
                  </a:lnTo>
                  <a:lnTo>
                    <a:pt x="150599" y="218861"/>
                  </a:lnTo>
                  <a:lnTo>
                    <a:pt x="106293" y="245104"/>
                  </a:lnTo>
                  <a:lnTo>
                    <a:pt x="63805" y="251702"/>
                  </a:lnTo>
                  <a:lnTo>
                    <a:pt x="53879" y="250177"/>
                  </a:lnTo>
                  <a:lnTo>
                    <a:pt x="28149" y="216984"/>
                  </a:lnTo>
                </a:path>
              </a:pathLst>
            </a:custGeom>
            <a:ln w="4203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" name="object 34"/>
          <p:cNvGrpSpPr/>
          <p:nvPr/>
        </p:nvGrpSpPr>
        <p:grpSpPr>
          <a:xfrm>
            <a:off x="2106663" y="2304654"/>
            <a:ext cx="1256030" cy="344170"/>
            <a:chOff x="2106663" y="2304654"/>
            <a:chExt cx="1256030" cy="344170"/>
          </a:xfrm>
        </p:grpSpPr>
        <p:sp>
          <p:nvSpPr>
            <p:cNvPr id="35" name="object 35"/>
            <p:cNvSpPr/>
            <p:nvPr/>
          </p:nvSpPr>
          <p:spPr>
            <a:xfrm>
              <a:off x="2127681" y="2379302"/>
              <a:ext cx="155575" cy="248920"/>
            </a:xfrm>
            <a:custGeom>
              <a:avLst/>
              <a:gdLst/>
              <a:ahLst/>
              <a:cxnLst/>
              <a:rect l="l" t="t" r="r" b="b"/>
              <a:pathLst>
                <a:path w="155575" h="248919">
                  <a:moveTo>
                    <a:pt x="31580" y="22519"/>
                  </a:moveTo>
                  <a:lnTo>
                    <a:pt x="24704" y="16948"/>
                  </a:lnTo>
                  <a:lnTo>
                    <a:pt x="18795" y="11728"/>
                  </a:lnTo>
                  <a:lnTo>
                    <a:pt x="14822" y="7213"/>
                  </a:lnTo>
                  <a:lnTo>
                    <a:pt x="13752" y="3753"/>
                  </a:lnTo>
                  <a:lnTo>
                    <a:pt x="14690" y="0"/>
                  </a:lnTo>
                  <a:lnTo>
                    <a:pt x="25950" y="0"/>
                  </a:lnTo>
                  <a:lnTo>
                    <a:pt x="34395" y="0"/>
                  </a:lnTo>
                  <a:lnTo>
                    <a:pt x="42839" y="0"/>
                  </a:lnTo>
                  <a:lnTo>
                    <a:pt x="48469" y="0"/>
                  </a:lnTo>
                  <a:lnTo>
                    <a:pt x="46593" y="0"/>
                  </a:lnTo>
                  <a:lnTo>
                    <a:pt x="44716" y="0"/>
                  </a:lnTo>
                  <a:lnTo>
                    <a:pt x="35333" y="0"/>
                  </a:lnTo>
                  <a:lnTo>
                    <a:pt x="25011" y="938"/>
                  </a:lnTo>
                  <a:lnTo>
                    <a:pt x="0" y="14397"/>
                  </a:lnTo>
                  <a:lnTo>
                    <a:pt x="2023" y="21346"/>
                  </a:lnTo>
                  <a:lnTo>
                    <a:pt x="6157" y="30759"/>
                  </a:lnTo>
                  <a:lnTo>
                    <a:pt x="11875" y="43162"/>
                  </a:lnTo>
                  <a:lnTo>
                    <a:pt x="18619" y="58864"/>
                  </a:lnTo>
                  <a:lnTo>
                    <a:pt x="32459" y="97657"/>
                  </a:lnTo>
                  <a:lnTo>
                    <a:pt x="42253" y="141025"/>
                  </a:lnTo>
                  <a:lnTo>
                    <a:pt x="46593" y="182633"/>
                  </a:lnTo>
                  <a:lnTo>
                    <a:pt x="48147" y="216266"/>
                  </a:lnTo>
                  <a:lnTo>
                    <a:pt x="48938" y="228831"/>
                  </a:lnTo>
                  <a:lnTo>
                    <a:pt x="50434" y="238404"/>
                  </a:lnTo>
                  <a:lnTo>
                    <a:pt x="53161" y="244899"/>
                  </a:lnTo>
                  <a:lnTo>
                    <a:pt x="57618" y="248242"/>
                  </a:lnTo>
                  <a:lnTo>
                    <a:pt x="64186" y="248418"/>
                  </a:lnTo>
                  <a:lnTo>
                    <a:pt x="73217" y="245427"/>
                  </a:lnTo>
                  <a:lnTo>
                    <a:pt x="85063" y="239269"/>
                  </a:lnTo>
                  <a:lnTo>
                    <a:pt x="99886" y="230077"/>
                  </a:lnTo>
                  <a:lnTo>
                    <a:pt x="117083" y="218509"/>
                  </a:lnTo>
                  <a:lnTo>
                    <a:pt x="135864" y="205358"/>
                  </a:lnTo>
                  <a:lnTo>
                    <a:pt x="155437" y="191415"/>
                  </a:lnTo>
                </a:path>
              </a:pathLst>
            </a:custGeom>
            <a:ln w="4203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2159261" y="2475011"/>
              <a:ext cx="95885" cy="22860"/>
            </a:xfrm>
            <a:custGeom>
              <a:avLst/>
              <a:gdLst/>
              <a:ahLst/>
              <a:cxnLst/>
              <a:rect l="l" t="t" r="r" b="b"/>
              <a:pathLst>
                <a:path w="95885" h="22860">
                  <a:moveTo>
                    <a:pt x="0" y="22519"/>
                  </a:moveTo>
                  <a:lnTo>
                    <a:pt x="23926" y="16889"/>
                  </a:lnTo>
                  <a:lnTo>
                    <a:pt x="47853" y="11259"/>
                  </a:lnTo>
                  <a:lnTo>
                    <a:pt x="71780" y="5629"/>
                  </a:lnTo>
                  <a:lnTo>
                    <a:pt x="95707" y="0"/>
                  </a:lnTo>
                </a:path>
              </a:pathLst>
            </a:custGeom>
            <a:ln w="4203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2138617" y="2379302"/>
              <a:ext cx="105410" cy="17145"/>
            </a:xfrm>
            <a:custGeom>
              <a:avLst/>
              <a:gdLst/>
              <a:ahLst/>
              <a:cxnLst/>
              <a:rect l="l" t="t" r="r" b="b"/>
              <a:pathLst>
                <a:path w="105410" h="17144">
                  <a:moveTo>
                    <a:pt x="15013" y="16889"/>
                  </a:moveTo>
                  <a:lnTo>
                    <a:pt x="7506" y="11259"/>
                  </a:lnTo>
                  <a:lnTo>
                    <a:pt x="0" y="5629"/>
                  </a:lnTo>
                  <a:lnTo>
                    <a:pt x="4691" y="2814"/>
                  </a:lnTo>
                  <a:lnTo>
                    <a:pt x="10336" y="1187"/>
                  </a:lnTo>
                  <a:lnTo>
                    <a:pt x="19587" y="351"/>
                  </a:lnTo>
                  <a:lnTo>
                    <a:pt x="31477" y="43"/>
                  </a:lnTo>
                  <a:lnTo>
                    <a:pt x="45039" y="0"/>
                  </a:lnTo>
                  <a:lnTo>
                    <a:pt x="59436" y="0"/>
                  </a:lnTo>
                  <a:lnTo>
                    <a:pt x="74361" y="0"/>
                  </a:lnTo>
                  <a:lnTo>
                    <a:pt x="89638" y="0"/>
                  </a:lnTo>
                  <a:lnTo>
                    <a:pt x="105091" y="0"/>
                  </a:lnTo>
                </a:path>
              </a:pathLst>
            </a:custGeom>
            <a:ln w="4203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2364927" y="2345523"/>
              <a:ext cx="187325" cy="234950"/>
            </a:xfrm>
            <a:custGeom>
              <a:avLst/>
              <a:gdLst/>
              <a:ahLst/>
              <a:cxnLst/>
              <a:rect l="l" t="t" r="r" b="b"/>
              <a:pathLst>
                <a:path w="187325" h="234950">
                  <a:moveTo>
                    <a:pt x="8268" y="56298"/>
                  </a:moveTo>
                  <a:lnTo>
                    <a:pt x="6392" y="45039"/>
                  </a:lnTo>
                  <a:lnTo>
                    <a:pt x="4515" y="33779"/>
                  </a:lnTo>
                  <a:lnTo>
                    <a:pt x="2639" y="32840"/>
                  </a:lnTo>
                  <a:lnTo>
                    <a:pt x="1290" y="34248"/>
                  </a:lnTo>
                  <a:lnTo>
                    <a:pt x="293" y="40582"/>
                  </a:lnTo>
                  <a:lnTo>
                    <a:pt x="0" y="52897"/>
                  </a:lnTo>
                  <a:lnTo>
                    <a:pt x="762" y="72250"/>
                  </a:lnTo>
                  <a:lnTo>
                    <a:pt x="5923" y="129721"/>
                  </a:lnTo>
                  <a:lnTo>
                    <a:pt x="13898" y="188600"/>
                  </a:lnTo>
                  <a:lnTo>
                    <a:pt x="24982" y="232012"/>
                  </a:lnTo>
                  <a:lnTo>
                    <a:pt x="27035" y="234578"/>
                  </a:lnTo>
                  <a:lnTo>
                    <a:pt x="27753" y="231997"/>
                  </a:lnTo>
                  <a:lnTo>
                    <a:pt x="27152" y="223787"/>
                  </a:lnTo>
                  <a:lnTo>
                    <a:pt x="25319" y="209243"/>
                  </a:lnTo>
                  <a:lnTo>
                    <a:pt x="22343" y="187662"/>
                  </a:lnTo>
                  <a:lnTo>
                    <a:pt x="18399" y="159131"/>
                  </a:lnTo>
                  <a:lnTo>
                    <a:pt x="14016" y="126906"/>
                  </a:lnTo>
                  <a:lnTo>
                    <a:pt x="9808" y="95033"/>
                  </a:lnTo>
                  <a:lnTo>
                    <a:pt x="6392" y="67558"/>
                  </a:lnTo>
                  <a:lnTo>
                    <a:pt x="4266" y="47634"/>
                  </a:lnTo>
                  <a:lnTo>
                    <a:pt x="3460" y="34834"/>
                  </a:lnTo>
                  <a:lnTo>
                    <a:pt x="3885" y="27841"/>
                  </a:lnTo>
                  <a:lnTo>
                    <a:pt x="5453" y="25334"/>
                  </a:lnTo>
                  <a:lnTo>
                    <a:pt x="8312" y="26390"/>
                  </a:lnTo>
                  <a:lnTo>
                    <a:pt x="13546" y="31668"/>
                  </a:lnTo>
                  <a:lnTo>
                    <a:pt x="22475" y="42224"/>
                  </a:lnTo>
                  <a:lnTo>
                    <a:pt x="36418" y="59113"/>
                  </a:lnTo>
                  <a:lnTo>
                    <a:pt x="55961" y="82615"/>
                  </a:lnTo>
                  <a:lnTo>
                    <a:pt x="78759" y="109899"/>
                  </a:lnTo>
                  <a:lnTo>
                    <a:pt x="101733" y="137360"/>
                  </a:lnTo>
                  <a:lnTo>
                    <a:pt x="121804" y="161389"/>
                  </a:lnTo>
                  <a:lnTo>
                    <a:pt x="147139" y="191650"/>
                  </a:lnTo>
                  <a:lnTo>
                    <a:pt x="179422" y="217776"/>
                  </a:lnTo>
                  <a:lnTo>
                    <a:pt x="183733" y="217688"/>
                  </a:lnTo>
                  <a:lnTo>
                    <a:pt x="186372" y="214712"/>
                  </a:lnTo>
                  <a:lnTo>
                    <a:pt x="187252" y="207953"/>
                  </a:lnTo>
                  <a:lnTo>
                    <a:pt x="186372" y="196444"/>
                  </a:lnTo>
                  <a:lnTo>
                    <a:pt x="179452" y="155935"/>
                  </a:lnTo>
                  <a:lnTo>
                    <a:pt x="168427" y="100575"/>
                  </a:lnTo>
                  <a:lnTo>
                    <a:pt x="163090" y="74126"/>
                  </a:lnTo>
                  <a:lnTo>
                    <a:pt x="158648" y="51592"/>
                  </a:lnTo>
                  <a:lnTo>
                    <a:pt x="154997" y="32489"/>
                  </a:lnTo>
                  <a:lnTo>
                    <a:pt x="151874" y="15672"/>
                  </a:lnTo>
                  <a:lnTo>
                    <a:pt x="149015" y="0"/>
                  </a:lnTo>
                </a:path>
              </a:pathLst>
            </a:custGeom>
            <a:ln w="4203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11153" y="2324505"/>
              <a:ext cx="250341" cy="272860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2905043" y="2325672"/>
              <a:ext cx="177800" cy="257810"/>
            </a:xfrm>
            <a:custGeom>
              <a:avLst/>
              <a:gdLst/>
              <a:ahLst/>
              <a:cxnLst/>
              <a:rect l="l" t="t" r="r" b="b"/>
              <a:pathLst>
                <a:path w="177800" h="257810">
                  <a:moveTo>
                    <a:pt x="81809" y="42370"/>
                  </a:moveTo>
                  <a:lnTo>
                    <a:pt x="83685" y="31110"/>
                  </a:lnTo>
                  <a:lnTo>
                    <a:pt x="85562" y="19851"/>
                  </a:lnTo>
                  <a:lnTo>
                    <a:pt x="83685" y="20789"/>
                  </a:lnTo>
                  <a:lnTo>
                    <a:pt x="65857" y="63951"/>
                  </a:lnTo>
                  <a:lnTo>
                    <a:pt x="47912" y="115910"/>
                  </a:lnTo>
                  <a:lnTo>
                    <a:pt x="38280" y="144045"/>
                  </a:lnTo>
                  <a:lnTo>
                    <a:pt x="29263" y="169981"/>
                  </a:lnTo>
                  <a:lnTo>
                    <a:pt x="21507" y="191577"/>
                  </a:lnTo>
                  <a:lnTo>
                    <a:pt x="15071" y="209038"/>
                  </a:lnTo>
                  <a:lnTo>
                    <a:pt x="9866" y="223157"/>
                  </a:lnTo>
                  <a:lnTo>
                    <a:pt x="5805" y="234724"/>
                  </a:lnTo>
                  <a:lnTo>
                    <a:pt x="2814" y="244313"/>
                  </a:lnTo>
                  <a:lnTo>
                    <a:pt x="879" y="251614"/>
                  </a:lnTo>
                  <a:lnTo>
                    <a:pt x="0" y="256100"/>
                  </a:lnTo>
                  <a:lnTo>
                    <a:pt x="175" y="257244"/>
                  </a:lnTo>
                  <a:lnTo>
                    <a:pt x="13312" y="212205"/>
                  </a:lnTo>
                  <a:lnTo>
                    <a:pt x="28442" y="151566"/>
                  </a:lnTo>
                  <a:lnTo>
                    <a:pt x="36667" y="118124"/>
                  </a:lnTo>
                  <a:lnTo>
                    <a:pt x="44276" y="87409"/>
                  </a:lnTo>
                  <a:lnTo>
                    <a:pt x="56122" y="42605"/>
                  </a:lnTo>
                  <a:lnTo>
                    <a:pt x="76179" y="2257"/>
                  </a:lnTo>
                  <a:lnTo>
                    <a:pt x="81427" y="0"/>
                  </a:lnTo>
                  <a:lnTo>
                    <a:pt x="86500" y="1084"/>
                  </a:lnTo>
                  <a:lnTo>
                    <a:pt x="109958" y="51753"/>
                  </a:lnTo>
                  <a:lnTo>
                    <a:pt x="129780" y="112626"/>
                  </a:lnTo>
                  <a:lnTo>
                    <a:pt x="140439" y="144778"/>
                  </a:lnTo>
                  <a:lnTo>
                    <a:pt x="150305" y="172796"/>
                  </a:lnTo>
                  <a:lnTo>
                    <a:pt x="158648" y="193717"/>
                  </a:lnTo>
                  <a:lnTo>
                    <a:pt x="165670" y="208569"/>
                  </a:lnTo>
                  <a:lnTo>
                    <a:pt x="171813" y="219374"/>
                  </a:lnTo>
                  <a:lnTo>
                    <a:pt x="177517" y="228156"/>
                  </a:lnTo>
                </a:path>
              </a:pathLst>
            </a:custGeom>
            <a:ln w="4203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2953073" y="2475011"/>
              <a:ext cx="79375" cy="11430"/>
            </a:xfrm>
            <a:custGeom>
              <a:avLst/>
              <a:gdLst/>
              <a:ahLst/>
              <a:cxnLst/>
              <a:rect l="l" t="t" r="r" b="b"/>
              <a:pathLst>
                <a:path w="79375" h="11430">
                  <a:moveTo>
                    <a:pt x="0" y="11259"/>
                  </a:moveTo>
                  <a:lnTo>
                    <a:pt x="19704" y="8444"/>
                  </a:lnTo>
                  <a:lnTo>
                    <a:pt x="39409" y="5629"/>
                  </a:lnTo>
                  <a:lnTo>
                    <a:pt x="59113" y="2814"/>
                  </a:lnTo>
                  <a:lnTo>
                    <a:pt x="78818" y="0"/>
                  </a:lnTo>
                </a:path>
              </a:pathLst>
            </a:custGeom>
            <a:ln w="4203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3133229" y="2326756"/>
              <a:ext cx="208915" cy="257175"/>
            </a:xfrm>
            <a:custGeom>
              <a:avLst/>
              <a:gdLst/>
              <a:ahLst/>
              <a:cxnLst/>
              <a:rect l="l" t="t" r="r" b="b"/>
              <a:pathLst>
                <a:path w="208914" h="257175">
                  <a:moveTo>
                    <a:pt x="0" y="18766"/>
                  </a:moveTo>
                  <a:lnTo>
                    <a:pt x="0" y="9383"/>
                  </a:lnTo>
                  <a:lnTo>
                    <a:pt x="0" y="0"/>
                  </a:lnTo>
                  <a:lnTo>
                    <a:pt x="938" y="938"/>
                  </a:lnTo>
                  <a:lnTo>
                    <a:pt x="1847" y="3665"/>
                  </a:lnTo>
                  <a:lnTo>
                    <a:pt x="3284" y="10790"/>
                  </a:lnTo>
                  <a:lnTo>
                    <a:pt x="5424" y="22842"/>
                  </a:lnTo>
                  <a:lnTo>
                    <a:pt x="8444" y="40347"/>
                  </a:lnTo>
                  <a:lnTo>
                    <a:pt x="12417" y="63350"/>
                  </a:lnTo>
                  <a:lnTo>
                    <a:pt x="21771" y="117802"/>
                  </a:lnTo>
                  <a:lnTo>
                    <a:pt x="30143" y="168104"/>
                  </a:lnTo>
                  <a:lnTo>
                    <a:pt x="37532" y="219565"/>
                  </a:lnTo>
                  <a:lnTo>
                    <a:pt x="38690" y="230883"/>
                  </a:lnTo>
                  <a:lnTo>
                    <a:pt x="39761" y="239738"/>
                  </a:lnTo>
                  <a:lnTo>
                    <a:pt x="41359" y="246483"/>
                  </a:lnTo>
                  <a:lnTo>
                    <a:pt x="44100" y="251467"/>
                  </a:lnTo>
                  <a:lnTo>
                    <a:pt x="48718" y="254927"/>
                  </a:lnTo>
                  <a:lnTo>
                    <a:pt x="56416" y="256628"/>
                  </a:lnTo>
                  <a:lnTo>
                    <a:pt x="68511" y="256218"/>
                  </a:lnTo>
                  <a:lnTo>
                    <a:pt x="86324" y="253344"/>
                  </a:lnTo>
                  <a:lnTo>
                    <a:pt x="110662" y="247831"/>
                  </a:lnTo>
                  <a:lnTo>
                    <a:pt x="140277" y="240208"/>
                  </a:lnTo>
                  <a:lnTo>
                    <a:pt x="173411" y="231176"/>
                  </a:lnTo>
                  <a:lnTo>
                    <a:pt x="208305" y="221441"/>
                  </a:lnTo>
                </a:path>
              </a:pathLst>
            </a:custGeom>
            <a:ln w="4203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3" name="object 43"/>
          <p:cNvGrpSpPr/>
          <p:nvPr/>
        </p:nvGrpSpPr>
        <p:grpSpPr>
          <a:xfrm>
            <a:off x="3492536" y="2117270"/>
            <a:ext cx="760095" cy="543560"/>
            <a:chOff x="3492536" y="2117270"/>
            <a:chExt cx="760095" cy="543560"/>
          </a:xfrm>
        </p:grpSpPr>
        <p:sp>
          <p:nvSpPr>
            <p:cNvPr id="44" name="object 44"/>
            <p:cNvSpPr/>
            <p:nvPr/>
          </p:nvSpPr>
          <p:spPr>
            <a:xfrm>
              <a:off x="3513554" y="2138288"/>
              <a:ext cx="149225" cy="501650"/>
            </a:xfrm>
            <a:custGeom>
              <a:avLst/>
              <a:gdLst/>
              <a:ahLst/>
              <a:cxnLst/>
              <a:rect l="l" t="t" r="r" b="b"/>
              <a:pathLst>
                <a:path w="149225" h="501650">
                  <a:moveTo>
                    <a:pt x="115104" y="32708"/>
                  </a:moveTo>
                  <a:lnTo>
                    <a:pt x="111175" y="0"/>
                  </a:lnTo>
                  <a:lnTo>
                    <a:pt x="104783" y="2565"/>
                  </a:lnTo>
                  <a:lnTo>
                    <a:pt x="67690" y="47135"/>
                  </a:lnTo>
                  <a:lnTo>
                    <a:pt x="33852" y="108595"/>
                  </a:lnTo>
                  <a:lnTo>
                    <a:pt x="19396" y="145306"/>
                  </a:lnTo>
                  <a:lnTo>
                    <a:pt x="8826" y="184217"/>
                  </a:lnTo>
                  <a:lnTo>
                    <a:pt x="2389" y="224359"/>
                  </a:lnTo>
                  <a:lnTo>
                    <a:pt x="0" y="264853"/>
                  </a:lnTo>
                  <a:lnTo>
                    <a:pt x="1568" y="304819"/>
                  </a:lnTo>
                  <a:lnTo>
                    <a:pt x="6846" y="343334"/>
                  </a:lnTo>
                  <a:lnTo>
                    <a:pt x="24791" y="411567"/>
                  </a:lnTo>
                  <a:lnTo>
                    <a:pt x="45786" y="460740"/>
                  </a:lnTo>
                  <a:lnTo>
                    <a:pt x="78510" y="496235"/>
                  </a:lnTo>
                  <a:lnTo>
                    <a:pt x="103375" y="501161"/>
                  </a:lnTo>
                  <a:lnTo>
                    <a:pt x="115192" y="499666"/>
                  </a:lnTo>
                  <a:lnTo>
                    <a:pt x="125425" y="496235"/>
                  </a:lnTo>
                  <a:lnTo>
                    <a:pt x="133445" y="491368"/>
                  </a:lnTo>
                  <a:lnTo>
                    <a:pt x="139618" y="485444"/>
                  </a:lnTo>
                  <a:lnTo>
                    <a:pt x="144558" y="478818"/>
                  </a:lnTo>
                  <a:lnTo>
                    <a:pt x="148883" y="471839"/>
                  </a:lnTo>
                </a:path>
              </a:pathLst>
            </a:custGeom>
            <a:ln w="4203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3707477" y="2249816"/>
              <a:ext cx="152400" cy="273050"/>
            </a:xfrm>
            <a:custGeom>
              <a:avLst/>
              <a:gdLst/>
              <a:ahLst/>
              <a:cxnLst/>
              <a:rect l="l" t="t" r="r" b="b"/>
              <a:pathLst>
                <a:path w="152400" h="273050">
                  <a:moveTo>
                    <a:pt x="0" y="0"/>
                  </a:moveTo>
                  <a:lnTo>
                    <a:pt x="4193" y="47516"/>
                  </a:lnTo>
                  <a:lnTo>
                    <a:pt x="8210" y="93010"/>
                  </a:lnTo>
                  <a:lnTo>
                    <a:pt x="11875" y="134457"/>
                  </a:lnTo>
                  <a:lnTo>
                    <a:pt x="17505" y="197705"/>
                  </a:lnTo>
                  <a:lnTo>
                    <a:pt x="22519" y="247714"/>
                  </a:lnTo>
                  <a:lnTo>
                    <a:pt x="43162" y="273049"/>
                  </a:lnTo>
                  <a:lnTo>
                    <a:pt x="58234" y="272301"/>
                  </a:lnTo>
                  <a:lnTo>
                    <a:pt x="112597" y="258974"/>
                  </a:lnTo>
                  <a:lnTo>
                    <a:pt x="144793" y="242084"/>
                  </a:lnTo>
                  <a:lnTo>
                    <a:pt x="152006" y="236454"/>
                  </a:lnTo>
                </a:path>
              </a:pathLst>
            </a:custGeom>
            <a:ln w="4203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3897602" y="2309868"/>
              <a:ext cx="334010" cy="203835"/>
            </a:xfrm>
            <a:custGeom>
              <a:avLst/>
              <a:gdLst/>
              <a:ahLst/>
              <a:cxnLst/>
              <a:rect l="l" t="t" r="r" b="b"/>
              <a:pathLst>
                <a:path w="334010" h="203835">
                  <a:moveTo>
                    <a:pt x="6920" y="108844"/>
                  </a:moveTo>
                  <a:lnTo>
                    <a:pt x="47956" y="110691"/>
                  </a:lnTo>
                  <a:lnTo>
                    <a:pt x="88377" y="91294"/>
                  </a:lnTo>
                  <a:lnTo>
                    <a:pt x="83597" y="46402"/>
                  </a:lnTo>
                  <a:lnTo>
                    <a:pt x="54539" y="20877"/>
                  </a:lnTo>
                  <a:lnTo>
                    <a:pt x="13722" y="32723"/>
                  </a:lnTo>
                  <a:lnTo>
                    <a:pt x="0" y="83495"/>
                  </a:lnTo>
                  <a:lnTo>
                    <a:pt x="586" y="106146"/>
                  </a:lnTo>
                  <a:lnTo>
                    <a:pt x="11611" y="150130"/>
                  </a:lnTo>
                  <a:lnTo>
                    <a:pt x="37297" y="181798"/>
                  </a:lnTo>
                  <a:lnTo>
                    <a:pt x="76355" y="195169"/>
                  </a:lnTo>
                  <a:lnTo>
                    <a:pt x="124209" y="187310"/>
                  </a:lnTo>
                  <a:lnTo>
                    <a:pt x="166433" y="160451"/>
                  </a:lnTo>
                  <a:lnTo>
                    <a:pt x="190360" y="120338"/>
                  </a:lnTo>
                  <a:lnTo>
                    <a:pt x="200212" y="81633"/>
                  </a:lnTo>
                  <a:lnTo>
                    <a:pt x="203027" y="41285"/>
                  </a:lnTo>
                  <a:lnTo>
                    <a:pt x="214477" y="78715"/>
                  </a:lnTo>
                  <a:lnTo>
                    <a:pt x="234094" y="127302"/>
                  </a:lnTo>
                  <a:lnTo>
                    <a:pt x="250852" y="163647"/>
                  </a:lnTo>
                  <a:lnTo>
                    <a:pt x="277154" y="202675"/>
                  </a:lnTo>
                  <a:lnTo>
                    <a:pt x="283722" y="203613"/>
                  </a:lnTo>
                  <a:lnTo>
                    <a:pt x="288809" y="202851"/>
                  </a:lnTo>
                  <a:lnTo>
                    <a:pt x="310874" y="147901"/>
                  </a:lnTo>
                  <a:lnTo>
                    <a:pt x="320609" y="91485"/>
                  </a:lnTo>
                  <a:lnTo>
                    <a:pt x="326239" y="48191"/>
                  </a:lnTo>
                  <a:lnTo>
                    <a:pt x="327823" y="18766"/>
                  </a:lnTo>
                  <a:lnTo>
                    <a:pt x="327823" y="9383"/>
                  </a:lnTo>
                  <a:lnTo>
                    <a:pt x="327823" y="0"/>
                  </a:lnTo>
                  <a:lnTo>
                    <a:pt x="328761" y="2814"/>
                  </a:lnTo>
                  <a:lnTo>
                    <a:pt x="329626" y="7022"/>
                  </a:lnTo>
                  <a:lnTo>
                    <a:pt x="330755" y="14661"/>
                  </a:lnTo>
                  <a:lnTo>
                    <a:pt x="332060" y="24586"/>
                  </a:lnTo>
                  <a:lnTo>
                    <a:pt x="333452" y="35655"/>
                  </a:lnTo>
                </a:path>
              </a:pathLst>
            </a:custGeom>
            <a:ln w="4203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7" name="object 47"/>
          <p:cNvGrpSpPr/>
          <p:nvPr/>
        </p:nvGrpSpPr>
        <p:grpSpPr>
          <a:xfrm>
            <a:off x="4297066" y="2168745"/>
            <a:ext cx="287655" cy="348615"/>
            <a:chOff x="4297066" y="2168745"/>
            <a:chExt cx="287655" cy="348615"/>
          </a:xfrm>
        </p:grpSpPr>
        <p:pic>
          <p:nvPicPr>
            <p:cNvPr id="48" name="object 4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97066" y="2296003"/>
              <a:ext cx="185832" cy="210360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4518649" y="2189764"/>
              <a:ext cx="45085" cy="306705"/>
            </a:xfrm>
            <a:custGeom>
              <a:avLst/>
              <a:gdLst/>
              <a:ahLst/>
              <a:cxnLst/>
              <a:rect l="l" t="t" r="r" b="b"/>
              <a:pathLst>
                <a:path w="45085" h="306705">
                  <a:moveTo>
                    <a:pt x="10790" y="31902"/>
                  </a:moveTo>
                  <a:lnTo>
                    <a:pt x="9383" y="20848"/>
                  </a:lnTo>
                  <a:lnTo>
                    <a:pt x="7975" y="11025"/>
                  </a:lnTo>
                  <a:lnTo>
                    <a:pt x="6568" y="3665"/>
                  </a:lnTo>
                  <a:lnTo>
                    <a:pt x="5160" y="0"/>
                  </a:lnTo>
                  <a:lnTo>
                    <a:pt x="3767" y="1128"/>
                  </a:lnTo>
                  <a:lnTo>
                    <a:pt x="2463" y="7623"/>
                  </a:lnTo>
                  <a:lnTo>
                    <a:pt x="1334" y="19924"/>
                  </a:lnTo>
                  <a:lnTo>
                    <a:pt x="469" y="38470"/>
                  </a:lnTo>
                  <a:lnTo>
                    <a:pt x="0" y="63321"/>
                  </a:lnTo>
                  <a:lnTo>
                    <a:pt x="234" y="93010"/>
                  </a:lnTo>
                  <a:lnTo>
                    <a:pt x="4222" y="159513"/>
                  </a:lnTo>
                  <a:lnTo>
                    <a:pt x="13840" y="223787"/>
                  </a:lnTo>
                  <a:lnTo>
                    <a:pt x="24865" y="273987"/>
                  </a:lnTo>
                  <a:lnTo>
                    <a:pt x="35685" y="306183"/>
                  </a:lnTo>
                  <a:lnTo>
                    <a:pt x="38001" y="305889"/>
                  </a:lnTo>
                  <a:lnTo>
                    <a:pt x="39951" y="300817"/>
                  </a:lnTo>
                  <a:lnTo>
                    <a:pt x="41637" y="292049"/>
                  </a:lnTo>
                  <a:lnTo>
                    <a:pt x="43147" y="280819"/>
                  </a:lnTo>
                  <a:lnTo>
                    <a:pt x="44569" y="268357"/>
                  </a:lnTo>
                </a:path>
              </a:pathLst>
            </a:custGeom>
            <a:ln w="4203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0" name="object 50"/>
          <p:cNvGrpSpPr/>
          <p:nvPr/>
        </p:nvGrpSpPr>
        <p:grpSpPr>
          <a:xfrm>
            <a:off x="4666057" y="2154421"/>
            <a:ext cx="331470" cy="437515"/>
            <a:chOff x="4666057" y="2154421"/>
            <a:chExt cx="331470" cy="437515"/>
          </a:xfrm>
        </p:grpSpPr>
        <p:sp>
          <p:nvSpPr>
            <p:cNvPr id="51" name="object 51"/>
            <p:cNvSpPr/>
            <p:nvPr/>
          </p:nvSpPr>
          <p:spPr>
            <a:xfrm>
              <a:off x="4687076" y="2235507"/>
              <a:ext cx="165735" cy="274320"/>
            </a:xfrm>
            <a:custGeom>
              <a:avLst/>
              <a:gdLst/>
              <a:ahLst/>
              <a:cxnLst/>
              <a:rect l="l" t="t" r="r" b="b"/>
              <a:pathLst>
                <a:path w="165735" h="274319">
                  <a:moveTo>
                    <a:pt x="16889" y="64978"/>
                  </a:moveTo>
                  <a:lnTo>
                    <a:pt x="6641" y="29820"/>
                  </a:lnTo>
                  <a:lnTo>
                    <a:pt x="7623" y="22988"/>
                  </a:lnTo>
                  <a:lnTo>
                    <a:pt x="48674" y="1642"/>
                  </a:lnTo>
                  <a:lnTo>
                    <a:pt x="66019" y="0"/>
                  </a:lnTo>
                  <a:lnTo>
                    <a:pt x="82571" y="1172"/>
                  </a:lnTo>
                  <a:lnTo>
                    <a:pt x="116746" y="23472"/>
                  </a:lnTo>
                  <a:lnTo>
                    <a:pt x="127727" y="64978"/>
                  </a:lnTo>
                  <a:lnTo>
                    <a:pt x="115045" y="106601"/>
                  </a:lnTo>
                  <a:lnTo>
                    <a:pt x="83509" y="136289"/>
                  </a:lnTo>
                  <a:lnTo>
                    <a:pt x="45977" y="158809"/>
                  </a:lnTo>
                  <a:lnTo>
                    <a:pt x="84917" y="141450"/>
                  </a:lnTo>
                  <a:lnTo>
                    <a:pt x="122977" y="135615"/>
                  </a:lnTo>
                  <a:lnTo>
                    <a:pt x="162093" y="158926"/>
                  </a:lnTo>
                  <a:lnTo>
                    <a:pt x="165143" y="180390"/>
                  </a:lnTo>
                  <a:lnTo>
                    <a:pt x="164409" y="192793"/>
                  </a:lnTo>
                  <a:lnTo>
                    <a:pt x="152006" y="231059"/>
                  </a:lnTo>
                  <a:lnTo>
                    <a:pt x="121790" y="261012"/>
                  </a:lnTo>
                  <a:lnTo>
                    <a:pt x="76120" y="274104"/>
                  </a:lnTo>
                  <a:lnTo>
                    <a:pt x="60008" y="273063"/>
                  </a:lnTo>
                  <a:lnTo>
                    <a:pt x="20408" y="249473"/>
                  </a:lnTo>
                  <a:lnTo>
                    <a:pt x="0" y="222614"/>
                  </a:lnTo>
                </a:path>
              </a:pathLst>
            </a:custGeom>
            <a:ln w="4203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4867231" y="2175439"/>
              <a:ext cx="109220" cy="395605"/>
            </a:xfrm>
            <a:custGeom>
              <a:avLst/>
              <a:gdLst/>
              <a:ahLst/>
              <a:cxnLst/>
              <a:rect l="l" t="t" r="r" b="b"/>
              <a:pathLst>
                <a:path w="109220" h="395605">
                  <a:moveTo>
                    <a:pt x="0" y="1187"/>
                  </a:moveTo>
                  <a:lnTo>
                    <a:pt x="7125" y="0"/>
                  </a:lnTo>
                  <a:lnTo>
                    <a:pt x="14778" y="131"/>
                  </a:lnTo>
                  <a:lnTo>
                    <a:pt x="23487" y="2902"/>
                  </a:lnTo>
                  <a:lnTo>
                    <a:pt x="59113" y="37899"/>
                  </a:lnTo>
                  <a:lnTo>
                    <a:pt x="84448" y="83759"/>
                  </a:lnTo>
                  <a:lnTo>
                    <a:pt x="102276" y="142520"/>
                  </a:lnTo>
                  <a:lnTo>
                    <a:pt x="108844" y="204801"/>
                  </a:lnTo>
                  <a:lnTo>
                    <a:pt x="107128" y="234167"/>
                  </a:lnTo>
                  <a:lnTo>
                    <a:pt x="94197" y="287270"/>
                  </a:lnTo>
                  <a:lnTo>
                    <a:pt x="70564" y="332206"/>
                  </a:lnTo>
                  <a:lnTo>
                    <a:pt x="43265" y="366513"/>
                  </a:lnTo>
                  <a:lnTo>
                    <a:pt x="14221" y="393695"/>
                  </a:lnTo>
                  <a:lnTo>
                    <a:pt x="11259" y="395278"/>
                  </a:lnTo>
                </a:path>
              </a:pathLst>
            </a:custGeom>
            <a:ln w="4203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3" name="object 53"/>
          <p:cNvGrpSpPr/>
          <p:nvPr/>
        </p:nvGrpSpPr>
        <p:grpSpPr>
          <a:xfrm>
            <a:off x="1203683" y="2864973"/>
            <a:ext cx="354965" cy="1798955"/>
            <a:chOff x="1203683" y="2864973"/>
            <a:chExt cx="354965" cy="1798955"/>
          </a:xfrm>
        </p:grpSpPr>
        <p:sp>
          <p:nvSpPr>
            <p:cNvPr id="54" name="object 54"/>
            <p:cNvSpPr/>
            <p:nvPr/>
          </p:nvSpPr>
          <p:spPr>
            <a:xfrm>
              <a:off x="1224701" y="2885992"/>
              <a:ext cx="34290" cy="1385570"/>
            </a:xfrm>
            <a:custGeom>
              <a:avLst/>
              <a:gdLst/>
              <a:ahLst/>
              <a:cxnLst/>
              <a:rect l="l" t="t" r="r" b="b"/>
              <a:pathLst>
                <a:path w="34290" h="1385570">
                  <a:moveTo>
                    <a:pt x="0" y="0"/>
                  </a:moveTo>
                  <a:lnTo>
                    <a:pt x="5395" y="69669"/>
                  </a:lnTo>
                  <a:lnTo>
                    <a:pt x="7653" y="108463"/>
                  </a:lnTo>
                  <a:lnTo>
                    <a:pt x="9383" y="152006"/>
                  </a:lnTo>
                  <a:lnTo>
                    <a:pt x="10468" y="201385"/>
                  </a:lnTo>
                  <a:lnTo>
                    <a:pt x="11025" y="255690"/>
                  </a:lnTo>
                  <a:lnTo>
                    <a:pt x="11230" y="313513"/>
                  </a:lnTo>
                  <a:lnTo>
                    <a:pt x="11259" y="373448"/>
                  </a:lnTo>
                  <a:lnTo>
                    <a:pt x="11259" y="422053"/>
                  </a:lnTo>
                  <a:lnTo>
                    <a:pt x="11259" y="470882"/>
                  </a:lnTo>
                  <a:lnTo>
                    <a:pt x="11259" y="519712"/>
                  </a:lnTo>
                  <a:lnTo>
                    <a:pt x="11259" y="568317"/>
                  </a:lnTo>
                  <a:lnTo>
                    <a:pt x="11259" y="616471"/>
                  </a:lnTo>
                  <a:lnTo>
                    <a:pt x="11274" y="675717"/>
                  </a:lnTo>
                  <a:lnTo>
                    <a:pt x="11377" y="733643"/>
                  </a:lnTo>
                  <a:lnTo>
                    <a:pt x="11655" y="789985"/>
                  </a:lnTo>
                  <a:lnTo>
                    <a:pt x="12198" y="844481"/>
                  </a:lnTo>
                  <a:lnTo>
                    <a:pt x="13063" y="896938"/>
                  </a:lnTo>
                  <a:lnTo>
                    <a:pt x="14191" y="947461"/>
                  </a:lnTo>
                  <a:lnTo>
                    <a:pt x="15496" y="996224"/>
                  </a:lnTo>
                  <a:lnTo>
                    <a:pt x="16889" y="1043403"/>
                  </a:lnTo>
                  <a:lnTo>
                    <a:pt x="18311" y="1089043"/>
                  </a:lnTo>
                  <a:lnTo>
                    <a:pt x="19821" y="1132660"/>
                  </a:lnTo>
                  <a:lnTo>
                    <a:pt x="21507" y="1173638"/>
                  </a:lnTo>
                  <a:lnTo>
                    <a:pt x="25700" y="1245258"/>
                  </a:lnTo>
                  <a:lnTo>
                    <a:pt x="30187" y="1300032"/>
                  </a:lnTo>
                  <a:lnTo>
                    <a:pt x="31902" y="1320205"/>
                  </a:lnTo>
                  <a:lnTo>
                    <a:pt x="32987" y="1335394"/>
                  </a:lnTo>
                  <a:lnTo>
                    <a:pt x="33544" y="1346713"/>
                  </a:lnTo>
                  <a:lnTo>
                    <a:pt x="33749" y="1355568"/>
                  </a:lnTo>
                  <a:lnTo>
                    <a:pt x="33779" y="1363368"/>
                  </a:lnTo>
                  <a:lnTo>
                    <a:pt x="33779" y="1373689"/>
                  </a:lnTo>
                  <a:lnTo>
                    <a:pt x="33779" y="1384949"/>
                  </a:lnTo>
                  <a:lnTo>
                    <a:pt x="33779" y="1384949"/>
                  </a:lnTo>
                  <a:lnTo>
                    <a:pt x="33779" y="1337095"/>
                  </a:lnTo>
                  <a:lnTo>
                    <a:pt x="33779" y="1328651"/>
                  </a:lnTo>
                </a:path>
              </a:pathLst>
            </a:custGeom>
            <a:ln w="420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1235961" y="3268823"/>
              <a:ext cx="301625" cy="160020"/>
            </a:xfrm>
            <a:custGeom>
              <a:avLst/>
              <a:gdLst/>
              <a:ahLst/>
              <a:cxnLst/>
              <a:rect l="l" t="t" r="r" b="b"/>
              <a:pathLst>
                <a:path w="301625" h="160020">
                  <a:moveTo>
                    <a:pt x="0" y="84448"/>
                  </a:moveTo>
                  <a:lnTo>
                    <a:pt x="67558" y="78935"/>
                  </a:lnTo>
                  <a:lnTo>
                    <a:pt x="135117" y="74126"/>
                  </a:lnTo>
                  <a:lnTo>
                    <a:pt x="200447" y="70608"/>
                  </a:lnTo>
                  <a:lnTo>
                    <a:pt x="252406" y="68496"/>
                  </a:lnTo>
                  <a:lnTo>
                    <a:pt x="269618" y="67910"/>
                  </a:lnTo>
                  <a:lnTo>
                    <a:pt x="281024" y="67323"/>
                  </a:lnTo>
                  <a:lnTo>
                    <a:pt x="287504" y="66385"/>
                  </a:lnTo>
                  <a:lnTo>
                    <a:pt x="289938" y="64743"/>
                  </a:lnTo>
                  <a:lnTo>
                    <a:pt x="289044" y="62089"/>
                  </a:lnTo>
                  <a:lnTo>
                    <a:pt x="252347" y="39291"/>
                  </a:lnTo>
                  <a:lnTo>
                    <a:pt x="220562" y="22636"/>
                  </a:lnTo>
                  <a:lnTo>
                    <a:pt x="206428" y="15013"/>
                  </a:lnTo>
                  <a:lnTo>
                    <a:pt x="195506" y="8708"/>
                  </a:lnTo>
                  <a:lnTo>
                    <a:pt x="188014" y="3987"/>
                  </a:lnTo>
                  <a:lnTo>
                    <a:pt x="183865" y="1026"/>
                  </a:lnTo>
                  <a:lnTo>
                    <a:pt x="182970" y="0"/>
                  </a:lnTo>
                  <a:lnTo>
                    <a:pt x="185258" y="1026"/>
                  </a:lnTo>
                  <a:lnTo>
                    <a:pt x="190712" y="3987"/>
                  </a:lnTo>
                  <a:lnTo>
                    <a:pt x="199332" y="8708"/>
                  </a:lnTo>
                  <a:lnTo>
                    <a:pt x="211120" y="15013"/>
                  </a:lnTo>
                  <a:lnTo>
                    <a:pt x="225810" y="22651"/>
                  </a:lnTo>
                  <a:lnTo>
                    <a:pt x="242084" y="31081"/>
                  </a:lnTo>
                  <a:lnTo>
                    <a:pt x="258358" y="39687"/>
                  </a:lnTo>
                  <a:lnTo>
                    <a:pt x="293457" y="61459"/>
                  </a:lnTo>
                  <a:lnTo>
                    <a:pt x="301198" y="72250"/>
                  </a:lnTo>
                  <a:lnTo>
                    <a:pt x="300318" y="77102"/>
                  </a:lnTo>
                  <a:lnTo>
                    <a:pt x="265395" y="105032"/>
                  </a:lnTo>
                  <a:lnTo>
                    <a:pt x="235663" y="125792"/>
                  </a:lnTo>
                  <a:lnTo>
                    <a:pt x="222380" y="135117"/>
                  </a:lnTo>
                  <a:lnTo>
                    <a:pt x="211926" y="142476"/>
                  </a:lnTo>
                  <a:lnTo>
                    <a:pt x="204200" y="147549"/>
                  </a:lnTo>
                  <a:lnTo>
                    <a:pt x="198761" y="150159"/>
                  </a:lnTo>
                  <a:lnTo>
                    <a:pt x="195169" y="150130"/>
                  </a:lnTo>
                  <a:lnTo>
                    <a:pt x="192999" y="147285"/>
                  </a:lnTo>
                  <a:lnTo>
                    <a:pt x="191884" y="141450"/>
                  </a:lnTo>
                  <a:lnTo>
                    <a:pt x="191474" y="132448"/>
                  </a:lnTo>
                  <a:lnTo>
                    <a:pt x="191415" y="120104"/>
                  </a:lnTo>
                  <a:lnTo>
                    <a:pt x="191415" y="104563"/>
                  </a:lnTo>
                  <a:lnTo>
                    <a:pt x="191415" y="87263"/>
                  </a:lnTo>
                  <a:lnTo>
                    <a:pt x="191415" y="69962"/>
                  </a:lnTo>
                  <a:lnTo>
                    <a:pt x="191415" y="54422"/>
                  </a:lnTo>
                  <a:lnTo>
                    <a:pt x="191401" y="42106"/>
                  </a:lnTo>
                  <a:lnTo>
                    <a:pt x="191298" y="33310"/>
                  </a:lnTo>
                  <a:lnTo>
                    <a:pt x="191019" y="28032"/>
                  </a:lnTo>
                  <a:lnTo>
                    <a:pt x="190477" y="26272"/>
                  </a:lnTo>
                  <a:lnTo>
                    <a:pt x="189627" y="28061"/>
                  </a:lnTo>
                  <a:lnTo>
                    <a:pt x="186196" y="73540"/>
                  </a:lnTo>
                  <a:lnTo>
                    <a:pt x="186020" y="92892"/>
                  </a:lnTo>
                  <a:lnTo>
                    <a:pt x="186196" y="112245"/>
                  </a:lnTo>
                  <a:lnTo>
                    <a:pt x="188600" y="152241"/>
                  </a:lnTo>
                  <a:lnTo>
                    <a:pt x="190477" y="159513"/>
                  </a:lnTo>
                  <a:lnTo>
                    <a:pt x="191019" y="157753"/>
                  </a:lnTo>
                  <a:lnTo>
                    <a:pt x="191298" y="152475"/>
                  </a:lnTo>
                  <a:lnTo>
                    <a:pt x="191401" y="143679"/>
                  </a:lnTo>
                  <a:lnTo>
                    <a:pt x="191415" y="131363"/>
                  </a:lnTo>
                  <a:lnTo>
                    <a:pt x="191415" y="115779"/>
                  </a:lnTo>
                  <a:lnTo>
                    <a:pt x="191415" y="98170"/>
                  </a:lnTo>
                  <a:lnTo>
                    <a:pt x="191415" y="80035"/>
                  </a:lnTo>
                  <a:lnTo>
                    <a:pt x="191415" y="62866"/>
                  </a:lnTo>
                  <a:lnTo>
                    <a:pt x="191430" y="48073"/>
                  </a:lnTo>
                  <a:lnTo>
                    <a:pt x="191533" y="36711"/>
                  </a:lnTo>
                  <a:lnTo>
                    <a:pt x="191811" y="29747"/>
                  </a:lnTo>
                  <a:lnTo>
                    <a:pt x="192354" y="28149"/>
                  </a:lnTo>
                  <a:lnTo>
                    <a:pt x="193219" y="32401"/>
                  </a:lnTo>
                  <a:lnTo>
                    <a:pt x="194348" y="41051"/>
                  </a:lnTo>
                  <a:lnTo>
                    <a:pt x="195652" y="52164"/>
                  </a:lnTo>
                  <a:lnTo>
                    <a:pt x="197045" y="63805"/>
                  </a:lnTo>
                  <a:lnTo>
                    <a:pt x="198438" y="74405"/>
                  </a:lnTo>
                  <a:lnTo>
                    <a:pt x="199743" y="83861"/>
                  </a:lnTo>
                  <a:lnTo>
                    <a:pt x="200872" y="92438"/>
                  </a:lnTo>
                  <a:lnTo>
                    <a:pt x="202675" y="129487"/>
                  </a:lnTo>
                  <a:lnTo>
                    <a:pt x="202675" y="138870"/>
                  </a:lnTo>
                  <a:lnTo>
                    <a:pt x="202675" y="148253"/>
                  </a:lnTo>
                  <a:lnTo>
                    <a:pt x="203613" y="148253"/>
                  </a:lnTo>
                  <a:lnTo>
                    <a:pt x="204552" y="148253"/>
                  </a:lnTo>
                  <a:lnTo>
                    <a:pt x="206428" y="138870"/>
                  </a:lnTo>
                  <a:lnTo>
                    <a:pt x="207367" y="124795"/>
                  </a:lnTo>
                  <a:lnTo>
                    <a:pt x="207924" y="113477"/>
                  </a:lnTo>
                  <a:lnTo>
                    <a:pt x="208305" y="101103"/>
                  </a:lnTo>
                  <a:lnTo>
                    <a:pt x="208686" y="88377"/>
                  </a:lnTo>
                  <a:lnTo>
                    <a:pt x="209243" y="76003"/>
                  </a:lnTo>
                  <a:lnTo>
                    <a:pt x="217688" y="45039"/>
                  </a:lnTo>
                  <a:lnTo>
                    <a:pt x="221441" y="56298"/>
                  </a:lnTo>
                  <a:lnTo>
                    <a:pt x="223318" y="66620"/>
                  </a:lnTo>
                  <a:lnTo>
                    <a:pt x="224418" y="74200"/>
                  </a:lnTo>
                  <a:lnTo>
                    <a:pt x="225077" y="81515"/>
                  </a:lnTo>
                  <a:lnTo>
                    <a:pt x="225561" y="88655"/>
                  </a:lnTo>
                  <a:lnTo>
                    <a:pt x="226133" y="95707"/>
                  </a:lnTo>
                  <a:lnTo>
                    <a:pt x="227071" y="105091"/>
                  </a:lnTo>
                  <a:lnTo>
                    <a:pt x="228948" y="114474"/>
                  </a:lnTo>
                  <a:lnTo>
                    <a:pt x="231763" y="114474"/>
                  </a:lnTo>
                  <a:lnTo>
                    <a:pt x="234578" y="114474"/>
                  </a:lnTo>
                  <a:lnTo>
                    <a:pt x="238331" y="105091"/>
                  </a:lnTo>
                  <a:lnTo>
                    <a:pt x="241146" y="95707"/>
                  </a:lnTo>
                  <a:lnTo>
                    <a:pt x="243961" y="86324"/>
                  </a:lnTo>
                  <a:lnTo>
                    <a:pt x="245837" y="76941"/>
                  </a:lnTo>
                  <a:lnTo>
                    <a:pt x="244899" y="77879"/>
                  </a:lnTo>
                  <a:lnTo>
                    <a:pt x="243726" y="80387"/>
                  </a:lnTo>
                  <a:lnTo>
                    <a:pt x="234343" y="122684"/>
                  </a:lnTo>
                  <a:lnTo>
                    <a:pt x="234226" y="130396"/>
                  </a:lnTo>
                  <a:lnTo>
                    <a:pt x="235516" y="135117"/>
                  </a:lnTo>
                  <a:lnTo>
                    <a:pt x="238419" y="135982"/>
                  </a:lnTo>
                  <a:lnTo>
                    <a:pt x="242553" y="133592"/>
                  </a:lnTo>
                  <a:lnTo>
                    <a:pt x="247392" y="128915"/>
                  </a:lnTo>
                  <a:lnTo>
                    <a:pt x="252406" y="122918"/>
                  </a:lnTo>
                  <a:lnTo>
                    <a:pt x="258974" y="114474"/>
                  </a:lnTo>
                  <a:lnTo>
                    <a:pt x="264604" y="105091"/>
                  </a:lnTo>
                  <a:lnTo>
                    <a:pt x="263665" y="106967"/>
                  </a:lnTo>
                  <a:lnTo>
                    <a:pt x="261833" y="110310"/>
                  </a:lnTo>
                  <a:lnTo>
                    <a:pt x="258153" y="116819"/>
                  </a:lnTo>
                  <a:lnTo>
                    <a:pt x="253241" y="125440"/>
                  </a:lnTo>
                  <a:lnTo>
                    <a:pt x="247714" y="135117"/>
                  </a:lnTo>
                </a:path>
              </a:pathLst>
            </a:custGeom>
            <a:ln w="420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1230331" y="3794278"/>
              <a:ext cx="242570" cy="154305"/>
            </a:xfrm>
            <a:custGeom>
              <a:avLst/>
              <a:gdLst/>
              <a:ahLst/>
              <a:cxnLst/>
              <a:rect l="l" t="t" r="r" b="b"/>
              <a:pathLst>
                <a:path w="242569" h="154304">
                  <a:moveTo>
                    <a:pt x="0" y="65681"/>
                  </a:moveTo>
                  <a:lnTo>
                    <a:pt x="25261" y="67045"/>
                  </a:lnTo>
                  <a:lnTo>
                    <a:pt x="50082" y="68144"/>
                  </a:lnTo>
                  <a:lnTo>
                    <a:pt x="74024" y="68716"/>
                  </a:lnTo>
                  <a:lnTo>
                    <a:pt x="96646" y="68496"/>
                  </a:lnTo>
                  <a:lnTo>
                    <a:pt x="136407" y="65447"/>
                  </a:lnTo>
                  <a:lnTo>
                    <a:pt x="178279" y="58996"/>
                  </a:lnTo>
                  <a:lnTo>
                    <a:pt x="197045" y="46915"/>
                  </a:lnTo>
                  <a:lnTo>
                    <a:pt x="191415" y="39409"/>
                  </a:lnTo>
                  <a:lnTo>
                    <a:pt x="162328" y="14074"/>
                  </a:lnTo>
                  <a:lnTo>
                    <a:pt x="153883" y="7506"/>
                  </a:lnTo>
                  <a:lnTo>
                    <a:pt x="144500" y="0"/>
                  </a:lnTo>
                  <a:lnTo>
                    <a:pt x="146186" y="1304"/>
                  </a:lnTo>
                  <a:lnTo>
                    <a:pt x="150951" y="4808"/>
                  </a:lnTo>
                  <a:lnTo>
                    <a:pt x="191415" y="28853"/>
                  </a:lnTo>
                  <a:lnTo>
                    <a:pt x="224520" y="44833"/>
                  </a:lnTo>
                  <a:lnTo>
                    <a:pt x="232232" y="48792"/>
                  </a:lnTo>
                  <a:lnTo>
                    <a:pt x="237832" y="52750"/>
                  </a:lnTo>
                  <a:lnTo>
                    <a:pt x="241146" y="57237"/>
                  </a:lnTo>
                  <a:lnTo>
                    <a:pt x="242026" y="62661"/>
                  </a:lnTo>
                  <a:lnTo>
                    <a:pt x="240442" y="68965"/>
                  </a:lnTo>
                  <a:lnTo>
                    <a:pt x="210651" y="99343"/>
                  </a:lnTo>
                  <a:lnTo>
                    <a:pt x="178631" y="121056"/>
                  </a:lnTo>
                  <a:lnTo>
                    <a:pt x="158574" y="130425"/>
                  </a:lnTo>
                  <a:lnTo>
                    <a:pt x="156170" y="128123"/>
                  </a:lnTo>
                  <a:lnTo>
                    <a:pt x="155525" y="122567"/>
                  </a:lnTo>
                  <a:lnTo>
                    <a:pt x="155935" y="113667"/>
                  </a:lnTo>
                  <a:lnTo>
                    <a:pt x="156698" y="101337"/>
                  </a:lnTo>
                  <a:lnTo>
                    <a:pt x="157240" y="85796"/>
                  </a:lnTo>
                  <a:lnTo>
                    <a:pt x="157636" y="35655"/>
                  </a:lnTo>
                  <a:lnTo>
                    <a:pt x="156698" y="7506"/>
                  </a:lnTo>
                  <a:lnTo>
                    <a:pt x="155847" y="9265"/>
                  </a:lnTo>
                  <a:lnTo>
                    <a:pt x="152417" y="51269"/>
                  </a:lnTo>
                  <a:lnTo>
                    <a:pt x="152241" y="69083"/>
                  </a:lnTo>
                  <a:lnTo>
                    <a:pt x="152417" y="87776"/>
                  </a:lnTo>
                  <a:lnTo>
                    <a:pt x="154938" y="136524"/>
                  </a:lnTo>
                  <a:lnTo>
                    <a:pt x="159044" y="153897"/>
                  </a:lnTo>
                  <a:lnTo>
                    <a:pt x="160451" y="150012"/>
                  </a:lnTo>
                  <a:lnTo>
                    <a:pt x="161858" y="141729"/>
                  </a:lnTo>
                  <a:lnTo>
                    <a:pt x="163266" y="129487"/>
                  </a:lnTo>
                  <a:lnTo>
                    <a:pt x="164688" y="113902"/>
                  </a:lnTo>
                  <a:lnTo>
                    <a:pt x="166198" y="96294"/>
                  </a:lnTo>
                  <a:lnTo>
                    <a:pt x="167884" y="78158"/>
                  </a:lnTo>
                  <a:lnTo>
                    <a:pt x="174643" y="34365"/>
                  </a:lnTo>
                  <a:lnTo>
                    <a:pt x="180156" y="22519"/>
                  </a:lnTo>
                  <a:lnTo>
                    <a:pt x="182956" y="23355"/>
                  </a:lnTo>
                  <a:lnTo>
                    <a:pt x="195623" y="64655"/>
                  </a:lnTo>
                  <a:lnTo>
                    <a:pt x="199743" y="87497"/>
                  </a:lnTo>
                  <a:lnTo>
                    <a:pt x="200872" y="93889"/>
                  </a:lnTo>
                  <a:lnTo>
                    <a:pt x="201737" y="98522"/>
                  </a:lnTo>
                  <a:lnTo>
                    <a:pt x="202675" y="103214"/>
                  </a:lnTo>
                  <a:lnTo>
                    <a:pt x="202675" y="101337"/>
                  </a:lnTo>
                  <a:lnTo>
                    <a:pt x="202675" y="99461"/>
                  </a:lnTo>
                </a:path>
              </a:pathLst>
            </a:custGeom>
            <a:ln w="420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1247221" y="4203383"/>
              <a:ext cx="252095" cy="439420"/>
            </a:xfrm>
            <a:custGeom>
              <a:avLst/>
              <a:gdLst/>
              <a:ahLst/>
              <a:cxnLst/>
              <a:rect l="l" t="t" r="r" b="b"/>
              <a:pathLst>
                <a:path w="252094" h="439420">
                  <a:moveTo>
                    <a:pt x="0" y="0"/>
                  </a:moveTo>
                  <a:lnTo>
                    <a:pt x="5585" y="42150"/>
                  </a:lnTo>
                  <a:lnTo>
                    <a:pt x="10907" y="83861"/>
                  </a:lnTo>
                  <a:lnTo>
                    <a:pt x="15702" y="124692"/>
                  </a:lnTo>
                  <a:lnTo>
                    <a:pt x="19704" y="164204"/>
                  </a:lnTo>
                  <a:lnTo>
                    <a:pt x="24865" y="236337"/>
                  </a:lnTo>
                  <a:lnTo>
                    <a:pt x="27211" y="290876"/>
                  </a:lnTo>
                  <a:lnTo>
                    <a:pt x="28134" y="330857"/>
                  </a:lnTo>
                  <a:lnTo>
                    <a:pt x="28149" y="338730"/>
                  </a:lnTo>
                  <a:lnTo>
                    <a:pt x="28222" y="346530"/>
                  </a:lnTo>
                  <a:lnTo>
                    <a:pt x="44687" y="367584"/>
                  </a:lnTo>
                  <a:lnTo>
                    <a:pt x="55668" y="366059"/>
                  </a:lnTo>
                  <a:lnTo>
                    <a:pt x="71311" y="363127"/>
                  </a:lnTo>
                  <a:lnTo>
                    <a:pt x="91969" y="359183"/>
                  </a:lnTo>
                  <a:lnTo>
                    <a:pt x="115529" y="354799"/>
                  </a:lnTo>
                  <a:lnTo>
                    <a:pt x="160451" y="347175"/>
                  </a:lnTo>
                  <a:lnTo>
                    <a:pt x="200036" y="343085"/>
                  </a:lnTo>
                  <a:lnTo>
                    <a:pt x="209243" y="342484"/>
                  </a:lnTo>
                  <a:lnTo>
                    <a:pt x="218406" y="341575"/>
                  </a:lnTo>
                  <a:lnTo>
                    <a:pt x="226954" y="340138"/>
                  </a:lnTo>
                  <a:lnTo>
                    <a:pt x="233918" y="337997"/>
                  </a:lnTo>
                  <a:lnTo>
                    <a:pt x="238331" y="334977"/>
                  </a:lnTo>
                  <a:lnTo>
                    <a:pt x="242084" y="330286"/>
                  </a:lnTo>
                  <a:lnTo>
                    <a:pt x="236454" y="322779"/>
                  </a:lnTo>
                  <a:lnTo>
                    <a:pt x="200872" y="294175"/>
                  </a:lnTo>
                  <a:lnTo>
                    <a:pt x="161389" y="273987"/>
                  </a:lnTo>
                  <a:lnTo>
                    <a:pt x="161389" y="273049"/>
                  </a:lnTo>
                  <a:lnTo>
                    <a:pt x="161389" y="272110"/>
                  </a:lnTo>
                  <a:lnTo>
                    <a:pt x="170772" y="273987"/>
                  </a:lnTo>
                  <a:lnTo>
                    <a:pt x="205373" y="290173"/>
                  </a:lnTo>
                  <a:lnTo>
                    <a:pt x="241029" y="312458"/>
                  </a:lnTo>
                  <a:lnTo>
                    <a:pt x="252054" y="335564"/>
                  </a:lnTo>
                  <a:lnTo>
                    <a:pt x="250514" y="343231"/>
                  </a:lnTo>
                  <a:lnTo>
                    <a:pt x="224872" y="381292"/>
                  </a:lnTo>
                  <a:lnTo>
                    <a:pt x="203027" y="405116"/>
                  </a:lnTo>
                  <a:lnTo>
                    <a:pt x="197089" y="411714"/>
                  </a:lnTo>
                  <a:lnTo>
                    <a:pt x="191415" y="418487"/>
                  </a:lnTo>
                  <a:lnTo>
                    <a:pt x="185859" y="425671"/>
                  </a:lnTo>
                  <a:lnTo>
                    <a:pt x="180742" y="432327"/>
                  </a:lnTo>
                  <a:lnTo>
                    <a:pt x="176505" y="437224"/>
                  </a:lnTo>
                  <a:lnTo>
                    <a:pt x="173587" y="439130"/>
                  </a:lnTo>
                  <a:lnTo>
                    <a:pt x="172283" y="436945"/>
                  </a:lnTo>
                  <a:lnTo>
                    <a:pt x="172297" y="430099"/>
                  </a:lnTo>
                  <a:lnTo>
                    <a:pt x="173192" y="418150"/>
                  </a:lnTo>
                  <a:lnTo>
                    <a:pt x="174526" y="400659"/>
                  </a:lnTo>
                  <a:lnTo>
                    <a:pt x="175918" y="377773"/>
                  </a:lnTo>
                  <a:lnTo>
                    <a:pt x="178352" y="326371"/>
                  </a:lnTo>
                  <a:lnTo>
                    <a:pt x="179730" y="287211"/>
                  </a:lnTo>
                  <a:lnTo>
                    <a:pt x="179804" y="275160"/>
                  </a:lnTo>
                  <a:lnTo>
                    <a:pt x="179349" y="266275"/>
                  </a:lnTo>
                  <a:lnTo>
                    <a:pt x="178279" y="258974"/>
                  </a:lnTo>
                  <a:lnTo>
                    <a:pt x="176402" y="249591"/>
                  </a:lnTo>
                  <a:lnTo>
                    <a:pt x="172649" y="240208"/>
                  </a:lnTo>
                  <a:lnTo>
                    <a:pt x="170772" y="241146"/>
                  </a:lnTo>
                  <a:lnTo>
                    <a:pt x="169717" y="243844"/>
                  </a:lnTo>
                  <a:lnTo>
                    <a:pt x="169365" y="250764"/>
                  </a:lnTo>
                  <a:lnTo>
                    <a:pt x="169717" y="262258"/>
                  </a:lnTo>
                  <a:lnTo>
                    <a:pt x="170772" y="278678"/>
                  </a:lnTo>
                  <a:lnTo>
                    <a:pt x="172473" y="299893"/>
                  </a:lnTo>
                  <a:lnTo>
                    <a:pt x="174526" y="323835"/>
                  </a:lnTo>
                  <a:lnTo>
                    <a:pt x="176578" y="347952"/>
                  </a:lnTo>
                  <a:lnTo>
                    <a:pt x="179364" y="386966"/>
                  </a:lnTo>
                  <a:lnTo>
                    <a:pt x="180156" y="410980"/>
                  </a:lnTo>
                  <a:lnTo>
                    <a:pt x="180112" y="410291"/>
                  </a:lnTo>
                  <a:lnTo>
                    <a:pt x="179804" y="405468"/>
                  </a:lnTo>
                  <a:lnTo>
                    <a:pt x="178968" y="396598"/>
                  </a:lnTo>
                  <a:lnTo>
                    <a:pt x="177341" y="383769"/>
                  </a:lnTo>
                  <a:lnTo>
                    <a:pt x="174790" y="367378"/>
                  </a:lnTo>
                  <a:lnTo>
                    <a:pt x="171711" y="349052"/>
                  </a:lnTo>
                  <a:lnTo>
                    <a:pt x="168632" y="330725"/>
                  </a:lnTo>
                  <a:lnTo>
                    <a:pt x="166081" y="314334"/>
                  </a:lnTo>
                  <a:lnTo>
                    <a:pt x="164468" y="301491"/>
                  </a:lnTo>
                  <a:lnTo>
                    <a:pt x="163735" y="292518"/>
                  </a:lnTo>
                  <a:lnTo>
                    <a:pt x="163706" y="287416"/>
                  </a:lnTo>
                  <a:lnTo>
                    <a:pt x="164204" y="286185"/>
                  </a:lnTo>
                  <a:lnTo>
                    <a:pt x="170303" y="334171"/>
                  </a:lnTo>
                  <a:lnTo>
                    <a:pt x="171711" y="351749"/>
                  </a:lnTo>
                  <a:lnTo>
                    <a:pt x="173118" y="369152"/>
                  </a:lnTo>
                  <a:lnTo>
                    <a:pt x="178352" y="411098"/>
                  </a:lnTo>
                  <a:lnTo>
                    <a:pt x="179217" y="412857"/>
                  </a:lnTo>
                  <a:lnTo>
                    <a:pt x="179701" y="411083"/>
                  </a:lnTo>
                  <a:lnTo>
                    <a:pt x="172972" y="367378"/>
                  </a:lnTo>
                  <a:lnTo>
                    <a:pt x="159513" y="314334"/>
                  </a:lnTo>
                  <a:lnTo>
                    <a:pt x="148253" y="285247"/>
                  </a:lnTo>
                  <a:lnTo>
                    <a:pt x="147197" y="287006"/>
                  </a:lnTo>
                  <a:lnTo>
                    <a:pt x="146845" y="292284"/>
                  </a:lnTo>
                  <a:lnTo>
                    <a:pt x="147197" y="301081"/>
                  </a:lnTo>
                  <a:lnTo>
                    <a:pt x="152241" y="346237"/>
                  </a:lnTo>
                  <a:lnTo>
                    <a:pt x="160436" y="391393"/>
                  </a:lnTo>
                  <a:lnTo>
                    <a:pt x="174511" y="344302"/>
                  </a:lnTo>
                  <a:lnTo>
                    <a:pt x="174526" y="317149"/>
                  </a:lnTo>
                  <a:lnTo>
                    <a:pt x="174526" y="307766"/>
                  </a:lnTo>
                  <a:lnTo>
                    <a:pt x="175464" y="307766"/>
                  </a:lnTo>
                  <a:lnTo>
                    <a:pt x="176402" y="307766"/>
                  </a:lnTo>
                  <a:lnTo>
                    <a:pt x="178279" y="317149"/>
                  </a:lnTo>
                  <a:lnTo>
                    <a:pt x="180156" y="326532"/>
                  </a:lnTo>
                  <a:lnTo>
                    <a:pt x="181563" y="333570"/>
                  </a:lnTo>
                  <a:lnTo>
                    <a:pt x="182970" y="340607"/>
                  </a:lnTo>
                  <a:lnTo>
                    <a:pt x="184378" y="347644"/>
                  </a:lnTo>
                  <a:lnTo>
                    <a:pt x="185785" y="354682"/>
                  </a:lnTo>
                  <a:lnTo>
                    <a:pt x="187662" y="364065"/>
                  </a:lnTo>
                  <a:lnTo>
                    <a:pt x="189539" y="373448"/>
                  </a:lnTo>
                  <a:lnTo>
                    <a:pt x="197045" y="375325"/>
                  </a:lnTo>
                  <a:lnTo>
                    <a:pt x="203643" y="375442"/>
                  </a:lnTo>
                  <a:lnTo>
                    <a:pt x="211824" y="373448"/>
                  </a:lnTo>
                  <a:lnTo>
                    <a:pt x="221060" y="370047"/>
                  </a:lnTo>
                  <a:lnTo>
                    <a:pt x="230824" y="365941"/>
                  </a:lnTo>
                </a:path>
              </a:pathLst>
            </a:custGeom>
            <a:ln w="420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/>
          <p:cNvSpPr/>
          <p:nvPr/>
        </p:nvSpPr>
        <p:spPr>
          <a:xfrm>
            <a:off x="1758795" y="3112560"/>
            <a:ext cx="138430" cy="287655"/>
          </a:xfrm>
          <a:custGeom>
            <a:avLst/>
            <a:gdLst/>
            <a:ahLst/>
            <a:cxnLst/>
            <a:rect l="l" t="t" r="r" b="b"/>
            <a:pathLst>
              <a:path w="138430" h="287654">
                <a:moveTo>
                  <a:pt x="135964" y="58873"/>
                </a:moveTo>
                <a:lnTo>
                  <a:pt x="126526" y="17752"/>
                </a:lnTo>
                <a:lnTo>
                  <a:pt x="84488" y="0"/>
                </a:lnTo>
                <a:lnTo>
                  <a:pt x="74187" y="1795"/>
                </a:lnTo>
                <a:lnTo>
                  <a:pt x="38071" y="28328"/>
                </a:lnTo>
                <a:lnTo>
                  <a:pt x="23964" y="64558"/>
                </a:lnTo>
                <a:lnTo>
                  <a:pt x="22008" y="88706"/>
                </a:lnTo>
                <a:lnTo>
                  <a:pt x="23101" y="98457"/>
                </a:lnTo>
                <a:lnTo>
                  <a:pt x="50100" y="131776"/>
                </a:lnTo>
                <a:lnTo>
                  <a:pt x="76816" y="150728"/>
                </a:lnTo>
                <a:lnTo>
                  <a:pt x="89990" y="160112"/>
                </a:lnTo>
                <a:lnTo>
                  <a:pt x="119564" y="186591"/>
                </a:lnTo>
                <a:lnTo>
                  <a:pt x="137393" y="225871"/>
                </a:lnTo>
                <a:lnTo>
                  <a:pt x="138409" y="235431"/>
                </a:lnTo>
                <a:lnTo>
                  <a:pt x="138142" y="244165"/>
                </a:lnTo>
                <a:lnTo>
                  <a:pt x="118663" y="278225"/>
                </a:lnTo>
                <a:lnTo>
                  <a:pt x="87881" y="287151"/>
                </a:lnTo>
                <a:lnTo>
                  <a:pt x="74217" y="287028"/>
                </a:lnTo>
                <a:lnTo>
                  <a:pt x="36306" y="281488"/>
                </a:lnTo>
                <a:lnTo>
                  <a:pt x="0" y="267221"/>
                </a:lnTo>
                <a:lnTo>
                  <a:pt x="978" y="259885"/>
                </a:lnTo>
                <a:lnTo>
                  <a:pt x="2720" y="253626"/>
                </a:lnTo>
                <a:lnTo>
                  <a:pt x="6113" y="246129"/>
                </a:lnTo>
                <a:lnTo>
                  <a:pt x="10606" y="237807"/>
                </a:lnTo>
                <a:lnTo>
                  <a:pt x="15650" y="229072"/>
                </a:lnTo>
              </a:path>
            </a:pathLst>
          </a:custGeom>
          <a:ln w="42036">
            <a:solidFill>
              <a:srgbClr val="4E7A27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9" name="object 59"/>
          <p:cNvGrpSpPr/>
          <p:nvPr/>
        </p:nvGrpSpPr>
        <p:grpSpPr>
          <a:xfrm>
            <a:off x="1683000" y="2925439"/>
            <a:ext cx="3035300" cy="1818005"/>
            <a:chOff x="1683000" y="2925439"/>
            <a:chExt cx="3035300" cy="1818005"/>
          </a:xfrm>
        </p:grpSpPr>
        <p:pic>
          <p:nvPicPr>
            <p:cNvPr id="60" name="object 6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62662" y="3097595"/>
              <a:ext cx="270925" cy="236690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3133111" y="3004169"/>
              <a:ext cx="135255" cy="633095"/>
            </a:xfrm>
            <a:custGeom>
              <a:avLst/>
              <a:gdLst/>
              <a:ahLst/>
              <a:cxnLst/>
              <a:rect l="l" t="t" r="r" b="b"/>
              <a:pathLst>
                <a:path w="135254" h="633095">
                  <a:moveTo>
                    <a:pt x="129117" y="32279"/>
                  </a:moveTo>
                  <a:lnTo>
                    <a:pt x="100750" y="0"/>
                  </a:lnTo>
                  <a:lnTo>
                    <a:pt x="95859" y="0"/>
                  </a:lnTo>
                  <a:lnTo>
                    <a:pt x="74577" y="32011"/>
                  </a:lnTo>
                  <a:lnTo>
                    <a:pt x="65292" y="82287"/>
                  </a:lnTo>
                  <a:lnTo>
                    <a:pt x="64375" y="104158"/>
                  </a:lnTo>
                  <a:lnTo>
                    <a:pt x="64558" y="128139"/>
                  </a:lnTo>
                  <a:lnTo>
                    <a:pt x="67921" y="180776"/>
                  </a:lnTo>
                  <a:lnTo>
                    <a:pt x="73851" y="235247"/>
                  </a:lnTo>
                  <a:lnTo>
                    <a:pt x="80881" y="287395"/>
                  </a:lnTo>
                  <a:lnTo>
                    <a:pt x="89012" y="338443"/>
                  </a:lnTo>
                  <a:lnTo>
                    <a:pt x="98427" y="390041"/>
                  </a:lnTo>
                  <a:lnTo>
                    <a:pt x="108575" y="440172"/>
                  </a:lnTo>
                  <a:lnTo>
                    <a:pt x="118540" y="486329"/>
                  </a:lnTo>
                  <a:lnTo>
                    <a:pt x="122950" y="507642"/>
                  </a:lnTo>
                  <a:lnTo>
                    <a:pt x="129537" y="546455"/>
                  </a:lnTo>
                  <a:lnTo>
                    <a:pt x="134008" y="591298"/>
                  </a:lnTo>
                  <a:lnTo>
                    <a:pt x="134680" y="609210"/>
                  </a:lnTo>
                  <a:lnTo>
                    <a:pt x="134351" y="615301"/>
                  </a:lnTo>
                  <a:lnTo>
                    <a:pt x="121956" y="632869"/>
                  </a:lnTo>
                  <a:lnTo>
                    <a:pt x="117562" y="632380"/>
                  </a:lnTo>
                  <a:lnTo>
                    <a:pt x="75746" y="603158"/>
                  </a:lnTo>
                  <a:lnTo>
                    <a:pt x="45973" y="574180"/>
                  </a:lnTo>
                  <a:lnTo>
                    <a:pt x="22008" y="543490"/>
                  </a:lnTo>
                  <a:lnTo>
                    <a:pt x="2888" y="505739"/>
                  </a:lnTo>
                  <a:lnTo>
                    <a:pt x="106" y="488683"/>
                  </a:lnTo>
                  <a:lnTo>
                    <a:pt x="0" y="481255"/>
                  </a:lnTo>
                </a:path>
              </a:pathLst>
            </a:custGeom>
            <a:ln w="42036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121874" y="3182694"/>
              <a:ext cx="161372" cy="71381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2989322" y="3197844"/>
              <a:ext cx="15240" cy="136525"/>
            </a:xfrm>
            <a:custGeom>
              <a:avLst/>
              <a:gdLst/>
              <a:ahLst/>
              <a:cxnLst/>
              <a:rect l="l" t="t" r="r" b="b"/>
              <a:pathLst>
                <a:path w="15239" h="136525">
                  <a:moveTo>
                    <a:pt x="0" y="0"/>
                  </a:moveTo>
                  <a:lnTo>
                    <a:pt x="1467" y="38698"/>
                  </a:lnTo>
                  <a:lnTo>
                    <a:pt x="3675" y="84916"/>
                  </a:lnTo>
                  <a:lnTo>
                    <a:pt x="7825" y="123248"/>
                  </a:lnTo>
                  <a:lnTo>
                    <a:pt x="11248" y="134008"/>
                  </a:lnTo>
                  <a:lnTo>
                    <a:pt x="12716" y="135964"/>
                  </a:lnTo>
                  <a:lnTo>
                    <a:pt x="13694" y="131073"/>
                  </a:lnTo>
                  <a:lnTo>
                    <a:pt x="14672" y="126182"/>
                  </a:lnTo>
                </a:path>
              </a:pathLst>
            </a:custGeom>
            <a:ln w="42036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20441" y="3107376"/>
              <a:ext cx="291468" cy="178490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3641755" y="3101985"/>
              <a:ext cx="213360" cy="135255"/>
            </a:xfrm>
            <a:custGeom>
              <a:avLst/>
              <a:gdLst/>
              <a:ahLst/>
              <a:cxnLst/>
              <a:rect l="l" t="t" r="r" b="b"/>
              <a:pathLst>
                <a:path w="213360" h="135255">
                  <a:moveTo>
                    <a:pt x="1956" y="34235"/>
                  </a:moveTo>
                  <a:lnTo>
                    <a:pt x="978" y="27388"/>
                  </a:lnTo>
                  <a:lnTo>
                    <a:pt x="0" y="20541"/>
                  </a:lnTo>
                  <a:lnTo>
                    <a:pt x="978" y="22986"/>
                  </a:lnTo>
                  <a:lnTo>
                    <a:pt x="11867" y="69617"/>
                  </a:lnTo>
                  <a:lnTo>
                    <a:pt x="14977" y="83877"/>
                  </a:lnTo>
                  <a:lnTo>
                    <a:pt x="17813" y="95569"/>
                  </a:lnTo>
                  <a:lnTo>
                    <a:pt x="20052" y="102217"/>
                  </a:lnTo>
                  <a:lnTo>
                    <a:pt x="21511" y="102080"/>
                  </a:lnTo>
                  <a:lnTo>
                    <a:pt x="22558" y="96348"/>
                  </a:lnTo>
                  <a:lnTo>
                    <a:pt x="23697" y="86949"/>
                  </a:lnTo>
                  <a:lnTo>
                    <a:pt x="25432" y="75807"/>
                  </a:lnTo>
                  <a:lnTo>
                    <a:pt x="41571" y="34724"/>
                  </a:lnTo>
                  <a:lnTo>
                    <a:pt x="71405" y="8803"/>
                  </a:lnTo>
                  <a:lnTo>
                    <a:pt x="97082" y="42550"/>
                  </a:lnTo>
                  <a:lnTo>
                    <a:pt x="112106" y="83946"/>
                  </a:lnTo>
                  <a:lnTo>
                    <a:pt x="113466" y="128139"/>
                  </a:lnTo>
                  <a:lnTo>
                    <a:pt x="107597" y="134986"/>
                  </a:lnTo>
                  <a:lnTo>
                    <a:pt x="107597" y="130095"/>
                  </a:lnTo>
                  <a:lnTo>
                    <a:pt x="121536" y="84977"/>
                  </a:lnTo>
                  <a:lnTo>
                    <a:pt x="143376" y="37552"/>
                  </a:lnTo>
                  <a:lnTo>
                    <a:pt x="174112" y="978"/>
                  </a:lnTo>
                  <a:lnTo>
                    <a:pt x="179003" y="0"/>
                  </a:lnTo>
                  <a:lnTo>
                    <a:pt x="183404" y="978"/>
                  </a:lnTo>
                  <a:lnTo>
                    <a:pt x="187806" y="1956"/>
                  </a:lnTo>
                  <a:lnTo>
                    <a:pt x="202784" y="45178"/>
                  </a:lnTo>
                  <a:lnTo>
                    <a:pt x="210212" y="89188"/>
                  </a:lnTo>
                  <a:lnTo>
                    <a:pt x="212474" y="111915"/>
                  </a:lnTo>
                  <a:lnTo>
                    <a:pt x="213239" y="122270"/>
                  </a:lnTo>
                </a:path>
              </a:pathLst>
            </a:custGeom>
            <a:ln w="42036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3922686" y="2946458"/>
              <a:ext cx="733425" cy="283845"/>
            </a:xfrm>
            <a:custGeom>
              <a:avLst/>
              <a:gdLst/>
              <a:ahLst/>
              <a:cxnLst/>
              <a:rect l="l" t="t" r="r" b="b"/>
              <a:pathLst>
                <a:path w="733425" h="283844">
                  <a:moveTo>
                    <a:pt x="81966" y="201501"/>
                  </a:moveTo>
                  <a:lnTo>
                    <a:pt x="64252" y="164949"/>
                  </a:lnTo>
                  <a:lnTo>
                    <a:pt x="35504" y="151125"/>
                  </a:lnTo>
                  <a:lnTo>
                    <a:pt x="26960" y="151599"/>
                  </a:lnTo>
                  <a:lnTo>
                    <a:pt x="3882" y="186255"/>
                  </a:lnTo>
                  <a:lnTo>
                    <a:pt x="0" y="218244"/>
                  </a:lnTo>
                  <a:lnTo>
                    <a:pt x="1268" y="233780"/>
                  </a:lnTo>
                  <a:lnTo>
                    <a:pt x="26211" y="272417"/>
                  </a:lnTo>
                  <a:lnTo>
                    <a:pt x="34273" y="274847"/>
                  </a:lnTo>
                  <a:lnTo>
                    <a:pt x="42290" y="273884"/>
                  </a:lnTo>
                  <a:lnTo>
                    <a:pt x="72490" y="233352"/>
                  </a:lnTo>
                  <a:lnTo>
                    <a:pt x="85764" y="191635"/>
                  </a:lnTo>
                  <a:lnTo>
                    <a:pt x="87553" y="174777"/>
                  </a:lnTo>
                  <a:lnTo>
                    <a:pt x="87346" y="168732"/>
                  </a:lnTo>
                  <a:lnTo>
                    <a:pt x="86857" y="161396"/>
                  </a:lnTo>
                  <a:lnTo>
                    <a:pt x="85879" y="156505"/>
                  </a:lnTo>
                  <a:lnTo>
                    <a:pt x="84412" y="156994"/>
                  </a:lnTo>
                  <a:lnTo>
                    <a:pt x="82944" y="157483"/>
                  </a:lnTo>
                  <a:lnTo>
                    <a:pt x="80988" y="163352"/>
                  </a:lnTo>
                  <a:lnTo>
                    <a:pt x="80988" y="177536"/>
                  </a:lnTo>
                  <a:lnTo>
                    <a:pt x="86146" y="218733"/>
                  </a:lnTo>
                  <a:lnTo>
                    <a:pt x="107337" y="259946"/>
                  </a:lnTo>
                  <a:lnTo>
                    <a:pt x="134267" y="278210"/>
                  </a:lnTo>
                  <a:lnTo>
                    <a:pt x="141634" y="276452"/>
                  </a:lnTo>
                  <a:lnTo>
                    <a:pt x="164988" y="227177"/>
                  </a:lnTo>
                  <a:lnTo>
                    <a:pt x="171957" y="180959"/>
                  </a:lnTo>
                  <a:lnTo>
                    <a:pt x="173975" y="127283"/>
                  </a:lnTo>
                  <a:lnTo>
                    <a:pt x="173814" y="101040"/>
                  </a:lnTo>
                  <a:lnTo>
                    <a:pt x="173424" y="77274"/>
                  </a:lnTo>
                  <a:lnTo>
                    <a:pt x="173126" y="57222"/>
                  </a:lnTo>
                  <a:lnTo>
                    <a:pt x="171957" y="17606"/>
                  </a:lnTo>
                  <a:lnTo>
                    <a:pt x="164132" y="0"/>
                  </a:lnTo>
                  <a:lnTo>
                    <a:pt x="161197" y="3912"/>
                  </a:lnTo>
                  <a:lnTo>
                    <a:pt x="160219" y="20052"/>
                  </a:lnTo>
                  <a:lnTo>
                    <a:pt x="159860" y="34281"/>
                  </a:lnTo>
                  <a:lnTo>
                    <a:pt x="160280" y="52087"/>
                  </a:lnTo>
                  <a:lnTo>
                    <a:pt x="163643" y="94392"/>
                  </a:lnTo>
                  <a:lnTo>
                    <a:pt x="170367" y="139815"/>
                  </a:lnTo>
                  <a:lnTo>
                    <a:pt x="179293" y="184872"/>
                  </a:lnTo>
                  <a:lnTo>
                    <a:pt x="189014" y="226260"/>
                  </a:lnTo>
                  <a:lnTo>
                    <a:pt x="202601" y="267878"/>
                  </a:lnTo>
                  <a:lnTo>
                    <a:pt x="218909" y="283666"/>
                  </a:lnTo>
                  <a:lnTo>
                    <a:pt x="223800" y="283666"/>
                  </a:lnTo>
                  <a:lnTo>
                    <a:pt x="254122" y="254321"/>
                  </a:lnTo>
                  <a:lnTo>
                    <a:pt x="269460" y="210235"/>
                  </a:lnTo>
                  <a:lnTo>
                    <a:pt x="278210" y="170444"/>
                  </a:lnTo>
                  <a:lnTo>
                    <a:pt x="281022" y="153082"/>
                  </a:lnTo>
                  <a:lnTo>
                    <a:pt x="282489" y="143789"/>
                  </a:lnTo>
                  <a:lnTo>
                    <a:pt x="283468" y="138898"/>
                  </a:lnTo>
                  <a:lnTo>
                    <a:pt x="282978" y="138898"/>
                  </a:lnTo>
                  <a:lnTo>
                    <a:pt x="282489" y="138898"/>
                  </a:lnTo>
                  <a:lnTo>
                    <a:pt x="280533" y="143789"/>
                  </a:lnTo>
                  <a:lnTo>
                    <a:pt x="280533" y="158462"/>
                  </a:lnTo>
                  <a:lnTo>
                    <a:pt x="284453" y="201378"/>
                  </a:lnTo>
                  <a:lnTo>
                    <a:pt x="298262" y="239710"/>
                  </a:lnTo>
                  <a:lnTo>
                    <a:pt x="336464" y="262238"/>
                  </a:lnTo>
                  <a:lnTo>
                    <a:pt x="368078" y="231824"/>
                  </a:lnTo>
                  <a:lnTo>
                    <a:pt x="379702" y="188425"/>
                  </a:lnTo>
                  <a:lnTo>
                    <a:pt x="386174" y="147213"/>
                  </a:lnTo>
                  <a:lnTo>
                    <a:pt x="378838" y="197588"/>
                  </a:lnTo>
                  <a:lnTo>
                    <a:pt x="389705" y="237479"/>
                  </a:lnTo>
                  <a:lnTo>
                    <a:pt x="417888" y="262330"/>
                  </a:lnTo>
                  <a:lnTo>
                    <a:pt x="426768" y="262147"/>
                  </a:lnTo>
                  <a:lnTo>
                    <a:pt x="461493" y="237692"/>
                  </a:lnTo>
                  <a:lnTo>
                    <a:pt x="473047" y="201103"/>
                  </a:lnTo>
                  <a:lnTo>
                    <a:pt x="473231" y="187806"/>
                  </a:lnTo>
                  <a:lnTo>
                    <a:pt x="471572" y="174846"/>
                  </a:lnTo>
                  <a:lnTo>
                    <a:pt x="445865" y="133923"/>
                  </a:lnTo>
                  <a:lnTo>
                    <a:pt x="405737" y="116401"/>
                  </a:lnTo>
                  <a:lnTo>
                    <a:pt x="400846" y="116401"/>
                  </a:lnTo>
                  <a:lnTo>
                    <a:pt x="395956" y="117868"/>
                  </a:lnTo>
                  <a:lnTo>
                    <a:pt x="391065" y="119335"/>
                  </a:lnTo>
                  <a:lnTo>
                    <a:pt x="386174" y="122270"/>
                  </a:lnTo>
                  <a:lnTo>
                    <a:pt x="386174" y="123737"/>
                  </a:lnTo>
                  <a:lnTo>
                    <a:pt x="386174" y="125204"/>
                  </a:lnTo>
                  <a:lnTo>
                    <a:pt x="391065" y="125204"/>
                  </a:lnTo>
                  <a:lnTo>
                    <a:pt x="409161" y="123737"/>
                  </a:lnTo>
                  <a:lnTo>
                    <a:pt x="424934" y="122430"/>
                  </a:lnTo>
                  <a:lnTo>
                    <a:pt x="444008" y="120986"/>
                  </a:lnTo>
                  <a:lnTo>
                    <a:pt x="464733" y="119816"/>
                  </a:lnTo>
                  <a:lnTo>
                    <a:pt x="485457" y="119335"/>
                  </a:lnTo>
                  <a:lnTo>
                    <a:pt x="504730" y="119969"/>
                  </a:lnTo>
                  <a:lnTo>
                    <a:pt x="548060" y="133518"/>
                  </a:lnTo>
                  <a:lnTo>
                    <a:pt x="564979" y="168526"/>
                  </a:lnTo>
                  <a:lnTo>
                    <a:pt x="567317" y="194753"/>
                  </a:lnTo>
                  <a:lnTo>
                    <a:pt x="567256" y="206697"/>
                  </a:lnTo>
                  <a:lnTo>
                    <a:pt x="566645" y="217633"/>
                  </a:lnTo>
                  <a:lnTo>
                    <a:pt x="565667" y="227422"/>
                  </a:lnTo>
                  <a:lnTo>
                    <a:pt x="564199" y="239649"/>
                  </a:lnTo>
                  <a:lnTo>
                    <a:pt x="562243" y="248452"/>
                  </a:lnTo>
                  <a:lnTo>
                    <a:pt x="562732" y="249920"/>
                  </a:lnTo>
                  <a:lnTo>
                    <a:pt x="579735" y="213728"/>
                  </a:lnTo>
                  <a:lnTo>
                    <a:pt x="587125" y="196487"/>
                  </a:lnTo>
                  <a:lnTo>
                    <a:pt x="603326" y="160907"/>
                  </a:lnTo>
                  <a:lnTo>
                    <a:pt x="625266" y="122323"/>
                  </a:lnTo>
                  <a:lnTo>
                    <a:pt x="643431" y="103685"/>
                  </a:lnTo>
                  <a:lnTo>
                    <a:pt x="647343" y="105152"/>
                  </a:lnTo>
                  <a:lnTo>
                    <a:pt x="651256" y="106619"/>
                  </a:lnTo>
                  <a:lnTo>
                    <a:pt x="658347" y="149414"/>
                  </a:lnTo>
                  <a:lnTo>
                    <a:pt x="659081" y="178514"/>
                  </a:lnTo>
                  <a:lnTo>
                    <a:pt x="658951" y="192307"/>
                  </a:lnTo>
                  <a:lnTo>
                    <a:pt x="658775" y="204863"/>
                  </a:lnTo>
                  <a:lnTo>
                    <a:pt x="658875" y="215860"/>
                  </a:lnTo>
                  <a:lnTo>
                    <a:pt x="675603" y="244372"/>
                  </a:lnTo>
                  <a:lnTo>
                    <a:pt x="681212" y="244295"/>
                  </a:lnTo>
                  <a:lnTo>
                    <a:pt x="713247" y="222592"/>
                  </a:lnTo>
                  <a:lnTo>
                    <a:pt x="723197" y="212390"/>
                  </a:lnTo>
                  <a:lnTo>
                    <a:pt x="733421" y="201501"/>
                  </a:lnTo>
                </a:path>
              </a:pathLst>
            </a:custGeom>
            <a:ln w="42036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4033997" y="3027645"/>
              <a:ext cx="132080" cy="20955"/>
            </a:xfrm>
            <a:custGeom>
              <a:avLst/>
              <a:gdLst/>
              <a:ahLst/>
              <a:cxnLst/>
              <a:rect l="l" t="t" r="r" b="b"/>
              <a:pathLst>
                <a:path w="132079" h="20955">
                  <a:moveTo>
                    <a:pt x="0" y="20541"/>
                  </a:moveTo>
                  <a:lnTo>
                    <a:pt x="34235" y="2934"/>
                  </a:lnTo>
                  <a:lnTo>
                    <a:pt x="76907" y="1467"/>
                  </a:lnTo>
                  <a:lnTo>
                    <a:pt x="103700" y="733"/>
                  </a:lnTo>
                  <a:lnTo>
                    <a:pt x="132051" y="0"/>
                  </a:lnTo>
                </a:path>
              </a:pathLst>
            </a:custGeom>
            <a:ln w="42036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4221803" y="2953304"/>
              <a:ext cx="3175" cy="10160"/>
            </a:xfrm>
            <a:custGeom>
              <a:avLst/>
              <a:gdLst/>
              <a:ahLst/>
              <a:cxnLst/>
              <a:rect l="l" t="t" r="r" b="b"/>
              <a:pathLst>
                <a:path w="3175" h="10160">
                  <a:moveTo>
                    <a:pt x="2934" y="9781"/>
                  </a:moveTo>
                  <a:lnTo>
                    <a:pt x="1956" y="4890"/>
                  </a:lnTo>
                  <a:lnTo>
                    <a:pt x="978" y="0"/>
                  </a:lnTo>
                  <a:lnTo>
                    <a:pt x="489" y="0"/>
                  </a:lnTo>
                  <a:lnTo>
                    <a:pt x="0" y="0"/>
                  </a:lnTo>
                  <a:lnTo>
                    <a:pt x="0" y="4890"/>
                  </a:lnTo>
                  <a:lnTo>
                    <a:pt x="0" y="9781"/>
                  </a:lnTo>
                </a:path>
              </a:pathLst>
            </a:custGeom>
            <a:ln w="42036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83000" y="3038905"/>
              <a:ext cx="2269308" cy="1595539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3638094" y="3566740"/>
              <a:ext cx="437515" cy="306070"/>
            </a:xfrm>
            <a:custGeom>
              <a:avLst/>
              <a:gdLst/>
              <a:ahLst/>
              <a:cxnLst/>
              <a:rect l="l" t="t" r="r" b="b"/>
              <a:pathLst>
                <a:path w="437514" h="306070">
                  <a:moveTo>
                    <a:pt x="2682" y="50734"/>
                  </a:moveTo>
                  <a:lnTo>
                    <a:pt x="2682" y="42909"/>
                  </a:lnTo>
                  <a:lnTo>
                    <a:pt x="2682" y="35083"/>
                  </a:lnTo>
                  <a:lnTo>
                    <a:pt x="2193" y="34594"/>
                  </a:lnTo>
                  <a:lnTo>
                    <a:pt x="0" y="76418"/>
                  </a:lnTo>
                  <a:lnTo>
                    <a:pt x="175" y="96157"/>
                  </a:lnTo>
                  <a:lnTo>
                    <a:pt x="2682" y="140725"/>
                  </a:lnTo>
                  <a:lnTo>
                    <a:pt x="8673" y="184987"/>
                  </a:lnTo>
                  <a:lnTo>
                    <a:pt x="12173" y="205650"/>
                  </a:lnTo>
                  <a:lnTo>
                    <a:pt x="15398" y="224847"/>
                  </a:lnTo>
                  <a:lnTo>
                    <a:pt x="21313" y="271202"/>
                  </a:lnTo>
                  <a:lnTo>
                    <a:pt x="23223" y="296252"/>
                  </a:lnTo>
                  <a:lnTo>
                    <a:pt x="23223" y="304078"/>
                  </a:lnTo>
                  <a:lnTo>
                    <a:pt x="23223" y="305545"/>
                  </a:lnTo>
                  <a:lnTo>
                    <a:pt x="23215" y="305300"/>
                  </a:lnTo>
                  <a:lnTo>
                    <a:pt x="23162" y="301754"/>
                  </a:lnTo>
                  <a:lnTo>
                    <a:pt x="23017" y="293990"/>
                  </a:lnTo>
                  <a:lnTo>
                    <a:pt x="22734" y="281091"/>
                  </a:lnTo>
                  <a:lnTo>
                    <a:pt x="22291" y="262521"/>
                  </a:lnTo>
                  <a:lnTo>
                    <a:pt x="21756" y="239274"/>
                  </a:lnTo>
                  <a:lnTo>
                    <a:pt x="21221" y="212726"/>
                  </a:lnTo>
                  <a:lnTo>
                    <a:pt x="20778" y="184253"/>
                  </a:lnTo>
                  <a:lnTo>
                    <a:pt x="20510" y="155198"/>
                  </a:lnTo>
                  <a:lnTo>
                    <a:pt x="20472" y="126786"/>
                  </a:lnTo>
                  <a:lnTo>
                    <a:pt x="20709" y="100207"/>
                  </a:lnTo>
                  <a:lnTo>
                    <a:pt x="22184" y="57046"/>
                  </a:lnTo>
                  <a:lnTo>
                    <a:pt x="27136" y="18944"/>
                  </a:lnTo>
                  <a:lnTo>
                    <a:pt x="48418" y="0"/>
                  </a:lnTo>
                  <a:lnTo>
                    <a:pt x="56541" y="664"/>
                  </a:lnTo>
                  <a:lnTo>
                    <a:pt x="103677" y="25485"/>
                  </a:lnTo>
                  <a:lnTo>
                    <a:pt x="137813" y="63290"/>
                  </a:lnTo>
                  <a:lnTo>
                    <a:pt x="151362" y="106000"/>
                  </a:lnTo>
                  <a:lnTo>
                    <a:pt x="150781" y="120206"/>
                  </a:lnTo>
                  <a:lnTo>
                    <a:pt x="131799" y="161266"/>
                  </a:lnTo>
                  <a:lnTo>
                    <a:pt x="91358" y="196342"/>
                  </a:lnTo>
                  <a:lnTo>
                    <a:pt x="57313" y="213796"/>
                  </a:lnTo>
                  <a:lnTo>
                    <a:pt x="41808" y="209685"/>
                  </a:lnTo>
                  <a:lnTo>
                    <a:pt x="40830" y="206261"/>
                  </a:lnTo>
                  <a:lnTo>
                    <a:pt x="43764" y="200392"/>
                  </a:lnTo>
                  <a:lnTo>
                    <a:pt x="48655" y="196480"/>
                  </a:lnTo>
                  <a:lnTo>
                    <a:pt x="53546" y="192567"/>
                  </a:lnTo>
                  <a:lnTo>
                    <a:pt x="60393" y="190611"/>
                  </a:lnTo>
                  <a:lnTo>
                    <a:pt x="66262" y="190122"/>
                  </a:lnTo>
                  <a:lnTo>
                    <a:pt x="72131" y="189633"/>
                  </a:lnTo>
                  <a:lnTo>
                    <a:pt x="77022" y="190611"/>
                  </a:lnTo>
                  <a:lnTo>
                    <a:pt x="84847" y="198436"/>
                  </a:lnTo>
                  <a:lnTo>
                    <a:pt x="91266" y="205482"/>
                  </a:lnTo>
                  <a:lnTo>
                    <a:pt x="98786" y="214454"/>
                  </a:lnTo>
                  <a:lnTo>
                    <a:pt x="107406" y="224709"/>
                  </a:lnTo>
                  <a:lnTo>
                    <a:pt x="139502" y="256576"/>
                  </a:lnTo>
                  <a:lnTo>
                    <a:pt x="176534" y="274511"/>
                  </a:lnTo>
                  <a:lnTo>
                    <a:pt x="188899" y="274549"/>
                  </a:lnTo>
                  <a:lnTo>
                    <a:pt x="201080" y="271378"/>
                  </a:lnTo>
                  <a:lnTo>
                    <a:pt x="234995" y="243493"/>
                  </a:lnTo>
                  <a:lnTo>
                    <a:pt x="255804" y="203304"/>
                  </a:lnTo>
                  <a:lnTo>
                    <a:pt x="258960" y="160288"/>
                  </a:lnTo>
                  <a:lnTo>
                    <a:pt x="238418" y="141703"/>
                  </a:lnTo>
                  <a:lnTo>
                    <a:pt x="233527" y="141703"/>
                  </a:lnTo>
                  <a:lnTo>
                    <a:pt x="216899" y="186698"/>
                  </a:lnTo>
                  <a:lnTo>
                    <a:pt x="218274" y="228583"/>
                  </a:lnTo>
                  <a:lnTo>
                    <a:pt x="243454" y="264370"/>
                  </a:lnTo>
                  <a:lnTo>
                    <a:pt x="295412" y="262582"/>
                  </a:lnTo>
                  <a:lnTo>
                    <a:pt x="328531" y="238969"/>
                  </a:lnTo>
                  <a:lnTo>
                    <a:pt x="343731" y="201478"/>
                  </a:lnTo>
                  <a:lnTo>
                    <a:pt x="345519" y="175037"/>
                  </a:lnTo>
                  <a:lnTo>
                    <a:pt x="345038" y="164201"/>
                  </a:lnTo>
                  <a:lnTo>
                    <a:pt x="344060" y="151484"/>
                  </a:lnTo>
                  <a:lnTo>
                    <a:pt x="342103" y="146594"/>
                  </a:lnTo>
                  <a:lnTo>
                    <a:pt x="341125" y="146594"/>
                  </a:lnTo>
                  <a:lnTo>
                    <a:pt x="340147" y="146594"/>
                  </a:lnTo>
                  <a:lnTo>
                    <a:pt x="340147" y="151484"/>
                  </a:lnTo>
                  <a:lnTo>
                    <a:pt x="344549" y="166646"/>
                  </a:lnTo>
                  <a:lnTo>
                    <a:pt x="359198" y="209632"/>
                  </a:lnTo>
                  <a:lnTo>
                    <a:pt x="377531" y="245311"/>
                  </a:lnTo>
                  <a:lnTo>
                    <a:pt x="400793" y="260060"/>
                  </a:lnTo>
                  <a:lnTo>
                    <a:pt x="405684" y="258104"/>
                  </a:lnTo>
                  <a:lnTo>
                    <a:pt x="424964" y="213582"/>
                  </a:lnTo>
                  <a:lnTo>
                    <a:pt x="433623" y="168969"/>
                  </a:lnTo>
                  <a:lnTo>
                    <a:pt x="436985" y="130943"/>
                  </a:lnTo>
                  <a:lnTo>
                    <a:pt x="436985" y="126052"/>
                  </a:lnTo>
                  <a:lnTo>
                    <a:pt x="436496" y="128009"/>
                  </a:lnTo>
                  <a:lnTo>
                    <a:pt x="436007" y="129965"/>
                  </a:lnTo>
                  <a:lnTo>
                    <a:pt x="435029" y="138768"/>
                  </a:lnTo>
                  <a:lnTo>
                    <a:pt x="434050" y="147572"/>
                  </a:lnTo>
                </a:path>
              </a:pathLst>
            </a:custGeom>
            <a:ln w="42036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1" name="object 7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098079" y="3588632"/>
              <a:ext cx="74314" cy="244515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208122" y="3644265"/>
              <a:ext cx="125669" cy="174210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4359724" y="3622366"/>
              <a:ext cx="337820" cy="180975"/>
            </a:xfrm>
            <a:custGeom>
              <a:avLst/>
              <a:gdLst/>
              <a:ahLst/>
              <a:cxnLst/>
              <a:rect l="l" t="t" r="r" b="b"/>
              <a:pathLst>
                <a:path w="337820" h="180975">
                  <a:moveTo>
                    <a:pt x="2934" y="53798"/>
                  </a:moveTo>
                  <a:lnTo>
                    <a:pt x="1956" y="44995"/>
                  </a:lnTo>
                  <a:lnTo>
                    <a:pt x="978" y="36191"/>
                  </a:lnTo>
                  <a:lnTo>
                    <a:pt x="489" y="34724"/>
                  </a:lnTo>
                  <a:lnTo>
                    <a:pt x="0" y="33257"/>
                  </a:lnTo>
                  <a:lnTo>
                    <a:pt x="0" y="39126"/>
                  </a:lnTo>
                  <a:lnTo>
                    <a:pt x="0" y="52820"/>
                  </a:lnTo>
                  <a:lnTo>
                    <a:pt x="1031" y="92298"/>
                  </a:lnTo>
                  <a:lnTo>
                    <a:pt x="7641" y="131929"/>
                  </a:lnTo>
                  <a:lnTo>
                    <a:pt x="29344" y="165798"/>
                  </a:lnTo>
                  <a:lnTo>
                    <a:pt x="34235" y="167265"/>
                  </a:lnTo>
                  <a:lnTo>
                    <a:pt x="62113" y="134986"/>
                  </a:lnTo>
                  <a:lnTo>
                    <a:pt x="75799" y="96608"/>
                  </a:lnTo>
                  <a:lnTo>
                    <a:pt x="85099" y="54777"/>
                  </a:lnTo>
                  <a:lnTo>
                    <a:pt x="85099" y="49886"/>
                  </a:lnTo>
                  <a:lnTo>
                    <a:pt x="85099" y="54777"/>
                  </a:lnTo>
                  <a:lnTo>
                    <a:pt x="85588" y="67982"/>
                  </a:lnTo>
                  <a:lnTo>
                    <a:pt x="88752" y="106359"/>
                  </a:lnTo>
                  <a:lnTo>
                    <a:pt x="105075" y="150499"/>
                  </a:lnTo>
                  <a:lnTo>
                    <a:pt x="121291" y="166287"/>
                  </a:lnTo>
                  <a:lnTo>
                    <a:pt x="129117" y="164330"/>
                  </a:lnTo>
                  <a:lnTo>
                    <a:pt x="162741" y="132158"/>
                  </a:lnTo>
                  <a:lnTo>
                    <a:pt x="177047" y="90479"/>
                  </a:lnTo>
                  <a:lnTo>
                    <a:pt x="184956" y="52102"/>
                  </a:lnTo>
                  <a:lnTo>
                    <a:pt x="187806" y="26410"/>
                  </a:lnTo>
                  <a:lnTo>
                    <a:pt x="187317" y="26899"/>
                  </a:lnTo>
                  <a:lnTo>
                    <a:pt x="185116" y="68410"/>
                  </a:lnTo>
                  <a:lnTo>
                    <a:pt x="190741" y="107597"/>
                  </a:lnTo>
                  <a:lnTo>
                    <a:pt x="194653" y="110043"/>
                  </a:lnTo>
                  <a:lnTo>
                    <a:pt x="198566" y="112488"/>
                  </a:lnTo>
                  <a:lnTo>
                    <a:pt x="203457" y="112488"/>
                  </a:lnTo>
                  <a:lnTo>
                    <a:pt x="213727" y="106130"/>
                  </a:lnTo>
                  <a:lnTo>
                    <a:pt x="251876" y="72383"/>
                  </a:lnTo>
                  <a:lnTo>
                    <a:pt x="273609" y="39370"/>
                  </a:lnTo>
                  <a:lnTo>
                    <a:pt x="286600" y="9781"/>
                  </a:lnTo>
                  <a:lnTo>
                    <a:pt x="287578" y="4890"/>
                  </a:lnTo>
                  <a:lnTo>
                    <a:pt x="287578" y="0"/>
                  </a:lnTo>
                  <a:lnTo>
                    <a:pt x="286111" y="0"/>
                  </a:lnTo>
                  <a:lnTo>
                    <a:pt x="284644" y="0"/>
                  </a:lnTo>
                  <a:lnTo>
                    <a:pt x="281710" y="4890"/>
                  </a:lnTo>
                  <a:lnTo>
                    <a:pt x="278775" y="18095"/>
                  </a:lnTo>
                  <a:lnTo>
                    <a:pt x="276712" y="29398"/>
                  </a:lnTo>
                  <a:lnTo>
                    <a:pt x="275474" y="42855"/>
                  </a:lnTo>
                  <a:lnTo>
                    <a:pt x="275886" y="57505"/>
                  </a:lnTo>
                  <a:lnTo>
                    <a:pt x="292653" y="99894"/>
                  </a:lnTo>
                  <a:lnTo>
                    <a:pt x="318352" y="130951"/>
                  </a:lnTo>
                  <a:lnTo>
                    <a:pt x="324810" y="138165"/>
                  </a:lnTo>
                  <a:lnTo>
                    <a:pt x="329892" y="144278"/>
                  </a:lnTo>
                  <a:lnTo>
                    <a:pt x="333552" y="149658"/>
                  </a:lnTo>
                  <a:lnTo>
                    <a:pt x="337465" y="156505"/>
                  </a:lnTo>
                  <a:lnTo>
                    <a:pt x="337465" y="162374"/>
                  </a:lnTo>
                  <a:lnTo>
                    <a:pt x="335508" y="167265"/>
                  </a:lnTo>
                  <a:lnTo>
                    <a:pt x="333552" y="172156"/>
                  </a:lnTo>
                  <a:lnTo>
                    <a:pt x="329639" y="176068"/>
                  </a:lnTo>
                  <a:lnTo>
                    <a:pt x="320836" y="178514"/>
                  </a:lnTo>
                  <a:lnTo>
                    <a:pt x="313370" y="179981"/>
                  </a:lnTo>
                  <a:lnTo>
                    <a:pt x="304391" y="180348"/>
                  </a:lnTo>
                  <a:lnTo>
                    <a:pt x="294219" y="179064"/>
                  </a:lnTo>
                  <a:lnTo>
                    <a:pt x="283177" y="175579"/>
                  </a:lnTo>
                  <a:lnTo>
                    <a:pt x="271554" y="169550"/>
                  </a:lnTo>
                  <a:lnTo>
                    <a:pt x="259518" y="161457"/>
                  </a:lnTo>
                  <a:lnTo>
                    <a:pt x="247207" y="151989"/>
                  </a:lnTo>
                  <a:lnTo>
                    <a:pt x="234758" y="141833"/>
                  </a:lnTo>
                </a:path>
              </a:pathLst>
            </a:custGeom>
            <a:ln w="42036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1759774" y="4383375"/>
              <a:ext cx="175260" cy="338455"/>
            </a:xfrm>
            <a:custGeom>
              <a:avLst/>
              <a:gdLst/>
              <a:ahLst/>
              <a:cxnLst/>
              <a:rect l="l" t="t" r="r" b="b"/>
              <a:pathLst>
                <a:path w="175260" h="338454">
                  <a:moveTo>
                    <a:pt x="0" y="52820"/>
                  </a:moveTo>
                  <a:lnTo>
                    <a:pt x="0" y="47929"/>
                  </a:lnTo>
                  <a:lnTo>
                    <a:pt x="0" y="43039"/>
                  </a:lnTo>
                  <a:lnTo>
                    <a:pt x="0" y="36191"/>
                  </a:lnTo>
                  <a:lnTo>
                    <a:pt x="0" y="29344"/>
                  </a:lnTo>
                  <a:lnTo>
                    <a:pt x="0" y="20541"/>
                  </a:lnTo>
                  <a:lnTo>
                    <a:pt x="45" y="22276"/>
                  </a:lnTo>
                  <a:lnTo>
                    <a:pt x="366" y="27816"/>
                  </a:lnTo>
                  <a:lnTo>
                    <a:pt x="1237" y="37666"/>
                  </a:lnTo>
                  <a:lnTo>
                    <a:pt x="2934" y="52331"/>
                  </a:lnTo>
                  <a:lnTo>
                    <a:pt x="5624" y="72001"/>
                  </a:lnTo>
                  <a:lnTo>
                    <a:pt x="9047" y="95615"/>
                  </a:lnTo>
                  <a:lnTo>
                    <a:pt x="12838" y="121796"/>
                  </a:lnTo>
                  <a:lnTo>
                    <a:pt x="20098" y="176489"/>
                  </a:lnTo>
                  <a:lnTo>
                    <a:pt x="25569" y="228194"/>
                  </a:lnTo>
                  <a:lnTo>
                    <a:pt x="28527" y="272089"/>
                  </a:lnTo>
                  <a:lnTo>
                    <a:pt x="29520" y="305239"/>
                  </a:lnTo>
                  <a:lnTo>
                    <a:pt x="29833" y="317413"/>
                  </a:lnTo>
                  <a:lnTo>
                    <a:pt x="30322" y="331596"/>
                  </a:lnTo>
                  <a:lnTo>
                    <a:pt x="31301" y="337465"/>
                  </a:lnTo>
                  <a:lnTo>
                    <a:pt x="31790" y="337954"/>
                  </a:lnTo>
                  <a:lnTo>
                    <a:pt x="32279" y="338443"/>
                  </a:lnTo>
                  <a:lnTo>
                    <a:pt x="32279" y="333552"/>
                  </a:lnTo>
                  <a:lnTo>
                    <a:pt x="33257" y="313989"/>
                  </a:lnTo>
                  <a:lnTo>
                    <a:pt x="34120" y="296780"/>
                  </a:lnTo>
                  <a:lnTo>
                    <a:pt x="35030" y="275352"/>
                  </a:lnTo>
                  <a:lnTo>
                    <a:pt x="35664" y="250989"/>
                  </a:lnTo>
                  <a:lnTo>
                    <a:pt x="35702" y="224977"/>
                  </a:lnTo>
                  <a:lnTo>
                    <a:pt x="34908" y="198429"/>
                  </a:lnTo>
                  <a:lnTo>
                    <a:pt x="31301" y="145333"/>
                  </a:lnTo>
                  <a:lnTo>
                    <a:pt x="26234" y="94201"/>
                  </a:lnTo>
                  <a:lnTo>
                    <a:pt x="21358" y="50352"/>
                  </a:lnTo>
                  <a:lnTo>
                    <a:pt x="19563" y="33746"/>
                  </a:lnTo>
                  <a:lnTo>
                    <a:pt x="18470" y="21756"/>
                  </a:lnTo>
                  <a:lnTo>
                    <a:pt x="18157" y="13755"/>
                  </a:lnTo>
                  <a:lnTo>
                    <a:pt x="18669" y="8780"/>
                  </a:lnTo>
                  <a:lnTo>
                    <a:pt x="63924" y="2926"/>
                  </a:lnTo>
                  <a:lnTo>
                    <a:pt x="83693" y="2873"/>
                  </a:lnTo>
                  <a:lnTo>
                    <a:pt x="133427" y="2002"/>
                  </a:lnTo>
                  <a:lnTo>
                    <a:pt x="148588" y="932"/>
                  </a:lnTo>
                  <a:lnTo>
                    <a:pt x="154060" y="489"/>
                  </a:lnTo>
                  <a:lnTo>
                    <a:pt x="161396" y="0"/>
                  </a:lnTo>
                  <a:lnTo>
                    <a:pt x="170199" y="0"/>
                  </a:lnTo>
                  <a:lnTo>
                    <a:pt x="172645" y="1467"/>
                  </a:lnTo>
                  <a:lnTo>
                    <a:pt x="175090" y="2934"/>
                  </a:lnTo>
                  <a:lnTo>
                    <a:pt x="171178" y="5868"/>
                  </a:lnTo>
                  <a:lnTo>
                    <a:pt x="166776" y="10270"/>
                  </a:lnTo>
                  <a:lnTo>
                    <a:pt x="162374" y="14672"/>
                  </a:lnTo>
                  <a:lnTo>
                    <a:pt x="157483" y="20541"/>
                  </a:lnTo>
                  <a:lnTo>
                    <a:pt x="152593" y="26410"/>
                  </a:lnTo>
                </a:path>
              </a:pathLst>
            </a:custGeom>
            <a:ln w="42036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1803791" y="4550640"/>
              <a:ext cx="64769" cy="12065"/>
            </a:xfrm>
            <a:custGeom>
              <a:avLst/>
              <a:gdLst/>
              <a:ahLst/>
              <a:cxnLst/>
              <a:rect l="l" t="t" r="r" b="b"/>
              <a:pathLst>
                <a:path w="64769" h="12064">
                  <a:moveTo>
                    <a:pt x="0" y="11737"/>
                  </a:moveTo>
                  <a:lnTo>
                    <a:pt x="16139" y="8803"/>
                  </a:lnTo>
                  <a:lnTo>
                    <a:pt x="32279" y="5868"/>
                  </a:lnTo>
                  <a:lnTo>
                    <a:pt x="48419" y="2934"/>
                  </a:lnTo>
                  <a:lnTo>
                    <a:pt x="64558" y="0"/>
                  </a:lnTo>
                </a:path>
              </a:pathLst>
            </a:custGeom>
            <a:ln w="42036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6" name="object 7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911890" y="4528644"/>
              <a:ext cx="65512" cy="186804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1923126" y="4464562"/>
              <a:ext cx="15875" cy="15875"/>
            </a:xfrm>
            <a:custGeom>
              <a:avLst/>
              <a:gdLst/>
              <a:ahLst/>
              <a:cxnLst/>
              <a:rect l="l" t="t" r="r" b="b"/>
              <a:pathLst>
                <a:path w="15875" h="15875">
                  <a:moveTo>
                    <a:pt x="3912" y="9781"/>
                  </a:moveTo>
                  <a:lnTo>
                    <a:pt x="1956" y="4890"/>
                  </a:lnTo>
                  <a:lnTo>
                    <a:pt x="0" y="0"/>
                  </a:lnTo>
                  <a:lnTo>
                    <a:pt x="1956" y="978"/>
                  </a:lnTo>
                  <a:lnTo>
                    <a:pt x="3912" y="1956"/>
                  </a:lnTo>
                  <a:lnTo>
                    <a:pt x="9781" y="8803"/>
                  </a:lnTo>
                  <a:lnTo>
                    <a:pt x="15650" y="15650"/>
                  </a:lnTo>
                </a:path>
              </a:pathLst>
            </a:custGeom>
            <a:ln w="42036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8" name="object 7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005793" y="4503884"/>
              <a:ext cx="177022" cy="183197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2220304" y="4494885"/>
              <a:ext cx="288290" cy="153035"/>
            </a:xfrm>
            <a:custGeom>
              <a:avLst/>
              <a:gdLst/>
              <a:ahLst/>
              <a:cxnLst/>
              <a:rect l="l" t="t" r="r" b="b"/>
              <a:pathLst>
                <a:path w="288289" h="153035">
                  <a:moveTo>
                    <a:pt x="99955" y="61624"/>
                  </a:moveTo>
                  <a:lnTo>
                    <a:pt x="80576" y="20602"/>
                  </a:lnTo>
                  <a:lnTo>
                    <a:pt x="39378" y="20877"/>
                  </a:lnTo>
                  <a:lnTo>
                    <a:pt x="15528" y="56366"/>
                  </a:lnTo>
                  <a:lnTo>
                    <a:pt x="725" y="100062"/>
                  </a:lnTo>
                  <a:lnTo>
                    <a:pt x="0" y="111999"/>
                  </a:lnTo>
                  <a:lnTo>
                    <a:pt x="1199" y="122468"/>
                  </a:lnTo>
                  <a:lnTo>
                    <a:pt x="29528" y="152593"/>
                  </a:lnTo>
                  <a:lnTo>
                    <a:pt x="38774" y="152937"/>
                  </a:lnTo>
                  <a:lnTo>
                    <a:pt x="48480" y="150942"/>
                  </a:lnTo>
                  <a:lnTo>
                    <a:pt x="80025" y="118296"/>
                  </a:lnTo>
                  <a:lnTo>
                    <a:pt x="92069" y="72567"/>
                  </a:lnTo>
                  <a:lnTo>
                    <a:pt x="98282" y="121742"/>
                  </a:lnTo>
                  <a:lnTo>
                    <a:pt x="131134" y="143545"/>
                  </a:lnTo>
                  <a:lnTo>
                    <a:pt x="166837" y="115789"/>
                  </a:lnTo>
                  <a:lnTo>
                    <a:pt x="186018" y="69464"/>
                  </a:lnTo>
                  <a:lnTo>
                    <a:pt x="189472" y="35809"/>
                  </a:lnTo>
                  <a:lnTo>
                    <a:pt x="189457" y="22008"/>
                  </a:lnTo>
                  <a:lnTo>
                    <a:pt x="188968" y="5868"/>
                  </a:lnTo>
                  <a:lnTo>
                    <a:pt x="187012" y="0"/>
                  </a:lnTo>
                  <a:lnTo>
                    <a:pt x="185544" y="1467"/>
                  </a:lnTo>
                  <a:lnTo>
                    <a:pt x="183259" y="42962"/>
                  </a:lnTo>
                  <a:lnTo>
                    <a:pt x="184566" y="86567"/>
                  </a:lnTo>
                  <a:lnTo>
                    <a:pt x="184864" y="96188"/>
                  </a:lnTo>
                  <a:lnTo>
                    <a:pt x="188968" y="125204"/>
                  </a:lnTo>
                  <a:lnTo>
                    <a:pt x="190435" y="125204"/>
                  </a:lnTo>
                  <a:lnTo>
                    <a:pt x="191902" y="125204"/>
                  </a:lnTo>
                  <a:lnTo>
                    <a:pt x="203151" y="75868"/>
                  </a:lnTo>
                  <a:lnTo>
                    <a:pt x="218679" y="32974"/>
                  </a:lnTo>
                  <a:lnTo>
                    <a:pt x="243523" y="2048"/>
                  </a:lnTo>
                  <a:lnTo>
                    <a:pt x="249431" y="122"/>
                  </a:lnTo>
                  <a:lnTo>
                    <a:pt x="255063" y="581"/>
                  </a:lnTo>
                  <a:lnTo>
                    <a:pt x="277491" y="43528"/>
                  </a:lnTo>
                  <a:lnTo>
                    <a:pt x="283177" y="85038"/>
                  </a:lnTo>
                  <a:lnTo>
                    <a:pt x="285538" y="109485"/>
                  </a:lnTo>
                  <a:lnTo>
                    <a:pt x="287762" y="134986"/>
                  </a:lnTo>
                </a:path>
              </a:pathLst>
            </a:custGeom>
            <a:ln w="42036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0" name="object 8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560899" y="4471421"/>
              <a:ext cx="138385" cy="178917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2751629" y="4489994"/>
              <a:ext cx="15240" cy="128270"/>
            </a:xfrm>
            <a:custGeom>
              <a:avLst/>
              <a:gdLst/>
              <a:ahLst/>
              <a:cxnLst/>
              <a:rect l="l" t="t" r="r" b="b"/>
              <a:pathLst>
                <a:path w="15239" h="128270">
                  <a:moveTo>
                    <a:pt x="0" y="13694"/>
                  </a:moveTo>
                  <a:lnTo>
                    <a:pt x="0" y="6847"/>
                  </a:lnTo>
                  <a:lnTo>
                    <a:pt x="0" y="0"/>
                  </a:lnTo>
                  <a:lnTo>
                    <a:pt x="0" y="6847"/>
                  </a:lnTo>
                  <a:lnTo>
                    <a:pt x="978" y="22986"/>
                  </a:lnTo>
                  <a:lnTo>
                    <a:pt x="4623" y="68379"/>
                  </a:lnTo>
                  <a:lnTo>
                    <a:pt x="10331" y="108270"/>
                  </a:lnTo>
                  <a:lnTo>
                    <a:pt x="12479" y="118502"/>
                  </a:lnTo>
                  <a:lnTo>
                    <a:pt x="14672" y="128139"/>
                  </a:lnTo>
                </a:path>
              </a:pathLst>
            </a:custGeom>
            <a:ln w="42036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2739890" y="4397069"/>
              <a:ext cx="15240" cy="15875"/>
            </a:xfrm>
            <a:custGeom>
              <a:avLst/>
              <a:gdLst/>
              <a:ahLst/>
              <a:cxnLst/>
              <a:rect l="l" t="t" r="r" b="b"/>
              <a:pathLst>
                <a:path w="15239" h="15875">
                  <a:moveTo>
                    <a:pt x="5868" y="9781"/>
                  </a:moveTo>
                  <a:lnTo>
                    <a:pt x="2934" y="4890"/>
                  </a:lnTo>
                  <a:lnTo>
                    <a:pt x="0" y="0"/>
                  </a:lnTo>
                  <a:lnTo>
                    <a:pt x="1467" y="978"/>
                  </a:lnTo>
                  <a:lnTo>
                    <a:pt x="2934" y="1956"/>
                  </a:lnTo>
                  <a:lnTo>
                    <a:pt x="8803" y="8803"/>
                  </a:lnTo>
                  <a:lnTo>
                    <a:pt x="14672" y="15650"/>
                  </a:lnTo>
                </a:path>
              </a:pathLst>
            </a:custGeom>
            <a:ln w="42036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3" name="object 83"/>
          <p:cNvGrpSpPr/>
          <p:nvPr/>
        </p:nvGrpSpPr>
        <p:grpSpPr>
          <a:xfrm>
            <a:off x="6210790" y="2100412"/>
            <a:ext cx="1891664" cy="335915"/>
            <a:chOff x="6210790" y="2100412"/>
            <a:chExt cx="1891664" cy="335915"/>
          </a:xfrm>
        </p:grpSpPr>
        <p:sp>
          <p:nvSpPr>
            <p:cNvPr id="84" name="object 84"/>
            <p:cNvSpPr/>
            <p:nvPr/>
          </p:nvSpPr>
          <p:spPr>
            <a:xfrm>
              <a:off x="6231808" y="2167884"/>
              <a:ext cx="189865" cy="247650"/>
            </a:xfrm>
            <a:custGeom>
              <a:avLst/>
              <a:gdLst/>
              <a:ahLst/>
              <a:cxnLst/>
              <a:rect l="l" t="t" r="r" b="b"/>
              <a:pathLst>
                <a:path w="189864" h="247650">
                  <a:moveTo>
                    <a:pt x="0" y="31931"/>
                  </a:moveTo>
                  <a:lnTo>
                    <a:pt x="0" y="25823"/>
                  </a:lnTo>
                  <a:lnTo>
                    <a:pt x="0" y="19715"/>
                  </a:lnTo>
                  <a:lnTo>
                    <a:pt x="508" y="19715"/>
                  </a:lnTo>
                  <a:lnTo>
                    <a:pt x="1017" y="19715"/>
                  </a:lnTo>
                  <a:lnTo>
                    <a:pt x="2035" y="25823"/>
                  </a:lnTo>
                  <a:lnTo>
                    <a:pt x="5089" y="42620"/>
                  </a:lnTo>
                  <a:lnTo>
                    <a:pt x="13893" y="95873"/>
                  </a:lnTo>
                  <a:lnTo>
                    <a:pt x="19190" y="143623"/>
                  </a:lnTo>
                  <a:lnTo>
                    <a:pt x="22451" y="191977"/>
                  </a:lnTo>
                  <a:lnTo>
                    <a:pt x="24240" y="240618"/>
                  </a:lnTo>
                  <a:lnTo>
                    <a:pt x="24201" y="246837"/>
                  </a:lnTo>
                  <a:lnTo>
                    <a:pt x="23922" y="247235"/>
                  </a:lnTo>
                  <a:lnTo>
                    <a:pt x="23421" y="241556"/>
                  </a:lnTo>
                  <a:lnTo>
                    <a:pt x="22586" y="230438"/>
                  </a:lnTo>
                  <a:lnTo>
                    <a:pt x="21274" y="214739"/>
                  </a:lnTo>
                  <a:lnTo>
                    <a:pt x="19341" y="195317"/>
                  </a:lnTo>
                  <a:lnTo>
                    <a:pt x="16757" y="173089"/>
                  </a:lnTo>
                  <a:lnTo>
                    <a:pt x="13933" y="149190"/>
                  </a:lnTo>
                  <a:lnTo>
                    <a:pt x="11396" y="124814"/>
                  </a:lnTo>
                  <a:lnTo>
                    <a:pt x="9671" y="101154"/>
                  </a:lnTo>
                  <a:lnTo>
                    <a:pt x="9209" y="79259"/>
                  </a:lnTo>
                  <a:lnTo>
                    <a:pt x="10180" y="59607"/>
                  </a:lnTo>
                  <a:lnTo>
                    <a:pt x="22618" y="17345"/>
                  </a:lnTo>
                  <a:lnTo>
                    <a:pt x="62987" y="0"/>
                  </a:lnTo>
                  <a:lnTo>
                    <a:pt x="76730" y="1073"/>
                  </a:lnTo>
                  <a:lnTo>
                    <a:pt x="119128" y="14577"/>
                  </a:lnTo>
                  <a:lnTo>
                    <a:pt x="152697" y="39057"/>
                  </a:lnTo>
                  <a:lnTo>
                    <a:pt x="166297" y="68045"/>
                  </a:lnTo>
                  <a:lnTo>
                    <a:pt x="164913" y="78249"/>
                  </a:lnTo>
                  <a:lnTo>
                    <a:pt x="130302" y="117951"/>
                  </a:lnTo>
                  <a:lnTo>
                    <a:pt x="89002" y="139352"/>
                  </a:lnTo>
                  <a:lnTo>
                    <a:pt x="47336" y="150017"/>
                  </a:lnTo>
                  <a:lnTo>
                    <a:pt x="40719" y="150017"/>
                  </a:lnTo>
                  <a:lnTo>
                    <a:pt x="35629" y="148999"/>
                  </a:lnTo>
                  <a:lnTo>
                    <a:pt x="35120" y="146454"/>
                  </a:lnTo>
                  <a:lnTo>
                    <a:pt x="34611" y="143909"/>
                  </a:lnTo>
                  <a:lnTo>
                    <a:pt x="38683" y="139837"/>
                  </a:lnTo>
                  <a:lnTo>
                    <a:pt x="46827" y="137801"/>
                  </a:lnTo>
                  <a:lnTo>
                    <a:pt x="53682" y="136712"/>
                  </a:lnTo>
                  <a:lnTo>
                    <a:pt x="61969" y="136720"/>
                  </a:lnTo>
                  <a:lnTo>
                    <a:pt x="106888" y="153262"/>
                  </a:lnTo>
                  <a:lnTo>
                    <a:pt x="142199" y="177709"/>
                  </a:lnTo>
                  <a:lnTo>
                    <a:pt x="167967" y="199898"/>
                  </a:lnTo>
                  <a:lnTo>
                    <a:pt x="177129" y="208042"/>
                  </a:lnTo>
                  <a:lnTo>
                    <a:pt x="183237" y="213132"/>
                  </a:lnTo>
                  <a:lnTo>
                    <a:pt x="186290" y="212623"/>
                  </a:lnTo>
                  <a:lnTo>
                    <a:pt x="189344" y="212114"/>
                  </a:lnTo>
                  <a:lnTo>
                    <a:pt x="189344" y="206006"/>
                  </a:lnTo>
                  <a:lnTo>
                    <a:pt x="189344" y="199898"/>
                  </a:lnTo>
                </a:path>
              </a:pathLst>
            </a:custGeom>
            <a:ln w="4203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6497503" y="2193707"/>
              <a:ext cx="114300" cy="193675"/>
            </a:xfrm>
            <a:custGeom>
              <a:avLst/>
              <a:gdLst/>
              <a:ahLst/>
              <a:cxnLst/>
              <a:rect l="l" t="t" r="r" b="b"/>
              <a:pathLst>
                <a:path w="114300" h="193675">
                  <a:moveTo>
                    <a:pt x="12215" y="15269"/>
                  </a:moveTo>
                  <a:lnTo>
                    <a:pt x="10179" y="10179"/>
                  </a:lnTo>
                  <a:lnTo>
                    <a:pt x="8143" y="5089"/>
                  </a:lnTo>
                  <a:lnTo>
                    <a:pt x="10179" y="2544"/>
                  </a:lnTo>
                  <a:lnTo>
                    <a:pt x="12215" y="0"/>
                  </a:lnTo>
                  <a:lnTo>
                    <a:pt x="18323" y="0"/>
                  </a:lnTo>
                  <a:lnTo>
                    <a:pt x="32575" y="0"/>
                  </a:lnTo>
                  <a:lnTo>
                    <a:pt x="72157" y="214"/>
                  </a:lnTo>
                  <a:lnTo>
                    <a:pt x="109123" y="1868"/>
                  </a:lnTo>
                  <a:lnTo>
                    <a:pt x="111978" y="2036"/>
                  </a:lnTo>
                  <a:lnTo>
                    <a:pt x="59552" y="190"/>
                  </a:lnTo>
                  <a:lnTo>
                    <a:pt x="42373" y="437"/>
                  </a:lnTo>
                  <a:lnTo>
                    <a:pt x="2544" y="7634"/>
                  </a:lnTo>
                  <a:lnTo>
                    <a:pt x="0" y="11197"/>
                  </a:lnTo>
                  <a:lnTo>
                    <a:pt x="0" y="16287"/>
                  </a:lnTo>
                  <a:lnTo>
                    <a:pt x="2035" y="20359"/>
                  </a:lnTo>
                  <a:lnTo>
                    <a:pt x="4071" y="24431"/>
                  </a:lnTo>
                  <a:lnTo>
                    <a:pt x="22649" y="62478"/>
                  </a:lnTo>
                  <a:lnTo>
                    <a:pt x="32097" y="111652"/>
                  </a:lnTo>
                  <a:lnTo>
                    <a:pt x="34102" y="159823"/>
                  </a:lnTo>
                  <a:lnTo>
                    <a:pt x="34611" y="171315"/>
                  </a:lnTo>
                  <a:lnTo>
                    <a:pt x="35501" y="179992"/>
                  </a:lnTo>
                  <a:lnTo>
                    <a:pt x="36965" y="186092"/>
                  </a:lnTo>
                  <a:lnTo>
                    <a:pt x="39192" y="189854"/>
                  </a:lnTo>
                  <a:lnTo>
                    <a:pt x="42755" y="193417"/>
                  </a:lnTo>
                  <a:lnTo>
                    <a:pt x="48863" y="191381"/>
                  </a:lnTo>
                  <a:lnTo>
                    <a:pt x="59042" y="187309"/>
                  </a:lnTo>
                  <a:lnTo>
                    <a:pt x="67377" y="183905"/>
                  </a:lnTo>
                  <a:lnTo>
                    <a:pt x="76857" y="179928"/>
                  </a:lnTo>
                  <a:lnTo>
                    <a:pt x="87100" y="175570"/>
                  </a:lnTo>
                  <a:lnTo>
                    <a:pt x="97725" y="171021"/>
                  </a:lnTo>
                </a:path>
              </a:pathLst>
            </a:custGeom>
            <a:ln w="4203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6528041" y="2282272"/>
              <a:ext cx="82550" cy="21590"/>
            </a:xfrm>
            <a:custGeom>
              <a:avLst/>
              <a:gdLst/>
              <a:ahLst/>
              <a:cxnLst/>
              <a:rect l="l" t="t" r="r" b="b"/>
              <a:pathLst>
                <a:path w="82550" h="21589">
                  <a:moveTo>
                    <a:pt x="0" y="21377"/>
                  </a:moveTo>
                  <a:lnTo>
                    <a:pt x="1017" y="16287"/>
                  </a:lnTo>
                  <a:lnTo>
                    <a:pt x="2035" y="11197"/>
                  </a:lnTo>
                  <a:lnTo>
                    <a:pt x="6107" y="8652"/>
                  </a:lnTo>
                  <a:lnTo>
                    <a:pt x="10179" y="6107"/>
                  </a:lnTo>
                  <a:lnTo>
                    <a:pt x="17306" y="6107"/>
                  </a:lnTo>
                  <a:lnTo>
                    <a:pt x="30539" y="5089"/>
                  </a:lnTo>
                  <a:lnTo>
                    <a:pt x="41515" y="4151"/>
                  </a:lnTo>
                  <a:lnTo>
                    <a:pt x="54208" y="2926"/>
                  </a:lnTo>
                  <a:lnTo>
                    <a:pt x="68046" y="1511"/>
                  </a:lnTo>
                  <a:lnTo>
                    <a:pt x="82457" y="0"/>
                  </a:lnTo>
                </a:path>
              </a:pathLst>
            </a:custGeom>
            <a:ln w="4203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6670560" y="2188618"/>
              <a:ext cx="136525" cy="200660"/>
            </a:xfrm>
            <a:custGeom>
              <a:avLst/>
              <a:gdLst/>
              <a:ahLst/>
              <a:cxnLst/>
              <a:rect l="l" t="t" r="r" b="b"/>
              <a:pathLst>
                <a:path w="136525" h="200660">
                  <a:moveTo>
                    <a:pt x="117068" y="38683"/>
                  </a:moveTo>
                  <a:lnTo>
                    <a:pt x="105870" y="0"/>
                  </a:lnTo>
                  <a:lnTo>
                    <a:pt x="93145" y="508"/>
                  </a:lnTo>
                  <a:lnTo>
                    <a:pt x="44790" y="18832"/>
                  </a:lnTo>
                  <a:lnTo>
                    <a:pt x="25823" y="55408"/>
                  </a:lnTo>
                  <a:lnTo>
                    <a:pt x="25958" y="68204"/>
                  </a:lnTo>
                  <a:lnTo>
                    <a:pt x="58025" y="107397"/>
                  </a:lnTo>
                  <a:lnTo>
                    <a:pt x="99539" y="128440"/>
                  </a:lnTo>
                  <a:lnTo>
                    <a:pt x="110960" y="133864"/>
                  </a:lnTo>
                  <a:lnTo>
                    <a:pt x="136409" y="166949"/>
                  </a:lnTo>
                  <a:lnTo>
                    <a:pt x="135900" y="174075"/>
                  </a:lnTo>
                  <a:lnTo>
                    <a:pt x="102243" y="196979"/>
                  </a:lnTo>
                  <a:lnTo>
                    <a:pt x="75839" y="200033"/>
                  </a:lnTo>
                  <a:lnTo>
                    <a:pt x="61563" y="199803"/>
                  </a:lnTo>
                  <a:lnTo>
                    <a:pt x="23413" y="194435"/>
                  </a:lnTo>
                  <a:lnTo>
                    <a:pt x="0" y="176111"/>
                  </a:lnTo>
                  <a:lnTo>
                    <a:pt x="2035" y="166949"/>
                  </a:lnTo>
                  <a:lnTo>
                    <a:pt x="4071" y="157787"/>
                  </a:lnTo>
                </a:path>
              </a:pathLst>
            </a:custGeom>
            <a:ln w="4203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6848707" y="2188617"/>
              <a:ext cx="131445" cy="2540"/>
            </a:xfrm>
            <a:custGeom>
              <a:avLst/>
              <a:gdLst/>
              <a:ahLst/>
              <a:cxnLst/>
              <a:rect l="l" t="t" r="r" b="b"/>
              <a:pathLst>
                <a:path w="131445" h="2539">
                  <a:moveTo>
                    <a:pt x="0" y="2036"/>
                  </a:moveTo>
                  <a:lnTo>
                    <a:pt x="11555" y="1288"/>
                  </a:lnTo>
                  <a:lnTo>
                    <a:pt x="23731" y="636"/>
                  </a:lnTo>
                  <a:lnTo>
                    <a:pt x="37148" y="174"/>
                  </a:lnTo>
                  <a:lnTo>
                    <a:pt x="52426" y="0"/>
                  </a:lnTo>
                  <a:lnTo>
                    <a:pt x="69978" y="174"/>
                  </a:lnTo>
                  <a:lnTo>
                    <a:pt x="89391" y="636"/>
                  </a:lnTo>
                  <a:lnTo>
                    <a:pt x="110045" y="1288"/>
                  </a:lnTo>
                  <a:lnTo>
                    <a:pt x="131319" y="2036"/>
                  </a:lnTo>
                </a:path>
              </a:pathLst>
            </a:custGeom>
            <a:ln w="4203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6915672" y="2208977"/>
              <a:ext cx="24765" cy="183515"/>
            </a:xfrm>
            <a:custGeom>
              <a:avLst/>
              <a:gdLst/>
              <a:ahLst/>
              <a:cxnLst/>
              <a:rect l="l" t="t" r="r" b="b"/>
              <a:pathLst>
                <a:path w="24765" h="183514">
                  <a:moveTo>
                    <a:pt x="9384" y="0"/>
                  </a:moveTo>
                  <a:lnTo>
                    <a:pt x="5312" y="4071"/>
                  </a:lnTo>
                  <a:lnTo>
                    <a:pt x="1240" y="8143"/>
                  </a:lnTo>
                  <a:lnTo>
                    <a:pt x="222" y="19341"/>
                  </a:lnTo>
                  <a:lnTo>
                    <a:pt x="4294" y="72276"/>
                  </a:lnTo>
                  <a:lnTo>
                    <a:pt x="12239" y="127963"/>
                  </a:lnTo>
                  <a:lnTo>
                    <a:pt x="19818" y="168858"/>
                  </a:lnTo>
                  <a:lnTo>
                    <a:pt x="24654" y="183237"/>
                  </a:lnTo>
                  <a:lnTo>
                    <a:pt x="24654" y="177129"/>
                  </a:lnTo>
                  <a:lnTo>
                    <a:pt x="24654" y="171021"/>
                  </a:lnTo>
                </a:path>
              </a:pathLst>
            </a:custGeom>
            <a:ln w="4203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7044160" y="2173347"/>
              <a:ext cx="159385" cy="219075"/>
            </a:xfrm>
            <a:custGeom>
              <a:avLst/>
              <a:gdLst/>
              <a:ahLst/>
              <a:cxnLst/>
              <a:rect l="l" t="t" r="r" b="b"/>
              <a:pathLst>
                <a:path w="159384" h="219075">
                  <a:moveTo>
                    <a:pt x="0" y="32575"/>
                  </a:moveTo>
                  <a:lnTo>
                    <a:pt x="2035" y="27485"/>
                  </a:lnTo>
                  <a:lnTo>
                    <a:pt x="4071" y="22395"/>
                  </a:lnTo>
                  <a:lnTo>
                    <a:pt x="6107" y="26467"/>
                  </a:lnTo>
                  <a:lnTo>
                    <a:pt x="13233" y="64641"/>
                  </a:lnTo>
                  <a:lnTo>
                    <a:pt x="21179" y="119756"/>
                  </a:lnTo>
                  <a:lnTo>
                    <a:pt x="23922" y="138954"/>
                  </a:lnTo>
                  <a:lnTo>
                    <a:pt x="26491" y="156928"/>
                  </a:lnTo>
                  <a:lnTo>
                    <a:pt x="32575" y="199016"/>
                  </a:lnTo>
                  <a:lnTo>
                    <a:pt x="35629" y="218866"/>
                  </a:lnTo>
                  <a:lnTo>
                    <a:pt x="35629" y="217848"/>
                  </a:lnTo>
                  <a:lnTo>
                    <a:pt x="26038" y="172922"/>
                  </a:lnTo>
                  <a:lnTo>
                    <a:pt x="21377" y="153397"/>
                  </a:lnTo>
                  <a:lnTo>
                    <a:pt x="16717" y="131868"/>
                  </a:lnTo>
                  <a:lnTo>
                    <a:pt x="12724" y="109433"/>
                  </a:lnTo>
                  <a:lnTo>
                    <a:pt x="9965" y="87172"/>
                  </a:lnTo>
                  <a:lnTo>
                    <a:pt x="8589" y="66105"/>
                  </a:lnTo>
                  <a:lnTo>
                    <a:pt x="8644" y="47232"/>
                  </a:lnTo>
                  <a:lnTo>
                    <a:pt x="24137" y="6004"/>
                  </a:lnTo>
                  <a:lnTo>
                    <a:pt x="52490" y="0"/>
                  </a:lnTo>
                  <a:lnTo>
                    <a:pt x="64205" y="970"/>
                  </a:lnTo>
                  <a:lnTo>
                    <a:pt x="100271" y="13679"/>
                  </a:lnTo>
                  <a:lnTo>
                    <a:pt x="129482" y="39168"/>
                  </a:lnTo>
                  <a:lnTo>
                    <a:pt x="142009" y="69731"/>
                  </a:lnTo>
                  <a:lnTo>
                    <a:pt x="140975" y="78830"/>
                  </a:lnTo>
                  <a:lnTo>
                    <a:pt x="110308" y="109409"/>
                  </a:lnTo>
                  <a:lnTo>
                    <a:pt x="73803" y="126230"/>
                  </a:lnTo>
                  <a:lnTo>
                    <a:pt x="27485" y="133355"/>
                  </a:lnTo>
                  <a:lnTo>
                    <a:pt x="36647" y="133355"/>
                  </a:lnTo>
                  <a:lnTo>
                    <a:pt x="51408" y="138954"/>
                  </a:lnTo>
                  <a:lnTo>
                    <a:pt x="89773" y="158209"/>
                  </a:lnTo>
                  <a:lnTo>
                    <a:pt x="122794" y="179992"/>
                  </a:lnTo>
                  <a:lnTo>
                    <a:pt x="130938" y="185615"/>
                  </a:lnTo>
                  <a:lnTo>
                    <a:pt x="137937" y="189854"/>
                  </a:lnTo>
                  <a:lnTo>
                    <a:pt x="146590" y="194435"/>
                  </a:lnTo>
                  <a:lnTo>
                    <a:pt x="152697" y="194435"/>
                  </a:lnTo>
                  <a:lnTo>
                    <a:pt x="158805" y="194435"/>
                  </a:lnTo>
                </a:path>
              </a:pathLst>
            </a:custGeom>
            <a:ln w="4203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1" name="object 9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230811" y="2139350"/>
              <a:ext cx="448211" cy="251486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7728246" y="2151269"/>
              <a:ext cx="134620" cy="229235"/>
            </a:xfrm>
            <a:custGeom>
              <a:avLst/>
              <a:gdLst/>
              <a:ahLst/>
              <a:cxnLst/>
              <a:rect l="l" t="t" r="r" b="b"/>
              <a:pathLst>
                <a:path w="134620" h="229235">
                  <a:moveTo>
                    <a:pt x="0" y="14951"/>
                  </a:moveTo>
                  <a:lnTo>
                    <a:pt x="1017" y="9861"/>
                  </a:lnTo>
                  <a:lnTo>
                    <a:pt x="2035" y="4771"/>
                  </a:lnTo>
                  <a:lnTo>
                    <a:pt x="9670" y="2735"/>
                  </a:lnTo>
                  <a:lnTo>
                    <a:pt x="16597" y="1749"/>
                  </a:lnTo>
                  <a:lnTo>
                    <a:pt x="25767" y="1717"/>
                  </a:lnTo>
                  <a:lnTo>
                    <a:pt x="36941" y="2449"/>
                  </a:lnTo>
                  <a:lnTo>
                    <a:pt x="49881" y="3753"/>
                  </a:lnTo>
                  <a:lnTo>
                    <a:pt x="64188" y="5431"/>
                  </a:lnTo>
                  <a:lnTo>
                    <a:pt x="78830" y="7253"/>
                  </a:lnTo>
                  <a:lnTo>
                    <a:pt x="92612" y="8978"/>
                  </a:lnTo>
                  <a:lnTo>
                    <a:pt x="104343" y="10370"/>
                  </a:lnTo>
                  <a:lnTo>
                    <a:pt x="118086" y="11897"/>
                  </a:lnTo>
                  <a:lnTo>
                    <a:pt x="123176" y="11897"/>
                  </a:lnTo>
                  <a:lnTo>
                    <a:pt x="123176" y="10879"/>
                  </a:lnTo>
                  <a:lnTo>
                    <a:pt x="123176" y="9861"/>
                  </a:lnTo>
                  <a:lnTo>
                    <a:pt x="77812" y="2863"/>
                  </a:lnTo>
                  <a:lnTo>
                    <a:pt x="34802" y="0"/>
                  </a:lnTo>
                  <a:lnTo>
                    <a:pt x="29577" y="341"/>
                  </a:lnTo>
                  <a:lnTo>
                    <a:pt x="12724" y="19659"/>
                  </a:lnTo>
                  <a:lnTo>
                    <a:pt x="13106" y="27549"/>
                  </a:lnTo>
                  <a:lnTo>
                    <a:pt x="14251" y="38874"/>
                  </a:lnTo>
                  <a:lnTo>
                    <a:pt x="16104" y="54239"/>
                  </a:lnTo>
                  <a:lnTo>
                    <a:pt x="18387" y="72849"/>
                  </a:lnTo>
                  <a:lnTo>
                    <a:pt x="20765" y="93559"/>
                  </a:lnTo>
                  <a:lnTo>
                    <a:pt x="22904" y="115223"/>
                  </a:lnTo>
                  <a:lnTo>
                    <a:pt x="24551" y="136728"/>
                  </a:lnTo>
                  <a:lnTo>
                    <a:pt x="25768" y="157087"/>
                  </a:lnTo>
                  <a:lnTo>
                    <a:pt x="26698" y="175347"/>
                  </a:lnTo>
                  <a:lnTo>
                    <a:pt x="27485" y="190553"/>
                  </a:lnTo>
                  <a:lnTo>
                    <a:pt x="38683" y="228728"/>
                  </a:lnTo>
                  <a:lnTo>
                    <a:pt x="47336" y="229237"/>
                  </a:lnTo>
                  <a:lnTo>
                    <a:pt x="54645" y="229094"/>
                  </a:lnTo>
                  <a:lnTo>
                    <a:pt x="96295" y="213387"/>
                  </a:lnTo>
                  <a:lnTo>
                    <a:pt x="121426" y="195810"/>
                  </a:lnTo>
                  <a:lnTo>
                    <a:pt x="134373" y="185973"/>
                  </a:lnTo>
                </a:path>
              </a:pathLst>
            </a:custGeom>
            <a:ln w="4203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7775073" y="2267002"/>
              <a:ext cx="75565" cy="18415"/>
            </a:xfrm>
            <a:custGeom>
              <a:avLst/>
              <a:gdLst/>
              <a:ahLst/>
              <a:cxnLst/>
              <a:rect l="l" t="t" r="r" b="b"/>
              <a:pathLst>
                <a:path w="75565" h="18414">
                  <a:moveTo>
                    <a:pt x="8143" y="18323"/>
                  </a:moveTo>
                  <a:lnTo>
                    <a:pt x="4071" y="14251"/>
                  </a:lnTo>
                  <a:lnTo>
                    <a:pt x="0" y="10179"/>
                  </a:lnTo>
                  <a:lnTo>
                    <a:pt x="508" y="7125"/>
                  </a:lnTo>
                  <a:lnTo>
                    <a:pt x="44282" y="127"/>
                  </a:lnTo>
                  <a:lnTo>
                    <a:pt x="59424" y="15"/>
                  </a:lnTo>
                  <a:lnTo>
                    <a:pt x="75330" y="0"/>
                  </a:lnTo>
                </a:path>
              </a:pathLst>
            </a:custGeom>
            <a:ln w="4203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7936933" y="2121430"/>
              <a:ext cx="144145" cy="226060"/>
            </a:xfrm>
            <a:custGeom>
              <a:avLst/>
              <a:gdLst/>
              <a:ahLst/>
              <a:cxnLst/>
              <a:rect l="l" t="t" r="r" b="b"/>
              <a:pathLst>
                <a:path w="144145" h="226060">
                  <a:moveTo>
                    <a:pt x="2035" y="41737"/>
                  </a:moveTo>
                  <a:lnTo>
                    <a:pt x="1017" y="32575"/>
                  </a:lnTo>
                  <a:lnTo>
                    <a:pt x="0" y="23413"/>
                  </a:lnTo>
                  <a:lnTo>
                    <a:pt x="0" y="21377"/>
                  </a:lnTo>
                  <a:lnTo>
                    <a:pt x="0" y="19341"/>
                  </a:lnTo>
                  <a:lnTo>
                    <a:pt x="6680" y="72722"/>
                  </a:lnTo>
                  <a:lnTo>
                    <a:pt x="10688" y="116559"/>
                  </a:lnTo>
                  <a:lnTo>
                    <a:pt x="13933" y="163132"/>
                  </a:lnTo>
                  <a:lnTo>
                    <a:pt x="15269" y="186800"/>
                  </a:lnTo>
                  <a:lnTo>
                    <a:pt x="14935" y="181956"/>
                  </a:lnTo>
                  <a:lnTo>
                    <a:pt x="12215" y="124194"/>
                  </a:lnTo>
                  <a:lnTo>
                    <a:pt x="11388" y="81629"/>
                  </a:lnTo>
                  <a:lnTo>
                    <a:pt x="12183" y="38611"/>
                  </a:lnTo>
                  <a:lnTo>
                    <a:pt x="21886" y="4580"/>
                  </a:lnTo>
                  <a:lnTo>
                    <a:pt x="25449" y="1017"/>
                  </a:lnTo>
                  <a:lnTo>
                    <a:pt x="66327" y="18944"/>
                  </a:lnTo>
                  <a:lnTo>
                    <a:pt x="100971" y="59424"/>
                  </a:lnTo>
                  <a:lnTo>
                    <a:pt x="122666" y="94672"/>
                  </a:lnTo>
                  <a:lnTo>
                    <a:pt x="142278" y="143058"/>
                  </a:lnTo>
                  <a:lnTo>
                    <a:pt x="144044" y="156769"/>
                  </a:lnTo>
                  <a:lnTo>
                    <a:pt x="143042" y="169025"/>
                  </a:lnTo>
                  <a:lnTo>
                    <a:pt x="116129" y="207430"/>
                  </a:lnTo>
                  <a:lnTo>
                    <a:pt x="79911" y="224465"/>
                  </a:lnTo>
                  <a:lnTo>
                    <a:pt x="66391" y="226000"/>
                  </a:lnTo>
                  <a:lnTo>
                    <a:pt x="53062" y="225674"/>
                  </a:lnTo>
                  <a:lnTo>
                    <a:pt x="15078" y="217339"/>
                  </a:lnTo>
                  <a:lnTo>
                    <a:pt x="9774" y="215049"/>
                  </a:lnTo>
                  <a:lnTo>
                    <a:pt x="5089" y="212758"/>
                  </a:lnTo>
                </a:path>
              </a:pathLst>
            </a:custGeom>
            <a:ln w="4203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5" name="object 95"/>
          <p:cNvGrpSpPr/>
          <p:nvPr/>
        </p:nvGrpSpPr>
        <p:grpSpPr>
          <a:xfrm>
            <a:off x="8225382" y="2030490"/>
            <a:ext cx="901700" cy="417195"/>
            <a:chOff x="8225382" y="2030490"/>
            <a:chExt cx="901700" cy="417195"/>
          </a:xfrm>
        </p:grpSpPr>
        <p:sp>
          <p:nvSpPr>
            <p:cNvPr id="96" name="object 96"/>
            <p:cNvSpPr/>
            <p:nvPr/>
          </p:nvSpPr>
          <p:spPr>
            <a:xfrm>
              <a:off x="8246400" y="2051508"/>
              <a:ext cx="139065" cy="375285"/>
            </a:xfrm>
            <a:custGeom>
              <a:avLst/>
              <a:gdLst/>
              <a:ahLst/>
              <a:cxnLst/>
              <a:rect l="l" t="t" r="r" b="b"/>
              <a:pathLst>
                <a:path w="139065" h="375285">
                  <a:moveTo>
                    <a:pt x="138446" y="26149"/>
                  </a:moveTo>
                  <a:lnTo>
                    <a:pt x="122222" y="0"/>
                  </a:lnTo>
                  <a:lnTo>
                    <a:pt x="115294" y="1312"/>
                  </a:lnTo>
                  <a:lnTo>
                    <a:pt x="74249" y="29895"/>
                  </a:lnTo>
                  <a:lnTo>
                    <a:pt x="49960" y="61126"/>
                  </a:lnTo>
                  <a:lnTo>
                    <a:pt x="27596" y="102514"/>
                  </a:lnTo>
                  <a:lnTo>
                    <a:pt x="10879" y="148935"/>
                  </a:lnTo>
                  <a:lnTo>
                    <a:pt x="1717" y="196765"/>
                  </a:lnTo>
                  <a:lnTo>
                    <a:pt x="0" y="220584"/>
                  </a:lnTo>
                  <a:lnTo>
                    <a:pt x="182" y="243974"/>
                  </a:lnTo>
                  <a:lnTo>
                    <a:pt x="6084" y="287509"/>
                  </a:lnTo>
                  <a:lnTo>
                    <a:pt x="27358" y="337589"/>
                  </a:lnTo>
                  <a:lnTo>
                    <a:pt x="53817" y="366291"/>
                  </a:lnTo>
                  <a:lnTo>
                    <a:pt x="77366" y="374809"/>
                  </a:lnTo>
                  <a:lnTo>
                    <a:pt x="85001" y="373465"/>
                  </a:lnTo>
                  <a:lnTo>
                    <a:pt x="92636" y="370546"/>
                  </a:lnTo>
                  <a:lnTo>
                    <a:pt x="100271" y="366577"/>
                  </a:lnTo>
                  <a:lnTo>
                    <a:pt x="107906" y="362084"/>
                  </a:lnTo>
                </a:path>
              </a:pathLst>
            </a:custGeom>
            <a:ln w="4203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8424738" y="2117359"/>
              <a:ext cx="100965" cy="254635"/>
            </a:xfrm>
            <a:custGeom>
              <a:avLst/>
              <a:gdLst/>
              <a:ahLst/>
              <a:cxnLst/>
              <a:rect l="l" t="t" r="r" b="b"/>
              <a:pathLst>
                <a:path w="100965" h="254635">
                  <a:moveTo>
                    <a:pt x="12024" y="12215"/>
                  </a:moveTo>
                  <a:lnTo>
                    <a:pt x="12024" y="6107"/>
                  </a:lnTo>
                  <a:lnTo>
                    <a:pt x="12024" y="0"/>
                  </a:lnTo>
                  <a:lnTo>
                    <a:pt x="11515" y="2035"/>
                  </a:lnTo>
                  <a:lnTo>
                    <a:pt x="8199" y="58398"/>
                  </a:lnTo>
                  <a:lnTo>
                    <a:pt x="7380" y="82011"/>
                  </a:lnTo>
                  <a:lnTo>
                    <a:pt x="6465" y="107246"/>
                  </a:lnTo>
                  <a:lnTo>
                    <a:pt x="5407" y="132337"/>
                  </a:lnTo>
                  <a:lnTo>
                    <a:pt x="4191" y="155727"/>
                  </a:lnTo>
                  <a:lnTo>
                    <a:pt x="2926" y="176683"/>
                  </a:lnTo>
                  <a:lnTo>
                    <a:pt x="1757" y="194681"/>
                  </a:lnTo>
                  <a:lnTo>
                    <a:pt x="827" y="209195"/>
                  </a:lnTo>
                  <a:lnTo>
                    <a:pt x="246" y="219948"/>
                  </a:lnTo>
                  <a:lnTo>
                    <a:pt x="0" y="227646"/>
                  </a:lnTo>
                  <a:lnTo>
                    <a:pt x="39" y="233245"/>
                  </a:lnTo>
                  <a:lnTo>
                    <a:pt x="12152" y="254050"/>
                  </a:lnTo>
                  <a:lnTo>
                    <a:pt x="19071" y="253374"/>
                  </a:lnTo>
                  <a:lnTo>
                    <a:pt x="29331" y="250933"/>
                  </a:lnTo>
                  <a:lnTo>
                    <a:pt x="43471" y="246535"/>
                  </a:lnTo>
                  <a:lnTo>
                    <a:pt x="60761" y="240562"/>
                  </a:lnTo>
                  <a:lnTo>
                    <a:pt x="80150" y="233539"/>
                  </a:lnTo>
                  <a:lnTo>
                    <a:pt x="100589" y="225992"/>
                  </a:lnTo>
                </a:path>
              </a:pathLst>
            </a:custGeom>
            <a:ln w="4203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8558922" y="2207259"/>
              <a:ext cx="272415" cy="139700"/>
            </a:xfrm>
            <a:custGeom>
              <a:avLst/>
              <a:gdLst/>
              <a:ahLst/>
              <a:cxnLst/>
              <a:rect l="l" t="t" r="r" b="b"/>
              <a:pathLst>
                <a:path w="272415" h="139700">
                  <a:moveTo>
                    <a:pt x="0" y="65850"/>
                  </a:moveTo>
                  <a:lnTo>
                    <a:pt x="40973" y="60991"/>
                  </a:lnTo>
                  <a:lnTo>
                    <a:pt x="72968" y="34150"/>
                  </a:lnTo>
                  <a:lnTo>
                    <a:pt x="49761" y="1598"/>
                  </a:lnTo>
                  <a:lnTo>
                    <a:pt x="42691" y="0"/>
                  </a:lnTo>
                  <a:lnTo>
                    <a:pt x="35525" y="405"/>
                  </a:lnTo>
                  <a:lnTo>
                    <a:pt x="8652" y="41928"/>
                  </a:lnTo>
                  <a:lnTo>
                    <a:pt x="12589" y="91531"/>
                  </a:lnTo>
                  <a:lnTo>
                    <a:pt x="36329" y="127947"/>
                  </a:lnTo>
                  <a:lnTo>
                    <a:pt x="61588" y="137109"/>
                  </a:lnTo>
                  <a:lnTo>
                    <a:pt x="76213" y="137109"/>
                  </a:lnTo>
                  <a:lnTo>
                    <a:pt x="118086" y="118786"/>
                  </a:lnTo>
                  <a:lnTo>
                    <a:pt x="141921" y="79418"/>
                  </a:lnTo>
                  <a:lnTo>
                    <a:pt x="148991" y="56887"/>
                  </a:lnTo>
                  <a:lnTo>
                    <a:pt x="151424" y="50390"/>
                  </a:lnTo>
                  <a:lnTo>
                    <a:pt x="179411" y="85017"/>
                  </a:lnTo>
                  <a:lnTo>
                    <a:pt x="187308" y="97917"/>
                  </a:lnTo>
                  <a:lnTo>
                    <a:pt x="214285" y="128456"/>
                  </a:lnTo>
                  <a:lnTo>
                    <a:pt x="238208" y="139145"/>
                  </a:lnTo>
                  <a:lnTo>
                    <a:pt x="242272" y="137205"/>
                  </a:lnTo>
                  <a:lnTo>
                    <a:pt x="256340" y="88564"/>
                  </a:lnTo>
                  <a:lnTo>
                    <a:pt x="261780" y="48807"/>
                  </a:lnTo>
                  <a:lnTo>
                    <a:pt x="262639" y="24113"/>
                  </a:lnTo>
                  <a:lnTo>
                    <a:pt x="262639" y="14951"/>
                  </a:lnTo>
                  <a:lnTo>
                    <a:pt x="262639" y="6807"/>
                  </a:lnTo>
                  <a:lnTo>
                    <a:pt x="264166" y="6807"/>
                  </a:lnTo>
                  <a:lnTo>
                    <a:pt x="265693" y="6807"/>
                  </a:lnTo>
                  <a:lnTo>
                    <a:pt x="268747" y="14951"/>
                  </a:lnTo>
                  <a:lnTo>
                    <a:pt x="271801" y="23095"/>
                  </a:lnTo>
                </a:path>
              </a:pathLst>
            </a:custGeom>
            <a:ln w="4203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9" name="object 9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886054" y="2186813"/>
              <a:ext cx="170302" cy="162198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9068931" y="2089873"/>
              <a:ext cx="36830" cy="230504"/>
            </a:xfrm>
            <a:custGeom>
              <a:avLst/>
              <a:gdLst/>
              <a:ahLst/>
              <a:cxnLst/>
              <a:rect l="l" t="t" r="r" b="b"/>
              <a:pathLst>
                <a:path w="36829" h="230505">
                  <a:moveTo>
                    <a:pt x="0" y="21377"/>
                  </a:moveTo>
                  <a:lnTo>
                    <a:pt x="2036" y="12215"/>
                  </a:lnTo>
                  <a:lnTo>
                    <a:pt x="4072" y="3053"/>
                  </a:lnTo>
                  <a:lnTo>
                    <a:pt x="5599" y="1526"/>
                  </a:lnTo>
                  <a:lnTo>
                    <a:pt x="12343" y="54080"/>
                  </a:lnTo>
                  <a:lnTo>
                    <a:pt x="15779" y="98744"/>
                  </a:lnTo>
                  <a:lnTo>
                    <a:pt x="17759" y="124901"/>
                  </a:lnTo>
                  <a:lnTo>
                    <a:pt x="19787" y="151488"/>
                  </a:lnTo>
                  <a:lnTo>
                    <a:pt x="23414" y="196980"/>
                  </a:lnTo>
                  <a:lnTo>
                    <a:pt x="29521" y="230064"/>
                  </a:lnTo>
                  <a:lnTo>
                    <a:pt x="31557" y="224974"/>
                  </a:lnTo>
                  <a:lnTo>
                    <a:pt x="33084" y="220902"/>
                  </a:lnTo>
                  <a:lnTo>
                    <a:pt x="34611" y="216830"/>
                  </a:lnTo>
                  <a:lnTo>
                    <a:pt x="35629" y="213776"/>
                  </a:lnTo>
                  <a:lnTo>
                    <a:pt x="36647" y="210722"/>
                  </a:lnTo>
                </a:path>
              </a:pathLst>
            </a:custGeom>
            <a:ln w="4203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1" name="object 101"/>
          <p:cNvGrpSpPr/>
          <p:nvPr/>
        </p:nvGrpSpPr>
        <p:grpSpPr>
          <a:xfrm>
            <a:off x="9197557" y="2032208"/>
            <a:ext cx="308610" cy="414020"/>
            <a:chOff x="9197557" y="2032208"/>
            <a:chExt cx="308610" cy="414020"/>
          </a:xfrm>
        </p:grpSpPr>
        <p:pic>
          <p:nvPicPr>
            <p:cNvPr id="102" name="object 10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197557" y="2095322"/>
              <a:ext cx="179464" cy="244615"/>
            </a:xfrm>
            <a:prstGeom prst="rect">
              <a:avLst/>
            </a:prstGeom>
          </p:spPr>
        </p:pic>
        <p:sp>
          <p:nvSpPr>
            <p:cNvPr id="103" name="object 103"/>
            <p:cNvSpPr/>
            <p:nvPr/>
          </p:nvSpPr>
          <p:spPr>
            <a:xfrm>
              <a:off x="9374326" y="2053226"/>
              <a:ext cx="111125" cy="372110"/>
            </a:xfrm>
            <a:custGeom>
              <a:avLst/>
              <a:gdLst/>
              <a:ahLst/>
              <a:cxnLst/>
              <a:rect l="l" t="t" r="r" b="b"/>
              <a:pathLst>
                <a:path w="111125" h="372110">
                  <a:moveTo>
                    <a:pt x="36646" y="0"/>
                  </a:moveTo>
                  <a:lnTo>
                    <a:pt x="66677" y="27485"/>
                  </a:lnTo>
                  <a:lnTo>
                    <a:pt x="85128" y="61269"/>
                  </a:lnTo>
                  <a:lnTo>
                    <a:pt x="101289" y="105361"/>
                  </a:lnTo>
                  <a:lnTo>
                    <a:pt x="109878" y="152697"/>
                  </a:lnTo>
                  <a:lnTo>
                    <a:pt x="110666" y="176508"/>
                  </a:lnTo>
                  <a:lnTo>
                    <a:pt x="108924" y="200033"/>
                  </a:lnTo>
                  <a:lnTo>
                    <a:pt x="98044" y="245270"/>
                  </a:lnTo>
                  <a:lnTo>
                    <a:pt x="79911" y="287071"/>
                  </a:lnTo>
                  <a:lnTo>
                    <a:pt x="58470" y="323591"/>
                  </a:lnTo>
                  <a:lnTo>
                    <a:pt x="33107" y="358346"/>
                  </a:lnTo>
                  <a:lnTo>
                    <a:pt x="11197" y="371564"/>
                  </a:lnTo>
                  <a:lnTo>
                    <a:pt x="7634" y="370037"/>
                  </a:lnTo>
                  <a:lnTo>
                    <a:pt x="4071" y="368510"/>
                  </a:lnTo>
                  <a:lnTo>
                    <a:pt x="2035" y="364438"/>
                  </a:lnTo>
                  <a:lnTo>
                    <a:pt x="0" y="360366"/>
                  </a:lnTo>
                </a:path>
              </a:pathLst>
            </a:custGeom>
            <a:ln w="4203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4" name="object 104"/>
          <p:cNvGrpSpPr/>
          <p:nvPr/>
        </p:nvGrpSpPr>
        <p:grpSpPr>
          <a:xfrm>
            <a:off x="6281158" y="2591080"/>
            <a:ext cx="402590" cy="1830705"/>
            <a:chOff x="6281158" y="2591080"/>
            <a:chExt cx="402590" cy="1830705"/>
          </a:xfrm>
        </p:grpSpPr>
        <p:sp>
          <p:nvSpPr>
            <p:cNvPr id="105" name="object 105"/>
            <p:cNvSpPr/>
            <p:nvPr/>
          </p:nvSpPr>
          <p:spPr>
            <a:xfrm>
              <a:off x="6302177" y="2612098"/>
              <a:ext cx="36830" cy="1739264"/>
            </a:xfrm>
            <a:custGeom>
              <a:avLst/>
              <a:gdLst/>
              <a:ahLst/>
              <a:cxnLst/>
              <a:rect l="l" t="t" r="r" b="b"/>
              <a:pathLst>
                <a:path w="36829" h="1739264">
                  <a:moveTo>
                    <a:pt x="27358" y="0"/>
                  </a:moveTo>
                  <a:lnTo>
                    <a:pt x="31748" y="40592"/>
                  </a:lnTo>
                  <a:lnTo>
                    <a:pt x="34993" y="86528"/>
                  </a:lnTo>
                  <a:lnTo>
                    <a:pt x="36329" y="141372"/>
                  </a:lnTo>
                  <a:lnTo>
                    <a:pt x="36520" y="201560"/>
                  </a:lnTo>
                  <a:lnTo>
                    <a:pt x="36504" y="232012"/>
                  </a:lnTo>
                  <a:lnTo>
                    <a:pt x="36090" y="290817"/>
                  </a:lnTo>
                  <a:lnTo>
                    <a:pt x="34571" y="343498"/>
                  </a:lnTo>
                  <a:lnTo>
                    <a:pt x="32138" y="390054"/>
                  </a:lnTo>
                  <a:lnTo>
                    <a:pt x="30921" y="412283"/>
                  </a:lnTo>
                  <a:lnTo>
                    <a:pt x="28948" y="456693"/>
                  </a:lnTo>
                  <a:lnTo>
                    <a:pt x="27358" y="501866"/>
                  </a:lnTo>
                  <a:lnTo>
                    <a:pt x="26586" y="524985"/>
                  </a:lnTo>
                  <a:lnTo>
                    <a:pt x="25767" y="548629"/>
                  </a:lnTo>
                  <a:lnTo>
                    <a:pt x="23795" y="598065"/>
                  </a:lnTo>
                  <a:lnTo>
                    <a:pt x="21186" y="650810"/>
                  </a:lnTo>
                  <a:lnTo>
                    <a:pt x="18196" y="705463"/>
                  </a:lnTo>
                  <a:lnTo>
                    <a:pt x="16669" y="732972"/>
                  </a:lnTo>
                  <a:lnTo>
                    <a:pt x="15142" y="760625"/>
                  </a:lnTo>
                  <a:lnTo>
                    <a:pt x="12088" y="816932"/>
                  </a:lnTo>
                  <a:lnTo>
                    <a:pt x="9098" y="874894"/>
                  </a:lnTo>
                  <a:lnTo>
                    <a:pt x="6489" y="932473"/>
                  </a:lnTo>
                  <a:lnTo>
                    <a:pt x="4517" y="987699"/>
                  </a:lnTo>
                  <a:lnTo>
                    <a:pt x="2926" y="1041398"/>
                  </a:lnTo>
                  <a:lnTo>
                    <a:pt x="1463" y="1095160"/>
                  </a:lnTo>
                  <a:lnTo>
                    <a:pt x="381" y="1150831"/>
                  </a:lnTo>
                  <a:lnTo>
                    <a:pt x="0" y="1209301"/>
                  </a:lnTo>
                  <a:lnTo>
                    <a:pt x="95" y="1238656"/>
                  </a:lnTo>
                  <a:lnTo>
                    <a:pt x="858" y="1295098"/>
                  </a:lnTo>
                  <a:lnTo>
                    <a:pt x="2385" y="1347843"/>
                  </a:lnTo>
                  <a:lnTo>
                    <a:pt x="4676" y="1398296"/>
                  </a:lnTo>
                  <a:lnTo>
                    <a:pt x="7730" y="1447987"/>
                  </a:lnTo>
                  <a:lnTo>
                    <a:pt x="11531" y="1498361"/>
                  </a:lnTo>
                  <a:lnTo>
                    <a:pt x="15699" y="1549038"/>
                  </a:lnTo>
                  <a:lnTo>
                    <a:pt x="17687" y="1573803"/>
                  </a:lnTo>
                  <a:lnTo>
                    <a:pt x="21123" y="1620758"/>
                  </a:lnTo>
                  <a:lnTo>
                    <a:pt x="23795" y="1662368"/>
                  </a:lnTo>
                  <a:lnTo>
                    <a:pt x="26372" y="1709967"/>
                  </a:lnTo>
                  <a:lnTo>
                    <a:pt x="27358" y="1733627"/>
                  </a:lnTo>
                  <a:lnTo>
                    <a:pt x="27358" y="1738717"/>
                  </a:lnTo>
                  <a:lnTo>
                    <a:pt x="26849" y="1738717"/>
                  </a:lnTo>
                  <a:lnTo>
                    <a:pt x="26340" y="1738717"/>
                  </a:lnTo>
                  <a:lnTo>
                    <a:pt x="25322" y="1733627"/>
                  </a:lnTo>
                  <a:lnTo>
                    <a:pt x="24813" y="1727010"/>
                  </a:lnTo>
                  <a:lnTo>
                    <a:pt x="24304" y="1720393"/>
                  </a:lnTo>
                  <a:lnTo>
                    <a:pt x="24304" y="1712250"/>
                  </a:lnTo>
                  <a:lnTo>
                    <a:pt x="24304" y="1704106"/>
                  </a:lnTo>
                </a:path>
              </a:pathLst>
            </a:custGeom>
            <a:ln w="420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6341751" y="2997915"/>
              <a:ext cx="320675" cy="90170"/>
            </a:xfrm>
            <a:custGeom>
              <a:avLst/>
              <a:gdLst/>
              <a:ahLst/>
              <a:cxnLst/>
              <a:rect l="l" t="t" r="r" b="b"/>
              <a:pathLst>
                <a:path w="320675" h="90169">
                  <a:moveTo>
                    <a:pt x="0" y="44791"/>
                  </a:moveTo>
                  <a:lnTo>
                    <a:pt x="9336" y="47034"/>
                  </a:lnTo>
                  <a:lnTo>
                    <a:pt x="19723" y="48990"/>
                  </a:lnTo>
                  <a:lnTo>
                    <a:pt x="32209" y="50374"/>
                  </a:lnTo>
                  <a:lnTo>
                    <a:pt x="47845" y="50899"/>
                  </a:lnTo>
                  <a:lnTo>
                    <a:pt x="67362" y="50390"/>
                  </a:lnTo>
                  <a:lnTo>
                    <a:pt x="90219" y="49117"/>
                  </a:lnTo>
                  <a:lnTo>
                    <a:pt x="115557" y="47463"/>
                  </a:lnTo>
                  <a:lnTo>
                    <a:pt x="142518" y="45809"/>
                  </a:lnTo>
                  <a:lnTo>
                    <a:pt x="170178" y="44457"/>
                  </a:lnTo>
                  <a:lnTo>
                    <a:pt x="197362" y="43391"/>
                  </a:lnTo>
                  <a:lnTo>
                    <a:pt x="222827" y="42516"/>
                  </a:lnTo>
                  <a:lnTo>
                    <a:pt x="245334" y="41737"/>
                  </a:lnTo>
                  <a:lnTo>
                    <a:pt x="263936" y="40981"/>
                  </a:lnTo>
                  <a:lnTo>
                    <a:pt x="278864" y="40273"/>
                  </a:lnTo>
                  <a:lnTo>
                    <a:pt x="290642" y="39661"/>
                  </a:lnTo>
                  <a:lnTo>
                    <a:pt x="299796" y="39192"/>
                  </a:lnTo>
                  <a:lnTo>
                    <a:pt x="310485" y="38683"/>
                  </a:lnTo>
                  <a:lnTo>
                    <a:pt x="315575" y="38683"/>
                  </a:lnTo>
                  <a:lnTo>
                    <a:pt x="316593" y="36647"/>
                  </a:lnTo>
                  <a:lnTo>
                    <a:pt x="283365" y="13782"/>
                  </a:lnTo>
                  <a:lnTo>
                    <a:pt x="261622" y="6107"/>
                  </a:lnTo>
                  <a:lnTo>
                    <a:pt x="256532" y="4580"/>
                  </a:lnTo>
                  <a:lnTo>
                    <a:pt x="251442" y="3053"/>
                  </a:lnTo>
                  <a:lnTo>
                    <a:pt x="246352" y="1017"/>
                  </a:lnTo>
                  <a:lnTo>
                    <a:pt x="246352" y="508"/>
                  </a:lnTo>
                  <a:lnTo>
                    <a:pt x="246352" y="0"/>
                  </a:lnTo>
                  <a:lnTo>
                    <a:pt x="290905" y="14959"/>
                  </a:lnTo>
                  <a:lnTo>
                    <a:pt x="318120" y="27994"/>
                  </a:lnTo>
                  <a:lnTo>
                    <a:pt x="320665" y="31557"/>
                  </a:lnTo>
                  <a:lnTo>
                    <a:pt x="320665" y="36647"/>
                  </a:lnTo>
                  <a:lnTo>
                    <a:pt x="318629" y="40719"/>
                  </a:lnTo>
                  <a:lnTo>
                    <a:pt x="316593" y="44791"/>
                  </a:lnTo>
                  <a:lnTo>
                    <a:pt x="312521" y="47845"/>
                  </a:lnTo>
                  <a:lnTo>
                    <a:pt x="304377" y="54462"/>
                  </a:lnTo>
                  <a:lnTo>
                    <a:pt x="297609" y="59989"/>
                  </a:lnTo>
                  <a:lnTo>
                    <a:pt x="289934" y="66232"/>
                  </a:lnTo>
                  <a:lnTo>
                    <a:pt x="281973" y="72571"/>
                  </a:lnTo>
                  <a:lnTo>
                    <a:pt x="274346" y="78384"/>
                  </a:lnTo>
                  <a:lnTo>
                    <a:pt x="264676" y="85510"/>
                  </a:lnTo>
                  <a:lnTo>
                    <a:pt x="257550" y="89582"/>
                  </a:lnTo>
                  <a:lnTo>
                    <a:pt x="254495" y="89073"/>
                  </a:lnTo>
                  <a:lnTo>
                    <a:pt x="251441" y="88564"/>
                  </a:lnTo>
                  <a:lnTo>
                    <a:pt x="252459" y="83474"/>
                  </a:lnTo>
                  <a:lnTo>
                    <a:pt x="252968" y="71767"/>
                  </a:lnTo>
                  <a:lnTo>
                    <a:pt x="253247" y="61930"/>
                  </a:lnTo>
                  <a:lnTo>
                    <a:pt x="253286" y="50708"/>
                  </a:lnTo>
                  <a:lnTo>
                    <a:pt x="253040" y="39200"/>
                  </a:lnTo>
                  <a:lnTo>
                    <a:pt x="252459" y="28503"/>
                  </a:lnTo>
                  <a:lnTo>
                    <a:pt x="251441" y="15269"/>
                  </a:lnTo>
                  <a:lnTo>
                    <a:pt x="249406" y="7125"/>
                  </a:lnTo>
                  <a:lnTo>
                    <a:pt x="248387" y="5598"/>
                  </a:lnTo>
                  <a:lnTo>
                    <a:pt x="247370" y="4071"/>
                  </a:lnTo>
                  <a:lnTo>
                    <a:pt x="247370" y="9161"/>
                  </a:lnTo>
                  <a:lnTo>
                    <a:pt x="247879" y="19341"/>
                  </a:lnTo>
                  <a:lnTo>
                    <a:pt x="251441" y="65151"/>
                  </a:lnTo>
                  <a:lnTo>
                    <a:pt x="253987" y="75330"/>
                  </a:lnTo>
                  <a:lnTo>
                    <a:pt x="255514" y="80420"/>
                  </a:lnTo>
                  <a:lnTo>
                    <a:pt x="257550" y="85510"/>
                  </a:lnTo>
                  <a:lnTo>
                    <a:pt x="258568" y="85001"/>
                  </a:lnTo>
                  <a:lnTo>
                    <a:pt x="259586" y="84492"/>
                  </a:lnTo>
                  <a:lnTo>
                    <a:pt x="259586" y="78384"/>
                  </a:lnTo>
                  <a:lnTo>
                    <a:pt x="259077" y="66169"/>
                  </a:lnTo>
                  <a:lnTo>
                    <a:pt x="258608" y="55957"/>
                  </a:lnTo>
                  <a:lnTo>
                    <a:pt x="257995" y="44027"/>
                  </a:lnTo>
                  <a:lnTo>
                    <a:pt x="257288" y="30953"/>
                  </a:lnTo>
                  <a:lnTo>
                    <a:pt x="256532" y="17305"/>
                  </a:lnTo>
                </a:path>
              </a:pathLst>
            </a:custGeom>
            <a:ln w="420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6310193" y="3583256"/>
              <a:ext cx="274955" cy="107950"/>
            </a:xfrm>
            <a:custGeom>
              <a:avLst/>
              <a:gdLst/>
              <a:ahLst/>
              <a:cxnLst/>
              <a:rect l="l" t="t" r="r" b="b"/>
              <a:pathLst>
                <a:path w="274954" h="107950">
                  <a:moveTo>
                    <a:pt x="10179" y="54971"/>
                  </a:moveTo>
                  <a:lnTo>
                    <a:pt x="5089" y="53953"/>
                  </a:lnTo>
                  <a:lnTo>
                    <a:pt x="0" y="52935"/>
                  </a:lnTo>
                  <a:lnTo>
                    <a:pt x="0" y="52426"/>
                  </a:lnTo>
                  <a:lnTo>
                    <a:pt x="1153" y="52132"/>
                  </a:lnTo>
                  <a:lnTo>
                    <a:pt x="5408" y="51980"/>
                  </a:lnTo>
                  <a:lnTo>
                    <a:pt x="13957" y="51925"/>
                  </a:lnTo>
                  <a:lnTo>
                    <a:pt x="27994" y="51917"/>
                  </a:lnTo>
                  <a:lnTo>
                    <a:pt x="48179" y="51901"/>
                  </a:lnTo>
                  <a:lnTo>
                    <a:pt x="100573" y="51487"/>
                  </a:lnTo>
                  <a:lnTo>
                    <a:pt x="155807" y="49976"/>
                  </a:lnTo>
                  <a:lnTo>
                    <a:pt x="201855" y="47749"/>
                  </a:lnTo>
                  <a:lnTo>
                    <a:pt x="218866" y="46827"/>
                  </a:lnTo>
                  <a:lnTo>
                    <a:pt x="230923" y="46230"/>
                  </a:lnTo>
                  <a:lnTo>
                    <a:pt x="259077" y="41228"/>
                  </a:lnTo>
                  <a:lnTo>
                    <a:pt x="259586" y="38683"/>
                  </a:lnTo>
                  <a:lnTo>
                    <a:pt x="220839" y="18451"/>
                  </a:lnTo>
                  <a:lnTo>
                    <a:pt x="185273" y="4072"/>
                  </a:lnTo>
                  <a:lnTo>
                    <a:pt x="180183" y="2036"/>
                  </a:lnTo>
                  <a:lnTo>
                    <a:pt x="180183" y="1018"/>
                  </a:lnTo>
                  <a:lnTo>
                    <a:pt x="180183" y="0"/>
                  </a:lnTo>
                  <a:lnTo>
                    <a:pt x="185273" y="0"/>
                  </a:lnTo>
                  <a:lnTo>
                    <a:pt x="223726" y="17957"/>
                  </a:lnTo>
                  <a:lnTo>
                    <a:pt x="257748" y="37514"/>
                  </a:lnTo>
                  <a:lnTo>
                    <a:pt x="274855" y="48863"/>
                  </a:lnTo>
                  <a:lnTo>
                    <a:pt x="274346" y="50899"/>
                  </a:lnTo>
                  <a:lnTo>
                    <a:pt x="273837" y="52935"/>
                  </a:lnTo>
                  <a:lnTo>
                    <a:pt x="235663" y="71767"/>
                  </a:lnTo>
                  <a:lnTo>
                    <a:pt x="228028" y="76348"/>
                  </a:lnTo>
                  <a:lnTo>
                    <a:pt x="222938" y="79402"/>
                  </a:lnTo>
                  <a:lnTo>
                    <a:pt x="215303" y="86019"/>
                  </a:lnTo>
                  <a:lnTo>
                    <a:pt x="209235" y="91475"/>
                  </a:lnTo>
                  <a:lnTo>
                    <a:pt x="203024" y="97217"/>
                  </a:lnTo>
                  <a:lnTo>
                    <a:pt x="197481" y="102196"/>
                  </a:lnTo>
                  <a:lnTo>
                    <a:pt x="193417" y="105361"/>
                  </a:lnTo>
                  <a:lnTo>
                    <a:pt x="189345" y="107906"/>
                  </a:lnTo>
                  <a:lnTo>
                    <a:pt x="191381" y="102816"/>
                  </a:lnTo>
                  <a:lnTo>
                    <a:pt x="193417" y="88055"/>
                  </a:lnTo>
                  <a:lnTo>
                    <a:pt x="197568" y="45825"/>
                  </a:lnTo>
                  <a:lnTo>
                    <a:pt x="199509" y="6943"/>
                  </a:lnTo>
                  <a:lnTo>
                    <a:pt x="199524" y="4071"/>
                  </a:lnTo>
                  <a:lnTo>
                    <a:pt x="199524" y="2036"/>
                  </a:lnTo>
                  <a:lnTo>
                    <a:pt x="199524" y="7125"/>
                  </a:lnTo>
                  <a:lnTo>
                    <a:pt x="199015" y="18832"/>
                  </a:lnTo>
                  <a:lnTo>
                    <a:pt x="198554" y="28646"/>
                  </a:lnTo>
                  <a:lnTo>
                    <a:pt x="197998" y="39701"/>
                  </a:lnTo>
                  <a:lnTo>
                    <a:pt x="197441" y="50756"/>
                  </a:lnTo>
                  <a:lnTo>
                    <a:pt x="196980" y="60570"/>
                  </a:lnTo>
                  <a:lnTo>
                    <a:pt x="196471" y="72276"/>
                  </a:lnTo>
                  <a:lnTo>
                    <a:pt x="196471" y="77366"/>
                  </a:lnTo>
                  <a:lnTo>
                    <a:pt x="196980" y="77366"/>
                  </a:lnTo>
                  <a:lnTo>
                    <a:pt x="197489" y="77366"/>
                  </a:lnTo>
                  <a:lnTo>
                    <a:pt x="198507" y="72276"/>
                  </a:lnTo>
                  <a:lnTo>
                    <a:pt x="197489" y="61079"/>
                  </a:lnTo>
                  <a:lnTo>
                    <a:pt x="196383" y="51726"/>
                  </a:lnTo>
                  <a:lnTo>
                    <a:pt x="188327" y="10179"/>
                  </a:lnTo>
                  <a:lnTo>
                    <a:pt x="186291" y="5089"/>
                  </a:lnTo>
                  <a:lnTo>
                    <a:pt x="185273" y="5089"/>
                  </a:lnTo>
                  <a:lnTo>
                    <a:pt x="184255" y="5089"/>
                  </a:lnTo>
                  <a:lnTo>
                    <a:pt x="184255" y="10179"/>
                  </a:lnTo>
                  <a:lnTo>
                    <a:pt x="185782" y="22395"/>
                  </a:lnTo>
                  <a:lnTo>
                    <a:pt x="187190" y="32782"/>
                  </a:lnTo>
                  <a:lnTo>
                    <a:pt x="189027" y="45173"/>
                  </a:lnTo>
                  <a:lnTo>
                    <a:pt x="191150" y="58899"/>
                  </a:lnTo>
                  <a:lnTo>
                    <a:pt x="193417" y="73294"/>
                  </a:lnTo>
                </a:path>
              </a:pathLst>
            </a:custGeom>
            <a:ln w="420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6325463" y="4289737"/>
              <a:ext cx="252729" cy="111125"/>
            </a:xfrm>
            <a:custGeom>
              <a:avLst/>
              <a:gdLst/>
              <a:ahLst/>
              <a:cxnLst/>
              <a:rect l="l" t="t" r="r" b="b"/>
              <a:pathLst>
                <a:path w="252729" h="111125">
                  <a:moveTo>
                    <a:pt x="10179" y="53953"/>
                  </a:moveTo>
                  <a:lnTo>
                    <a:pt x="5089" y="57007"/>
                  </a:lnTo>
                  <a:lnTo>
                    <a:pt x="0" y="60061"/>
                  </a:lnTo>
                  <a:lnTo>
                    <a:pt x="1017" y="61588"/>
                  </a:lnTo>
                  <a:lnTo>
                    <a:pt x="3053" y="62463"/>
                  </a:lnTo>
                  <a:lnTo>
                    <a:pt x="8143" y="62860"/>
                  </a:lnTo>
                  <a:lnTo>
                    <a:pt x="17051" y="62876"/>
                  </a:lnTo>
                  <a:lnTo>
                    <a:pt x="30539" y="62606"/>
                  </a:lnTo>
                  <a:lnTo>
                    <a:pt x="71449" y="61460"/>
                  </a:lnTo>
                  <a:lnTo>
                    <a:pt x="122667" y="59552"/>
                  </a:lnTo>
                  <a:lnTo>
                    <a:pt x="173184" y="57070"/>
                  </a:lnTo>
                  <a:lnTo>
                    <a:pt x="194817" y="55901"/>
                  </a:lnTo>
                  <a:lnTo>
                    <a:pt x="212249" y="54971"/>
                  </a:lnTo>
                  <a:lnTo>
                    <a:pt x="239226" y="49881"/>
                  </a:lnTo>
                  <a:lnTo>
                    <a:pt x="236172" y="45809"/>
                  </a:lnTo>
                  <a:lnTo>
                    <a:pt x="206205" y="19858"/>
                  </a:lnTo>
                  <a:lnTo>
                    <a:pt x="173057" y="0"/>
                  </a:lnTo>
                  <a:lnTo>
                    <a:pt x="177129" y="4072"/>
                  </a:lnTo>
                  <a:lnTo>
                    <a:pt x="189345" y="12215"/>
                  </a:lnTo>
                  <a:lnTo>
                    <a:pt x="199787" y="18960"/>
                  </a:lnTo>
                  <a:lnTo>
                    <a:pt x="211804" y="26467"/>
                  </a:lnTo>
                  <a:lnTo>
                    <a:pt x="223916" y="33975"/>
                  </a:lnTo>
                  <a:lnTo>
                    <a:pt x="234645" y="40719"/>
                  </a:lnTo>
                  <a:lnTo>
                    <a:pt x="247370" y="48863"/>
                  </a:lnTo>
                  <a:lnTo>
                    <a:pt x="252460" y="52935"/>
                  </a:lnTo>
                  <a:lnTo>
                    <a:pt x="251951" y="55989"/>
                  </a:lnTo>
                  <a:lnTo>
                    <a:pt x="251442" y="59043"/>
                  </a:lnTo>
                  <a:lnTo>
                    <a:pt x="213267" y="83093"/>
                  </a:lnTo>
                  <a:lnTo>
                    <a:pt x="192908" y="98235"/>
                  </a:lnTo>
                  <a:lnTo>
                    <a:pt x="181201" y="106888"/>
                  </a:lnTo>
                  <a:lnTo>
                    <a:pt x="175093" y="110960"/>
                  </a:lnTo>
                  <a:lnTo>
                    <a:pt x="172548" y="110451"/>
                  </a:lnTo>
                  <a:lnTo>
                    <a:pt x="170003" y="109942"/>
                  </a:lnTo>
                  <a:lnTo>
                    <a:pt x="171021" y="104852"/>
                  </a:lnTo>
                  <a:lnTo>
                    <a:pt x="172548" y="90091"/>
                  </a:lnTo>
                  <a:lnTo>
                    <a:pt x="176199" y="48720"/>
                  </a:lnTo>
                  <a:lnTo>
                    <a:pt x="178147" y="21377"/>
                  </a:lnTo>
                  <a:lnTo>
                    <a:pt x="178147" y="16287"/>
                  </a:lnTo>
                  <a:lnTo>
                    <a:pt x="177129" y="16287"/>
                  </a:lnTo>
                  <a:lnTo>
                    <a:pt x="176111" y="16287"/>
                  </a:lnTo>
                  <a:lnTo>
                    <a:pt x="174075" y="21377"/>
                  </a:lnTo>
                  <a:lnTo>
                    <a:pt x="174075" y="34102"/>
                  </a:lnTo>
                  <a:lnTo>
                    <a:pt x="177638" y="80420"/>
                  </a:lnTo>
                  <a:lnTo>
                    <a:pt x="181201" y="100271"/>
                  </a:lnTo>
                  <a:lnTo>
                    <a:pt x="182219" y="100780"/>
                  </a:lnTo>
                  <a:lnTo>
                    <a:pt x="183237" y="95690"/>
                  </a:lnTo>
                  <a:lnTo>
                    <a:pt x="184255" y="83474"/>
                  </a:lnTo>
                  <a:lnTo>
                    <a:pt x="185026" y="73199"/>
                  </a:lnTo>
                  <a:lnTo>
                    <a:pt x="185845" y="61588"/>
                  </a:lnTo>
                  <a:lnTo>
                    <a:pt x="186760" y="49976"/>
                  </a:lnTo>
                  <a:lnTo>
                    <a:pt x="187818" y="39701"/>
                  </a:lnTo>
                  <a:lnTo>
                    <a:pt x="189345" y="27485"/>
                  </a:lnTo>
                  <a:lnTo>
                    <a:pt x="191381" y="22395"/>
                  </a:lnTo>
                  <a:lnTo>
                    <a:pt x="192399" y="23413"/>
                  </a:lnTo>
                  <a:lnTo>
                    <a:pt x="193417" y="24431"/>
                  </a:lnTo>
                  <a:lnTo>
                    <a:pt x="193417" y="31557"/>
                  </a:lnTo>
                  <a:lnTo>
                    <a:pt x="193926" y="43773"/>
                  </a:lnTo>
                  <a:lnTo>
                    <a:pt x="194395" y="53810"/>
                  </a:lnTo>
                  <a:lnTo>
                    <a:pt x="195007" y="65278"/>
                  </a:lnTo>
                  <a:lnTo>
                    <a:pt x="195715" y="77701"/>
                  </a:lnTo>
                  <a:lnTo>
                    <a:pt x="196470" y="90600"/>
                  </a:lnTo>
                </a:path>
              </a:pathLst>
            </a:custGeom>
            <a:ln w="420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9" name="object 109"/>
          <p:cNvGrpSpPr/>
          <p:nvPr/>
        </p:nvGrpSpPr>
        <p:grpSpPr>
          <a:xfrm>
            <a:off x="6821581" y="2818092"/>
            <a:ext cx="949325" cy="357505"/>
            <a:chOff x="6821581" y="2818092"/>
            <a:chExt cx="949325" cy="357505"/>
          </a:xfrm>
        </p:grpSpPr>
        <p:sp>
          <p:nvSpPr>
            <p:cNvPr id="110" name="object 110"/>
            <p:cNvSpPr/>
            <p:nvPr/>
          </p:nvSpPr>
          <p:spPr>
            <a:xfrm>
              <a:off x="6842599" y="2843181"/>
              <a:ext cx="153035" cy="311150"/>
            </a:xfrm>
            <a:custGeom>
              <a:avLst/>
              <a:gdLst/>
              <a:ahLst/>
              <a:cxnLst/>
              <a:rect l="l" t="t" r="r" b="b"/>
              <a:pathLst>
                <a:path w="153034" h="311150">
                  <a:moveTo>
                    <a:pt x="112996" y="40719"/>
                  </a:moveTo>
                  <a:lnTo>
                    <a:pt x="121140" y="9161"/>
                  </a:lnTo>
                  <a:lnTo>
                    <a:pt x="120631" y="7634"/>
                  </a:lnTo>
                  <a:lnTo>
                    <a:pt x="120122" y="6108"/>
                  </a:lnTo>
                  <a:lnTo>
                    <a:pt x="118086" y="11197"/>
                  </a:lnTo>
                  <a:lnTo>
                    <a:pt x="112996" y="28503"/>
                  </a:lnTo>
                  <a:lnTo>
                    <a:pt x="108590" y="43630"/>
                  </a:lnTo>
                  <a:lnTo>
                    <a:pt x="102943" y="62478"/>
                  </a:lnTo>
                  <a:lnTo>
                    <a:pt x="87546" y="107906"/>
                  </a:lnTo>
                  <a:lnTo>
                    <a:pt x="66995" y="157914"/>
                  </a:lnTo>
                  <a:lnTo>
                    <a:pt x="45300" y="205632"/>
                  </a:lnTo>
                  <a:lnTo>
                    <a:pt x="26785" y="245016"/>
                  </a:lnTo>
                  <a:lnTo>
                    <a:pt x="8613" y="282904"/>
                  </a:lnTo>
                  <a:lnTo>
                    <a:pt x="5280" y="289998"/>
                  </a:lnTo>
                  <a:lnTo>
                    <a:pt x="2998" y="295374"/>
                  </a:lnTo>
                  <a:lnTo>
                    <a:pt x="1526" y="299796"/>
                  </a:lnTo>
                  <a:lnTo>
                    <a:pt x="0" y="305395"/>
                  </a:lnTo>
                  <a:lnTo>
                    <a:pt x="0" y="310485"/>
                  </a:lnTo>
                  <a:lnTo>
                    <a:pt x="2035" y="310994"/>
                  </a:lnTo>
                  <a:lnTo>
                    <a:pt x="3984" y="310389"/>
                  </a:lnTo>
                  <a:lnTo>
                    <a:pt x="24049" y="275794"/>
                  </a:lnTo>
                  <a:lnTo>
                    <a:pt x="41419" y="235234"/>
                  </a:lnTo>
                  <a:lnTo>
                    <a:pt x="58915" y="185853"/>
                  </a:lnTo>
                  <a:lnTo>
                    <a:pt x="75012" y="133570"/>
                  </a:lnTo>
                  <a:lnTo>
                    <a:pt x="82965" y="107906"/>
                  </a:lnTo>
                  <a:lnTo>
                    <a:pt x="98807" y="60951"/>
                  </a:lnTo>
                  <a:lnTo>
                    <a:pt x="116606" y="13893"/>
                  </a:lnTo>
                  <a:lnTo>
                    <a:pt x="126229" y="0"/>
                  </a:lnTo>
                  <a:lnTo>
                    <a:pt x="127247" y="5089"/>
                  </a:lnTo>
                  <a:lnTo>
                    <a:pt x="128265" y="24431"/>
                  </a:lnTo>
                  <a:lnTo>
                    <a:pt x="129061" y="41411"/>
                  </a:lnTo>
                  <a:lnTo>
                    <a:pt x="130047" y="62542"/>
                  </a:lnTo>
                  <a:lnTo>
                    <a:pt x="131415" y="86632"/>
                  </a:lnTo>
                  <a:lnTo>
                    <a:pt x="135972" y="138923"/>
                  </a:lnTo>
                  <a:lnTo>
                    <a:pt x="142159" y="188931"/>
                  </a:lnTo>
                  <a:lnTo>
                    <a:pt x="147456" y="227662"/>
                  </a:lnTo>
                  <a:lnTo>
                    <a:pt x="152697" y="258568"/>
                  </a:lnTo>
                  <a:lnTo>
                    <a:pt x="152697" y="250424"/>
                  </a:lnTo>
                  <a:lnTo>
                    <a:pt x="152697" y="242280"/>
                  </a:lnTo>
                </a:path>
              </a:pathLst>
            </a:custGeom>
            <a:ln w="42036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6922001" y="3021329"/>
              <a:ext cx="40005" cy="9525"/>
            </a:xfrm>
            <a:custGeom>
              <a:avLst/>
              <a:gdLst/>
              <a:ahLst/>
              <a:cxnLst/>
              <a:rect l="l" t="t" r="r" b="b"/>
              <a:pathLst>
                <a:path w="40004" h="9525">
                  <a:moveTo>
                    <a:pt x="0" y="9161"/>
                  </a:moveTo>
                  <a:lnTo>
                    <a:pt x="9925" y="6871"/>
                  </a:lnTo>
                  <a:lnTo>
                    <a:pt x="19850" y="4580"/>
                  </a:lnTo>
                  <a:lnTo>
                    <a:pt x="29776" y="2290"/>
                  </a:lnTo>
                  <a:lnTo>
                    <a:pt x="39701" y="0"/>
                  </a:lnTo>
                </a:path>
              </a:pathLst>
            </a:custGeom>
            <a:ln w="42036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7069339" y="2863541"/>
              <a:ext cx="680720" cy="254000"/>
            </a:xfrm>
            <a:custGeom>
              <a:avLst/>
              <a:gdLst/>
              <a:ahLst/>
              <a:cxnLst/>
              <a:rect l="l" t="t" r="r" b="b"/>
              <a:pathLst>
                <a:path w="680720" h="254000">
                  <a:moveTo>
                    <a:pt x="106140" y="154733"/>
                  </a:moveTo>
                  <a:lnTo>
                    <a:pt x="79251" y="117799"/>
                  </a:lnTo>
                  <a:lnTo>
                    <a:pt x="36154" y="119613"/>
                  </a:lnTo>
                  <a:lnTo>
                    <a:pt x="7841" y="160077"/>
                  </a:lnTo>
                  <a:lnTo>
                    <a:pt x="0" y="204368"/>
                  </a:lnTo>
                  <a:lnTo>
                    <a:pt x="1924" y="217784"/>
                  </a:lnTo>
                  <a:lnTo>
                    <a:pt x="22602" y="250996"/>
                  </a:lnTo>
                  <a:lnTo>
                    <a:pt x="37426" y="253987"/>
                  </a:lnTo>
                  <a:lnTo>
                    <a:pt x="45681" y="252682"/>
                  </a:lnTo>
                  <a:lnTo>
                    <a:pt x="78710" y="222795"/>
                  </a:lnTo>
                  <a:lnTo>
                    <a:pt x="95960" y="172548"/>
                  </a:lnTo>
                  <a:lnTo>
                    <a:pt x="100923" y="131701"/>
                  </a:lnTo>
                  <a:lnTo>
                    <a:pt x="102068" y="90091"/>
                  </a:lnTo>
                  <a:lnTo>
                    <a:pt x="100565" y="36480"/>
                  </a:lnTo>
                  <a:lnTo>
                    <a:pt x="90870" y="0"/>
                  </a:lnTo>
                  <a:lnTo>
                    <a:pt x="87816" y="4071"/>
                  </a:lnTo>
                  <a:lnTo>
                    <a:pt x="82217" y="44664"/>
                  </a:lnTo>
                  <a:lnTo>
                    <a:pt x="83999" y="98855"/>
                  </a:lnTo>
                  <a:lnTo>
                    <a:pt x="90807" y="137316"/>
                  </a:lnTo>
                  <a:lnTo>
                    <a:pt x="100636" y="174560"/>
                  </a:lnTo>
                  <a:lnTo>
                    <a:pt x="115811" y="218866"/>
                  </a:lnTo>
                  <a:lnTo>
                    <a:pt x="142787" y="248388"/>
                  </a:lnTo>
                  <a:lnTo>
                    <a:pt x="147877" y="249406"/>
                  </a:lnTo>
                  <a:lnTo>
                    <a:pt x="152967" y="249406"/>
                  </a:lnTo>
                  <a:lnTo>
                    <a:pt x="161111" y="242280"/>
                  </a:lnTo>
                  <a:lnTo>
                    <a:pt x="187579" y="201560"/>
                  </a:lnTo>
                  <a:lnTo>
                    <a:pt x="197814" y="155465"/>
                  </a:lnTo>
                  <a:lnTo>
                    <a:pt x="200304" y="115032"/>
                  </a:lnTo>
                  <a:lnTo>
                    <a:pt x="191651" y="88564"/>
                  </a:lnTo>
                  <a:lnTo>
                    <a:pt x="190124" y="89582"/>
                  </a:lnTo>
                  <a:lnTo>
                    <a:pt x="191516" y="133594"/>
                  </a:lnTo>
                  <a:lnTo>
                    <a:pt x="195063" y="172818"/>
                  </a:lnTo>
                  <a:lnTo>
                    <a:pt x="199286" y="211231"/>
                  </a:lnTo>
                  <a:lnTo>
                    <a:pt x="208447" y="241262"/>
                  </a:lnTo>
                  <a:lnTo>
                    <a:pt x="209974" y="242280"/>
                  </a:lnTo>
                  <a:lnTo>
                    <a:pt x="209974" y="235154"/>
                  </a:lnTo>
                  <a:lnTo>
                    <a:pt x="212010" y="218357"/>
                  </a:lnTo>
                  <a:lnTo>
                    <a:pt x="220886" y="170687"/>
                  </a:lnTo>
                  <a:lnTo>
                    <a:pt x="240959" y="127438"/>
                  </a:lnTo>
                  <a:lnTo>
                    <a:pt x="275316" y="106061"/>
                  </a:lnTo>
                  <a:lnTo>
                    <a:pt x="283166" y="107596"/>
                  </a:lnTo>
                  <a:lnTo>
                    <a:pt x="311264" y="148116"/>
                  </a:lnTo>
                  <a:lnTo>
                    <a:pt x="318135" y="191420"/>
                  </a:lnTo>
                  <a:lnTo>
                    <a:pt x="319408" y="203596"/>
                  </a:lnTo>
                  <a:lnTo>
                    <a:pt x="320935" y="217848"/>
                  </a:lnTo>
                  <a:lnTo>
                    <a:pt x="321953" y="222938"/>
                  </a:lnTo>
                  <a:lnTo>
                    <a:pt x="322971" y="219375"/>
                  </a:lnTo>
                  <a:lnTo>
                    <a:pt x="323766" y="215144"/>
                  </a:lnTo>
                  <a:lnTo>
                    <a:pt x="324752" y="208050"/>
                  </a:lnTo>
                  <a:lnTo>
                    <a:pt x="326120" y="198475"/>
                  </a:lnTo>
                  <a:lnTo>
                    <a:pt x="333978" y="159505"/>
                  </a:lnTo>
                  <a:lnTo>
                    <a:pt x="346090" y="123009"/>
                  </a:lnTo>
                  <a:lnTo>
                    <a:pt x="371834" y="95690"/>
                  </a:lnTo>
                  <a:lnTo>
                    <a:pt x="376924" y="96199"/>
                  </a:lnTo>
                  <a:lnTo>
                    <a:pt x="400656" y="142963"/>
                  </a:lnTo>
                  <a:lnTo>
                    <a:pt x="411019" y="186394"/>
                  </a:lnTo>
                  <a:lnTo>
                    <a:pt x="413993" y="204352"/>
                  </a:lnTo>
                  <a:lnTo>
                    <a:pt x="415098" y="211231"/>
                  </a:lnTo>
                  <a:lnTo>
                    <a:pt x="416625" y="219884"/>
                  </a:lnTo>
                  <a:lnTo>
                    <a:pt x="418661" y="227010"/>
                  </a:lnTo>
                  <a:lnTo>
                    <a:pt x="422224" y="231082"/>
                  </a:lnTo>
                  <a:lnTo>
                    <a:pt x="425787" y="235154"/>
                  </a:lnTo>
                  <a:lnTo>
                    <a:pt x="430877" y="236172"/>
                  </a:lnTo>
                  <a:lnTo>
                    <a:pt x="435967" y="236172"/>
                  </a:lnTo>
                  <a:lnTo>
                    <a:pt x="441057" y="236172"/>
                  </a:lnTo>
                  <a:lnTo>
                    <a:pt x="470070" y="196979"/>
                  </a:lnTo>
                  <a:lnTo>
                    <a:pt x="476941" y="153604"/>
                  </a:lnTo>
                  <a:lnTo>
                    <a:pt x="479271" y="128552"/>
                  </a:lnTo>
                  <a:lnTo>
                    <a:pt x="480186" y="119231"/>
                  </a:lnTo>
                  <a:lnTo>
                    <a:pt x="481005" y="111628"/>
                  </a:lnTo>
                  <a:lnTo>
                    <a:pt x="481776" y="105361"/>
                  </a:lnTo>
                  <a:lnTo>
                    <a:pt x="482794" y="97726"/>
                  </a:lnTo>
                  <a:lnTo>
                    <a:pt x="483812" y="92636"/>
                  </a:lnTo>
                  <a:lnTo>
                    <a:pt x="482794" y="97726"/>
                  </a:lnTo>
                  <a:lnTo>
                    <a:pt x="481776" y="111978"/>
                  </a:lnTo>
                  <a:lnTo>
                    <a:pt x="481069" y="124178"/>
                  </a:lnTo>
                  <a:lnTo>
                    <a:pt x="480695" y="138573"/>
                  </a:lnTo>
                  <a:lnTo>
                    <a:pt x="480989" y="153922"/>
                  </a:lnTo>
                  <a:lnTo>
                    <a:pt x="488393" y="194753"/>
                  </a:lnTo>
                  <a:lnTo>
                    <a:pt x="511298" y="227010"/>
                  </a:lnTo>
                  <a:lnTo>
                    <a:pt x="517406" y="228537"/>
                  </a:lnTo>
                  <a:lnTo>
                    <a:pt x="523514" y="230064"/>
                  </a:lnTo>
                  <a:lnTo>
                    <a:pt x="547309" y="198825"/>
                  </a:lnTo>
                  <a:lnTo>
                    <a:pt x="562149" y="149707"/>
                  </a:lnTo>
                  <a:lnTo>
                    <a:pt x="568305" y="98744"/>
                  </a:lnTo>
                  <a:lnTo>
                    <a:pt x="569323" y="81438"/>
                  </a:lnTo>
                  <a:lnTo>
                    <a:pt x="568305" y="75330"/>
                  </a:lnTo>
                  <a:lnTo>
                    <a:pt x="567797" y="75839"/>
                  </a:lnTo>
                  <a:lnTo>
                    <a:pt x="567287" y="76348"/>
                  </a:lnTo>
                  <a:lnTo>
                    <a:pt x="567287" y="83474"/>
                  </a:lnTo>
                  <a:lnTo>
                    <a:pt x="567797" y="100780"/>
                  </a:lnTo>
                  <a:lnTo>
                    <a:pt x="569801" y="149166"/>
                  </a:lnTo>
                  <a:lnTo>
                    <a:pt x="573395" y="188517"/>
                  </a:lnTo>
                  <a:lnTo>
                    <a:pt x="577467" y="212758"/>
                  </a:lnTo>
                  <a:lnTo>
                    <a:pt x="578485" y="218866"/>
                  </a:lnTo>
                  <a:lnTo>
                    <a:pt x="579503" y="217848"/>
                  </a:lnTo>
                  <a:lnTo>
                    <a:pt x="580322" y="215693"/>
                  </a:lnTo>
                  <a:lnTo>
                    <a:pt x="581475" y="210531"/>
                  </a:lnTo>
                  <a:lnTo>
                    <a:pt x="583297" y="202030"/>
                  </a:lnTo>
                  <a:lnTo>
                    <a:pt x="586120" y="189854"/>
                  </a:lnTo>
                  <a:lnTo>
                    <a:pt x="601366" y="137388"/>
                  </a:lnTo>
                  <a:lnTo>
                    <a:pt x="622131" y="94036"/>
                  </a:lnTo>
                  <a:lnTo>
                    <a:pt x="646435" y="75712"/>
                  </a:lnTo>
                  <a:lnTo>
                    <a:pt x="651239" y="78114"/>
                  </a:lnTo>
                  <a:lnTo>
                    <a:pt x="668521" y="114825"/>
                  </a:lnTo>
                  <a:lnTo>
                    <a:pt x="675257" y="155497"/>
                  </a:lnTo>
                  <a:lnTo>
                    <a:pt x="676211" y="178147"/>
                  </a:lnTo>
                  <a:lnTo>
                    <a:pt x="676211" y="190363"/>
                  </a:lnTo>
                  <a:lnTo>
                    <a:pt x="675193" y="195452"/>
                  </a:lnTo>
                  <a:lnTo>
                    <a:pt x="675193" y="201051"/>
                  </a:lnTo>
                  <a:lnTo>
                    <a:pt x="675193" y="206650"/>
                  </a:lnTo>
                  <a:lnTo>
                    <a:pt x="676211" y="212758"/>
                  </a:lnTo>
                  <a:lnTo>
                    <a:pt x="677229" y="213267"/>
                  </a:lnTo>
                  <a:lnTo>
                    <a:pt x="678247" y="213776"/>
                  </a:lnTo>
                  <a:lnTo>
                    <a:pt x="679266" y="208686"/>
                  </a:lnTo>
                  <a:lnTo>
                    <a:pt x="680284" y="203596"/>
                  </a:lnTo>
                </a:path>
              </a:pathLst>
            </a:custGeom>
            <a:ln w="42036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7510397" y="2839110"/>
              <a:ext cx="16510" cy="11430"/>
            </a:xfrm>
            <a:custGeom>
              <a:avLst/>
              <a:gdLst/>
              <a:ahLst/>
              <a:cxnLst/>
              <a:rect l="l" t="t" r="r" b="b"/>
              <a:pathLst>
                <a:path w="16509" h="11430">
                  <a:moveTo>
                    <a:pt x="4071" y="11197"/>
                  </a:moveTo>
                  <a:lnTo>
                    <a:pt x="2035" y="6107"/>
                  </a:lnTo>
                  <a:lnTo>
                    <a:pt x="0" y="1017"/>
                  </a:lnTo>
                  <a:lnTo>
                    <a:pt x="2036" y="508"/>
                  </a:lnTo>
                  <a:lnTo>
                    <a:pt x="4072" y="0"/>
                  </a:lnTo>
                  <a:lnTo>
                    <a:pt x="10180" y="4071"/>
                  </a:lnTo>
                  <a:lnTo>
                    <a:pt x="16288" y="8143"/>
                  </a:lnTo>
                </a:path>
              </a:pathLst>
            </a:custGeom>
            <a:ln w="42036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4" name="object 114"/>
          <p:cNvGrpSpPr/>
          <p:nvPr/>
        </p:nvGrpSpPr>
        <p:grpSpPr>
          <a:xfrm>
            <a:off x="8418735" y="2709167"/>
            <a:ext cx="756920" cy="328295"/>
            <a:chOff x="8418735" y="2709167"/>
            <a:chExt cx="756920" cy="328295"/>
          </a:xfrm>
        </p:grpSpPr>
        <p:sp>
          <p:nvSpPr>
            <p:cNvPr id="115" name="object 115"/>
            <p:cNvSpPr/>
            <p:nvPr/>
          </p:nvSpPr>
          <p:spPr>
            <a:xfrm>
              <a:off x="8439753" y="2730185"/>
              <a:ext cx="715010" cy="285750"/>
            </a:xfrm>
            <a:custGeom>
              <a:avLst/>
              <a:gdLst/>
              <a:ahLst/>
              <a:cxnLst/>
              <a:rect l="l" t="t" r="r" b="b"/>
              <a:pathLst>
                <a:path w="715009" h="285750">
                  <a:moveTo>
                    <a:pt x="61143" y="187309"/>
                  </a:moveTo>
                  <a:lnTo>
                    <a:pt x="52999" y="148625"/>
                  </a:lnTo>
                  <a:lnTo>
                    <a:pt x="38238" y="140990"/>
                  </a:lnTo>
                  <a:lnTo>
                    <a:pt x="31621" y="138445"/>
                  </a:lnTo>
                  <a:lnTo>
                    <a:pt x="6680" y="171116"/>
                  </a:lnTo>
                  <a:lnTo>
                    <a:pt x="0" y="217721"/>
                  </a:lnTo>
                  <a:lnTo>
                    <a:pt x="1471" y="234581"/>
                  </a:lnTo>
                  <a:lnTo>
                    <a:pt x="22522" y="272501"/>
                  </a:lnTo>
                  <a:lnTo>
                    <a:pt x="58064" y="285711"/>
                  </a:lnTo>
                  <a:lnTo>
                    <a:pt x="70113" y="284590"/>
                  </a:lnTo>
                  <a:lnTo>
                    <a:pt x="103945" y="262926"/>
                  </a:lnTo>
                  <a:lnTo>
                    <a:pt x="129856" y="212249"/>
                  </a:lnTo>
                  <a:lnTo>
                    <a:pt x="139718" y="163640"/>
                  </a:lnTo>
                  <a:lnTo>
                    <a:pt x="144617" y="110451"/>
                  </a:lnTo>
                  <a:lnTo>
                    <a:pt x="146335" y="61078"/>
                  </a:lnTo>
                  <a:lnTo>
                    <a:pt x="146406" y="40448"/>
                  </a:lnTo>
                  <a:lnTo>
                    <a:pt x="146144" y="23922"/>
                  </a:lnTo>
                  <a:lnTo>
                    <a:pt x="145635" y="5089"/>
                  </a:lnTo>
                  <a:lnTo>
                    <a:pt x="144617" y="0"/>
                  </a:lnTo>
                  <a:lnTo>
                    <a:pt x="143599" y="0"/>
                  </a:lnTo>
                  <a:lnTo>
                    <a:pt x="142581" y="0"/>
                  </a:lnTo>
                  <a:lnTo>
                    <a:pt x="141563" y="5089"/>
                  </a:lnTo>
                  <a:lnTo>
                    <a:pt x="141054" y="23922"/>
                  </a:lnTo>
                  <a:lnTo>
                    <a:pt x="140800" y="40425"/>
                  </a:lnTo>
                  <a:lnTo>
                    <a:pt x="140927" y="60888"/>
                  </a:lnTo>
                  <a:lnTo>
                    <a:pt x="143090" y="108924"/>
                  </a:lnTo>
                  <a:lnTo>
                    <a:pt x="148562" y="158805"/>
                  </a:lnTo>
                  <a:lnTo>
                    <a:pt x="156324" y="202578"/>
                  </a:lnTo>
                  <a:lnTo>
                    <a:pt x="169136" y="245453"/>
                  </a:lnTo>
                  <a:lnTo>
                    <a:pt x="186863" y="268238"/>
                  </a:lnTo>
                  <a:lnTo>
                    <a:pt x="191444" y="269765"/>
                  </a:lnTo>
                  <a:lnTo>
                    <a:pt x="196534" y="269765"/>
                  </a:lnTo>
                  <a:lnTo>
                    <a:pt x="203660" y="262640"/>
                  </a:lnTo>
                  <a:lnTo>
                    <a:pt x="227073" y="220902"/>
                  </a:lnTo>
                  <a:lnTo>
                    <a:pt x="239457" y="171657"/>
                  </a:lnTo>
                  <a:lnTo>
                    <a:pt x="244380" y="141499"/>
                  </a:lnTo>
                  <a:lnTo>
                    <a:pt x="244380" y="135391"/>
                  </a:lnTo>
                  <a:lnTo>
                    <a:pt x="243362" y="135900"/>
                  </a:lnTo>
                  <a:lnTo>
                    <a:pt x="242344" y="136409"/>
                  </a:lnTo>
                  <a:lnTo>
                    <a:pt x="237063" y="185972"/>
                  </a:lnTo>
                  <a:lnTo>
                    <a:pt x="236848" y="200678"/>
                  </a:lnTo>
                  <a:lnTo>
                    <a:pt x="237254" y="214285"/>
                  </a:lnTo>
                  <a:lnTo>
                    <a:pt x="253502" y="252149"/>
                  </a:lnTo>
                  <a:lnTo>
                    <a:pt x="293012" y="242343"/>
                  </a:lnTo>
                  <a:lnTo>
                    <a:pt x="314302" y="201497"/>
                  </a:lnTo>
                  <a:lnTo>
                    <a:pt x="324840" y="162591"/>
                  </a:lnTo>
                  <a:lnTo>
                    <a:pt x="323273" y="212249"/>
                  </a:lnTo>
                  <a:lnTo>
                    <a:pt x="335489" y="253478"/>
                  </a:lnTo>
                  <a:lnTo>
                    <a:pt x="361448" y="267220"/>
                  </a:lnTo>
                  <a:lnTo>
                    <a:pt x="369234" y="265701"/>
                  </a:lnTo>
                  <a:lnTo>
                    <a:pt x="399336" y="228465"/>
                  </a:lnTo>
                  <a:lnTo>
                    <a:pt x="408784" y="173566"/>
                  </a:lnTo>
                  <a:lnTo>
                    <a:pt x="405969" y="156546"/>
                  </a:lnTo>
                  <a:lnTo>
                    <a:pt x="384352" y="119613"/>
                  </a:lnTo>
                  <a:lnTo>
                    <a:pt x="343124" y="104852"/>
                  </a:lnTo>
                  <a:lnTo>
                    <a:pt x="338034" y="104852"/>
                  </a:lnTo>
                  <a:lnTo>
                    <a:pt x="333962" y="106888"/>
                  </a:lnTo>
                  <a:lnTo>
                    <a:pt x="329890" y="108924"/>
                  </a:lnTo>
                  <a:lnTo>
                    <a:pt x="326836" y="112996"/>
                  </a:lnTo>
                  <a:lnTo>
                    <a:pt x="327854" y="116559"/>
                  </a:lnTo>
                  <a:lnTo>
                    <a:pt x="328872" y="120122"/>
                  </a:lnTo>
                  <a:lnTo>
                    <a:pt x="333962" y="123176"/>
                  </a:lnTo>
                  <a:lnTo>
                    <a:pt x="349741" y="124194"/>
                  </a:lnTo>
                  <a:lnTo>
                    <a:pt x="363404" y="124607"/>
                  </a:lnTo>
                  <a:lnTo>
                    <a:pt x="380026" y="124448"/>
                  </a:lnTo>
                  <a:lnTo>
                    <a:pt x="398556" y="123907"/>
                  </a:lnTo>
                  <a:lnTo>
                    <a:pt x="417946" y="123176"/>
                  </a:lnTo>
                  <a:lnTo>
                    <a:pt x="437176" y="122420"/>
                  </a:lnTo>
                  <a:lnTo>
                    <a:pt x="455357" y="121712"/>
                  </a:lnTo>
                  <a:lnTo>
                    <a:pt x="471629" y="121100"/>
                  </a:lnTo>
                  <a:lnTo>
                    <a:pt x="485133" y="120631"/>
                  </a:lnTo>
                  <a:lnTo>
                    <a:pt x="495273" y="120376"/>
                  </a:lnTo>
                  <a:lnTo>
                    <a:pt x="502502" y="120503"/>
                  </a:lnTo>
                  <a:lnTo>
                    <a:pt x="507536" y="121203"/>
                  </a:lnTo>
                  <a:lnTo>
                    <a:pt x="511091" y="122667"/>
                  </a:lnTo>
                  <a:lnTo>
                    <a:pt x="515163" y="125211"/>
                  </a:lnTo>
                  <a:lnTo>
                    <a:pt x="517199" y="130301"/>
                  </a:lnTo>
                  <a:lnTo>
                    <a:pt x="516181" y="140481"/>
                  </a:lnTo>
                  <a:lnTo>
                    <a:pt x="514909" y="149063"/>
                  </a:lnTo>
                  <a:lnTo>
                    <a:pt x="512873" y="159505"/>
                  </a:lnTo>
                  <a:lnTo>
                    <a:pt x="510455" y="171760"/>
                  </a:lnTo>
                  <a:lnTo>
                    <a:pt x="508037" y="185782"/>
                  </a:lnTo>
                  <a:lnTo>
                    <a:pt x="502884" y="232164"/>
                  </a:lnTo>
                  <a:lnTo>
                    <a:pt x="501389" y="253955"/>
                  </a:lnTo>
                  <a:lnTo>
                    <a:pt x="501420" y="258695"/>
                  </a:lnTo>
                  <a:lnTo>
                    <a:pt x="502216" y="258281"/>
                  </a:lnTo>
                  <a:lnTo>
                    <a:pt x="503965" y="251951"/>
                  </a:lnTo>
                  <a:lnTo>
                    <a:pt x="506860" y="239401"/>
                  </a:lnTo>
                  <a:lnTo>
                    <a:pt x="511091" y="222175"/>
                  </a:lnTo>
                  <a:lnTo>
                    <a:pt x="524325" y="181710"/>
                  </a:lnTo>
                  <a:lnTo>
                    <a:pt x="543603" y="144744"/>
                  </a:lnTo>
                  <a:lnTo>
                    <a:pt x="569554" y="109950"/>
                  </a:lnTo>
                  <a:lnTo>
                    <a:pt x="588458" y="100780"/>
                  </a:lnTo>
                  <a:lnTo>
                    <a:pt x="593548" y="102816"/>
                  </a:lnTo>
                  <a:lnTo>
                    <a:pt x="600674" y="133355"/>
                  </a:lnTo>
                  <a:lnTo>
                    <a:pt x="600523" y="147202"/>
                  </a:lnTo>
                  <a:lnTo>
                    <a:pt x="600229" y="163195"/>
                  </a:lnTo>
                  <a:lnTo>
                    <a:pt x="600030" y="179666"/>
                  </a:lnTo>
                  <a:lnTo>
                    <a:pt x="602074" y="217975"/>
                  </a:lnTo>
                  <a:lnTo>
                    <a:pt x="624891" y="246407"/>
                  </a:lnTo>
                  <a:lnTo>
                    <a:pt x="629878" y="245397"/>
                  </a:lnTo>
                  <a:lnTo>
                    <a:pt x="662835" y="214921"/>
                  </a:lnTo>
                  <a:lnTo>
                    <a:pt x="690559" y="169025"/>
                  </a:lnTo>
                  <a:lnTo>
                    <a:pt x="705017" y="125721"/>
                  </a:lnTo>
                  <a:lnTo>
                    <a:pt x="708580" y="110960"/>
                  </a:lnTo>
                  <a:lnTo>
                    <a:pt x="708580" y="104852"/>
                  </a:lnTo>
                  <a:lnTo>
                    <a:pt x="707562" y="105361"/>
                  </a:lnTo>
                  <a:lnTo>
                    <a:pt x="706545" y="105870"/>
                  </a:lnTo>
                  <a:lnTo>
                    <a:pt x="701264" y="152633"/>
                  </a:lnTo>
                  <a:lnTo>
                    <a:pt x="701049" y="166830"/>
                  </a:lnTo>
                  <a:lnTo>
                    <a:pt x="701455" y="180692"/>
                  </a:lnTo>
                  <a:lnTo>
                    <a:pt x="708580" y="223956"/>
                  </a:lnTo>
                  <a:lnTo>
                    <a:pt x="714688" y="243298"/>
                  </a:lnTo>
                  <a:lnTo>
                    <a:pt x="713670" y="247879"/>
                  </a:lnTo>
                  <a:lnTo>
                    <a:pt x="712652" y="252460"/>
                  </a:lnTo>
                  <a:lnTo>
                    <a:pt x="707562" y="253478"/>
                  </a:lnTo>
                  <a:lnTo>
                    <a:pt x="695347" y="253478"/>
                  </a:lnTo>
                  <a:lnTo>
                    <a:pt x="684960" y="253303"/>
                  </a:lnTo>
                  <a:lnTo>
                    <a:pt x="672569" y="252841"/>
                  </a:lnTo>
                  <a:lnTo>
                    <a:pt x="658842" y="252189"/>
                  </a:lnTo>
                  <a:lnTo>
                    <a:pt x="644448" y="251442"/>
                  </a:lnTo>
                </a:path>
              </a:pathLst>
            </a:custGeom>
            <a:ln w="42036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8503950" y="2815068"/>
              <a:ext cx="119380" cy="20320"/>
            </a:xfrm>
            <a:custGeom>
              <a:avLst/>
              <a:gdLst/>
              <a:ahLst/>
              <a:cxnLst/>
              <a:rect l="l" t="t" r="r" b="b"/>
              <a:pathLst>
                <a:path w="119379" h="20319">
                  <a:moveTo>
                    <a:pt x="0" y="19969"/>
                  </a:moveTo>
                  <a:lnTo>
                    <a:pt x="40202" y="787"/>
                  </a:lnTo>
                  <a:lnTo>
                    <a:pt x="68355" y="0"/>
                  </a:lnTo>
                  <a:lnTo>
                    <a:pt x="84556" y="310"/>
                  </a:lnTo>
                  <a:lnTo>
                    <a:pt x="101615" y="906"/>
                  </a:lnTo>
                  <a:lnTo>
                    <a:pt x="119104" y="1646"/>
                  </a:lnTo>
                </a:path>
              </a:pathLst>
            </a:custGeom>
            <a:ln w="42036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8715690" y="2736292"/>
              <a:ext cx="11430" cy="16510"/>
            </a:xfrm>
            <a:custGeom>
              <a:avLst/>
              <a:gdLst/>
              <a:ahLst/>
              <a:cxnLst/>
              <a:rect l="l" t="t" r="r" b="b"/>
              <a:pathLst>
                <a:path w="11429" h="16510">
                  <a:moveTo>
                    <a:pt x="11197" y="16287"/>
                  </a:moveTo>
                  <a:lnTo>
                    <a:pt x="7125" y="9161"/>
                  </a:lnTo>
                  <a:lnTo>
                    <a:pt x="3053" y="2035"/>
                  </a:lnTo>
                  <a:lnTo>
                    <a:pt x="1526" y="1017"/>
                  </a:lnTo>
                  <a:lnTo>
                    <a:pt x="0" y="0"/>
                  </a:lnTo>
                  <a:lnTo>
                    <a:pt x="1017" y="5089"/>
                  </a:lnTo>
                  <a:lnTo>
                    <a:pt x="2035" y="10179"/>
                  </a:lnTo>
                </a:path>
              </a:pathLst>
            </a:custGeom>
            <a:ln w="42036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8" name="object 118"/>
          <p:cNvGrpSpPr/>
          <p:nvPr/>
        </p:nvGrpSpPr>
        <p:grpSpPr>
          <a:xfrm>
            <a:off x="6769663" y="3377856"/>
            <a:ext cx="979805" cy="599440"/>
            <a:chOff x="6769663" y="3377856"/>
            <a:chExt cx="979805" cy="599440"/>
          </a:xfrm>
        </p:grpSpPr>
        <p:sp>
          <p:nvSpPr>
            <p:cNvPr id="119" name="object 119"/>
            <p:cNvSpPr/>
            <p:nvPr/>
          </p:nvSpPr>
          <p:spPr>
            <a:xfrm>
              <a:off x="6790681" y="3398874"/>
              <a:ext cx="151765" cy="288925"/>
            </a:xfrm>
            <a:custGeom>
              <a:avLst/>
              <a:gdLst/>
              <a:ahLst/>
              <a:cxnLst/>
              <a:rect l="l" t="t" r="r" b="b"/>
              <a:pathLst>
                <a:path w="151765" h="288925">
                  <a:moveTo>
                    <a:pt x="146589" y="92763"/>
                  </a:moveTo>
                  <a:lnTo>
                    <a:pt x="148808" y="79068"/>
                  </a:lnTo>
                  <a:lnTo>
                    <a:pt x="150597" y="65660"/>
                  </a:lnTo>
                  <a:lnTo>
                    <a:pt x="151528" y="52823"/>
                  </a:lnTo>
                  <a:lnTo>
                    <a:pt x="151170" y="40846"/>
                  </a:lnTo>
                  <a:lnTo>
                    <a:pt x="131319" y="6235"/>
                  </a:lnTo>
                  <a:lnTo>
                    <a:pt x="108987" y="0"/>
                  </a:lnTo>
                  <a:lnTo>
                    <a:pt x="95459" y="938"/>
                  </a:lnTo>
                  <a:lnTo>
                    <a:pt x="51280" y="23986"/>
                  </a:lnTo>
                  <a:lnTo>
                    <a:pt x="19118" y="66670"/>
                  </a:lnTo>
                  <a:lnTo>
                    <a:pt x="14665" y="97702"/>
                  </a:lnTo>
                  <a:lnTo>
                    <a:pt x="18832" y="113123"/>
                  </a:lnTo>
                  <a:lnTo>
                    <a:pt x="54191" y="156785"/>
                  </a:lnTo>
                  <a:lnTo>
                    <a:pt x="85160" y="182744"/>
                  </a:lnTo>
                  <a:lnTo>
                    <a:pt x="99635" y="194689"/>
                  </a:lnTo>
                  <a:lnTo>
                    <a:pt x="129856" y="227447"/>
                  </a:lnTo>
                  <a:lnTo>
                    <a:pt x="135264" y="247091"/>
                  </a:lnTo>
                  <a:lnTo>
                    <a:pt x="133864" y="256150"/>
                  </a:lnTo>
                  <a:lnTo>
                    <a:pt x="105361" y="283635"/>
                  </a:lnTo>
                  <a:lnTo>
                    <a:pt x="67640" y="288717"/>
                  </a:lnTo>
                  <a:lnTo>
                    <a:pt x="54971" y="287198"/>
                  </a:lnTo>
                  <a:lnTo>
                    <a:pt x="16287" y="268875"/>
                  </a:lnTo>
                  <a:lnTo>
                    <a:pt x="0" y="238335"/>
                  </a:lnTo>
                  <a:lnTo>
                    <a:pt x="3053" y="234263"/>
                  </a:lnTo>
                  <a:lnTo>
                    <a:pt x="6107" y="230191"/>
                  </a:lnTo>
                </a:path>
              </a:pathLst>
            </a:custGeom>
            <a:ln w="42036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6991288" y="3528285"/>
              <a:ext cx="222885" cy="427990"/>
            </a:xfrm>
            <a:custGeom>
              <a:avLst/>
              <a:gdLst/>
              <a:ahLst/>
              <a:cxnLst/>
              <a:rect l="l" t="t" r="r" b="b"/>
              <a:pathLst>
                <a:path w="222884" h="427989">
                  <a:moveTo>
                    <a:pt x="13170" y="67186"/>
                  </a:moveTo>
                  <a:lnTo>
                    <a:pt x="12152" y="62097"/>
                  </a:lnTo>
                  <a:lnTo>
                    <a:pt x="11134" y="57007"/>
                  </a:lnTo>
                  <a:lnTo>
                    <a:pt x="10625" y="50390"/>
                  </a:lnTo>
                  <a:lnTo>
                    <a:pt x="10116" y="43773"/>
                  </a:lnTo>
                  <a:lnTo>
                    <a:pt x="10116" y="35629"/>
                  </a:lnTo>
                  <a:lnTo>
                    <a:pt x="8589" y="34611"/>
                  </a:lnTo>
                  <a:lnTo>
                    <a:pt x="0" y="78257"/>
                  </a:lnTo>
                  <a:lnTo>
                    <a:pt x="182" y="92095"/>
                  </a:lnTo>
                  <a:lnTo>
                    <a:pt x="14490" y="132847"/>
                  </a:lnTo>
                  <a:lnTo>
                    <a:pt x="57055" y="123017"/>
                  </a:lnTo>
                  <a:lnTo>
                    <a:pt x="82139" y="85637"/>
                  </a:lnTo>
                  <a:lnTo>
                    <a:pt x="91555" y="44791"/>
                  </a:lnTo>
                  <a:lnTo>
                    <a:pt x="85821" y="87498"/>
                  </a:lnTo>
                  <a:lnTo>
                    <a:pt x="88668" y="135566"/>
                  </a:lnTo>
                  <a:lnTo>
                    <a:pt x="93972" y="189543"/>
                  </a:lnTo>
                  <a:lnTo>
                    <a:pt x="100780" y="243894"/>
                  </a:lnTo>
                  <a:lnTo>
                    <a:pt x="104279" y="270783"/>
                  </a:lnTo>
                  <a:lnTo>
                    <a:pt x="107596" y="297155"/>
                  </a:lnTo>
                  <a:lnTo>
                    <a:pt x="113083" y="344937"/>
                  </a:lnTo>
                  <a:lnTo>
                    <a:pt x="116622" y="392114"/>
                  </a:lnTo>
                  <a:lnTo>
                    <a:pt x="116543" y="401443"/>
                  </a:lnTo>
                  <a:lnTo>
                    <a:pt x="115986" y="408720"/>
                  </a:lnTo>
                  <a:lnTo>
                    <a:pt x="114968" y="417373"/>
                  </a:lnTo>
                  <a:lnTo>
                    <a:pt x="112932" y="422463"/>
                  </a:lnTo>
                  <a:lnTo>
                    <a:pt x="109369" y="425008"/>
                  </a:lnTo>
                  <a:lnTo>
                    <a:pt x="105806" y="427553"/>
                  </a:lnTo>
                  <a:lnTo>
                    <a:pt x="100717" y="427553"/>
                  </a:lnTo>
                  <a:lnTo>
                    <a:pt x="90028" y="419918"/>
                  </a:lnTo>
                  <a:lnTo>
                    <a:pt x="60180" y="389212"/>
                  </a:lnTo>
                  <a:lnTo>
                    <a:pt x="40568" y="352699"/>
                  </a:lnTo>
                  <a:lnTo>
                    <a:pt x="27986" y="306445"/>
                  </a:lnTo>
                  <a:lnTo>
                    <a:pt x="25895" y="281981"/>
                  </a:lnTo>
                  <a:lnTo>
                    <a:pt x="27255" y="257788"/>
                  </a:lnTo>
                  <a:lnTo>
                    <a:pt x="39136" y="211693"/>
                  </a:lnTo>
                  <a:lnTo>
                    <a:pt x="60403" y="170424"/>
                  </a:lnTo>
                  <a:lnTo>
                    <a:pt x="88381" y="133029"/>
                  </a:lnTo>
                  <a:lnTo>
                    <a:pt x="120973" y="95714"/>
                  </a:lnTo>
                  <a:lnTo>
                    <a:pt x="152451" y="60768"/>
                  </a:lnTo>
                  <a:lnTo>
                    <a:pt x="164849" y="46827"/>
                  </a:lnTo>
                  <a:lnTo>
                    <a:pt x="190299" y="11197"/>
                  </a:lnTo>
                  <a:lnTo>
                    <a:pt x="193353" y="4071"/>
                  </a:lnTo>
                  <a:lnTo>
                    <a:pt x="192335" y="2035"/>
                  </a:lnTo>
                  <a:lnTo>
                    <a:pt x="191317" y="0"/>
                  </a:lnTo>
                  <a:lnTo>
                    <a:pt x="186227" y="3053"/>
                  </a:lnTo>
                  <a:lnTo>
                    <a:pt x="183173" y="7125"/>
                  </a:lnTo>
                  <a:lnTo>
                    <a:pt x="180119" y="11197"/>
                  </a:lnTo>
                  <a:lnTo>
                    <a:pt x="188573" y="59981"/>
                  </a:lnTo>
                  <a:lnTo>
                    <a:pt x="205378" y="95499"/>
                  </a:lnTo>
                  <a:lnTo>
                    <a:pt x="211319" y="105703"/>
                  </a:lnTo>
                  <a:lnTo>
                    <a:pt x="216258" y="114523"/>
                  </a:lnTo>
                  <a:lnTo>
                    <a:pt x="221857" y="125212"/>
                  </a:lnTo>
                  <a:lnTo>
                    <a:pt x="222875" y="131320"/>
                  </a:lnTo>
                  <a:lnTo>
                    <a:pt x="219821" y="134882"/>
                  </a:lnTo>
                  <a:lnTo>
                    <a:pt x="216767" y="138445"/>
                  </a:lnTo>
                  <a:lnTo>
                    <a:pt x="209641" y="139463"/>
                  </a:lnTo>
                  <a:lnTo>
                    <a:pt x="200479" y="139972"/>
                  </a:lnTo>
                  <a:lnTo>
                    <a:pt x="193282" y="140211"/>
                  </a:lnTo>
                  <a:lnTo>
                    <a:pt x="185655" y="139972"/>
                  </a:lnTo>
                  <a:lnTo>
                    <a:pt x="150622" y="124392"/>
                  </a:lnTo>
                  <a:lnTo>
                    <a:pt x="144490" y="119104"/>
                  </a:lnTo>
                </a:path>
              </a:pathLst>
            </a:custGeom>
            <a:ln w="42036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7288476" y="3416307"/>
              <a:ext cx="18415" cy="220979"/>
            </a:xfrm>
            <a:custGeom>
              <a:avLst/>
              <a:gdLst/>
              <a:ahLst/>
              <a:cxnLst/>
              <a:rect l="l" t="t" r="r" b="b"/>
              <a:pathLst>
                <a:path w="18415" h="220979">
                  <a:moveTo>
                    <a:pt x="0" y="32575"/>
                  </a:moveTo>
                  <a:lnTo>
                    <a:pt x="0" y="26467"/>
                  </a:lnTo>
                  <a:lnTo>
                    <a:pt x="0" y="20359"/>
                  </a:lnTo>
                  <a:lnTo>
                    <a:pt x="508" y="13742"/>
                  </a:lnTo>
                  <a:lnTo>
                    <a:pt x="1017" y="7125"/>
                  </a:lnTo>
                  <a:lnTo>
                    <a:pt x="2035" y="0"/>
                  </a:lnTo>
                  <a:lnTo>
                    <a:pt x="2544" y="0"/>
                  </a:lnTo>
                  <a:lnTo>
                    <a:pt x="2839" y="1471"/>
                  </a:lnTo>
                  <a:lnTo>
                    <a:pt x="2990" y="6426"/>
                  </a:lnTo>
                  <a:lnTo>
                    <a:pt x="3045" y="15675"/>
                  </a:lnTo>
                  <a:lnTo>
                    <a:pt x="3053" y="30030"/>
                  </a:lnTo>
                  <a:lnTo>
                    <a:pt x="3085" y="49801"/>
                  </a:lnTo>
                  <a:lnTo>
                    <a:pt x="3912" y="98315"/>
                  </a:lnTo>
                  <a:lnTo>
                    <a:pt x="6942" y="144529"/>
                  </a:lnTo>
                  <a:lnTo>
                    <a:pt x="13742" y="193416"/>
                  </a:lnTo>
                  <a:lnTo>
                    <a:pt x="15380" y="204280"/>
                  </a:lnTo>
                  <a:lnTo>
                    <a:pt x="16542" y="212376"/>
                  </a:lnTo>
                  <a:lnTo>
                    <a:pt x="17321" y="217610"/>
                  </a:lnTo>
                  <a:lnTo>
                    <a:pt x="17814" y="219884"/>
                  </a:lnTo>
                  <a:lnTo>
                    <a:pt x="18323" y="220902"/>
                  </a:lnTo>
                  <a:lnTo>
                    <a:pt x="18323" y="213776"/>
                  </a:lnTo>
                  <a:lnTo>
                    <a:pt x="18323" y="206650"/>
                  </a:lnTo>
                </a:path>
              </a:pathLst>
            </a:custGeom>
            <a:ln w="42036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7248774" y="3544573"/>
              <a:ext cx="61594" cy="14604"/>
            </a:xfrm>
            <a:custGeom>
              <a:avLst/>
              <a:gdLst/>
              <a:ahLst/>
              <a:cxnLst/>
              <a:rect l="l" t="t" r="r" b="b"/>
              <a:pathLst>
                <a:path w="61595" h="14604">
                  <a:moveTo>
                    <a:pt x="6107" y="14251"/>
                  </a:moveTo>
                  <a:lnTo>
                    <a:pt x="3053" y="10179"/>
                  </a:lnTo>
                  <a:lnTo>
                    <a:pt x="0" y="6107"/>
                  </a:lnTo>
                  <a:lnTo>
                    <a:pt x="3562" y="3562"/>
                  </a:lnTo>
                  <a:lnTo>
                    <a:pt x="7125" y="1018"/>
                  </a:lnTo>
                  <a:lnTo>
                    <a:pt x="17305" y="0"/>
                  </a:lnTo>
                  <a:lnTo>
                    <a:pt x="27994" y="0"/>
                  </a:lnTo>
                  <a:lnTo>
                    <a:pt x="36098" y="174"/>
                  </a:lnTo>
                  <a:lnTo>
                    <a:pt x="44345" y="636"/>
                  </a:lnTo>
                  <a:lnTo>
                    <a:pt x="52688" y="1288"/>
                  </a:lnTo>
                  <a:lnTo>
                    <a:pt x="61079" y="2036"/>
                  </a:lnTo>
                </a:path>
              </a:pathLst>
            </a:custGeom>
            <a:ln w="42036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7391038" y="3488583"/>
              <a:ext cx="337820" cy="146685"/>
            </a:xfrm>
            <a:custGeom>
              <a:avLst/>
              <a:gdLst/>
              <a:ahLst/>
              <a:cxnLst/>
              <a:rect l="l" t="t" r="r" b="b"/>
              <a:pathLst>
                <a:path w="337820" h="146685">
                  <a:moveTo>
                    <a:pt x="25704" y="94672"/>
                  </a:moveTo>
                  <a:lnTo>
                    <a:pt x="20614" y="94672"/>
                  </a:lnTo>
                  <a:lnTo>
                    <a:pt x="15524" y="94672"/>
                  </a:lnTo>
                  <a:lnTo>
                    <a:pt x="16542" y="94163"/>
                  </a:lnTo>
                  <a:lnTo>
                    <a:pt x="17560" y="93654"/>
                  </a:lnTo>
                  <a:lnTo>
                    <a:pt x="24686" y="92636"/>
                  </a:lnTo>
                  <a:lnTo>
                    <a:pt x="33848" y="89582"/>
                  </a:lnTo>
                  <a:lnTo>
                    <a:pt x="65858" y="67648"/>
                  </a:lnTo>
                  <a:lnTo>
                    <a:pt x="46962" y="28209"/>
                  </a:lnTo>
                  <a:lnTo>
                    <a:pt x="6362" y="42755"/>
                  </a:lnTo>
                  <a:lnTo>
                    <a:pt x="0" y="69413"/>
                  </a:lnTo>
                  <a:lnTo>
                    <a:pt x="636" y="84914"/>
                  </a:lnTo>
                  <a:lnTo>
                    <a:pt x="20805" y="126611"/>
                  </a:lnTo>
                  <a:lnTo>
                    <a:pt x="57198" y="146192"/>
                  </a:lnTo>
                  <a:lnTo>
                    <a:pt x="69859" y="145826"/>
                  </a:lnTo>
                  <a:lnTo>
                    <a:pt x="105878" y="124623"/>
                  </a:lnTo>
                  <a:lnTo>
                    <a:pt x="131574" y="82965"/>
                  </a:lnTo>
                  <a:lnTo>
                    <a:pt x="138374" y="41307"/>
                  </a:lnTo>
                  <a:lnTo>
                    <a:pt x="135646" y="6616"/>
                  </a:lnTo>
                  <a:lnTo>
                    <a:pt x="134899" y="6823"/>
                  </a:lnTo>
                  <a:lnTo>
                    <a:pt x="133793" y="45308"/>
                  </a:lnTo>
                  <a:lnTo>
                    <a:pt x="135114" y="83625"/>
                  </a:lnTo>
                  <a:lnTo>
                    <a:pt x="138637" y="122857"/>
                  </a:lnTo>
                  <a:lnTo>
                    <a:pt x="141754" y="132337"/>
                  </a:lnTo>
                  <a:lnTo>
                    <a:pt x="141754" y="127247"/>
                  </a:lnTo>
                  <a:lnTo>
                    <a:pt x="145317" y="111469"/>
                  </a:lnTo>
                  <a:lnTo>
                    <a:pt x="158487" y="65874"/>
                  </a:lnTo>
                  <a:lnTo>
                    <a:pt x="178338" y="29139"/>
                  </a:lnTo>
                  <a:lnTo>
                    <a:pt x="217514" y="21130"/>
                  </a:lnTo>
                  <a:lnTo>
                    <a:pt x="233802" y="60124"/>
                  </a:lnTo>
                  <a:lnTo>
                    <a:pt x="237953" y="100780"/>
                  </a:lnTo>
                  <a:lnTo>
                    <a:pt x="255259" y="62605"/>
                  </a:lnTo>
                  <a:lnTo>
                    <a:pt x="278307" y="20383"/>
                  </a:lnTo>
                  <a:lnTo>
                    <a:pt x="303613" y="0"/>
                  </a:lnTo>
                  <a:lnTo>
                    <a:pt x="309721" y="0"/>
                  </a:lnTo>
                  <a:lnTo>
                    <a:pt x="329135" y="37609"/>
                  </a:lnTo>
                  <a:lnTo>
                    <a:pt x="333644" y="84492"/>
                  </a:lnTo>
                  <a:lnTo>
                    <a:pt x="336436" y="125148"/>
                  </a:lnTo>
                  <a:lnTo>
                    <a:pt x="337207" y="137427"/>
                  </a:lnTo>
                </a:path>
              </a:pathLst>
            </a:custGeom>
            <a:ln w="42036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24" name="object 124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7832439" y="2725455"/>
            <a:ext cx="1913601" cy="1250383"/>
          </a:xfrm>
          <a:prstGeom prst="rect">
            <a:avLst/>
          </a:prstGeom>
        </p:spPr>
      </p:pic>
      <p:grpSp>
        <p:nvGrpSpPr>
          <p:cNvPr id="125" name="object 125"/>
          <p:cNvGrpSpPr/>
          <p:nvPr/>
        </p:nvGrpSpPr>
        <p:grpSpPr>
          <a:xfrm>
            <a:off x="6743196" y="4105842"/>
            <a:ext cx="1214755" cy="809625"/>
            <a:chOff x="6743196" y="4105842"/>
            <a:chExt cx="1214755" cy="809625"/>
          </a:xfrm>
        </p:grpSpPr>
        <p:sp>
          <p:nvSpPr>
            <p:cNvPr id="126" name="object 126"/>
            <p:cNvSpPr/>
            <p:nvPr/>
          </p:nvSpPr>
          <p:spPr>
            <a:xfrm>
              <a:off x="6764214" y="4138058"/>
              <a:ext cx="161290" cy="339090"/>
            </a:xfrm>
            <a:custGeom>
              <a:avLst/>
              <a:gdLst/>
              <a:ahLst/>
              <a:cxnLst/>
              <a:rect l="l" t="t" r="r" b="b"/>
              <a:pathLst>
                <a:path w="161290" h="339089">
                  <a:moveTo>
                    <a:pt x="154733" y="92636"/>
                  </a:moveTo>
                  <a:lnTo>
                    <a:pt x="156976" y="79721"/>
                  </a:lnTo>
                  <a:lnTo>
                    <a:pt x="158933" y="67187"/>
                  </a:lnTo>
                  <a:lnTo>
                    <a:pt x="160316" y="55416"/>
                  </a:lnTo>
                  <a:lnTo>
                    <a:pt x="160841" y="44791"/>
                  </a:lnTo>
                  <a:lnTo>
                    <a:pt x="160261" y="35581"/>
                  </a:lnTo>
                  <a:lnTo>
                    <a:pt x="138255" y="3690"/>
                  </a:lnTo>
                  <a:lnTo>
                    <a:pt x="118086" y="0"/>
                  </a:lnTo>
                  <a:lnTo>
                    <a:pt x="104868" y="2314"/>
                  </a:lnTo>
                  <a:lnTo>
                    <a:pt x="60061" y="29012"/>
                  </a:lnTo>
                  <a:lnTo>
                    <a:pt x="34484" y="62733"/>
                  </a:lnTo>
                  <a:lnTo>
                    <a:pt x="20360" y="100271"/>
                  </a:lnTo>
                  <a:lnTo>
                    <a:pt x="19533" y="117394"/>
                  </a:lnTo>
                  <a:lnTo>
                    <a:pt x="22905" y="133037"/>
                  </a:lnTo>
                  <a:lnTo>
                    <a:pt x="54255" y="173463"/>
                  </a:lnTo>
                  <a:lnTo>
                    <a:pt x="85526" y="196988"/>
                  </a:lnTo>
                  <a:lnTo>
                    <a:pt x="100780" y="208177"/>
                  </a:lnTo>
                  <a:lnTo>
                    <a:pt x="135495" y="241174"/>
                  </a:lnTo>
                  <a:lnTo>
                    <a:pt x="151616" y="275746"/>
                  </a:lnTo>
                  <a:lnTo>
                    <a:pt x="152403" y="287246"/>
                  </a:lnTo>
                  <a:lnTo>
                    <a:pt x="150662" y="298269"/>
                  </a:lnTo>
                  <a:lnTo>
                    <a:pt x="118595" y="331862"/>
                  </a:lnTo>
                  <a:lnTo>
                    <a:pt x="74575" y="339092"/>
                  </a:lnTo>
                  <a:lnTo>
                    <a:pt x="59043" y="337461"/>
                  </a:lnTo>
                  <a:lnTo>
                    <a:pt x="19460" y="323217"/>
                  </a:lnTo>
                  <a:lnTo>
                    <a:pt x="0" y="305395"/>
                  </a:lnTo>
                  <a:lnTo>
                    <a:pt x="2036" y="297251"/>
                  </a:lnTo>
                  <a:lnTo>
                    <a:pt x="4088" y="290618"/>
                  </a:lnTo>
                  <a:lnTo>
                    <a:pt x="6998" y="283127"/>
                  </a:lnTo>
                  <a:lnTo>
                    <a:pt x="10482" y="275062"/>
                  </a:lnTo>
                  <a:lnTo>
                    <a:pt x="14252" y="266712"/>
                  </a:lnTo>
                </a:path>
              </a:pathLst>
            </a:custGeom>
            <a:ln w="42036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7" name="object 12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957640" y="4298082"/>
              <a:ext cx="147238" cy="171988"/>
            </a:xfrm>
            <a:prstGeom prst="rect">
              <a:avLst/>
            </a:prstGeom>
          </p:spPr>
        </p:pic>
        <p:sp>
          <p:nvSpPr>
            <p:cNvPr id="128" name="object 128"/>
            <p:cNvSpPr/>
            <p:nvPr/>
          </p:nvSpPr>
          <p:spPr>
            <a:xfrm>
              <a:off x="7114909" y="4154346"/>
              <a:ext cx="821690" cy="740410"/>
            </a:xfrm>
            <a:custGeom>
              <a:avLst/>
              <a:gdLst/>
              <a:ahLst/>
              <a:cxnLst/>
              <a:rect l="l" t="t" r="r" b="b"/>
              <a:pathLst>
                <a:path w="821690" h="740410">
                  <a:moveTo>
                    <a:pt x="60570" y="177129"/>
                  </a:moveTo>
                  <a:lnTo>
                    <a:pt x="60570" y="172039"/>
                  </a:lnTo>
                  <a:lnTo>
                    <a:pt x="60570" y="166949"/>
                  </a:lnTo>
                  <a:lnTo>
                    <a:pt x="53953" y="160841"/>
                  </a:lnTo>
                  <a:lnTo>
                    <a:pt x="14029" y="170257"/>
                  </a:lnTo>
                  <a:lnTo>
                    <a:pt x="0" y="222938"/>
                  </a:lnTo>
                  <a:lnTo>
                    <a:pt x="1344" y="239345"/>
                  </a:lnTo>
                  <a:lnTo>
                    <a:pt x="21886" y="274346"/>
                  </a:lnTo>
                  <a:lnTo>
                    <a:pt x="68714" y="282490"/>
                  </a:lnTo>
                  <a:lnTo>
                    <a:pt x="101926" y="252571"/>
                  </a:lnTo>
                  <a:lnTo>
                    <a:pt x="122158" y="205251"/>
                  </a:lnTo>
                  <a:lnTo>
                    <a:pt x="129793" y="160841"/>
                  </a:lnTo>
                  <a:lnTo>
                    <a:pt x="126866" y="209450"/>
                  </a:lnTo>
                  <a:lnTo>
                    <a:pt x="136314" y="253653"/>
                  </a:lnTo>
                  <a:lnTo>
                    <a:pt x="160332" y="285035"/>
                  </a:lnTo>
                  <a:lnTo>
                    <a:pt x="165422" y="286053"/>
                  </a:lnTo>
                  <a:lnTo>
                    <a:pt x="172548" y="282490"/>
                  </a:lnTo>
                  <a:lnTo>
                    <a:pt x="200924" y="240029"/>
                  </a:lnTo>
                  <a:lnTo>
                    <a:pt x="211231" y="194434"/>
                  </a:lnTo>
                  <a:lnTo>
                    <a:pt x="215303" y="160841"/>
                  </a:lnTo>
                  <a:lnTo>
                    <a:pt x="215303" y="153715"/>
                  </a:lnTo>
                  <a:lnTo>
                    <a:pt x="214285" y="148625"/>
                  </a:lnTo>
                  <a:lnTo>
                    <a:pt x="213267" y="148625"/>
                  </a:lnTo>
                  <a:lnTo>
                    <a:pt x="212249" y="148625"/>
                  </a:lnTo>
                  <a:lnTo>
                    <a:pt x="211231" y="153715"/>
                  </a:lnTo>
                  <a:lnTo>
                    <a:pt x="212249" y="171021"/>
                  </a:lnTo>
                  <a:lnTo>
                    <a:pt x="213426" y="185941"/>
                  </a:lnTo>
                  <a:lnTo>
                    <a:pt x="223447" y="237190"/>
                  </a:lnTo>
                  <a:lnTo>
                    <a:pt x="251951" y="268747"/>
                  </a:lnTo>
                  <a:lnTo>
                    <a:pt x="259435" y="269885"/>
                  </a:lnTo>
                  <a:lnTo>
                    <a:pt x="266775" y="268684"/>
                  </a:lnTo>
                  <a:lnTo>
                    <a:pt x="298269" y="239989"/>
                  </a:lnTo>
                  <a:lnTo>
                    <a:pt x="315479" y="197910"/>
                  </a:lnTo>
                  <a:lnTo>
                    <a:pt x="318629" y="155751"/>
                  </a:lnTo>
                  <a:lnTo>
                    <a:pt x="305904" y="125211"/>
                  </a:lnTo>
                  <a:lnTo>
                    <a:pt x="301832" y="128265"/>
                  </a:lnTo>
                  <a:lnTo>
                    <a:pt x="290062" y="173757"/>
                  </a:lnTo>
                  <a:lnTo>
                    <a:pt x="302850" y="209704"/>
                  </a:lnTo>
                  <a:lnTo>
                    <a:pt x="342671" y="204694"/>
                  </a:lnTo>
                  <a:lnTo>
                    <a:pt x="375119" y="174958"/>
                  </a:lnTo>
                  <a:lnTo>
                    <a:pt x="396504" y="140481"/>
                  </a:lnTo>
                  <a:lnTo>
                    <a:pt x="398540" y="135391"/>
                  </a:lnTo>
                  <a:lnTo>
                    <a:pt x="400576" y="130301"/>
                  </a:lnTo>
                  <a:lnTo>
                    <a:pt x="401085" y="130301"/>
                  </a:lnTo>
                  <a:lnTo>
                    <a:pt x="401594" y="130301"/>
                  </a:lnTo>
                  <a:lnTo>
                    <a:pt x="400576" y="135391"/>
                  </a:lnTo>
                  <a:lnTo>
                    <a:pt x="399558" y="152697"/>
                  </a:lnTo>
                  <a:lnTo>
                    <a:pt x="398843" y="167625"/>
                  </a:lnTo>
                  <a:lnTo>
                    <a:pt x="398413" y="185082"/>
                  </a:lnTo>
                  <a:lnTo>
                    <a:pt x="398556" y="203016"/>
                  </a:lnTo>
                  <a:lnTo>
                    <a:pt x="404585" y="242534"/>
                  </a:lnTo>
                  <a:lnTo>
                    <a:pt x="423990" y="261622"/>
                  </a:lnTo>
                  <a:lnTo>
                    <a:pt x="433152" y="257550"/>
                  </a:lnTo>
                  <a:lnTo>
                    <a:pt x="464201" y="228537"/>
                  </a:lnTo>
                  <a:lnTo>
                    <a:pt x="481451" y="187452"/>
                  </a:lnTo>
                  <a:lnTo>
                    <a:pt x="489937" y="148100"/>
                  </a:lnTo>
                  <a:lnTo>
                    <a:pt x="490159" y="142008"/>
                  </a:lnTo>
                  <a:lnTo>
                    <a:pt x="490159" y="134373"/>
                  </a:lnTo>
                  <a:lnTo>
                    <a:pt x="489141" y="128265"/>
                  </a:lnTo>
                  <a:lnTo>
                    <a:pt x="487105" y="127757"/>
                  </a:lnTo>
                  <a:lnTo>
                    <a:pt x="485069" y="127248"/>
                  </a:lnTo>
                  <a:lnTo>
                    <a:pt x="476289" y="170067"/>
                  </a:lnTo>
                  <a:lnTo>
                    <a:pt x="475399" y="197998"/>
                  </a:lnTo>
                  <a:lnTo>
                    <a:pt x="476258" y="210683"/>
                  </a:lnTo>
                  <a:lnTo>
                    <a:pt x="489237" y="247091"/>
                  </a:lnTo>
                  <a:lnTo>
                    <a:pt x="535404" y="248308"/>
                  </a:lnTo>
                  <a:lnTo>
                    <a:pt x="559191" y="218484"/>
                  </a:lnTo>
                  <a:lnTo>
                    <a:pt x="573642" y="169812"/>
                  </a:lnTo>
                  <a:lnTo>
                    <a:pt x="577730" y="129411"/>
                  </a:lnTo>
                  <a:lnTo>
                    <a:pt x="579313" y="84643"/>
                  </a:lnTo>
                  <a:lnTo>
                    <a:pt x="579726" y="42190"/>
                  </a:lnTo>
                  <a:lnTo>
                    <a:pt x="579313" y="1256"/>
                  </a:lnTo>
                  <a:lnTo>
                    <a:pt x="578724" y="0"/>
                  </a:lnTo>
                  <a:lnTo>
                    <a:pt x="577793" y="1280"/>
                  </a:lnTo>
                  <a:lnTo>
                    <a:pt x="573109" y="45180"/>
                  </a:lnTo>
                  <a:lnTo>
                    <a:pt x="571995" y="93042"/>
                  </a:lnTo>
                  <a:lnTo>
                    <a:pt x="572751" y="147544"/>
                  </a:lnTo>
                  <a:lnTo>
                    <a:pt x="575185" y="197425"/>
                  </a:lnTo>
                  <a:lnTo>
                    <a:pt x="579933" y="240689"/>
                  </a:lnTo>
                  <a:lnTo>
                    <a:pt x="598575" y="263148"/>
                  </a:lnTo>
                  <a:lnTo>
                    <a:pt x="604173" y="264675"/>
                  </a:lnTo>
                  <a:lnTo>
                    <a:pt x="634967" y="239417"/>
                  </a:lnTo>
                  <a:lnTo>
                    <a:pt x="660163" y="193743"/>
                  </a:lnTo>
                  <a:lnTo>
                    <a:pt x="673778" y="156411"/>
                  </a:lnTo>
                  <a:lnTo>
                    <a:pt x="683576" y="123176"/>
                  </a:lnTo>
                  <a:lnTo>
                    <a:pt x="683576" y="118086"/>
                  </a:lnTo>
                  <a:lnTo>
                    <a:pt x="683067" y="118086"/>
                  </a:lnTo>
                  <a:lnTo>
                    <a:pt x="682558" y="118086"/>
                  </a:lnTo>
                  <a:lnTo>
                    <a:pt x="676323" y="170066"/>
                  </a:lnTo>
                  <a:lnTo>
                    <a:pt x="675353" y="187491"/>
                  </a:lnTo>
                  <a:lnTo>
                    <a:pt x="675432" y="204105"/>
                  </a:lnTo>
                  <a:lnTo>
                    <a:pt x="689684" y="246861"/>
                  </a:lnTo>
                  <a:lnTo>
                    <a:pt x="703999" y="253160"/>
                  </a:lnTo>
                  <a:lnTo>
                    <a:pt x="712517" y="252229"/>
                  </a:lnTo>
                  <a:lnTo>
                    <a:pt x="751241" y="219900"/>
                  </a:lnTo>
                  <a:lnTo>
                    <a:pt x="775895" y="173184"/>
                  </a:lnTo>
                  <a:lnTo>
                    <a:pt x="791482" y="129284"/>
                  </a:lnTo>
                  <a:lnTo>
                    <a:pt x="792500" y="124194"/>
                  </a:lnTo>
                  <a:lnTo>
                    <a:pt x="792500" y="125721"/>
                  </a:lnTo>
                  <a:lnTo>
                    <a:pt x="792317" y="128162"/>
                  </a:lnTo>
                  <a:lnTo>
                    <a:pt x="791801" y="133419"/>
                  </a:lnTo>
                  <a:lnTo>
                    <a:pt x="790997" y="141825"/>
                  </a:lnTo>
                  <a:lnTo>
                    <a:pt x="789956" y="153715"/>
                  </a:lnTo>
                  <a:lnTo>
                    <a:pt x="788779" y="169271"/>
                  </a:lnTo>
                  <a:lnTo>
                    <a:pt x="787792" y="188072"/>
                  </a:lnTo>
                  <a:lnTo>
                    <a:pt x="787379" y="209545"/>
                  </a:lnTo>
                  <a:lnTo>
                    <a:pt x="787920" y="233118"/>
                  </a:lnTo>
                  <a:lnTo>
                    <a:pt x="792500" y="284526"/>
                  </a:lnTo>
                  <a:lnTo>
                    <a:pt x="800135" y="338988"/>
                  </a:lnTo>
                  <a:lnTo>
                    <a:pt x="804390" y="366506"/>
                  </a:lnTo>
                  <a:lnTo>
                    <a:pt x="808598" y="394214"/>
                  </a:lnTo>
                  <a:lnTo>
                    <a:pt x="815914" y="450967"/>
                  </a:lnTo>
                  <a:lnTo>
                    <a:pt x="820432" y="510010"/>
                  </a:lnTo>
                  <a:lnTo>
                    <a:pt x="821513" y="569053"/>
                  </a:lnTo>
                  <a:lnTo>
                    <a:pt x="820686" y="597556"/>
                  </a:lnTo>
                  <a:lnTo>
                    <a:pt x="816932" y="649219"/>
                  </a:lnTo>
                  <a:lnTo>
                    <a:pt x="811644" y="688865"/>
                  </a:lnTo>
                  <a:lnTo>
                    <a:pt x="800644" y="734984"/>
                  </a:lnTo>
                  <a:lnTo>
                    <a:pt x="798608" y="740074"/>
                  </a:lnTo>
                  <a:lnTo>
                    <a:pt x="796064" y="739056"/>
                  </a:lnTo>
                  <a:lnTo>
                    <a:pt x="786075" y="699768"/>
                  </a:lnTo>
                  <a:lnTo>
                    <a:pt x="782193" y="661721"/>
                  </a:lnTo>
                  <a:lnTo>
                    <a:pt x="779776" y="638785"/>
                  </a:lnTo>
                  <a:lnTo>
                    <a:pt x="776913" y="613876"/>
                  </a:lnTo>
                  <a:lnTo>
                    <a:pt x="774050" y="588013"/>
                  </a:lnTo>
                  <a:lnTo>
                    <a:pt x="771759" y="562340"/>
                  </a:lnTo>
                  <a:lnTo>
                    <a:pt x="770614" y="538004"/>
                  </a:lnTo>
                  <a:lnTo>
                    <a:pt x="771012" y="515998"/>
                  </a:lnTo>
                  <a:lnTo>
                    <a:pt x="777740" y="467254"/>
                  </a:lnTo>
                  <a:lnTo>
                    <a:pt x="785112" y="444493"/>
                  </a:lnTo>
                  <a:lnTo>
                    <a:pt x="787410" y="439769"/>
                  </a:lnTo>
                </a:path>
              </a:pathLst>
            </a:custGeom>
            <a:ln w="42036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7645789" y="4209317"/>
              <a:ext cx="125730" cy="18415"/>
            </a:xfrm>
            <a:custGeom>
              <a:avLst/>
              <a:gdLst/>
              <a:ahLst/>
              <a:cxnLst/>
              <a:rect l="l" t="t" r="r" b="b"/>
              <a:pathLst>
                <a:path w="125729" h="18414">
                  <a:moveTo>
                    <a:pt x="18323" y="18323"/>
                  </a:moveTo>
                  <a:lnTo>
                    <a:pt x="9161" y="17305"/>
                  </a:lnTo>
                  <a:lnTo>
                    <a:pt x="0" y="16287"/>
                  </a:lnTo>
                  <a:lnTo>
                    <a:pt x="508" y="15269"/>
                  </a:lnTo>
                  <a:lnTo>
                    <a:pt x="2743" y="14482"/>
                  </a:lnTo>
                  <a:lnTo>
                    <a:pt x="8843" y="13551"/>
                  </a:lnTo>
                  <a:lnTo>
                    <a:pt x="19047" y="12334"/>
                  </a:lnTo>
                  <a:lnTo>
                    <a:pt x="33593" y="10688"/>
                  </a:lnTo>
                  <a:lnTo>
                    <a:pt x="52489" y="8517"/>
                  </a:lnTo>
                  <a:lnTo>
                    <a:pt x="74821" y="5916"/>
                  </a:lnTo>
                  <a:lnTo>
                    <a:pt x="99444" y="3030"/>
                  </a:lnTo>
                  <a:lnTo>
                    <a:pt x="125211" y="0"/>
                  </a:lnTo>
                </a:path>
              </a:pathLst>
            </a:custGeom>
            <a:ln w="42036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7517522" y="4126860"/>
              <a:ext cx="3175" cy="9525"/>
            </a:xfrm>
            <a:custGeom>
              <a:avLst/>
              <a:gdLst/>
              <a:ahLst/>
              <a:cxnLst/>
              <a:rect l="l" t="t" r="r" b="b"/>
              <a:pathLst>
                <a:path w="3175" h="9525">
                  <a:moveTo>
                    <a:pt x="3054" y="9161"/>
                  </a:moveTo>
                  <a:lnTo>
                    <a:pt x="2036" y="6107"/>
                  </a:lnTo>
                  <a:lnTo>
                    <a:pt x="1018" y="3053"/>
                  </a:lnTo>
                  <a:lnTo>
                    <a:pt x="0" y="0"/>
                  </a:lnTo>
                </a:path>
              </a:pathLst>
            </a:custGeom>
            <a:ln w="42036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1" name="object 131"/>
          <p:cNvGrpSpPr/>
          <p:nvPr/>
        </p:nvGrpSpPr>
        <p:grpSpPr>
          <a:xfrm>
            <a:off x="8072683" y="4066649"/>
            <a:ext cx="373380" cy="304165"/>
            <a:chOff x="8072683" y="4066649"/>
            <a:chExt cx="373380" cy="304165"/>
          </a:xfrm>
        </p:grpSpPr>
        <p:sp>
          <p:nvSpPr>
            <p:cNvPr id="132" name="object 132"/>
            <p:cNvSpPr/>
            <p:nvPr/>
          </p:nvSpPr>
          <p:spPr>
            <a:xfrm>
              <a:off x="8093701" y="4087668"/>
              <a:ext cx="142240" cy="262255"/>
            </a:xfrm>
            <a:custGeom>
              <a:avLst/>
              <a:gdLst/>
              <a:ahLst/>
              <a:cxnLst/>
              <a:rect l="l" t="t" r="r" b="b"/>
              <a:pathLst>
                <a:path w="142240" h="262254">
                  <a:moveTo>
                    <a:pt x="120122" y="66678"/>
                  </a:moveTo>
                  <a:lnTo>
                    <a:pt x="113505" y="21886"/>
                  </a:lnTo>
                  <a:lnTo>
                    <a:pt x="78894" y="0"/>
                  </a:lnTo>
                  <a:lnTo>
                    <a:pt x="67608" y="103"/>
                  </a:lnTo>
                  <a:lnTo>
                    <a:pt x="25338" y="26141"/>
                  </a:lnTo>
                  <a:lnTo>
                    <a:pt x="9162" y="65151"/>
                  </a:lnTo>
                  <a:lnTo>
                    <a:pt x="9209" y="78217"/>
                  </a:lnTo>
                  <a:lnTo>
                    <a:pt x="30539" y="113505"/>
                  </a:lnTo>
                  <a:lnTo>
                    <a:pt x="79999" y="141921"/>
                  </a:lnTo>
                  <a:lnTo>
                    <a:pt x="96199" y="149643"/>
                  </a:lnTo>
                  <a:lnTo>
                    <a:pt x="109536" y="156523"/>
                  </a:lnTo>
                  <a:lnTo>
                    <a:pt x="138899" y="186720"/>
                  </a:lnTo>
                  <a:lnTo>
                    <a:pt x="142032" y="207557"/>
                  </a:lnTo>
                  <a:lnTo>
                    <a:pt x="139972" y="218357"/>
                  </a:lnTo>
                  <a:lnTo>
                    <a:pt x="105870" y="253478"/>
                  </a:lnTo>
                  <a:lnTo>
                    <a:pt x="62637" y="261852"/>
                  </a:lnTo>
                  <a:lnTo>
                    <a:pt x="48863" y="261113"/>
                  </a:lnTo>
                  <a:lnTo>
                    <a:pt x="11707" y="242280"/>
                  </a:lnTo>
                  <a:lnTo>
                    <a:pt x="0" y="199016"/>
                  </a:lnTo>
                  <a:lnTo>
                    <a:pt x="2036" y="196980"/>
                  </a:lnTo>
                  <a:lnTo>
                    <a:pt x="4072" y="194943"/>
                  </a:lnTo>
                </a:path>
              </a:pathLst>
            </a:custGeom>
            <a:ln w="42036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3" name="object 13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8295200" y="4175964"/>
              <a:ext cx="150364" cy="159987"/>
            </a:xfrm>
            <a:prstGeom prst="rect">
              <a:avLst/>
            </a:prstGeom>
          </p:spPr>
        </p:pic>
      </p:grpSp>
      <p:grpSp>
        <p:nvGrpSpPr>
          <p:cNvPr id="134" name="object 134"/>
          <p:cNvGrpSpPr/>
          <p:nvPr/>
        </p:nvGrpSpPr>
        <p:grpSpPr>
          <a:xfrm>
            <a:off x="8442213" y="4054434"/>
            <a:ext cx="920750" cy="666750"/>
            <a:chOff x="8442213" y="4054434"/>
            <a:chExt cx="920750" cy="666750"/>
          </a:xfrm>
        </p:grpSpPr>
        <p:sp>
          <p:nvSpPr>
            <p:cNvPr id="135" name="object 135"/>
            <p:cNvSpPr/>
            <p:nvPr/>
          </p:nvSpPr>
          <p:spPr>
            <a:xfrm>
              <a:off x="8516166" y="4075452"/>
              <a:ext cx="24765" cy="238760"/>
            </a:xfrm>
            <a:custGeom>
              <a:avLst/>
              <a:gdLst/>
              <a:ahLst/>
              <a:cxnLst/>
              <a:rect l="l" t="t" r="r" b="b"/>
              <a:pathLst>
                <a:path w="24765" h="238760">
                  <a:moveTo>
                    <a:pt x="0" y="17814"/>
                  </a:moveTo>
                  <a:lnTo>
                    <a:pt x="0" y="9670"/>
                  </a:lnTo>
                  <a:lnTo>
                    <a:pt x="0" y="1527"/>
                  </a:lnTo>
                  <a:lnTo>
                    <a:pt x="508" y="0"/>
                  </a:lnTo>
                  <a:lnTo>
                    <a:pt x="3825" y="38866"/>
                  </a:lnTo>
                  <a:lnTo>
                    <a:pt x="5559" y="81733"/>
                  </a:lnTo>
                  <a:lnTo>
                    <a:pt x="6616" y="105361"/>
                  </a:lnTo>
                  <a:lnTo>
                    <a:pt x="9225" y="150788"/>
                  </a:lnTo>
                  <a:lnTo>
                    <a:pt x="13742" y="201298"/>
                  </a:lnTo>
                  <a:lnTo>
                    <a:pt x="22395" y="238717"/>
                  </a:lnTo>
                  <a:lnTo>
                    <a:pt x="23413" y="238717"/>
                  </a:lnTo>
                  <a:lnTo>
                    <a:pt x="24431" y="238717"/>
                  </a:lnTo>
                  <a:lnTo>
                    <a:pt x="24431" y="233627"/>
                  </a:lnTo>
                  <a:lnTo>
                    <a:pt x="24431" y="230064"/>
                  </a:lnTo>
                  <a:lnTo>
                    <a:pt x="24431" y="226501"/>
                  </a:lnTo>
                  <a:lnTo>
                    <a:pt x="24431" y="224465"/>
                  </a:lnTo>
                  <a:lnTo>
                    <a:pt x="24431" y="222429"/>
                  </a:lnTo>
                </a:path>
              </a:pathLst>
            </a:custGeom>
            <a:ln w="42036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8463231" y="4201173"/>
              <a:ext cx="117475" cy="17780"/>
            </a:xfrm>
            <a:custGeom>
              <a:avLst/>
              <a:gdLst/>
              <a:ahLst/>
              <a:cxnLst/>
              <a:rect l="l" t="t" r="r" b="b"/>
              <a:pathLst>
                <a:path w="117475" h="17779">
                  <a:moveTo>
                    <a:pt x="4071" y="17305"/>
                  </a:moveTo>
                  <a:lnTo>
                    <a:pt x="2035" y="12215"/>
                  </a:lnTo>
                  <a:lnTo>
                    <a:pt x="0" y="7126"/>
                  </a:lnTo>
                  <a:lnTo>
                    <a:pt x="2035" y="4072"/>
                  </a:lnTo>
                  <a:lnTo>
                    <a:pt x="4477" y="2147"/>
                  </a:lnTo>
                  <a:lnTo>
                    <a:pt x="9352" y="890"/>
                  </a:lnTo>
                  <a:lnTo>
                    <a:pt x="17568" y="206"/>
                  </a:lnTo>
                  <a:lnTo>
                    <a:pt x="30030" y="0"/>
                  </a:lnTo>
                  <a:lnTo>
                    <a:pt x="47280" y="174"/>
                  </a:lnTo>
                  <a:lnTo>
                    <a:pt x="68395" y="636"/>
                  </a:lnTo>
                  <a:lnTo>
                    <a:pt x="92087" y="1288"/>
                  </a:lnTo>
                  <a:lnTo>
                    <a:pt x="117068" y="2036"/>
                  </a:lnTo>
                </a:path>
              </a:pathLst>
            </a:custGeom>
            <a:ln w="42036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8641378" y="4077997"/>
              <a:ext cx="18415" cy="241300"/>
            </a:xfrm>
            <a:custGeom>
              <a:avLst/>
              <a:gdLst/>
              <a:ahLst/>
              <a:cxnLst/>
              <a:rect l="l" t="t" r="r" b="b"/>
              <a:pathLst>
                <a:path w="18415" h="241300">
                  <a:moveTo>
                    <a:pt x="3053" y="33593"/>
                  </a:moveTo>
                  <a:lnTo>
                    <a:pt x="3053" y="27485"/>
                  </a:lnTo>
                  <a:lnTo>
                    <a:pt x="3053" y="21377"/>
                  </a:lnTo>
                  <a:lnTo>
                    <a:pt x="2544" y="14760"/>
                  </a:lnTo>
                  <a:lnTo>
                    <a:pt x="2035" y="8143"/>
                  </a:lnTo>
                  <a:lnTo>
                    <a:pt x="1017" y="1017"/>
                  </a:lnTo>
                  <a:lnTo>
                    <a:pt x="508" y="0"/>
                  </a:lnTo>
                  <a:lnTo>
                    <a:pt x="214" y="580"/>
                  </a:lnTo>
                  <a:lnTo>
                    <a:pt x="63" y="4644"/>
                  </a:lnTo>
                  <a:lnTo>
                    <a:pt x="7" y="13384"/>
                  </a:lnTo>
                  <a:lnTo>
                    <a:pt x="0" y="27994"/>
                  </a:lnTo>
                  <a:lnTo>
                    <a:pt x="31" y="49078"/>
                  </a:lnTo>
                  <a:lnTo>
                    <a:pt x="858" y="103078"/>
                  </a:lnTo>
                  <a:lnTo>
                    <a:pt x="3896" y="157564"/>
                  </a:lnTo>
                  <a:lnTo>
                    <a:pt x="8764" y="200892"/>
                  </a:lnTo>
                  <a:lnTo>
                    <a:pt x="16351" y="239806"/>
                  </a:lnTo>
                  <a:lnTo>
                    <a:pt x="17305" y="240753"/>
                  </a:lnTo>
                  <a:lnTo>
                    <a:pt x="18323" y="240244"/>
                  </a:lnTo>
                  <a:lnTo>
                    <a:pt x="18323" y="233118"/>
                  </a:lnTo>
                  <a:lnTo>
                    <a:pt x="18323" y="225992"/>
                  </a:lnTo>
                </a:path>
              </a:pathLst>
            </a:custGeom>
            <a:ln w="42036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8586406" y="4197100"/>
              <a:ext cx="104139" cy="9525"/>
            </a:xfrm>
            <a:custGeom>
              <a:avLst/>
              <a:gdLst/>
              <a:ahLst/>
              <a:cxnLst/>
              <a:rect l="l" t="t" r="r" b="b"/>
              <a:pathLst>
                <a:path w="104140" h="9525">
                  <a:moveTo>
                    <a:pt x="0" y="9162"/>
                  </a:moveTo>
                  <a:lnTo>
                    <a:pt x="50103" y="2934"/>
                  </a:lnTo>
                  <a:lnTo>
                    <a:pt x="95340" y="23"/>
                  </a:lnTo>
                  <a:lnTo>
                    <a:pt x="103834" y="0"/>
                  </a:lnTo>
                </a:path>
              </a:pathLst>
            </a:custGeom>
            <a:ln w="42036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8754374" y="4181831"/>
              <a:ext cx="15875" cy="128270"/>
            </a:xfrm>
            <a:custGeom>
              <a:avLst/>
              <a:gdLst/>
              <a:ahLst/>
              <a:cxnLst/>
              <a:rect l="l" t="t" r="r" b="b"/>
              <a:pathLst>
                <a:path w="15875" h="128270">
                  <a:moveTo>
                    <a:pt x="0" y="0"/>
                  </a:moveTo>
                  <a:lnTo>
                    <a:pt x="2990" y="45745"/>
                  </a:lnTo>
                  <a:lnTo>
                    <a:pt x="6664" y="93893"/>
                  </a:lnTo>
                  <a:lnTo>
                    <a:pt x="14251" y="127757"/>
                  </a:lnTo>
                  <a:lnTo>
                    <a:pt x="15269" y="128266"/>
                  </a:lnTo>
                  <a:lnTo>
                    <a:pt x="15269" y="122158"/>
                  </a:lnTo>
                  <a:lnTo>
                    <a:pt x="15269" y="116050"/>
                  </a:lnTo>
                </a:path>
              </a:pathLst>
            </a:custGeom>
            <a:ln w="42036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8751319" y="4093266"/>
              <a:ext cx="12700" cy="15875"/>
            </a:xfrm>
            <a:custGeom>
              <a:avLst/>
              <a:gdLst/>
              <a:ahLst/>
              <a:cxnLst/>
              <a:rect l="l" t="t" r="r" b="b"/>
              <a:pathLst>
                <a:path w="12700" h="15875">
                  <a:moveTo>
                    <a:pt x="0" y="0"/>
                  </a:moveTo>
                  <a:lnTo>
                    <a:pt x="4071" y="5089"/>
                  </a:lnTo>
                  <a:lnTo>
                    <a:pt x="8143" y="10179"/>
                  </a:lnTo>
                  <a:lnTo>
                    <a:pt x="12215" y="15269"/>
                  </a:lnTo>
                </a:path>
              </a:pathLst>
            </a:custGeom>
            <a:ln w="42036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1" name="object 14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824974" y="4139435"/>
              <a:ext cx="170302" cy="183599"/>
            </a:xfrm>
            <a:prstGeom prst="rect">
              <a:avLst/>
            </a:prstGeom>
          </p:spPr>
        </p:pic>
        <p:sp>
          <p:nvSpPr>
            <p:cNvPr id="142" name="object 142"/>
            <p:cNvSpPr/>
            <p:nvPr/>
          </p:nvSpPr>
          <p:spPr>
            <a:xfrm>
              <a:off x="9026860" y="4145184"/>
              <a:ext cx="314960" cy="554990"/>
            </a:xfrm>
            <a:custGeom>
              <a:avLst/>
              <a:gdLst/>
              <a:ahLst/>
              <a:cxnLst/>
              <a:rect l="l" t="t" r="r" b="b"/>
              <a:pathLst>
                <a:path w="314959" h="554989">
                  <a:moveTo>
                    <a:pt x="118420" y="64132"/>
                  </a:moveTo>
                  <a:lnTo>
                    <a:pt x="103659" y="28503"/>
                  </a:lnTo>
                  <a:lnTo>
                    <a:pt x="76889" y="16478"/>
                  </a:lnTo>
                  <a:lnTo>
                    <a:pt x="65993" y="17305"/>
                  </a:lnTo>
                  <a:lnTo>
                    <a:pt x="24256" y="47336"/>
                  </a:lnTo>
                  <a:lnTo>
                    <a:pt x="4572" y="86703"/>
                  </a:lnTo>
                  <a:lnTo>
                    <a:pt x="0" y="110244"/>
                  </a:lnTo>
                  <a:lnTo>
                    <a:pt x="461" y="119612"/>
                  </a:lnTo>
                  <a:lnTo>
                    <a:pt x="35454" y="145571"/>
                  </a:lnTo>
                  <a:lnTo>
                    <a:pt x="45395" y="144760"/>
                  </a:lnTo>
                  <a:lnTo>
                    <a:pt x="85216" y="120774"/>
                  </a:lnTo>
                  <a:lnTo>
                    <a:pt x="109067" y="80436"/>
                  </a:lnTo>
                  <a:lnTo>
                    <a:pt x="119438" y="47845"/>
                  </a:lnTo>
                  <a:lnTo>
                    <a:pt x="120456" y="46827"/>
                  </a:lnTo>
                  <a:lnTo>
                    <a:pt x="121036" y="47503"/>
                  </a:lnTo>
                  <a:lnTo>
                    <a:pt x="121283" y="51471"/>
                  </a:lnTo>
                  <a:lnTo>
                    <a:pt x="121243" y="59353"/>
                  </a:lnTo>
                  <a:lnTo>
                    <a:pt x="120965" y="71767"/>
                  </a:lnTo>
                  <a:lnTo>
                    <a:pt x="120535" y="89025"/>
                  </a:lnTo>
                  <a:lnTo>
                    <a:pt x="120201" y="110196"/>
                  </a:lnTo>
                  <a:lnTo>
                    <a:pt x="120965" y="159314"/>
                  </a:lnTo>
                  <a:lnTo>
                    <a:pt x="124846" y="210849"/>
                  </a:lnTo>
                  <a:lnTo>
                    <a:pt x="130635" y="263148"/>
                  </a:lnTo>
                  <a:lnTo>
                    <a:pt x="133665" y="289592"/>
                  </a:lnTo>
                  <a:lnTo>
                    <a:pt x="139153" y="343243"/>
                  </a:lnTo>
                  <a:lnTo>
                    <a:pt x="142946" y="398055"/>
                  </a:lnTo>
                  <a:lnTo>
                    <a:pt x="144473" y="450211"/>
                  </a:lnTo>
                  <a:lnTo>
                    <a:pt x="143734" y="492083"/>
                  </a:lnTo>
                  <a:lnTo>
                    <a:pt x="139797" y="530878"/>
                  </a:lnTo>
                  <a:lnTo>
                    <a:pt x="123510" y="554801"/>
                  </a:lnTo>
                  <a:lnTo>
                    <a:pt x="115366" y="546657"/>
                  </a:lnTo>
                  <a:lnTo>
                    <a:pt x="92962" y="512873"/>
                  </a:lnTo>
                  <a:lnTo>
                    <a:pt x="75569" y="473346"/>
                  </a:lnTo>
                  <a:lnTo>
                    <a:pt x="60554" y="424451"/>
                  </a:lnTo>
                  <a:lnTo>
                    <a:pt x="53849" y="374196"/>
                  </a:lnTo>
                  <a:lnTo>
                    <a:pt x="54987" y="349868"/>
                  </a:lnTo>
                  <a:lnTo>
                    <a:pt x="67520" y="301832"/>
                  </a:lnTo>
                  <a:lnTo>
                    <a:pt x="93670" y="253859"/>
                  </a:lnTo>
                  <a:lnTo>
                    <a:pt x="127072" y="208177"/>
                  </a:lnTo>
                  <a:lnTo>
                    <a:pt x="161048" y="166949"/>
                  </a:lnTo>
                  <a:lnTo>
                    <a:pt x="194259" y="128774"/>
                  </a:lnTo>
                  <a:lnTo>
                    <a:pt x="210475" y="110244"/>
                  </a:lnTo>
                  <a:lnTo>
                    <a:pt x="239854" y="75664"/>
                  </a:lnTo>
                  <a:lnTo>
                    <a:pt x="268318" y="36329"/>
                  </a:lnTo>
                  <a:lnTo>
                    <a:pt x="282315" y="5089"/>
                  </a:lnTo>
                  <a:lnTo>
                    <a:pt x="279770" y="2544"/>
                  </a:lnTo>
                  <a:lnTo>
                    <a:pt x="277225" y="0"/>
                  </a:lnTo>
                  <a:lnTo>
                    <a:pt x="271117" y="0"/>
                  </a:lnTo>
                  <a:lnTo>
                    <a:pt x="266027" y="1526"/>
                  </a:lnTo>
                  <a:lnTo>
                    <a:pt x="260937" y="3053"/>
                  </a:lnTo>
                  <a:lnTo>
                    <a:pt x="248077" y="33839"/>
                  </a:lnTo>
                  <a:lnTo>
                    <a:pt x="248722" y="43773"/>
                  </a:lnTo>
                  <a:lnTo>
                    <a:pt x="261033" y="79919"/>
                  </a:lnTo>
                  <a:lnTo>
                    <a:pt x="284669" y="113632"/>
                  </a:lnTo>
                  <a:lnTo>
                    <a:pt x="308783" y="138445"/>
                  </a:lnTo>
                  <a:lnTo>
                    <a:pt x="312854" y="142517"/>
                  </a:lnTo>
                  <a:lnTo>
                    <a:pt x="313872" y="147098"/>
                  </a:lnTo>
                  <a:lnTo>
                    <a:pt x="314890" y="151679"/>
                  </a:lnTo>
                  <a:lnTo>
                    <a:pt x="312854" y="156769"/>
                  </a:lnTo>
                  <a:lnTo>
                    <a:pt x="266584" y="165557"/>
                  </a:lnTo>
                  <a:lnTo>
                    <a:pt x="253811" y="165931"/>
                  </a:lnTo>
                  <a:lnTo>
                    <a:pt x="242327" y="165517"/>
                  </a:lnTo>
                  <a:lnTo>
                    <a:pt x="201131" y="146080"/>
                  </a:lnTo>
                  <a:lnTo>
                    <a:pt x="194800" y="138891"/>
                  </a:lnTo>
                  <a:lnTo>
                    <a:pt x="188660" y="131319"/>
                  </a:lnTo>
                </a:path>
              </a:pathLst>
            </a:custGeom>
            <a:ln w="42036">
              <a:solidFill>
                <a:srgbClr val="4E7A2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26386" y="3308654"/>
            <a:ext cx="1360170" cy="448309"/>
            <a:chOff x="2726386" y="3308654"/>
            <a:chExt cx="1360170" cy="44830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26386" y="3308654"/>
              <a:ext cx="345912" cy="44822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9094" y="3424364"/>
              <a:ext cx="319115" cy="33251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38307" y="3424364"/>
              <a:ext cx="316071" cy="33251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89091" y="3431673"/>
              <a:ext cx="297191" cy="325206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4145965" y="3292211"/>
            <a:ext cx="892810" cy="566420"/>
            <a:chOff x="4145965" y="3292211"/>
            <a:chExt cx="892810" cy="566420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45965" y="3426801"/>
              <a:ext cx="191225" cy="32337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72513" y="3292211"/>
              <a:ext cx="100484" cy="9622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79212" y="3431673"/>
              <a:ext cx="87696" cy="31850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02230" y="3362855"/>
              <a:ext cx="197316" cy="39341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710508" y="3431673"/>
              <a:ext cx="328250" cy="426909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5192836" y="3314745"/>
            <a:ext cx="1423670" cy="544195"/>
            <a:chOff x="5192836" y="3314745"/>
            <a:chExt cx="1423670" cy="544195"/>
          </a:xfrm>
        </p:grpSpPr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192836" y="3314745"/>
              <a:ext cx="370880" cy="43543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589295" y="3424364"/>
              <a:ext cx="319116" cy="33251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928508" y="3424364"/>
              <a:ext cx="319115" cy="33251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287209" y="3424364"/>
              <a:ext cx="328860" cy="434218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6781717" y="3292211"/>
            <a:ext cx="1184910" cy="464820"/>
            <a:chOff x="6781717" y="3292211"/>
            <a:chExt cx="1184910" cy="464820"/>
          </a:xfrm>
        </p:grpSpPr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781717" y="3314745"/>
              <a:ext cx="370880" cy="43543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193402" y="3292211"/>
              <a:ext cx="100484" cy="9622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200100" y="3431673"/>
              <a:ext cx="87696" cy="31850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320073" y="3424364"/>
              <a:ext cx="646149" cy="33251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67736" y="1113403"/>
            <a:ext cx="1147445" cy="585470"/>
            <a:chOff x="667736" y="1113403"/>
            <a:chExt cx="1147445" cy="585470"/>
          </a:xfrm>
        </p:grpSpPr>
        <p:sp>
          <p:nvSpPr>
            <p:cNvPr id="3" name="object 3"/>
            <p:cNvSpPr/>
            <p:nvPr/>
          </p:nvSpPr>
          <p:spPr>
            <a:xfrm>
              <a:off x="687102" y="1189825"/>
              <a:ext cx="364490" cy="38100"/>
            </a:xfrm>
            <a:custGeom>
              <a:avLst/>
              <a:gdLst/>
              <a:ahLst/>
              <a:cxnLst/>
              <a:rect l="l" t="t" r="r" b="b"/>
              <a:pathLst>
                <a:path w="364490" h="38100">
                  <a:moveTo>
                    <a:pt x="15632" y="37516"/>
                  </a:moveTo>
                  <a:lnTo>
                    <a:pt x="7816" y="32827"/>
                  </a:lnTo>
                  <a:lnTo>
                    <a:pt x="0" y="28137"/>
                  </a:lnTo>
                  <a:lnTo>
                    <a:pt x="2344" y="25792"/>
                  </a:lnTo>
                  <a:lnTo>
                    <a:pt x="6191" y="24412"/>
                  </a:lnTo>
                  <a:lnTo>
                    <a:pt x="14948" y="23545"/>
                  </a:lnTo>
                  <a:lnTo>
                    <a:pt x="29713" y="22825"/>
                  </a:lnTo>
                  <a:lnTo>
                    <a:pt x="51585" y="21884"/>
                  </a:lnTo>
                  <a:lnTo>
                    <a:pt x="81066" y="20443"/>
                  </a:lnTo>
                  <a:lnTo>
                    <a:pt x="154684" y="16389"/>
                  </a:lnTo>
                  <a:lnTo>
                    <a:pt x="193837" y="14068"/>
                  </a:lnTo>
                  <a:lnTo>
                    <a:pt x="266038" y="9476"/>
                  </a:lnTo>
                  <a:lnTo>
                    <a:pt x="321238" y="5471"/>
                  </a:lnTo>
                  <a:lnTo>
                    <a:pt x="359598" y="1514"/>
                  </a:lnTo>
                  <a:lnTo>
                    <a:pt x="364226" y="0"/>
                  </a:lnTo>
                  <a:lnTo>
                    <a:pt x="356410" y="0"/>
                  </a:lnTo>
                  <a:lnTo>
                    <a:pt x="325146" y="18758"/>
                  </a:lnTo>
                </a:path>
              </a:pathLst>
            </a:custGeom>
            <a:ln w="387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899697" y="1232032"/>
              <a:ext cx="13970" cy="311150"/>
            </a:xfrm>
            <a:custGeom>
              <a:avLst/>
              <a:gdLst/>
              <a:ahLst/>
              <a:cxnLst/>
              <a:rect l="l" t="t" r="r" b="b"/>
              <a:pathLst>
                <a:path w="13969" h="311150">
                  <a:moveTo>
                    <a:pt x="4689" y="18758"/>
                  </a:moveTo>
                  <a:lnTo>
                    <a:pt x="3126" y="9379"/>
                  </a:lnTo>
                  <a:lnTo>
                    <a:pt x="1563" y="0"/>
                  </a:lnTo>
                  <a:lnTo>
                    <a:pt x="1563" y="1563"/>
                  </a:lnTo>
                  <a:lnTo>
                    <a:pt x="1844" y="4885"/>
                  </a:lnTo>
                  <a:lnTo>
                    <a:pt x="2637" y="12896"/>
                  </a:lnTo>
                  <a:lnTo>
                    <a:pt x="3871" y="26183"/>
                  </a:lnTo>
                  <a:lnTo>
                    <a:pt x="7339" y="70490"/>
                  </a:lnTo>
                  <a:lnTo>
                    <a:pt x="11076" y="131944"/>
                  </a:lnTo>
                  <a:lnTo>
                    <a:pt x="13384" y="194790"/>
                  </a:lnTo>
                  <a:lnTo>
                    <a:pt x="13678" y="222952"/>
                  </a:lnTo>
                  <a:lnTo>
                    <a:pt x="13384" y="247890"/>
                  </a:lnTo>
                  <a:lnTo>
                    <a:pt x="9281" y="297302"/>
                  </a:lnTo>
                  <a:lnTo>
                    <a:pt x="3126" y="311078"/>
                  </a:lnTo>
                  <a:lnTo>
                    <a:pt x="1563" y="303261"/>
                  </a:lnTo>
                  <a:lnTo>
                    <a:pt x="781" y="299353"/>
                  </a:lnTo>
                  <a:lnTo>
                    <a:pt x="0" y="295445"/>
                  </a:lnTo>
                </a:path>
              </a:pathLst>
            </a:custGeom>
            <a:ln w="387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87928" y="1522788"/>
              <a:ext cx="196215" cy="22860"/>
            </a:xfrm>
            <a:custGeom>
              <a:avLst/>
              <a:gdLst/>
              <a:ahLst/>
              <a:cxnLst/>
              <a:rect l="l" t="t" r="r" b="b"/>
              <a:pathLst>
                <a:path w="196215" h="22859">
                  <a:moveTo>
                    <a:pt x="22666" y="14068"/>
                  </a:moveTo>
                  <a:lnTo>
                    <a:pt x="11724" y="17195"/>
                  </a:lnTo>
                  <a:lnTo>
                    <a:pt x="781" y="20321"/>
                  </a:lnTo>
                  <a:lnTo>
                    <a:pt x="0" y="21884"/>
                  </a:lnTo>
                  <a:lnTo>
                    <a:pt x="1355" y="22739"/>
                  </a:lnTo>
                  <a:lnTo>
                    <a:pt x="6741" y="22861"/>
                  </a:lnTo>
                  <a:lnTo>
                    <a:pt x="16377" y="22104"/>
                  </a:lnTo>
                  <a:lnTo>
                    <a:pt x="30482" y="20321"/>
                  </a:lnTo>
                  <a:lnTo>
                    <a:pt x="48972" y="17476"/>
                  </a:lnTo>
                  <a:lnTo>
                    <a:pt x="70539" y="13971"/>
                  </a:lnTo>
                  <a:lnTo>
                    <a:pt x="93572" y="10319"/>
                  </a:lnTo>
                  <a:lnTo>
                    <a:pt x="116458" y="7034"/>
                  </a:lnTo>
                  <a:lnTo>
                    <a:pt x="137928" y="4506"/>
                  </a:lnTo>
                  <a:lnTo>
                    <a:pt x="158079" y="2637"/>
                  </a:lnTo>
                  <a:lnTo>
                    <a:pt x="177350" y="1209"/>
                  </a:lnTo>
                  <a:lnTo>
                    <a:pt x="196182" y="0"/>
                  </a:lnTo>
                </a:path>
              </a:pathLst>
            </a:custGeom>
            <a:ln w="387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054455" y="1336767"/>
              <a:ext cx="344170" cy="342265"/>
            </a:xfrm>
            <a:custGeom>
              <a:avLst/>
              <a:gdLst/>
              <a:ahLst/>
              <a:cxnLst/>
              <a:rect l="l" t="t" r="r" b="b"/>
              <a:pathLst>
                <a:path w="344169" h="342264">
                  <a:moveTo>
                    <a:pt x="0" y="21884"/>
                  </a:moveTo>
                  <a:lnTo>
                    <a:pt x="1563" y="14068"/>
                  </a:lnTo>
                  <a:lnTo>
                    <a:pt x="3126" y="6252"/>
                  </a:lnTo>
                  <a:lnTo>
                    <a:pt x="3908" y="7034"/>
                  </a:lnTo>
                  <a:lnTo>
                    <a:pt x="4396" y="9391"/>
                  </a:lnTo>
                  <a:lnTo>
                    <a:pt x="4885" y="15925"/>
                  </a:lnTo>
                  <a:lnTo>
                    <a:pt x="5666" y="27588"/>
                  </a:lnTo>
                  <a:lnTo>
                    <a:pt x="7034" y="45332"/>
                  </a:lnTo>
                  <a:lnTo>
                    <a:pt x="11821" y="96821"/>
                  </a:lnTo>
                  <a:lnTo>
                    <a:pt x="17195" y="147722"/>
                  </a:lnTo>
                  <a:lnTo>
                    <a:pt x="20614" y="175567"/>
                  </a:lnTo>
                  <a:lnTo>
                    <a:pt x="21262" y="181246"/>
                  </a:lnTo>
                  <a:lnTo>
                    <a:pt x="21103" y="182895"/>
                  </a:lnTo>
                  <a:lnTo>
                    <a:pt x="20223" y="181344"/>
                  </a:lnTo>
                  <a:lnTo>
                    <a:pt x="19344" y="176349"/>
                  </a:lnTo>
                  <a:lnTo>
                    <a:pt x="19344" y="167397"/>
                  </a:lnTo>
                  <a:lnTo>
                    <a:pt x="21103" y="153975"/>
                  </a:lnTo>
                  <a:lnTo>
                    <a:pt x="31361" y="115481"/>
                  </a:lnTo>
                  <a:lnTo>
                    <a:pt x="46896" y="75815"/>
                  </a:lnTo>
                  <a:lnTo>
                    <a:pt x="70857" y="41962"/>
                  </a:lnTo>
                  <a:lnTo>
                    <a:pt x="87539" y="31264"/>
                  </a:lnTo>
                  <a:lnTo>
                    <a:pt x="95355" y="31264"/>
                  </a:lnTo>
                  <a:lnTo>
                    <a:pt x="112550" y="67999"/>
                  </a:lnTo>
                  <a:lnTo>
                    <a:pt x="117045" y="106297"/>
                  </a:lnTo>
                  <a:lnTo>
                    <a:pt x="120366" y="144596"/>
                  </a:lnTo>
                  <a:lnTo>
                    <a:pt x="121319" y="158128"/>
                  </a:lnTo>
                  <a:lnTo>
                    <a:pt x="122125" y="167849"/>
                  </a:lnTo>
                  <a:lnTo>
                    <a:pt x="155343" y="191590"/>
                  </a:lnTo>
                  <a:lnTo>
                    <a:pt x="191981" y="158470"/>
                  </a:lnTo>
                  <a:lnTo>
                    <a:pt x="216894" y="106713"/>
                  </a:lnTo>
                  <a:lnTo>
                    <a:pt x="225199" y="65727"/>
                  </a:lnTo>
                  <a:lnTo>
                    <a:pt x="229205" y="25890"/>
                  </a:lnTo>
                  <a:lnTo>
                    <a:pt x="220412" y="0"/>
                  </a:lnTo>
                  <a:lnTo>
                    <a:pt x="217285" y="4689"/>
                  </a:lnTo>
                  <a:lnTo>
                    <a:pt x="213377" y="53148"/>
                  </a:lnTo>
                  <a:lnTo>
                    <a:pt x="216308" y="104148"/>
                  </a:lnTo>
                  <a:lnTo>
                    <a:pt x="222756" y="170389"/>
                  </a:lnTo>
                  <a:lnTo>
                    <a:pt x="232038" y="245130"/>
                  </a:lnTo>
                  <a:lnTo>
                    <a:pt x="240733" y="308733"/>
                  </a:lnTo>
                  <a:lnTo>
                    <a:pt x="243640" y="329543"/>
                  </a:lnTo>
                  <a:lnTo>
                    <a:pt x="245227" y="340974"/>
                  </a:lnTo>
                  <a:lnTo>
                    <a:pt x="236630" y="280497"/>
                  </a:lnTo>
                  <a:lnTo>
                    <a:pt x="228227" y="204779"/>
                  </a:lnTo>
                  <a:lnTo>
                    <a:pt x="225284" y="165272"/>
                  </a:lnTo>
                  <a:lnTo>
                    <a:pt x="222622" y="94757"/>
                  </a:lnTo>
                  <a:lnTo>
                    <a:pt x="223770" y="49045"/>
                  </a:lnTo>
                  <a:lnTo>
                    <a:pt x="242296" y="9379"/>
                  </a:lnTo>
                  <a:lnTo>
                    <a:pt x="261153" y="4396"/>
                  </a:lnTo>
                  <a:lnTo>
                    <a:pt x="268785" y="6142"/>
                  </a:lnTo>
                  <a:lnTo>
                    <a:pt x="302382" y="25597"/>
                  </a:lnTo>
                  <a:lnTo>
                    <a:pt x="334562" y="63322"/>
                  </a:lnTo>
                  <a:lnTo>
                    <a:pt x="343905" y="106298"/>
                  </a:lnTo>
                  <a:lnTo>
                    <a:pt x="341255" y="118364"/>
                  </a:lnTo>
                  <a:lnTo>
                    <a:pt x="314985" y="146941"/>
                  </a:lnTo>
                  <a:lnTo>
                    <a:pt x="267613" y="167275"/>
                  </a:lnTo>
                  <a:lnTo>
                    <a:pt x="228399" y="171720"/>
                  </a:lnTo>
                  <a:lnTo>
                    <a:pt x="221975" y="164136"/>
                  </a:lnTo>
                  <a:lnTo>
                    <a:pt x="223538" y="156320"/>
                  </a:lnTo>
                  <a:lnTo>
                    <a:pt x="225101" y="148504"/>
                  </a:lnTo>
                </a:path>
              </a:pathLst>
            </a:custGeom>
            <a:ln w="387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448382" y="1132768"/>
              <a:ext cx="347345" cy="379730"/>
            </a:xfrm>
            <a:custGeom>
              <a:avLst/>
              <a:gdLst/>
              <a:ahLst/>
              <a:cxnLst/>
              <a:rect l="l" t="t" r="r" b="b"/>
              <a:pathLst>
                <a:path w="347344" h="379730">
                  <a:moveTo>
                    <a:pt x="0" y="239952"/>
                  </a:moveTo>
                  <a:lnTo>
                    <a:pt x="7425" y="298474"/>
                  </a:lnTo>
                  <a:lnTo>
                    <a:pt x="14068" y="343905"/>
                  </a:lnTo>
                  <a:lnTo>
                    <a:pt x="45100" y="371542"/>
                  </a:lnTo>
                  <a:lnTo>
                    <a:pt x="79723" y="339997"/>
                  </a:lnTo>
                  <a:lnTo>
                    <a:pt x="97309" y="293882"/>
                  </a:lnTo>
                  <a:lnTo>
                    <a:pt x="107861" y="247768"/>
                  </a:lnTo>
                  <a:lnTo>
                    <a:pt x="100497" y="285663"/>
                  </a:lnTo>
                  <a:lnTo>
                    <a:pt x="112941" y="332474"/>
                  </a:lnTo>
                  <a:lnTo>
                    <a:pt x="136292" y="367744"/>
                  </a:lnTo>
                  <a:lnTo>
                    <a:pt x="176434" y="372287"/>
                  </a:lnTo>
                  <a:lnTo>
                    <a:pt x="209872" y="329873"/>
                  </a:lnTo>
                  <a:lnTo>
                    <a:pt x="218091" y="278421"/>
                  </a:lnTo>
                  <a:lnTo>
                    <a:pt x="219996" y="208028"/>
                  </a:lnTo>
                  <a:lnTo>
                    <a:pt x="219630" y="169607"/>
                  </a:lnTo>
                  <a:lnTo>
                    <a:pt x="218909" y="131260"/>
                  </a:lnTo>
                  <a:lnTo>
                    <a:pt x="216882" y="62772"/>
                  </a:lnTo>
                  <a:lnTo>
                    <a:pt x="214550" y="18355"/>
                  </a:lnTo>
                  <a:lnTo>
                    <a:pt x="211032" y="0"/>
                  </a:lnTo>
                  <a:lnTo>
                    <a:pt x="209897" y="2295"/>
                  </a:lnTo>
                  <a:lnTo>
                    <a:pt x="209726" y="55188"/>
                  </a:lnTo>
                  <a:lnTo>
                    <a:pt x="214733" y="109680"/>
                  </a:lnTo>
                  <a:lnTo>
                    <a:pt x="224039" y="174920"/>
                  </a:lnTo>
                  <a:lnTo>
                    <a:pt x="235885" y="240941"/>
                  </a:lnTo>
                  <a:lnTo>
                    <a:pt x="246375" y="295836"/>
                  </a:lnTo>
                  <a:lnTo>
                    <a:pt x="254045" y="334623"/>
                  </a:lnTo>
                  <a:lnTo>
                    <a:pt x="265940" y="372995"/>
                  </a:lnTo>
                  <a:lnTo>
                    <a:pt x="279618" y="379370"/>
                  </a:lnTo>
                  <a:lnTo>
                    <a:pt x="285920" y="377941"/>
                  </a:lnTo>
                  <a:lnTo>
                    <a:pt x="317611" y="351745"/>
                  </a:lnTo>
                  <a:lnTo>
                    <a:pt x="342293" y="307927"/>
                  </a:lnTo>
                  <a:lnTo>
                    <a:pt x="347031" y="296227"/>
                  </a:lnTo>
                </a:path>
              </a:pathLst>
            </a:custGeom>
            <a:ln w="387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579692" y="1274238"/>
              <a:ext cx="183515" cy="14604"/>
            </a:xfrm>
            <a:custGeom>
              <a:avLst/>
              <a:gdLst/>
              <a:ahLst/>
              <a:cxnLst/>
              <a:rect l="l" t="t" r="r" b="b"/>
              <a:pathLst>
                <a:path w="183514" h="14605">
                  <a:moveTo>
                    <a:pt x="0" y="14068"/>
                  </a:moveTo>
                  <a:lnTo>
                    <a:pt x="66143" y="9476"/>
                  </a:lnTo>
                  <a:lnTo>
                    <a:pt x="121148" y="5471"/>
                  </a:lnTo>
                  <a:lnTo>
                    <a:pt x="170938" y="1184"/>
                  </a:lnTo>
                  <a:lnTo>
                    <a:pt x="182895" y="0"/>
                  </a:lnTo>
                </a:path>
              </a:pathLst>
            </a:custGeom>
            <a:ln w="387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1955660" y="1104024"/>
            <a:ext cx="1327150" cy="424180"/>
            <a:chOff x="1955660" y="1104024"/>
            <a:chExt cx="1327150" cy="424180"/>
          </a:xfrm>
        </p:grpSpPr>
        <p:sp>
          <p:nvSpPr>
            <p:cNvPr id="10" name="object 10"/>
            <p:cNvSpPr/>
            <p:nvPr/>
          </p:nvSpPr>
          <p:spPr>
            <a:xfrm>
              <a:off x="1975025" y="1149780"/>
              <a:ext cx="288290" cy="7620"/>
            </a:xfrm>
            <a:custGeom>
              <a:avLst/>
              <a:gdLst/>
              <a:ahLst/>
              <a:cxnLst/>
              <a:rect l="l" t="t" r="r" b="b"/>
              <a:pathLst>
                <a:path w="288289" h="7619">
                  <a:moveTo>
                    <a:pt x="31422" y="2527"/>
                  </a:moveTo>
                  <a:lnTo>
                    <a:pt x="0" y="4005"/>
                  </a:lnTo>
                  <a:lnTo>
                    <a:pt x="4750" y="4775"/>
                  </a:lnTo>
                  <a:lnTo>
                    <a:pt x="15216" y="5397"/>
                  </a:lnTo>
                  <a:lnTo>
                    <a:pt x="32204" y="5654"/>
                  </a:lnTo>
                  <a:lnTo>
                    <a:pt x="56116" y="5385"/>
                  </a:lnTo>
                  <a:lnTo>
                    <a:pt x="85744" y="4677"/>
                  </a:lnTo>
                  <a:lnTo>
                    <a:pt x="119475" y="3675"/>
                  </a:lnTo>
                  <a:lnTo>
                    <a:pt x="155697" y="2527"/>
                  </a:lnTo>
                  <a:lnTo>
                    <a:pt x="192542" y="1392"/>
                  </a:lnTo>
                  <a:lnTo>
                    <a:pt x="227116" y="476"/>
                  </a:lnTo>
                  <a:lnTo>
                    <a:pt x="256268" y="0"/>
                  </a:lnTo>
                  <a:lnTo>
                    <a:pt x="276846" y="183"/>
                  </a:lnTo>
                  <a:lnTo>
                    <a:pt x="286713" y="1172"/>
                  </a:lnTo>
                  <a:lnTo>
                    <a:pt x="287788" y="2821"/>
                  </a:lnTo>
                  <a:lnTo>
                    <a:pt x="283001" y="4909"/>
                  </a:lnTo>
                  <a:lnTo>
                    <a:pt x="275283" y="7217"/>
                  </a:lnTo>
                </a:path>
              </a:pathLst>
            </a:custGeom>
            <a:ln w="387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146769" y="1173997"/>
              <a:ext cx="24130" cy="313055"/>
            </a:xfrm>
            <a:custGeom>
              <a:avLst/>
              <a:gdLst/>
              <a:ahLst/>
              <a:cxnLst/>
              <a:rect l="l" t="t" r="r" b="b"/>
              <a:pathLst>
                <a:path w="24130" h="313055">
                  <a:moveTo>
                    <a:pt x="14435" y="15827"/>
                  </a:moveTo>
                  <a:lnTo>
                    <a:pt x="9818" y="8988"/>
                  </a:lnTo>
                  <a:lnTo>
                    <a:pt x="5642" y="3321"/>
                  </a:lnTo>
                  <a:lnTo>
                    <a:pt x="2344" y="0"/>
                  </a:lnTo>
                  <a:lnTo>
                    <a:pt x="366" y="195"/>
                  </a:lnTo>
                  <a:lnTo>
                    <a:pt x="0" y="4958"/>
                  </a:lnTo>
                  <a:lnTo>
                    <a:pt x="952" y="14850"/>
                  </a:lnTo>
                  <a:lnTo>
                    <a:pt x="2784" y="30311"/>
                  </a:lnTo>
                  <a:lnTo>
                    <a:pt x="5055" y="51781"/>
                  </a:lnTo>
                  <a:lnTo>
                    <a:pt x="9550" y="110499"/>
                  </a:lnTo>
                  <a:lnTo>
                    <a:pt x="12871" y="174492"/>
                  </a:lnTo>
                  <a:lnTo>
                    <a:pt x="14044" y="227055"/>
                  </a:lnTo>
                  <a:lnTo>
                    <a:pt x="13751" y="248354"/>
                  </a:lnTo>
                  <a:lnTo>
                    <a:pt x="9843" y="294859"/>
                  </a:lnTo>
                  <a:lnTo>
                    <a:pt x="6619" y="312836"/>
                  </a:lnTo>
                  <a:lnTo>
                    <a:pt x="8182" y="305020"/>
                  </a:lnTo>
                  <a:lnTo>
                    <a:pt x="11308" y="294859"/>
                  </a:lnTo>
                  <a:lnTo>
                    <a:pt x="13922" y="286836"/>
                  </a:lnTo>
                  <a:lnTo>
                    <a:pt x="16975" y="278152"/>
                  </a:lnTo>
                  <a:lnTo>
                    <a:pt x="20321" y="269030"/>
                  </a:lnTo>
                  <a:lnTo>
                    <a:pt x="23814" y="259687"/>
                  </a:lnTo>
                </a:path>
              </a:pathLst>
            </a:custGeom>
            <a:ln w="387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254997" y="1178882"/>
              <a:ext cx="408305" cy="330200"/>
            </a:xfrm>
            <a:custGeom>
              <a:avLst/>
              <a:gdLst/>
              <a:ahLst/>
              <a:cxnLst/>
              <a:rect l="l" t="t" r="r" b="b"/>
              <a:pathLst>
                <a:path w="408305" h="330200">
                  <a:moveTo>
                    <a:pt x="0" y="15632"/>
                  </a:moveTo>
                  <a:lnTo>
                    <a:pt x="1563" y="7816"/>
                  </a:lnTo>
                  <a:lnTo>
                    <a:pt x="3126" y="0"/>
                  </a:lnTo>
                  <a:lnTo>
                    <a:pt x="3908" y="781"/>
                  </a:lnTo>
                  <a:lnTo>
                    <a:pt x="4384" y="3126"/>
                  </a:lnTo>
                  <a:lnTo>
                    <a:pt x="4787" y="9574"/>
                  </a:lnTo>
                  <a:lnTo>
                    <a:pt x="5336" y="21005"/>
                  </a:lnTo>
                  <a:lnTo>
                    <a:pt x="6252" y="38298"/>
                  </a:lnTo>
                  <a:lnTo>
                    <a:pt x="9379" y="91056"/>
                  </a:lnTo>
                  <a:lnTo>
                    <a:pt x="12505" y="160228"/>
                  </a:lnTo>
                  <a:lnTo>
                    <a:pt x="13678" y="233699"/>
                  </a:lnTo>
                  <a:lnTo>
                    <a:pt x="12505" y="293101"/>
                  </a:lnTo>
                  <a:lnTo>
                    <a:pt x="7034" y="329836"/>
                  </a:lnTo>
                  <a:lnTo>
                    <a:pt x="6973" y="326783"/>
                  </a:lnTo>
                  <a:lnTo>
                    <a:pt x="17195" y="289193"/>
                  </a:lnTo>
                  <a:lnTo>
                    <a:pt x="35660" y="238193"/>
                  </a:lnTo>
                  <a:lnTo>
                    <a:pt x="57057" y="186021"/>
                  </a:lnTo>
                  <a:lnTo>
                    <a:pt x="74545" y="151630"/>
                  </a:lnTo>
                  <a:lnTo>
                    <a:pt x="102683" y="117924"/>
                  </a:lnTo>
                  <a:lnTo>
                    <a:pt x="121930" y="150849"/>
                  </a:lnTo>
                  <a:lnTo>
                    <a:pt x="123139" y="174224"/>
                  </a:lnTo>
                  <a:lnTo>
                    <a:pt x="124567" y="201262"/>
                  </a:lnTo>
                  <a:lnTo>
                    <a:pt x="128964" y="254020"/>
                  </a:lnTo>
                  <a:lnTo>
                    <a:pt x="141054" y="301173"/>
                  </a:lnTo>
                  <a:lnTo>
                    <a:pt x="176239" y="325867"/>
                  </a:lnTo>
                  <a:lnTo>
                    <a:pt x="183383" y="326416"/>
                  </a:lnTo>
                  <a:lnTo>
                    <a:pt x="191260" y="325354"/>
                  </a:lnTo>
                  <a:lnTo>
                    <a:pt x="230206" y="293772"/>
                  </a:lnTo>
                  <a:lnTo>
                    <a:pt x="246522" y="257684"/>
                  </a:lnTo>
                  <a:lnTo>
                    <a:pt x="256536" y="213719"/>
                  </a:lnTo>
                  <a:lnTo>
                    <a:pt x="261263" y="175250"/>
                  </a:lnTo>
                  <a:lnTo>
                    <a:pt x="260273" y="136780"/>
                  </a:lnTo>
                  <a:lnTo>
                    <a:pt x="240733" y="104734"/>
                  </a:lnTo>
                  <a:lnTo>
                    <a:pt x="232917" y="104734"/>
                  </a:lnTo>
                  <a:lnTo>
                    <a:pt x="214928" y="144474"/>
                  </a:lnTo>
                  <a:lnTo>
                    <a:pt x="215954" y="187987"/>
                  </a:lnTo>
                  <a:lnTo>
                    <a:pt x="249429" y="213573"/>
                  </a:lnTo>
                  <a:lnTo>
                    <a:pt x="299353" y="200090"/>
                  </a:lnTo>
                  <a:lnTo>
                    <a:pt x="331888" y="168142"/>
                  </a:lnTo>
                  <a:lnTo>
                    <a:pt x="339215" y="128964"/>
                  </a:lnTo>
                  <a:lnTo>
                    <a:pt x="326343" y="176495"/>
                  </a:lnTo>
                  <a:lnTo>
                    <a:pt x="323559" y="222610"/>
                  </a:lnTo>
                  <a:lnTo>
                    <a:pt x="327064" y="263326"/>
                  </a:lnTo>
                  <a:lnTo>
                    <a:pt x="342342" y="300917"/>
                  </a:lnTo>
                  <a:lnTo>
                    <a:pt x="378295" y="315767"/>
                  </a:lnTo>
                  <a:lnTo>
                    <a:pt x="402146" y="279349"/>
                  </a:lnTo>
                  <a:lnTo>
                    <a:pt x="407996" y="268871"/>
                  </a:lnTo>
                </a:path>
              </a:pathLst>
            </a:custGeom>
            <a:ln w="387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71375" y="1285209"/>
              <a:ext cx="142292" cy="21396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849113" y="1123389"/>
              <a:ext cx="414655" cy="361950"/>
            </a:xfrm>
            <a:custGeom>
              <a:avLst/>
              <a:gdLst/>
              <a:ahLst/>
              <a:cxnLst/>
              <a:rect l="l" t="t" r="r" b="b"/>
              <a:pathLst>
                <a:path w="414654" h="361950">
                  <a:moveTo>
                    <a:pt x="99947" y="239952"/>
                  </a:moveTo>
                  <a:lnTo>
                    <a:pt x="88736" y="201042"/>
                  </a:lnTo>
                  <a:lnTo>
                    <a:pt x="65959" y="179732"/>
                  </a:lnTo>
                  <a:lnTo>
                    <a:pt x="56959" y="181331"/>
                  </a:lnTo>
                  <a:lnTo>
                    <a:pt x="23106" y="204963"/>
                  </a:lnTo>
                  <a:lnTo>
                    <a:pt x="5764" y="242174"/>
                  </a:lnTo>
                  <a:lnTo>
                    <a:pt x="0" y="289999"/>
                  </a:lnTo>
                  <a:lnTo>
                    <a:pt x="2247" y="311859"/>
                  </a:lnTo>
                  <a:lnTo>
                    <a:pt x="26098" y="352527"/>
                  </a:lnTo>
                  <a:lnTo>
                    <a:pt x="44685" y="361931"/>
                  </a:lnTo>
                  <a:lnTo>
                    <a:pt x="52562" y="361882"/>
                  </a:lnTo>
                  <a:lnTo>
                    <a:pt x="78453" y="325146"/>
                  </a:lnTo>
                  <a:lnTo>
                    <a:pt x="91911" y="271094"/>
                  </a:lnTo>
                  <a:lnTo>
                    <a:pt x="99165" y="221193"/>
                  </a:lnTo>
                  <a:lnTo>
                    <a:pt x="100765" y="210043"/>
                  </a:lnTo>
                  <a:lnTo>
                    <a:pt x="101999" y="202337"/>
                  </a:lnTo>
                  <a:lnTo>
                    <a:pt x="102792" y="198002"/>
                  </a:lnTo>
                  <a:lnTo>
                    <a:pt x="103073" y="196963"/>
                  </a:lnTo>
                  <a:lnTo>
                    <a:pt x="102829" y="199211"/>
                  </a:lnTo>
                  <a:lnTo>
                    <a:pt x="102292" y="204975"/>
                  </a:lnTo>
                  <a:lnTo>
                    <a:pt x="101754" y="214549"/>
                  </a:lnTo>
                  <a:lnTo>
                    <a:pt x="101510" y="228228"/>
                  </a:lnTo>
                  <a:lnTo>
                    <a:pt x="101840" y="245948"/>
                  </a:lnTo>
                  <a:lnTo>
                    <a:pt x="105137" y="287251"/>
                  </a:lnTo>
                  <a:lnTo>
                    <a:pt x="119780" y="338336"/>
                  </a:lnTo>
                  <a:lnTo>
                    <a:pt x="148748" y="356765"/>
                  </a:lnTo>
                  <a:lnTo>
                    <a:pt x="160912" y="354359"/>
                  </a:lnTo>
                  <a:lnTo>
                    <a:pt x="194032" y="321861"/>
                  </a:lnTo>
                  <a:lnTo>
                    <a:pt x="208101" y="278067"/>
                  </a:lnTo>
                  <a:lnTo>
                    <a:pt x="215197" y="214012"/>
                  </a:lnTo>
                  <a:lnTo>
                    <a:pt x="216784" y="139955"/>
                  </a:lnTo>
                  <a:lnTo>
                    <a:pt x="215685" y="78184"/>
                  </a:lnTo>
                  <a:lnTo>
                    <a:pt x="213658" y="37492"/>
                  </a:lnTo>
                  <a:lnTo>
                    <a:pt x="207027" y="0"/>
                  </a:lnTo>
                  <a:lnTo>
                    <a:pt x="205170" y="2344"/>
                  </a:lnTo>
                  <a:lnTo>
                    <a:pt x="200639" y="61099"/>
                  </a:lnTo>
                  <a:lnTo>
                    <a:pt x="203302" y="121160"/>
                  </a:lnTo>
                  <a:lnTo>
                    <a:pt x="210287" y="186339"/>
                  </a:lnTo>
                  <a:lnTo>
                    <a:pt x="220424" y="245203"/>
                  </a:lnTo>
                  <a:lnTo>
                    <a:pt x="230939" y="289693"/>
                  </a:lnTo>
                  <a:lnTo>
                    <a:pt x="246107" y="328273"/>
                  </a:lnTo>
                  <a:lnTo>
                    <a:pt x="280595" y="348594"/>
                  </a:lnTo>
                  <a:lnTo>
                    <a:pt x="306486" y="317330"/>
                  </a:lnTo>
                  <a:lnTo>
                    <a:pt x="321141" y="281377"/>
                  </a:lnTo>
                  <a:lnTo>
                    <a:pt x="336382" y="233113"/>
                  </a:lnTo>
                  <a:lnTo>
                    <a:pt x="349278" y="186021"/>
                  </a:lnTo>
                  <a:lnTo>
                    <a:pt x="358511" y="144254"/>
                  </a:lnTo>
                  <a:lnTo>
                    <a:pt x="347226" y="198429"/>
                  </a:lnTo>
                  <a:lnTo>
                    <a:pt x="350841" y="238388"/>
                  </a:lnTo>
                  <a:lnTo>
                    <a:pt x="371065" y="284112"/>
                  </a:lnTo>
                  <a:lnTo>
                    <a:pt x="398214" y="314888"/>
                  </a:lnTo>
                  <a:lnTo>
                    <a:pt x="403209" y="319675"/>
                  </a:lnTo>
                  <a:lnTo>
                    <a:pt x="409462" y="325928"/>
                  </a:lnTo>
                  <a:lnTo>
                    <a:pt x="414151" y="332181"/>
                  </a:lnTo>
                  <a:lnTo>
                    <a:pt x="409462" y="335307"/>
                  </a:lnTo>
                  <a:lnTo>
                    <a:pt x="404223" y="337029"/>
                  </a:lnTo>
                  <a:lnTo>
                    <a:pt x="395686" y="337359"/>
                  </a:lnTo>
                  <a:lnTo>
                    <a:pt x="384072" y="336077"/>
                  </a:lnTo>
                  <a:lnTo>
                    <a:pt x="369600" y="332962"/>
                  </a:lnTo>
                  <a:lnTo>
                    <a:pt x="352564" y="327919"/>
                  </a:lnTo>
                  <a:lnTo>
                    <a:pt x="333549" y="321336"/>
                  </a:lnTo>
                  <a:lnTo>
                    <a:pt x="313215" y="313728"/>
                  </a:lnTo>
                  <a:lnTo>
                    <a:pt x="292221" y="305606"/>
                  </a:lnTo>
                </a:path>
              </a:pathLst>
            </a:custGeom>
            <a:ln w="387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37512" y="1226735"/>
              <a:ext cx="218499" cy="66868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3478381" y="1086047"/>
            <a:ext cx="582930" cy="400685"/>
            <a:chOff x="3478381" y="1086047"/>
            <a:chExt cx="582930" cy="400685"/>
          </a:xfrm>
        </p:grpSpPr>
        <p:sp>
          <p:nvSpPr>
            <p:cNvPr id="17" name="object 17"/>
            <p:cNvSpPr/>
            <p:nvPr/>
          </p:nvSpPr>
          <p:spPr>
            <a:xfrm>
              <a:off x="3497746" y="1105412"/>
              <a:ext cx="337820" cy="361950"/>
            </a:xfrm>
            <a:custGeom>
              <a:avLst/>
              <a:gdLst/>
              <a:ahLst/>
              <a:cxnLst/>
              <a:rect l="l" t="t" r="r" b="b"/>
              <a:pathLst>
                <a:path w="337820" h="361950">
                  <a:moveTo>
                    <a:pt x="0" y="42206"/>
                  </a:moveTo>
                  <a:lnTo>
                    <a:pt x="0" y="42206"/>
                  </a:lnTo>
                  <a:lnTo>
                    <a:pt x="0" y="0"/>
                  </a:lnTo>
                  <a:lnTo>
                    <a:pt x="2344" y="0"/>
                  </a:lnTo>
                  <a:lnTo>
                    <a:pt x="22116" y="55921"/>
                  </a:lnTo>
                  <a:lnTo>
                    <a:pt x="35868" y="112758"/>
                  </a:lnTo>
                  <a:lnTo>
                    <a:pt x="43769" y="146159"/>
                  </a:lnTo>
                  <a:lnTo>
                    <a:pt x="52196" y="181405"/>
                  </a:lnTo>
                  <a:lnTo>
                    <a:pt x="69049" y="249258"/>
                  </a:lnTo>
                  <a:lnTo>
                    <a:pt x="83094" y="299537"/>
                  </a:lnTo>
                  <a:lnTo>
                    <a:pt x="98482" y="339215"/>
                  </a:lnTo>
                  <a:lnTo>
                    <a:pt x="116458" y="361882"/>
                  </a:lnTo>
                  <a:lnTo>
                    <a:pt x="120427" y="360722"/>
                  </a:lnTo>
                  <a:lnTo>
                    <a:pt x="134802" y="308244"/>
                  </a:lnTo>
                  <a:lnTo>
                    <a:pt x="141201" y="255095"/>
                  </a:lnTo>
                  <a:lnTo>
                    <a:pt x="145903" y="203888"/>
                  </a:lnTo>
                  <a:lnTo>
                    <a:pt x="147625" y="182406"/>
                  </a:lnTo>
                  <a:lnTo>
                    <a:pt x="149200" y="163709"/>
                  </a:lnTo>
                  <a:lnTo>
                    <a:pt x="154952" y="124177"/>
                  </a:lnTo>
                  <a:lnTo>
                    <a:pt x="160228" y="114114"/>
                  </a:lnTo>
                  <a:lnTo>
                    <a:pt x="163354" y="115029"/>
                  </a:lnTo>
                  <a:lnTo>
                    <a:pt x="167067" y="120269"/>
                  </a:lnTo>
                  <a:lnTo>
                    <a:pt x="171659" y="130051"/>
                  </a:lnTo>
                  <a:lnTo>
                    <a:pt x="177423" y="144596"/>
                  </a:lnTo>
                  <a:lnTo>
                    <a:pt x="184592" y="163867"/>
                  </a:lnTo>
                  <a:lnTo>
                    <a:pt x="193153" y="186803"/>
                  </a:lnTo>
                  <a:lnTo>
                    <a:pt x="214159" y="238388"/>
                  </a:lnTo>
                  <a:lnTo>
                    <a:pt x="238877" y="288802"/>
                  </a:lnTo>
                  <a:lnTo>
                    <a:pt x="261836" y="327491"/>
                  </a:lnTo>
                  <a:lnTo>
                    <a:pt x="289974" y="351721"/>
                  </a:lnTo>
                  <a:lnTo>
                    <a:pt x="295103" y="350622"/>
                  </a:lnTo>
                  <a:lnTo>
                    <a:pt x="312665" y="302688"/>
                  </a:lnTo>
                  <a:lnTo>
                    <a:pt x="319065" y="244776"/>
                  </a:lnTo>
                  <a:lnTo>
                    <a:pt x="322606" y="173870"/>
                  </a:lnTo>
                  <a:lnTo>
                    <a:pt x="323876" y="104624"/>
                  </a:lnTo>
                  <a:lnTo>
                    <a:pt x="324365" y="76597"/>
                  </a:lnTo>
                  <a:lnTo>
                    <a:pt x="326783" y="33401"/>
                  </a:lnTo>
                  <a:lnTo>
                    <a:pt x="328273" y="29700"/>
                  </a:lnTo>
                  <a:lnTo>
                    <a:pt x="328273" y="40643"/>
                  </a:lnTo>
                  <a:lnTo>
                    <a:pt x="329836" y="53930"/>
                  </a:lnTo>
                  <a:lnTo>
                    <a:pt x="331277" y="64299"/>
                  </a:lnTo>
                  <a:lnTo>
                    <a:pt x="333158" y="75326"/>
                  </a:lnTo>
                  <a:lnTo>
                    <a:pt x="335332" y="86794"/>
                  </a:lnTo>
                  <a:lnTo>
                    <a:pt x="337652" y="98481"/>
                  </a:lnTo>
                </a:path>
              </a:pathLst>
            </a:custGeom>
            <a:ln w="387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79441" y="1260552"/>
              <a:ext cx="181666" cy="185464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4172640" y="1082138"/>
            <a:ext cx="948690" cy="391795"/>
            <a:chOff x="4172640" y="1082138"/>
            <a:chExt cx="948690" cy="391795"/>
          </a:xfrm>
        </p:grpSpPr>
        <p:sp>
          <p:nvSpPr>
            <p:cNvPr id="20" name="object 20"/>
            <p:cNvSpPr/>
            <p:nvPr/>
          </p:nvSpPr>
          <p:spPr>
            <a:xfrm>
              <a:off x="4192005" y="1121532"/>
              <a:ext cx="183515" cy="330200"/>
            </a:xfrm>
            <a:custGeom>
              <a:avLst/>
              <a:gdLst/>
              <a:ahLst/>
              <a:cxnLst/>
              <a:rect l="l" t="t" r="r" b="b"/>
              <a:pathLst>
                <a:path w="183514" h="330200">
                  <a:moveTo>
                    <a:pt x="4493" y="54223"/>
                  </a:moveTo>
                  <a:lnTo>
                    <a:pt x="2930" y="44844"/>
                  </a:lnTo>
                  <a:lnTo>
                    <a:pt x="1367" y="35465"/>
                  </a:lnTo>
                  <a:lnTo>
                    <a:pt x="586" y="34683"/>
                  </a:lnTo>
                  <a:lnTo>
                    <a:pt x="146" y="35880"/>
                  </a:lnTo>
                  <a:lnTo>
                    <a:pt x="0" y="41327"/>
                  </a:lnTo>
                  <a:lnTo>
                    <a:pt x="146" y="52049"/>
                  </a:lnTo>
                  <a:lnTo>
                    <a:pt x="1318" y="92864"/>
                  </a:lnTo>
                  <a:lnTo>
                    <a:pt x="3663" y="153047"/>
                  </a:lnTo>
                  <a:lnTo>
                    <a:pt x="7156" y="214684"/>
                  </a:lnTo>
                  <a:lnTo>
                    <a:pt x="11210" y="265757"/>
                  </a:lnTo>
                  <a:lnTo>
                    <a:pt x="16120" y="311664"/>
                  </a:lnTo>
                  <a:lnTo>
                    <a:pt x="18563" y="320750"/>
                  </a:lnTo>
                  <a:lnTo>
                    <a:pt x="19711" y="319248"/>
                  </a:lnTo>
                  <a:lnTo>
                    <a:pt x="20712" y="312836"/>
                  </a:lnTo>
                  <a:lnTo>
                    <a:pt x="21420" y="300416"/>
                  </a:lnTo>
                  <a:lnTo>
                    <a:pt x="21689" y="280888"/>
                  </a:lnTo>
                  <a:lnTo>
                    <a:pt x="21420" y="253837"/>
                  </a:lnTo>
                  <a:lnTo>
                    <a:pt x="20712" y="221584"/>
                  </a:lnTo>
                  <a:lnTo>
                    <a:pt x="19711" y="187132"/>
                  </a:lnTo>
                  <a:lnTo>
                    <a:pt x="18563" y="153487"/>
                  </a:lnTo>
                  <a:lnTo>
                    <a:pt x="17439" y="123126"/>
                  </a:lnTo>
                  <a:lnTo>
                    <a:pt x="16608" y="96430"/>
                  </a:lnTo>
                  <a:lnTo>
                    <a:pt x="16999" y="53442"/>
                  </a:lnTo>
                  <a:lnTo>
                    <a:pt x="25133" y="13104"/>
                  </a:lnTo>
                  <a:lnTo>
                    <a:pt x="41229" y="0"/>
                  </a:lnTo>
                  <a:lnTo>
                    <a:pt x="50168" y="1697"/>
                  </a:lnTo>
                  <a:lnTo>
                    <a:pt x="96039" y="24522"/>
                  </a:lnTo>
                  <a:lnTo>
                    <a:pt x="130332" y="47189"/>
                  </a:lnTo>
                  <a:lnTo>
                    <a:pt x="157150" y="79613"/>
                  </a:lnTo>
                  <a:lnTo>
                    <a:pt x="150360" y="119780"/>
                  </a:lnTo>
                  <a:lnTo>
                    <a:pt x="118669" y="158555"/>
                  </a:lnTo>
                  <a:lnTo>
                    <a:pt x="80309" y="182406"/>
                  </a:lnTo>
                  <a:lnTo>
                    <a:pt x="124653" y="169900"/>
                  </a:lnTo>
                  <a:lnTo>
                    <a:pt x="166640" y="167324"/>
                  </a:lnTo>
                  <a:lnTo>
                    <a:pt x="183481" y="202728"/>
                  </a:lnTo>
                  <a:lnTo>
                    <a:pt x="183334" y="216894"/>
                  </a:lnTo>
                  <a:lnTo>
                    <a:pt x="174101" y="265256"/>
                  </a:lnTo>
                  <a:lnTo>
                    <a:pt x="151349" y="303066"/>
                  </a:lnTo>
                  <a:lnTo>
                    <a:pt x="114211" y="324951"/>
                  </a:lnTo>
                  <a:lnTo>
                    <a:pt x="84999" y="330129"/>
                  </a:lnTo>
                  <a:lnTo>
                    <a:pt x="70624" y="329665"/>
                  </a:lnTo>
                  <a:lnTo>
                    <a:pt x="31898" y="304495"/>
                  </a:lnTo>
                  <a:lnTo>
                    <a:pt x="27942" y="265256"/>
                  </a:lnTo>
                </a:path>
              </a:pathLst>
            </a:custGeom>
            <a:ln w="387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440359" y="1166377"/>
              <a:ext cx="28575" cy="287655"/>
            </a:xfrm>
            <a:custGeom>
              <a:avLst/>
              <a:gdLst/>
              <a:ahLst/>
              <a:cxnLst/>
              <a:rect l="l" t="t" r="r" b="b"/>
              <a:pathLst>
                <a:path w="28575" h="287655">
                  <a:moveTo>
                    <a:pt x="0" y="0"/>
                  </a:moveTo>
                  <a:lnTo>
                    <a:pt x="2442" y="67804"/>
                  </a:lnTo>
                  <a:lnTo>
                    <a:pt x="5471" y="134435"/>
                  </a:lnTo>
                  <a:lnTo>
                    <a:pt x="9281" y="197159"/>
                  </a:lnTo>
                  <a:lnTo>
                    <a:pt x="11076" y="224344"/>
                  </a:lnTo>
                  <a:lnTo>
                    <a:pt x="12505" y="246986"/>
                  </a:lnTo>
                  <a:lnTo>
                    <a:pt x="13421" y="264084"/>
                  </a:lnTo>
                  <a:lnTo>
                    <a:pt x="13971" y="275905"/>
                  </a:lnTo>
                  <a:lnTo>
                    <a:pt x="14374" y="283037"/>
                  </a:lnTo>
                  <a:lnTo>
                    <a:pt x="14850" y="286066"/>
                  </a:lnTo>
                  <a:lnTo>
                    <a:pt x="15631" y="287629"/>
                  </a:lnTo>
                  <a:lnTo>
                    <a:pt x="17195" y="279813"/>
                  </a:lnTo>
                  <a:lnTo>
                    <a:pt x="19539" y="270434"/>
                  </a:lnTo>
                  <a:lnTo>
                    <a:pt x="21432" y="263131"/>
                  </a:lnTo>
                  <a:lnTo>
                    <a:pt x="23545" y="255388"/>
                  </a:lnTo>
                  <a:lnTo>
                    <a:pt x="25804" y="247352"/>
                  </a:lnTo>
                  <a:lnTo>
                    <a:pt x="28137" y="239170"/>
                  </a:lnTo>
                </a:path>
              </a:pathLst>
            </a:custGeom>
            <a:ln w="387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31090" y="1241585"/>
              <a:ext cx="148264" cy="20298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02761" y="1246812"/>
              <a:ext cx="197786" cy="197151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4909320" y="1101503"/>
              <a:ext cx="192405" cy="326390"/>
            </a:xfrm>
            <a:custGeom>
              <a:avLst/>
              <a:gdLst/>
              <a:ahLst/>
              <a:cxnLst/>
              <a:rect l="l" t="t" r="r" b="b"/>
              <a:pathLst>
                <a:path w="192404" h="326390">
                  <a:moveTo>
                    <a:pt x="0" y="27356"/>
                  </a:moveTo>
                  <a:lnTo>
                    <a:pt x="1160" y="18135"/>
                  </a:lnTo>
                  <a:lnTo>
                    <a:pt x="2247" y="9867"/>
                  </a:lnTo>
                  <a:lnTo>
                    <a:pt x="3187" y="3505"/>
                  </a:lnTo>
                  <a:lnTo>
                    <a:pt x="3908" y="0"/>
                  </a:lnTo>
                  <a:lnTo>
                    <a:pt x="4359" y="403"/>
                  </a:lnTo>
                  <a:lnTo>
                    <a:pt x="4591" y="6155"/>
                  </a:lnTo>
                  <a:lnTo>
                    <a:pt x="4677" y="18795"/>
                  </a:lnTo>
                  <a:lnTo>
                    <a:pt x="4689" y="39861"/>
                  </a:lnTo>
                  <a:lnTo>
                    <a:pt x="4714" y="70002"/>
                  </a:lnTo>
                  <a:lnTo>
                    <a:pt x="5349" y="144938"/>
                  </a:lnTo>
                  <a:lnTo>
                    <a:pt x="7681" y="214720"/>
                  </a:lnTo>
                  <a:lnTo>
                    <a:pt x="11418" y="265867"/>
                  </a:lnTo>
                  <a:lnTo>
                    <a:pt x="16218" y="313227"/>
                  </a:lnTo>
                  <a:lnTo>
                    <a:pt x="18440" y="326111"/>
                  </a:lnTo>
                  <a:lnTo>
                    <a:pt x="18758" y="321531"/>
                  </a:lnTo>
                  <a:lnTo>
                    <a:pt x="19075" y="311529"/>
                  </a:lnTo>
                  <a:lnTo>
                    <a:pt x="19540" y="295445"/>
                  </a:lnTo>
                  <a:lnTo>
                    <a:pt x="20370" y="273182"/>
                  </a:lnTo>
                  <a:lnTo>
                    <a:pt x="25255" y="219276"/>
                  </a:lnTo>
                  <a:lnTo>
                    <a:pt x="38152" y="170499"/>
                  </a:lnTo>
                  <a:lnTo>
                    <a:pt x="59059" y="137989"/>
                  </a:lnTo>
                  <a:lnTo>
                    <a:pt x="95941" y="121148"/>
                  </a:lnTo>
                  <a:lnTo>
                    <a:pt x="108056" y="123126"/>
                  </a:lnTo>
                  <a:lnTo>
                    <a:pt x="139613" y="145573"/>
                  </a:lnTo>
                  <a:lnTo>
                    <a:pt x="156577" y="181234"/>
                  </a:lnTo>
                  <a:lnTo>
                    <a:pt x="156809" y="193642"/>
                  </a:lnTo>
                  <a:lnTo>
                    <a:pt x="153084" y="205756"/>
                  </a:lnTo>
                  <a:lnTo>
                    <a:pt x="114211" y="237314"/>
                  </a:lnTo>
                  <a:lnTo>
                    <a:pt x="66253" y="254570"/>
                  </a:lnTo>
                  <a:lnTo>
                    <a:pt x="56373" y="256854"/>
                  </a:lnTo>
                  <a:lnTo>
                    <a:pt x="50156" y="258698"/>
                  </a:lnTo>
                  <a:lnTo>
                    <a:pt x="47677" y="261055"/>
                  </a:lnTo>
                  <a:lnTo>
                    <a:pt x="48960" y="264706"/>
                  </a:lnTo>
                  <a:lnTo>
                    <a:pt x="53832" y="269750"/>
                  </a:lnTo>
                  <a:lnTo>
                    <a:pt x="87649" y="292331"/>
                  </a:lnTo>
                  <a:lnTo>
                    <a:pt x="136780" y="314204"/>
                  </a:lnTo>
                  <a:lnTo>
                    <a:pt x="165993" y="317037"/>
                  </a:lnTo>
                  <a:lnTo>
                    <a:pt x="179316" y="315633"/>
                  </a:lnTo>
                  <a:lnTo>
                    <a:pt x="192274" y="313422"/>
                  </a:lnTo>
                </a:path>
              </a:pathLst>
            </a:custGeom>
            <a:ln w="387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5" name="object 2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185402" y="1172414"/>
            <a:ext cx="95006" cy="107120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194781" y="1356481"/>
            <a:ext cx="80937" cy="98132"/>
          </a:xfrm>
          <a:prstGeom prst="rect">
            <a:avLst/>
          </a:prstGeom>
        </p:spPr>
      </p:pic>
      <p:grpSp>
        <p:nvGrpSpPr>
          <p:cNvPr id="27" name="object 27"/>
          <p:cNvGrpSpPr/>
          <p:nvPr/>
        </p:nvGrpSpPr>
        <p:grpSpPr>
          <a:xfrm>
            <a:off x="2380655" y="2083104"/>
            <a:ext cx="410845" cy="461645"/>
            <a:chOff x="2380655" y="2083104"/>
            <a:chExt cx="410845" cy="461645"/>
          </a:xfrm>
        </p:grpSpPr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498250" y="2190452"/>
              <a:ext cx="188798" cy="231187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400020" y="2102469"/>
              <a:ext cx="372110" cy="422909"/>
            </a:xfrm>
            <a:custGeom>
              <a:avLst/>
              <a:gdLst/>
              <a:ahLst/>
              <a:cxnLst/>
              <a:rect l="l" t="t" r="r" b="b"/>
              <a:pathLst>
                <a:path w="372110" h="422910">
                  <a:moveTo>
                    <a:pt x="309868" y="48728"/>
                  </a:moveTo>
                  <a:lnTo>
                    <a:pt x="282512" y="11211"/>
                  </a:lnTo>
                  <a:lnTo>
                    <a:pt x="235580" y="0"/>
                  </a:lnTo>
                  <a:lnTo>
                    <a:pt x="214513" y="1831"/>
                  </a:lnTo>
                  <a:lnTo>
                    <a:pt x="166640" y="15216"/>
                  </a:lnTo>
                  <a:lnTo>
                    <a:pt x="117594" y="38567"/>
                  </a:lnTo>
                  <a:lnTo>
                    <a:pt x="74410" y="68463"/>
                  </a:lnTo>
                  <a:lnTo>
                    <a:pt x="39434" y="104221"/>
                  </a:lnTo>
                  <a:lnTo>
                    <a:pt x="14129" y="145939"/>
                  </a:lnTo>
                  <a:lnTo>
                    <a:pt x="1135" y="194106"/>
                  </a:lnTo>
                  <a:lnTo>
                    <a:pt x="0" y="220583"/>
                  </a:lnTo>
                  <a:lnTo>
                    <a:pt x="2015" y="247646"/>
                  </a:lnTo>
                  <a:lnTo>
                    <a:pt x="12859" y="298841"/>
                  </a:lnTo>
                  <a:lnTo>
                    <a:pt x="29859" y="340168"/>
                  </a:lnTo>
                  <a:lnTo>
                    <a:pt x="55066" y="371530"/>
                  </a:lnTo>
                  <a:lnTo>
                    <a:pt x="90629" y="394587"/>
                  </a:lnTo>
                  <a:lnTo>
                    <a:pt x="133226" y="410610"/>
                  </a:lnTo>
                  <a:lnTo>
                    <a:pt x="178461" y="420282"/>
                  </a:lnTo>
                  <a:lnTo>
                    <a:pt x="201042" y="422370"/>
                  </a:lnTo>
                  <a:lnTo>
                    <a:pt x="223111" y="422334"/>
                  </a:lnTo>
                  <a:lnTo>
                    <a:pt x="264242" y="415299"/>
                  </a:lnTo>
                  <a:lnTo>
                    <a:pt x="298926" y="398886"/>
                  </a:lnTo>
                  <a:lnTo>
                    <a:pt x="335417" y="356020"/>
                  </a:lnTo>
                  <a:lnTo>
                    <a:pt x="351880" y="313935"/>
                  </a:lnTo>
                  <a:lnTo>
                    <a:pt x="363604" y="263815"/>
                  </a:lnTo>
                  <a:lnTo>
                    <a:pt x="370601" y="212400"/>
                  </a:lnTo>
                  <a:lnTo>
                    <a:pt x="372104" y="187657"/>
                  </a:lnTo>
                  <a:lnTo>
                    <a:pt x="371994" y="163794"/>
                  </a:lnTo>
                  <a:lnTo>
                    <a:pt x="366180" y="119316"/>
                  </a:lnTo>
                  <a:lnTo>
                    <a:pt x="354334" y="80724"/>
                  </a:lnTo>
                  <a:lnTo>
                    <a:pt x="333121" y="38469"/>
                  </a:lnTo>
                  <a:lnTo>
                    <a:pt x="300685" y="12578"/>
                  </a:lnTo>
                  <a:lnTo>
                    <a:pt x="262972" y="29969"/>
                  </a:lnTo>
                </a:path>
              </a:pathLst>
            </a:custGeom>
            <a:ln w="38730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" name="object 30"/>
          <p:cNvGrpSpPr/>
          <p:nvPr/>
        </p:nvGrpSpPr>
        <p:grpSpPr>
          <a:xfrm>
            <a:off x="2937512" y="2148843"/>
            <a:ext cx="673735" cy="398780"/>
            <a:chOff x="2937512" y="2148843"/>
            <a:chExt cx="673735" cy="398780"/>
          </a:xfrm>
        </p:grpSpPr>
        <p:sp>
          <p:nvSpPr>
            <p:cNvPr id="31" name="object 31"/>
            <p:cNvSpPr/>
            <p:nvPr/>
          </p:nvSpPr>
          <p:spPr>
            <a:xfrm>
              <a:off x="2956877" y="2170382"/>
              <a:ext cx="177165" cy="261620"/>
            </a:xfrm>
            <a:custGeom>
              <a:avLst/>
              <a:gdLst/>
              <a:ahLst/>
              <a:cxnLst/>
              <a:rect l="l" t="t" r="r" b="b"/>
              <a:pathLst>
                <a:path w="177164" h="261619">
                  <a:moveTo>
                    <a:pt x="161010" y="69916"/>
                  </a:moveTo>
                  <a:lnTo>
                    <a:pt x="162060" y="58241"/>
                  </a:lnTo>
                  <a:lnTo>
                    <a:pt x="162377" y="46859"/>
                  </a:lnTo>
                  <a:lnTo>
                    <a:pt x="161229" y="36063"/>
                  </a:lnTo>
                  <a:lnTo>
                    <a:pt x="131614" y="4604"/>
                  </a:lnTo>
                  <a:lnTo>
                    <a:pt x="102512" y="0"/>
                  </a:lnTo>
                  <a:lnTo>
                    <a:pt x="85976" y="1428"/>
                  </a:lnTo>
                  <a:lnTo>
                    <a:pt x="40447" y="23155"/>
                  </a:lnTo>
                  <a:lnTo>
                    <a:pt x="21103" y="66790"/>
                  </a:lnTo>
                  <a:lnTo>
                    <a:pt x="24364" y="83362"/>
                  </a:lnTo>
                  <a:lnTo>
                    <a:pt x="60965" y="128537"/>
                  </a:lnTo>
                  <a:lnTo>
                    <a:pt x="99556" y="148272"/>
                  </a:lnTo>
                  <a:lnTo>
                    <a:pt x="147820" y="163281"/>
                  </a:lnTo>
                  <a:lnTo>
                    <a:pt x="156906" y="165956"/>
                  </a:lnTo>
                  <a:lnTo>
                    <a:pt x="176642" y="195754"/>
                  </a:lnTo>
                  <a:lnTo>
                    <a:pt x="176019" y="205158"/>
                  </a:lnTo>
                  <a:lnTo>
                    <a:pt x="157456" y="242895"/>
                  </a:lnTo>
                  <a:lnTo>
                    <a:pt x="108667" y="260469"/>
                  </a:lnTo>
                  <a:lnTo>
                    <a:pt x="92815" y="261116"/>
                  </a:lnTo>
                  <a:lnTo>
                    <a:pt x="76670" y="260151"/>
                  </a:lnTo>
                  <a:lnTo>
                    <a:pt x="33315" y="247633"/>
                  </a:lnTo>
                  <a:lnTo>
                    <a:pt x="2833" y="222720"/>
                  </a:lnTo>
                  <a:lnTo>
                    <a:pt x="0" y="212950"/>
                  </a:lnTo>
                  <a:lnTo>
                    <a:pt x="0" y="207478"/>
                  </a:lnTo>
                  <a:lnTo>
                    <a:pt x="3126" y="204352"/>
                  </a:lnTo>
                  <a:lnTo>
                    <a:pt x="6252" y="201226"/>
                  </a:lnTo>
                </a:path>
              </a:pathLst>
            </a:custGeom>
            <a:ln w="38730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210433" y="2168209"/>
              <a:ext cx="152400" cy="248920"/>
            </a:xfrm>
            <a:custGeom>
              <a:avLst/>
              <a:gdLst/>
              <a:ahLst/>
              <a:cxnLst/>
              <a:rect l="l" t="t" r="r" b="b"/>
              <a:pathLst>
                <a:path w="152400" h="248919">
                  <a:moveTo>
                    <a:pt x="43452" y="72090"/>
                  </a:moveTo>
                  <a:lnTo>
                    <a:pt x="41889" y="64274"/>
                  </a:lnTo>
                  <a:lnTo>
                    <a:pt x="40325" y="56458"/>
                  </a:lnTo>
                  <a:lnTo>
                    <a:pt x="36417" y="48642"/>
                  </a:lnTo>
                  <a:lnTo>
                    <a:pt x="2589" y="75656"/>
                  </a:lnTo>
                  <a:lnTo>
                    <a:pt x="0" y="120892"/>
                  </a:lnTo>
                  <a:lnTo>
                    <a:pt x="2808" y="145561"/>
                  </a:lnTo>
                  <a:lnTo>
                    <a:pt x="19222" y="192164"/>
                  </a:lnTo>
                  <a:lnTo>
                    <a:pt x="45015" y="227629"/>
                  </a:lnTo>
                  <a:lnTo>
                    <a:pt x="87551" y="248293"/>
                  </a:lnTo>
                  <a:lnTo>
                    <a:pt x="100509" y="247951"/>
                  </a:lnTo>
                  <a:lnTo>
                    <a:pt x="138807" y="216687"/>
                  </a:lnTo>
                  <a:lnTo>
                    <a:pt x="152327" y="160192"/>
                  </a:lnTo>
                  <a:lnTo>
                    <a:pt x="152095" y="138526"/>
                  </a:lnTo>
                  <a:lnTo>
                    <a:pt x="142715" y="96320"/>
                  </a:lnTo>
                  <a:lnTo>
                    <a:pt x="123957" y="58803"/>
                  </a:lnTo>
                  <a:lnTo>
                    <a:pt x="99336" y="29200"/>
                  </a:lnTo>
                  <a:lnTo>
                    <a:pt x="59108" y="3932"/>
                  </a:lnTo>
                  <a:lnTo>
                    <a:pt x="35221" y="0"/>
                  </a:lnTo>
                  <a:lnTo>
                    <a:pt x="25475" y="964"/>
                  </a:lnTo>
                  <a:lnTo>
                    <a:pt x="5569" y="47543"/>
                  </a:lnTo>
                  <a:lnTo>
                    <a:pt x="8353" y="93413"/>
                  </a:lnTo>
                  <a:lnTo>
                    <a:pt x="10624" y="118986"/>
                  </a:lnTo>
                </a:path>
              </a:pathLst>
            </a:custGeom>
            <a:ln w="38730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3226908" y="2290530"/>
              <a:ext cx="200660" cy="237490"/>
            </a:xfrm>
            <a:custGeom>
              <a:avLst/>
              <a:gdLst/>
              <a:ahLst/>
              <a:cxnLst/>
              <a:rect l="l" t="t" r="r" b="b"/>
              <a:pathLst>
                <a:path w="200660" h="237489">
                  <a:moveTo>
                    <a:pt x="12908" y="62320"/>
                  </a:moveTo>
                  <a:lnTo>
                    <a:pt x="8218" y="56067"/>
                  </a:lnTo>
                  <a:lnTo>
                    <a:pt x="3529" y="49814"/>
                  </a:lnTo>
                  <a:lnTo>
                    <a:pt x="1184" y="42780"/>
                  </a:lnTo>
                  <a:lnTo>
                    <a:pt x="0" y="37370"/>
                  </a:lnTo>
                  <a:lnTo>
                    <a:pt x="500" y="31740"/>
                  </a:lnTo>
                  <a:lnTo>
                    <a:pt x="32155" y="8976"/>
                  </a:lnTo>
                  <a:lnTo>
                    <a:pt x="67376" y="0"/>
                  </a:lnTo>
                  <a:lnTo>
                    <a:pt x="75241" y="1062"/>
                  </a:lnTo>
                  <a:lnTo>
                    <a:pt x="96833" y="41217"/>
                  </a:lnTo>
                  <a:lnTo>
                    <a:pt x="103574" y="83423"/>
                  </a:lnTo>
                  <a:lnTo>
                    <a:pt x="106310" y="133934"/>
                  </a:lnTo>
                  <a:lnTo>
                    <a:pt x="106700" y="177997"/>
                  </a:lnTo>
                  <a:lnTo>
                    <a:pt x="106749" y="192897"/>
                  </a:lnTo>
                  <a:lnTo>
                    <a:pt x="119206" y="232710"/>
                  </a:lnTo>
                  <a:lnTo>
                    <a:pt x="131724" y="237216"/>
                  </a:lnTo>
                  <a:lnTo>
                    <a:pt x="137867" y="236324"/>
                  </a:lnTo>
                  <a:lnTo>
                    <a:pt x="175286" y="201739"/>
                  </a:lnTo>
                  <a:lnTo>
                    <a:pt x="187670" y="186436"/>
                  </a:lnTo>
                  <a:lnTo>
                    <a:pt x="200493" y="170181"/>
                  </a:lnTo>
                </a:path>
              </a:pathLst>
            </a:custGeom>
            <a:ln w="38730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43037" y="2169348"/>
              <a:ext cx="167865" cy="247552"/>
            </a:xfrm>
            <a:prstGeom prst="rect">
              <a:avLst/>
            </a:prstGeom>
          </p:spPr>
        </p:pic>
      </p:grpSp>
      <p:grpSp>
        <p:nvGrpSpPr>
          <p:cNvPr id="35" name="object 35"/>
          <p:cNvGrpSpPr/>
          <p:nvPr/>
        </p:nvGrpSpPr>
        <p:grpSpPr>
          <a:xfrm>
            <a:off x="3674563" y="2034912"/>
            <a:ext cx="1343660" cy="842644"/>
            <a:chOff x="3674563" y="2034912"/>
            <a:chExt cx="1343660" cy="842644"/>
          </a:xfrm>
        </p:grpSpPr>
        <p:sp>
          <p:nvSpPr>
            <p:cNvPr id="36" name="object 36"/>
            <p:cNvSpPr/>
            <p:nvPr/>
          </p:nvSpPr>
          <p:spPr>
            <a:xfrm>
              <a:off x="3693928" y="2160577"/>
              <a:ext cx="165100" cy="19050"/>
            </a:xfrm>
            <a:custGeom>
              <a:avLst/>
              <a:gdLst/>
              <a:ahLst/>
              <a:cxnLst/>
              <a:rect l="l" t="t" r="r" b="b"/>
              <a:pathLst>
                <a:path w="165100" h="19050">
                  <a:moveTo>
                    <a:pt x="19540" y="18758"/>
                  </a:moveTo>
                  <a:lnTo>
                    <a:pt x="10160" y="14068"/>
                  </a:lnTo>
                  <a:lnTo>
                    <a:pt x="781" y="9379"/>
                  </a:lnTo>
                  <a:lnTo>
                    <a:pt x="0" y="7034"/>
                  </a:lnTo>
                  <a:lnTo>
                    <a:pt x="1221" y="5666"/>
                  </a:lnTo>
                  <a:lnTo>
                    <a:pt x="6839" y="4885"/>
                  </a:lnTo>
                  <a:lnTo>
                    <a:pt x="18025" y="4396"/>
                  </a:lnTo>
                  <a:lnTo>
                    <a:pt x="35953" y="3908"/>
                  </a:lnTo>
                  <a:lnTo>
                    <a:pt x="61270" y="3187"/>
                  </a:lnTo>
                  <a:lnTo>
                    <a:pt x="92522" y="2247"/>
                  </a:lnTo>
                  <a:lnTo>
                    <a:pt x="127730" y="1160"/>
                  </a:lnTo>
                  <a:lnTo>
                    <a:pt x="164918" y="0"/>
                  </a:lnTo>
                </a:path>
              </a:pathLst>
            </a:custGeom>
            <a:ln w="38730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3783801" y="2180898"/>
              <a:ext cx="42545" cy="215900"/>
            </a:xfrm>
            <a:custGeom>
              <a:avLst/>
              <a:gdLst/>
              <a:ahLst/>
              <a:cxnLst/>
              <a:rect l="l" t="t" r="r" b="b"/>
              <a:pathLst>
                <a:path w="42545" h="215900">
                  <a:moveTo>
                    <a:pt x="18770" y="3126"/>
                  </a:moveTo>
                  <a:lnTo>
                    <a:pt x="10954" y="1563"/>
                  </a:lnTo>
                  <a:lnTo>
                    <a:pt x="3138" y="0"/>
                  </a:lnTo>
                  <a:lnTo>
                    <a:pt x="793" y="7816"/>
                  </a:lnTo>
                  <a:lnTo>
                    <a:pt x="0" y="15485"/>
                  </a:lnTo>
                  <a:lnTo>
                    <a:pt x="891" y="26965"/>
                  </a:lnTo>
                  <a:lnTo>
                    <a:pt x="3101" y="42548"/>
                  </a:lnTo>
                  <a:lnTo>
                    <a:pt x="6264" y="62528"/>
                  </a:lnTo>
                  <a:lnTo>
                    <a:pt x="10050" y="86745"/>
                  </a:lnTo>
                  <a:lnTo>
                    <a:pt x="18794" y="139577"/>
                  </a:lnTo>
                  <a:lnTo>
                    <a:pt x="28100" y="182577"/>
                  </a:lnTo>
                  <a:lnTo>
                    <a:pt x="42218" y="215722"/>
                  </a:lnTo>
                  <a:lnTo>
                    <a:pt x="42218" y="207906"/>
                  </a:lnTo>
                  <a:lnTo>
                    <a:pt x="42218" y="200090"/>
                  </a:lnTo>
                </a:path>
              </a:pathLst>
            </a:custGeom>
            <a:ln w="38730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715988" y="2220702"/>
              <a:ext cx="347549" cy="188737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4044868" y="2268438"/>
              <a:ext cx="132715" cy="589915"/>
            </a:xfrm>
            <a:custGeom>
              <a:avLst/>
              <a:gdLst/>
              <a:ahLst/>
              <a:cxnLst/>
              <a:rect l="l" t="t" r="r" b="b"/>
              <a:pathLst>
                <a:path w="132714" h="589914">
                  <a:moveTo>
                    <a:pt x="67217" y="0"/>
                  </a:moveTo>
                  <a:lnTo>
                    <a:pt x="74642" y="62332"/>
                  </a:lnTo>
                  <a:lnTo>
                    <a:pt x="84412" y="132872"/>
                  </a:lnTo>
                  <a:lnTo>
                    <a:pt x="90775" y="173344"/>
                  </a:lnTo>
                  <a:lnTo>
                    <a:pt x="97797" y="216308"/>
                  </a:lnTo>
                  <a:lnTo>
                    <a:pt x="104966" y="260151"/>
                  </a:lnTo>
                  <a:lnTo>
                    <a:pt x="111769" y="303261"/>
                  </a:lnTo>
                  <a:lnTo>
                    <a:pt x="117765" y="344247"/>
                  </a:lnTo>
                  <a:lnTo>
                    <a:pt x="122809" y="382594"/>
                  </a:lnTo>
                  <a:lnTo>
                    <a:pt x="129745" y="450203"/>
                  </a:lnTo>
                  <a:lnTo>
                    <a:pt x="132090" y="504231"/>
                  </a:lnTo>
                  <a:lnTo>
                    <a:pt x="131504" y="526153"/>
                  </a:lnTo>
                  <a:lnTo>
                    <a:pt x="123004" y="572328"/>
                  </a:lnTo>
                  <a:lnTo>
                    <a:pt x="107812" y="589438"/>
                  </a:lnTo>
                  <a:lnTo>
                    <a:pt x="101412" y="588449"/>
                  </a:lnTo>
                  <a:lnTo>
                    <a:pt x="71357" y="562632"/>
                  </a:lnTo>
                  <a:lnTo>
                    <a:pt x="43293" y="524480"/>
                  </a:lnTo>
                  <a:lnTo>
                    <a:pt x="17805" y="468473"/>
                  </a:lnTo>
                  <a:lnTo>
                    <a:pt x="2222" y="401059"/>
                  </a:lnTo>
                  <a:lnTo>
                    <a:pt x="0" y="367353"/>
                  </a:lnTo>
                  <a:lnTo>
                    <a:pt x="2088" y="335857"/>
                  </a:lnTo>
                  <a:lnTo>
                    <a:pt x="14178" y="283709"/>
                  </a:lnTo>
                  <a:lnTo>
                    <a:pt x="31557" y="243566"/>
                  </a:lnTo>
                  <a:lnTo>
                    <a:pt x="35501" y="238254"/>
                  </a:lnTo>
                  <a:lnTo>
                    <a:pt x="39079" y="234480"/>
                  </a:lnTo>
                </a:path>
              </a:pathLst>
            </a:custGeom>
            <a:ln w="38730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49374" y="2225624"/>
              <a:ext cx="136833" cy="179712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4320089" y="2054278"/>
              <a:ext cx="678815" cy="330200"/>
            </a:xfrm>
            <a:custGeom>
              <a:avLst/>
              <a:gdLst/>
              <a:ahLst/>
              <a:cxnLst/>
              <a:rect l="l" t="t" r="r" b="b"/>
              <a:pathLst>
                <a:path w="678814" h="330200">
                  <a:moveTo>
                    <a:pt x="73373" y="223538"/>
                  </a:moveTo>
                  <a:lnTo>
                    <a:pt x="58522" y="182113"/>
                  </a:lnTo>
                  <a:lnTo>
                    <a:pt x="19833" y="179084"/>
                  </a:lnTo>
                  <a:lnTo>
                    <a:pt x="1404" y="221608"/>
                  </a:lnTo>
                  <a:lnTo>
                    <a:pt x="0" y="242492"/>
                  </a:lnTo>
                  <a:lnTo>
                    <a:pt x="1086" y="263668"/>
                  </a:lnTo>
                  <a:lnTo>
                    <a:pt x="18074" y="310491"/>
                  </a:lnTo>
                  <a:lnTo>
                    <a:pt x="59499" y="329641"/>
                  </a:lnTo>
                  <a:lnTo>
                    <a:pt x="71052" y="328004"/>
                  </a:lnTo>
                  <a:lnTo>
                    <a:pt x="105614" y="305313"/>
                  </a:lnTo>
                  <a:lnTo>
                    <a:pt x="124958" y="271216"/>
                  </a:lnTo>
                  <a:lnTo>
                    <a:pt x="137952" y="219728"/>
                  </a:lnTo>
                  <a:lnTo>
                    <a:pt x="144498" y="159447"/>
                  </a:lnTo>
                  <a:lnTo>
                    <a:pt x="145573" y="101315"/>
                  </a:lnTo>
                  <a:lnTo>
                    <a:pt x="143717" y="55493"/>
                  </a:lnTo>
                  <a:lnTo>
                    <a:pt x="137464" y="14068"/>
                  </a:lnTo>
                  <a:lnTo>
                    <a:pt x="129648" y="0"/>
                  </a:lnTo>
                  <a:lnTo>
                    <a:pt x="125740" y="1563"/>
                  </a:lnTo>
                  <a:lnTo>
                    <a:pt x="118705" y="40643"/>
                  </a:lnTo>
                  <a:lnTo>
                    <a:pt x="121148" y="94280"/>
                  </a:lnTo>
                  <a:lnTo>
                    <a:pt x="128866" y="160228"/>
                  </a:lnTo>
                  <a:lnTo>
                    <a:pt x="141372" y="223538"/>
                  </a:lnTo>
                  <a:lnTo>
                    <a:pt x="153878" y="272779"/>
                  </a:lnTo>
                  <a:lnTo>
                    <a:pt x="169510" y="314204"/>
                  </a:lnTo>
                  <a:lnTo>
                    <a:pt x="209188" y="319529"/>
                  </a:lnTo>
                  <a:lnTo>
                    <a:pt x="240587" y="279679"/>
                  </a:lnTo>
                  <a:lnTo>
                    <a:pt x="257831" y="237802"/>
                  </a:lnTo>
                  <a:lnTo>
                    <a:pt x="264621" y="198478"/>
                  </a:lnTo>
                  <a:lnTo>
                    <a:pt x="260957" y="156320"/>
                  </a:lnTo>
                  <a:lnTo>
                    <a:pt x="250283" y="207307"/>
                  </a:lnTo>
                  <a:lnTo>
                    <a:pt x="255608" y="254179"/>
                  </a:lnTo>
                  <a:lnTo>
                    <a:pt x="266123" y="291391"/>
                  </a:lnTo>
                  <a:lnTo>
                    <a:pt x="297253" y="321153"/>
                  </a:lnTo>
                  <a:lnTo>
                    <a:pt x="333084" y="305985"/>
                  </a:lnTo>
                  <a:lnTo>
                    <a:pt x="347422" y="251578"/>
                  </a:lnTo>
                  <a:lnTo>
                    <a:pt x="355531" y="210251"/>
                  </a:lnTo>
                  <a:lnTo>
                    <a:pt x="360221" y="171952"/>
                  </a:lnTo>
                  <a:lnTo>
                    <a:pt x="361002" y="164136"/>
                  </a:lnTo>
                  <a:lnTo>
                    <a:pt x="362566" y="156320"/>
                  </a:lnTo>
                  <a:lnTo>
                    <a:pt x="362334" y="157871"/>
                  </a:lnTo>
                  <a:lnTo>
                    <a:pt x="361882" y="162866"/>
                  </a:lnTo>
                  <a:lnTo>
                    <a:pt x="361576" y="171818"/>
                  </a:lnTo>
                  <a:lnTo>
                    <a:pt x="361784" y="185239"/>
                  </a:lnTo>
                  <a:lnTo>
                    <a:pt x="362822" y="203192"/>
                  </a:lnTo>
                  <a:lnTo>
                    <a:pt x="367829" y="245252"/>
                  </a:lnTo>
                  <a:lnTo>
                    <a:pt x="383571" y="294078"/>
                  </a:lnTo>
                  <a:lnTo>
                    <a:pt x="418157" y="315572"/>
                  </a:lnTo>
                  <a:lnTo>
                    <a:pt x="427988" y="314253"/>
                  </a:lnTo>
                  <a:lnTo>
                    <a:pt x="462110" y="284906"/>
                  </a:lnTo>
                  <a:lnTo>
                    <a:pt x="475666" y="236740"/>
                  </a:lnTo>
                  <a:lnTo>
                    <a:pt x="473553" y="224320"/>
                  </a:lnTo>
                  <a:lnTo>
                    <a:pt x="452120" y="189697"/>
                  </a:lnTo>
                  <a:lnTo>
                    <a:pt x="418255" y="163452"/>
                  </a:lnTo>
                  <a:lnTo>
                    <a:pt x="382887" y="146941"/>
                  </a:lnTo>
                  <a:lnTo>
                    <a:pt x="373508" y="145378"/>
                  </a:lnTo>
                  <a:lnTo>
                    <a:pt x="372726" y="146159"/>
                  </a:lnTo>
                  <a:lnTo>
                    <a:pt x="411379" y="151056"/>
                  </a:lnTo>
                  <a:lnTo>
                    <a:pt x="445208" y="150299"/>
                  </a:lnTo>
                  <a:lnTo>
                    <a:pt x="461829" y="150067"/>
                  </a:lnTo>
                  <a:lnTo>
                    <a:pt x="501398" y="154024"/>
                  </a:lnTo>
                  <a:lnTo>
                    <a:pt x="537132" y="182174"/>
                  </a:lnTo>
                  <a:lnTo>
                    <a:pt x="550932" y="232722"/>
                  </a:lnTo>
                  <a:lnTo>
                    <a:pt x="554217" y="280717"/>
                  </a:lnTo>
                  <a:lnTo>
                    <a:pt x="542334" y="315767"/>
                  </a:lnTo>
                  <a:lnTo>
                    <a:pt x="539989" y="313422"/>
                  </a:lnTo>
                  <a:lnTo>
                    <a:pt x="542334" y="273561"/>
                  </a:lnTo>
                  <a:lnTo>
                    <a:pt x="552397" y="225883"/>
                  </a:lnTo>
                  <a:lnTo>
                    <a:pt x="566564" y="178205"/>
                  </a:lnTo>
                  <a:lnTo>
                    <a:pt x="589756" y="140175"/>
                  </a:lnTo>
                  <a:lnTo>
                    <a:pt x="615512" y="128610"/>
                  </a:lnTo>
                  <a:lnTo>
                    <a:pt x="620495" y="130527"/>
                  </a:lnTo>
                  <a:lnTo>
                    <a:pt x="633782" y="167263"/>
                  </a:lnTo>
                  <a:lnTo>
                    <a:pt x="635834" y="209371"/>
                  </a:lnTo>
                  <a:lnTo>
                    <a:pt x="636127" y="250894"/>
                  </a:lnTo>
                  <a:lnTo>
                    <a:pt x="636175" y="265329"/>
                  </a:lnTo>
                  <a:lnTo>
                    <a:pt x="648632" y="301698"/>
                  </a:lnTo>
                  <a:lnTo>
                    <a:pt x="655667" y="300917"/>
                  </a:lnTo>
                  <a:lnTo>
                    <a:pt x="661077" y="299121"/>
                  </a:lnTo>
                  <a:lnTo>
                    <a:pt x="666707" y="295348"/>
                  </a:lnTo>
                  <a:lnTo>
                    <a:pt x="672483" y="290255"/>
                  </a:lnTo>
                  <a:lnTo>
                    <a:pt x="678333" y="284503"/>
                  </a:lnTo>
                </a:path>
              </a:pathLst>
            </a:custGeom>
            <a:ln w="38730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349087" y="2052108"/>
              <a:ext cx="241946" cy="113763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4112086" y="2160577"/>
              <a:ext cx="19050" cy="17780"/>
            </a:xfrm>
            <a:custGeom>
              <a:avLst/>
              <a:gdLst/>
              <a:ahLst/>
              <a:cxnLst/>
              <a:rect l="l" t="t" r="r" b="b"/>
              <a:pathLst>
                <a:path w="19050" h="17780">
                  <a:moveTo>
                    <a:pt x="18758" y="14068"/>
                  </a:moveTo>
                  <a:lnTo>
                    <a:pt x="10942" y="10942"/>
                  </a:lnTo>
                  <a:lnTo>
                    <a:pt x="3126" y="7816"/>
                  </a:lnTo>
                  <a:lnTo>
                    <a:pt x="1563" y="9379"/>
                  </a:lnTo>
                  <a:lnTo>
                    <a:pt x="0" y="10942"/>
                  </a:lnTo>
                  <a:lnTo>
                    <a:pt x="4689" y="17195"/>
                  </a:lnTo>
                  <a:lnTo>
                    <a:pt x="7034" y="16413"/>
                  </a:lnTo>
                  <a:lnTo>
                    <a:pt x="9379" y="15632"/>
                  </a:lnTo>
                  <a:lnTo>
                    <a:pt x="9379" y="7816"/>
                  </a:lnTo>
                  <a:lnTo>
                    <a:pt x="9379" y="0"/>
                  </a:lnTo>
                </a:path>
              </a:pathLst>
            </a:custGeom>
            <a:ln w="38730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4" name="object 44"/>
          <p:cNvGrpSpPr/>
          <p:nvPr/>
        </p:nvGrpSpPr>
        <p:grpSpPr>
          <a:xfrm>
            <a:off x="2976591" y="2703965"/>
            <a:ext cx="387350" cy="1367790"/>
            <a:chOff x="2976591" y="2703965"/>
            <a:chExt cx="387350" cy="1367790"/>
          </a:xfrm>
        </p:grpSpPr>
        <p:sp>
          <p:nvSpPr>
            <p:cNvPr id="45" name="object 45"/>
            <p:cNvSpPr/>
            <p:nvPr/>
          </p:nvSpPr>
          <p:spPr>
            <a:xfrm>
              <a:off x="3028723" y="2723330"/>
              <a:ext cx="315595" cy="572135"/>
            </a:xfrm>
            <a:custGeom>
              <a:avLst/>
              <a:gdLst/>
              <a:ahLst/>
              <a:cxnLst/>
              <a:rect l="l" t="t" r="r" b="b"/>
              <a:pathLst>
                <a:path w="315595" h="572135">
                  <a:moveTo>
                    <a:pt x="32888" y="0"/>
                  </a:moveTo>
                  <a:lnTo>
                    <a:pt x="32863" y="45650"/>
                  </a:lnTo>
                  <a:lnTo>
                    <a:pt x="32692" y="90861"/>
                  </a:lnTo>
                  <a:lnTo>
                    <a:pt x="32228" y="135192"/>
                  </a:lnTo>
                  <a:lnTo>
                    <a:pt x="31325" y="178205"/>
                  </a:lnTo>
                  <a:lnTo>
                    <a:pt x="29859" y="219508"/>
                  </a:lnTo>
                  <a:lnTo>
                    <a:pt x="27807" y="258906"/>
                  </a:lnTo>
                  <a:lnTo>
                    <a:pt x="21945" y="331399"/>
                  </a:lnTo>
                  <a:lnTo>
                    <a:pt x="14325" y="393537"/>
                  </a:lnTo>
                  <a:lnTo>
                    <a:pt x="10734" y="418890"/>
                  </a:lnTo>
                  <a:lnTo>
                    <a:pt x="7877" y="439260"/>
                  </a:lnTo>
                  <a:lnTo>
                    <a:pt x="6045" y="454209"/>
                  </a:lnTo>
                  <a:lnTo>
                    <a:pt x="4946" y="465053"/>
                  </a:lnTo>
                  <a:lnTo>
                    <a:pt x="4140" y="473553"/>
                  </a:lnTo>
                  <a:lnTo>
                    <a:pt x="3187" y="481467"/>
                  </a:lnTo>
                  <a:lnTo>
                    <a:pt x="1831" y="490101"/>
                  </a:lnTo>
                  <a:lnTo>
                    <a:pt x="549" y="498955"/>
                  </a:lnTo>
                  <a:lnTo>
                    <a:pt x="0" y="507077"/>
                  </a:lnTo>
                  <a:lnTo>
                    <a:pt x="842" y="513513"/>
                  </a:lnTo>
                  <a:lnTo>
                    <a:pt x="4005" y="517579"/>
                  </a:lnTo>
                  <a:lnTo>
                    <a:pt x="11492" y="519668"/>
                  </a:lnTo>
                  <a:lnTo>
                    <a:pt x="25573" y="520437"/>
                  </a:lnTo>
                  <a:lnTo>
                    <a:pt x="48520" y="520547"/>
                  </a:lnTo>
                  <a:lnTo>
                    <a:pt x="81421" y="520547"/>
                  </a:lnTo>
                  <a:lnTo>
                    <a:pt x="120623" y="520547"/>
                  </a:lnTo>
                  <a:lnTo>
                    <a:pt x="306449" y="520547"/>
                  </a:lnTo>
                  <a:lnTo>
                    <a:pt x="306449" y="518202"/>
                  </a:lnTo>
                  <a:lnTo>
                    <a:pt x="306449" y="515857"/>
                  </a:lnTo>
                  <a:lnTo>
                    <a:pt x="298633" y="511168"/>
                  </a:lnTo>
                  <a:lnTo>
                    <a:pt x="286909" y="503352"/>
                  </a:lnTo>
                  <a:lnTo>
                    <a:pt x="248610" y="475996"/>
                  </a:lnTo>
                  <a:lnTo>
                    <a:pt x="231415" y="461145"/>
                  </a:lnTo>
                  <a:lnTo>
                    <a:pt x="232197" y="460364"/>
                  </a:lnTo>
                  <a:lnTo>
                    <a:pt x="232978" y="459582"/>
                  </a:lnTo>
                  <a:lnTo>
                    <a:pt x="240794" y="464272"/>
                  </a:lnTo>
                  <a:lnTo>
                    <a:pt x="251737" y="469743"/>
                  </a:lnTo>
                  <a:lnTo>
                    <a:pt x="260456" y="474005"/>
                  </a:lnTo>
                  <a:lnTo>
                    <a:pt x="269909" y="478634"/>
                  </a:lnTo>
                  <a:lnTo>
                    <a:pt x="305960" y="501691"/>
                  </a:lnTo>
                  <a:lnTo>
                    <a:pt x="315242" y="518459"/>
                  </a:lnTo>
                  <a:lnTo>
                    <a:pt x="312506" y="523185"/>
                  </a:lnTo>
                  <a:lnTo>
                    <a:pt x="307133" y="528351"/>
                  </a:lnTo>
                  <a:lnTo>
                    <a:pt x="299414" y="534616"/>
                  </a:lnTo>
                  <a:lnTo>
                    <a:pt x="289681" y="542456"/>
                  </a:lnTo>
                  <a:lnTo>
                    <a:pt x="278409" y="551616"/>
                  </a:lnTo>
                  <a:lnTo>
                    <a:pt x="266111" y="561654"/>
                  </a:lnTo>
                  <a:lnTo>
                    <a:pt x="253300" y="572133"/>
                  </a:lnTo>
                </a:path>
              </a:pathLst>
            </a:custGeom>
            <a:ln w="387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3267955" y="3211051"/>
              <a:ext cx="19050" cy="72390"/>
            </a:xfrm>
            <a:custGeom>
              <a:avLst/>
              <a:gdLst/>
              <a:ahLst/>
              <a:cxnLst/>
              <a:rect l="l" t="t" r="r" b="b"/>
              <a:pathLst>
                <a:path w="19050" h="72389">
                  <a:moveTo>
                    <a:pt x="0" y="0"/>
                  </a:moveTo>
                  <a:lnTo>
                    <a:pt x="8597" y="44551"/>
                  </a:lnTo>
                  <a:lnTo>
                    <a:pt x="11528" y="61844"/>
                  </a:lnTo>
                  <a:lnTo>
                    <a:pt x="12554" y="67523"/>
                  </a:lnTo>
                  <a:lnTo>
                    <a:pt x="13287" y="70344"/>
                  </a:lnTo>
                  <a:lnTo>
                    <a:pt x="14068" y="71907"/>
                  </a:lnTo>
                  <a:lnTo>
                    <a:pt x="14068" y="64091"/>
                  </a:lnTo>
                  <a:lnTo>
                    <a:pt x="7816" y="18758"/>
                  </a:lnTo>
                  <a:lnTo>
                    <a:pt x="6252" y="9379"/>
                  </a:lnTo>
                  <a:lnTo>
                    <a:pt x="5471" y="9379"/>
                  </a:lnTo>
                  <a:lnTo>
                    <a:pt x="4689" y="9379"/>
                  </a:lnTo>
                  <a:lnTo>
                    <a:pt x="4689" y="18758"/>
                  </a:lnTo>
                  <a:lnTo>
                    <a:pt x="4689" y="27356"/>
                  </a:lnTo>
                  <a:lnTo>
                    <a:pt x="4689" y="35953"/>
                  </a:lnTo>
                  <a:lnTo>
                    <a:pt x="4689" y="43769"/>
                  </a:lnTo>
                  <a:lnTo>
                    <a:pt x="6252" y="52367"/>
                  </a:lnTo>
                  <a:lnTo>
                    <a:pt x="7816" y="60965"/>
                  </a:lnTo>
                  <a:lnTo>
                    <a:pt x="10942" y="70344"/>
                  </a:lnTo>
                  <a:lnTo>
                    <a:pt x="13287" y="68781"/>
                  </a:lnTo>
                  <a:lnTo>
                    <a:pt x="15631" y="67217"/>
                  </a:lnTo>
                  <a:lnTo>
                    <a:pt x="18746" y="24657"/>
                  </a:lnTo>
                  <a:lnTo>
                    <a:pt x="18758" y="18758"/>
                  </a:lnTo>
                </a:path>
              </a:pathLst>
            </a:custGeom>
            <a:ln w="387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3005739" y="2746778"/>
              <a:ext cx="321310" cy="1262380"/>
            </a:xfrm>
            <a:custGeom>
              <a:avLst/>
              <a:gdLst/>
              <a:ahLst/>
              <a:cxnLst/>
              <a:rect l="l" t="t" r="r" b="b"/>
              <a:pathLst>
                <a:path w="321310" h="1262379">
                  <a:moveTo>
                    <a:pt x="46493" y="0"/>
                  </a:moveTo>
                  <a:lnTo>
                    <a:pt x="46590" y="72591"/>
                  </a:lnTo>
                  <a:lnTo>
                    <a:pt x="47274" y="144596"/>
                  </a:lnTo>
                  <a:lnTo>
                    <a:pt x="48935" y="215429"/>
                  </a:lnTo>
                  <a:lnTo>
                    <a:pt x="51182" y="284503"/>
                  </a:lnTo>
                  <a:lnTo>
                    <a:pt x="52318" y="318136"/>
                  </a:lnTo>
                  <a:lnTo>
                    <a:pt x="53234" y="350744"/>
                  </a:lnTo>
                  <a:lnTo>
                    <a:pt x="53710" y="381886"/>
                  </a:lnTo>
                  <a:lnTo>
                    <a:pt x="53527" y="411123"/>
                  </a:lnTo>
                  <a:lnTo>
                    <a:pt x="50889" y="463490"/>
                  </a:lnTo>
                  <a:lnTo>
                    <a:pt x="46493" y="511168"/>
                  </a:lnTo>
                  <a:lnTo>
                    <a:pt x="41705" y="558455"/>
                  </a:lnTo>
                  <a:lnTo>
                    <a:pt x="36332" y="608086"/>
                  </a:lnTo>
                  <a:lnTo>
                    <a:pt x="30079" y="661724"/>
                  </a:lnTo>
                  <a:lnTo>
                    <a:pt x="26879" y="689752"/>
                  </a:lnTo>
                  <a:lnTo>
                    <a:pt x="21042" y="747114"/>
                  </a:lnTo>
                  <a:lnTo>
                    <a:pt x="16352" y="804465"/>
                  </a:lnTo>
                  <a:lnTo>
                    <a:pt x="12823" y="859555"/>
                  </a:lnTo>
                  <a:lnTo>
                    <a:pt x="10160" y="912094"/>
                  </a:lnTo>
                  <a:lnTo>
                    <a:pt x="7803" y="963777"/>
                  </a:lnTo>
                  <a:lnTo>
                    <a:pt x="5459" y="1016950"/>
                  </a:lnTo>
                  <a:lnTo>
                    <a:pt x="3126" y="1074166"/>
                  </a:lnTo>
                  <a:lnTo>
                    <a:pt x="1099" y="1129855"/>
                  </a:lnTo>
                  <a:lnTo>
                    <a:pt x="0" y="1170719"/>
                  </a:lnTo>
                  <a:lnTo>
                    <a:pt x="280" y="1183737"/>
                  </a:lnTo>
                  <a:lnTo>
                    <a:pt x="1587" y="1192652"/>
                  </a:lnTo>
                  <a:lnTo>
                    <a:pt x="4286" y="1198197"/>
                  </a:lnTo>
                  <a:lnTo>
                    <a:pt x="8976" y="1201067"/>
                  </a:lnTo>
                  <a:lnTo>
                    <a:pt x="17183" y="1201812"/>
                  </a:lnTo>
                  <a:lnTo>
                    <a:pt x="30665" y="1200945"/>
                  </a:lnTo>
                  <a:lnTo>
                    <a:pt x="51182" y="1198979"/>
                  </a:lnTo>
                  <a:lnTo>
                    <a:pt x="79650" y="1196402"/>
                  </a:lnTo>
                  <a:lnTo>
                    <a:pt x="149774" y="1190955"/>
                  </a:lnTo>
                  <a:lnTo>
                    <a:pt x="216040" y="1187462"/>
                  </a:lnTo>
                  <a:lnTo>
                    <a:pt x="264963" y="1186509"/>
                  </a:lnTo>
                  <a:lnTo>
                    <a:pt x="282537" y="1186473"/>
                  </a:lnTo>
                  <a:lnTo>
                    <a:pt x="295507" y="1186436"/>
                  </a:lnTo>
                  <a:lnTo>
                    <a:pt x="304226" y="1186180"/>
                  </a:lnTo>
                  <a:lnTo>
                    <a:pt x="309136" y="1185484"/>
                  </a:lnTo>
                  <a:lnTo>
                    <a:pt x="310675" y="1184128"/>
                  </a:lnTo>
                  <a:lnTo>
                    <a:pt x="309258" y="1181881"/>
                  </a:lnTo>
                  <a:lnTo>
                    <a:pt x="305203" y="1178461"/>
                  </a:lnTo>
                  <a:lnTo>
                    <a:pt x="298804" y="1173576"/>
                  </a:lnTo>
                  <a:lnTo>
                    <a:pt x="290353" y="1166933"/>
                  </a:lnTo>
                  <a:lnTo>
                    <a:pt x="280241" y="1158457"/>
                  </a:lnTo>
                  <a:lnTo>
                    <a:pt x="269250" y="1148956"/>
                  </a:lnTo>
                  <a:lnTo>
                    <a:pt x="258258" y="1139455"/>
                  </a:lnTo>
                  <a:lnTo>
                    <a:pt x="227043" y="1116910"/>
                  </a:lnTo>
                  <a:lnTo>
                    <a:pt x="227788" y="1118473"/>
                  </a:lnTo>
                  <a:lnTo>
                    <a:pt x="271692" y="1146416"/>
                  </a:lnTo>
                  <a:lnTo>
                    <a:pt x="307206" y="1163745"/>
                  </a:lnTo>
                  <a:lnTo>
                    <a:pt x="314387" y="1167421"/>
                  </a:lnTo>
                  <a:lnTo>
                    <a:pt x="318930" y="1170657"/>
                  </a:lnTo>
                  <a:lnTo>
                    <a:pt x="320835" y="1173967"/>
                  </a:lnTo>
                  <a:lnTo>
                    <a:pt x="320151" y="1177863"/>
                  </a:lnTo>
                  <a:lnTo>
                    <a:pt x="317123" y="1182858"/>
                  </a:lnTo>
                  <a:lnTo>
                    <a:pt x="312042" y="1189465"/>
                  </a:lnTo>
                  <a:lnTo>
                    <a:pt x="305203" y="1198197"/>
                  </a:lnTo>
                  <a:lnTo>
                    <a:pt x="296984" y="1209262"/>
                  </a:lnTo>
                  <a:lnTo>
                    <a:pt x="288106" y="1221645"/>
                  </a:lnTo>
                  <a:lnTo>
                    <a:pt x="279374" y="1234029"/>
                  </a:lnTo>
                  <a:lnTo>
                    <a:pt x="271594" y="1245093"/>
                  </a:lnTo>
                  <a:lnTo>
                    <a:pt x="265378" y="1253703"/>
                  </a:lnTo>
                  <a:lnTo>
                    <a:pt x="260554" y="1259455"/>
                  </a:lnTo>
                  <a:lnTo>
                    <a:pt x="256756" y="1262130"/>
                  </a:lnTo>
                  <a:lnTo>
                    <a:pt x="253617" y="1261507"/>
                  </a:lnTo>
                  <a:lnTo>
                    <a:pt x="239634" y="1209127"/>
                  </a:lnTo>
                  <a:lnTo>
                    <a:pt x="230951" y="1159116"/>
                  </a:lnTo>
                  <a:lnTo>
                    <a:pt x="228887" y="1147503"/>
                  </a:lnTo>
                  <a:lnTo>
                    <a:pt x="227336" y="1139479"/>
                  </a:lnTo>
                  <a:lnTo>
                    <a:pt x="226225" y="1134826"/>
                  </a:lnTo>
                  <a:lnTo>
                    <a:pt x="225480" y="1133324"/>
                  </a:lnTo>
                  <a:lnTo>
                    <a:pt x="224698" y="1133324"/>
                  </a:lnTo>
                  <a:lnTo>
                    <a:pt x="224698" y="1141140"/>
                  </a:lnTo>
                  <a:lnTo>
                    <a:pt x="225480" y="1157554"/>
                  </a:lnTo>
                  <a:lnTo>
                    <a:pt x="227898" y="1197452"/>
                  </a:lnTo>
                  <a:lnTo>
                    <a:pt x="229388" y="1211484"/>
                  </a:lnTo>
                  <a:lnTo>
                    <a:pt x="229388" y="1198978"/>
                  </a:lnTo>
                  <a:lnTo>
                    <a:pt x="229388" y="1196634"/>
                  </a:lnTo>
                  <a:lnTo>
                    <a:pt x="229388" y="1194289"/>
                  </a:lnTo>
                  <a:lnTo>
                    <a:pt x="229388" y="1225553"/>
                  </a:lnTo>
                  <a:lnTo>
                    <a:pt x="233296" y="1228680"/>
                  </a:lnTo>
                  <a:lnTo>
                    <a:pt x="237204" y="1231806"/>
                  </a:lnTo>
                  <a:lnTo>
                    <a:pt x="245020" y="1230242"/>
                  </a:lnTo>
                  <a:lnTo>
                    <a:pt x="250491" y="1224771"/>
                  </a:lnTo>
                  <a:lnTo>
                    <a:pt x="254216" y="1219948"/>
                  </a:lnTo>
                  <a:lnTo>
                    <a:pt x="257428" y="1213731"/>
                  </a:lnTo>
                  <a:lnTo>
                    <a:pt x="260493" y="1206196"/>
                  </a:lnTo>
                  <a:lnTo>
                    <a:pt x="263778" y="1197415"/>
                  </a:lnTo>
                  <a:lnTo>
                    <a:pt x="267515" y="1187694"/>
                  </a:lnTo>
                  <a:lnTo>
                    <a:pt x="271399" y="1178266"/>
                  </a:lnTo>
                  <a:lnTo>
                    <a:pt x="274989" y="1170596"/>
                  </a:lnTo>
                  <a:lnTo>
                    <a:pt x="277847" y="1166151"/>
                  </a:lnTo>
                  <a:lnTo>
                    <a:pt x="279642" y="1166017"/>
                  </a:lnTo>
                  <a:lnTo>
                    <a:pt x="280485" y="1169766"/>
                  </a:lnTo>
                  <a:lnTo>
                    <a:pt x="280595" y="1176593"/>
                  </a:lnTo>
                  <a:lnTo>
                    <a:pt x="280192" y="1185691"/>
                  </a:lnTo>
                  <a:lnTo>
                    <a:pt x="279471" y="1196329"/>
                  </a:lnTo>
                  <a:lnTo>
                    <a:pt x="278531" y="1208065"/>
                  </a:lnTo>
                  <a:lnTo>
                    <a:pt x="277444" y="1220533"/>
                  </a:lnTo>
                  <a:lnTo>
                    <a:pt x="276284" y="1233369"/>
                  </a:lnTo>
                </a:path>
              </a:pathLst>
            </a:custGeom>
            <a:ln w="387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3047542" y="3229809"/>
              <a:ext cx="211454" cy="9525"/>
            </a:xfrm>
            <a:custGeom>
              <a:avLst/>
              <a:gdLst/>
              <a:ahLst/>
              <a:cxnLst/>
              <a:rect l="l" t="t" r="r" b="b"/>
              <a:pathLst>
                <a:path w="211454" h="9525">
                  <a:moveTo>
                    <a:pt x="0" y="0"/>
                  </a:moveTo>
                  <a:lnTo>
                    <a:pt x="51683" y="4494"/>
                  </a:lnTo>
                  <a:lnTo>
                    <a:pt x="103953" y="7816"/>
                  </a:lnTo>
                  <a:lnTo>
                    <a:pt x="157199" y="9183"/>
                  </a:lnTo>
                  <a:lnTo>
                    <a:pt x="184079" y="9354"/>
                  </a:lnTo>
                  <a:lnTo>
                    <a:pt x="211032" y="9379"/>
                  </a:lnTo>
                </a:path>
              </a:pathLst>
            </a:custGeom>
            <a:ln w="387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2995956" y="2742088"/>
              <a:ext cx="244475" cy="1255395"/>
            </a:xfrm>
            <a:custGeom>
              <a:avLst/>
              <a:gdLst/>
              <a:ahLst/>
              <a:cxnLst/>
              <a:rect l="l" t="t" r="r" b="b"/>
              <a:pathLst>
                <a:path w="244475" h="1255395">
                  <a:moveTo>
                    <a:pt x="51585" y="0"/>
                  </a:moveTo>
                  <a:lnTo>
                    <a:pt x="47091" y="48361"/>
                  </a:lnTo>
                  <a:lnTo>
                    <a:pt x="43769" y="105516"/>
                  </a:lnTo>
                  <a:lnTo>
                    <a:pt x="42206" y="175860"/>
                  </a:lnTo>
                  <a:lnTo>
                    <a:pt x="41571" y="212132"/>
                  </a:lnTo>
                  <a:lnTo>
                    <a:pt x="40643" y="246205"/>
                  </a:lnTo>
                  <a:lnTo>
                    <a:pt x="39202" y="276443"/>
                  </a:lnTo>
                  <a:lnTo>
                    <a:pt x="37321" y="303457"/>
                  </a:lnTo>
                  <a:lnTo>
                    <a:pt x="35147" y="328419"/>
                  </a:lnTo>
                  <a:lnTo>
                    <a:pt x="32827" y="352503"/>
                  </a:lnTo>
                  <a:lnTo>
                    <a:pt x="30494" y="376720"/>
                  </a:lnTo>
                  <a:lnTo>
                    <a:pt x="26122" y="426914"/>
                  </a:lnTo>
                  <a:lnTo>
                    <a:pt x="22605" y="480844"/>
                  </a:lnTo>
                  <a:lnTo>
                    <a:pt x="19943" y="538512"/>
                  </a:lnTo>
                  <a:lnTo>
                    <a:pt x="17586" y="598243"/>
                  </a:lnTo>
                  <a:lnTo>
                    <a:pt x="15241" y="658573"/>
                  </a:lnTo>
                  <a:lnTo>
                    <a:pt x="14068" y="688592"/>
                  </a:lnTo>
                  <a:lnTo>
                    <a:pt x="11724" y="747896"/>
                  </a:lnTo>
                  <a:lnTo>
                    <a:pt x="9379" y="806614"/>
                  </a:lnTo>
                  <a:lnTo>
                    <a:pt x="8206" y="835924"/>
                  </a:lnTo>
                  <a:lnTo>
                    <a:pt x="7034" y="865234"/>
                  </a:lnTo>
                  <a:lnTo>
                    <a:pt x="5862" y="894544"/>
                  </a:lnTo>
                  <a:lnTo>
                    <a:pt x="4689" y="923854"/>
                  </a:lnTo>
                  <a:lnTo>
                    <a:pt x="3529" y="953311"/>
                  </a:lnTo>
                  <a:lnTo>
                    <a:pt x="1502" y="1015741"/>
                  </a:lnTo>
                  <a:lnTo>
                    <a:pt x="329" y="1088040"/>
                  </a:lnTo>
                  <a:lnTo>
                    <a:pt x="12" y="1160826"/>
                  </a:lnTo>
                  <a:lnTo>
                    <a:pt x="0" y="1189599"/>
                  </a:lnTo>
                  <a:lnTo>
                    <a:pt x="0" y="1209921"/>
                  </a:lnTo>
                  <a:lnTo>
                    <a:pt x="0" y="1223208"/>
                  </a:lnTo>
                  <a:lnTo>
                    <a:pt x="0" y="1231806"/>
                  </a:lnTo>
                  <a:lnTo>
                    <a:pt x="0" y="1238059"/>
                  </a:lnTo>
                  <a:lnTo>
                    <a:pt x="0" y="1245875"/>
                  </a:lnTo>
                  <a:lnTo>
                    <a:pt x="0" y="1253691"/>
                  </a:lnTo>
                  <a:lnTo>
                    <a:pt x="4689" y="1255254"/>
                  </a:lnTo>
                  <a:lnTo>
                    <a:pt x="9122" y="1255364"/>
                  </a:lnTo>
                  <a:lnTo>
                    <a:pt x="15534" y="1253788"/>
                  </a:lnTo>
                  <a:lnTo>
                    <a:pt x="24144" y="1251187"/>
                  </a:lnTo>
                  <a:lnTo>
                    <a:pt x="35172" y="1248219"/>
                  </a:lnTo>
                  <a:lnTo>
                    <a:pt x="82654" y="1240745"/>
                  </a:lnTo>
                  <a:lnTo>
                    <a:pt x="123407" y="1237228"/>
                  </a:lnTo>
                  <a:lnTo>
                    <a:pt x="164270" y="1234883"/>
                  </a:lnTo>
                  <a:lnTo>
                    <a:pt x="204877" y="1233467"/>
                  </a:lnTo>
                  <a:lnTo>
                    <a:pt x="219630" y="1233369"/>
                  </a:lnTo>
                  <a:lnTo>
                    <a:pt x="228227" y="1233369"/>
                  </a:lnTo>
                  <a:lnTo>
                    <a:pt x="236043" y="1233369"/>
                  </a:lnTo>
                  <a:lnTo>
                    <a:pt x="239951" y="1231024"/>
                  </a:lnTo>
                  <a:lnTo>
                    <a:pt x="243860" y="1228680"/>
                  </a:lnTo>
                  <a:lnTo>
                    <a:pt x="243860" y="1223990"/>
                  </a:lnTo>
                  <a:lnTo>
                    <a:pt x="243860" y="1219300"/>
                  </a:lnTo>
                </a:path>
              </a:pathLst>
            </a:custGeom>
            <a:ln w="387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3001427" y="3952011"/>
              <a:ext cx="224790" cy="14604"/>
            </a:xfrm>
            <a:custGeom>
              <a:avLst/>
              <a:gdLst/>
              <a:ahLst/>
              <a:cxnLst/>
              <a:rect l="l" t="t" r="r" b="b"/>
              <a:pathLst>
                <a:path w="224789" h="14604">
                  <a:moveTo>
                    <a:pt x="22666" y="9379"/>
                  </a:moveTo>
                  <a:lnTo>
                    <a:pt x="11724" y="10942"/>
                  </a:lnTo>
                  <a:lnTo>
                    <a:pt x="781" y="12505"/>
                  </a:lnTo>
                  <a:lnTo>
                    <a:pt x="0" y="13287"/>
                  </a:lnTo>
                  <a:lnTo>
                    <a:pt x="1489" y="13738"/>
                  </a:lnTo>
                  <a:lnTo>
                    <a:pt x="7816" y="13971"/>
                  </a:lnTo>
                  <a:lnTo>
                    <a:pt x="20004" y="14056"/>
                  </a:lnTo>
                  <a:lnTo>
                    <a:pt x="39080" y="14068"/>
                  </a:lnTo>
                  <a:lnTo>
                    <a:pt x="65239" y="14056"/>
                  </a:lnTo>
                  <a:lnTo>
                    <a:pt x="125471" y="13738"/>
                  </a:lnTo>
                  <a:lnTo>
                    <a:pt x="170877" y="12554"/>
                  </a:lnTo>
                  <a:lnTo>
                    <a:pt x="211814" y="6252"/>
                  </a:lnTo>
                  <a:lnTo>
                    <a:pt x="223538" y="1563"/>
                  </a:lnTo>
                  <a:lnTo>
                    <a:pt x="222146" y="659"/>
                  </a:lnTo>
                  <a:lnTo>
                    <a:pt x="216504" y="195"/>
                  </a:lnTo>
                  <a:lnTo>
                    <a:pt x="206172" y="24"/>
                  </a:lnTo>
                  <a:lnTo>
                    <a:pt x="190711" y="0"/>
                  </a:lnTo>
                  <a:lnTo>
                    <a:pt x="170230" y="12"/>
                  </a:lnTo>
                  <a:lnTo>
                    <a:pt x="123994" y="329"/>
                  </a:lnTo>
                  <a:lnTo>
                    <a:pt x="79625" y="2442"/>
                  </a:lnTo>
                  <a:lnTo>
                    <a:pt x="133092" y="9049"/>
                  </a:lnTo>
                  <a:lnTo>
                    <a:pt x="191761" y="9366"/>
                  </a:lnTo>
                  <a:lnTo>
                    <a:pt x="224320" y="9379"/>
                  </a:lnTo>
                </a:path>
              </a:pathLst>
            </a:custGeom>
            <a:ln w="387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207946" y="3852921"/>
              <a:ext cx="110638" cy="218499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3036600" y="3168062"/>
              <a:ext cx="284480" cy="140970"/>
            </a:xfrm>
            <a:custGeom>
              <a:avLst/>
              <a:gdLst/>
              <a:ahLst/>
              <a:cxnLst/>
              <a:rect l="l" t="t" r="r" b="b"/>
              <a:pathLst>
                <a:path w="284479" h="140970">
                  <a:moveTo>
                    <a:pt x="15632" y="80505"/>
                  </a:moveTo>
                  <a:lnTo>
                    <a:pt x="7816" y="78941"/>
                  </a:lnTo>
                  <a:lnTo>
                    <a:pt x="0" y="77378"/>
                  </a:lnTo>
                  <a:lnTo>
                    <a:pt x="3126" y="77378"/>
                  </a:lnTo>
                  <a:lnTo>
                    <a:pt x="7669" y="77635"/>
                  </a:lnTo>
                  <a:lnTo>
                    <a:pt x="17195" y="78257"/>
                  </a:lnTo>
                  <a:lnTo>
                    <a:pt x="32583" y="79027"/>
                  </a:lnTo>
                  <a:lnTo>
                    <a:pt x="83631" y="80175"/>
                  </a:lnTo>
                  <a:lnTo>
                    <a:pt x="147918" y="80492"/>
                  </a:lnTo>
                  <a:lnTo>
                    <a:pt x="175079" y="80505"/>
                  </a:lnTo>
                  <a:lnTo>
                    <a:pt x="194497" y="80517"/>
                  </a:lnTo>
                  <a:lnTo>
                    <a:pt x="237607" y="83631"/>
                  </a:lnTo>
                  <a:lnTo>
                    <a:pt x="239170" y="81286"/>
                  </a:lnTo>
                  <a:lnTo>
                    <a:pt x="240733" y="78941"/>
                  </a:lnTo>
                  <a:lnTo>
                    <a:pt x="236044" y="72689"/>
                  </a:lnTo>
                  <a:lnTo>
                    <a:pt x="232136" y="65654"/>
                  </a:lnTo>
                  <a:lnTo>
                    <a:pt x="228228" y="58620"/>
                  </a:lnTo>
                  <a:lnTo>
                    <a:pt x="225101" y="50804"/>
                  </a:lnTo>
                  <a:lnTo>
                    <a:pt x="222756" y="42206"/>
                  </a:lnTo>
                  <a:lnTo>
                    <a:pt x="220411" y="33608"/>
                  </a:lnTo>
                  <a:lnTo>
                    <a:pt x="218848" y="24229"/>
                  </a:lnTo>
                  <a:lnTo>
                    <a:pt x="218848" y="23448"/>
                  </a:lnTo>
                  <a:lnTo>
                    <a:pt x="218848" y="22666"/>
                  </a:lnTo>
                  <a:lnTo>
                    <a:pt x="223147" y="60586"/>
                  </a:lnTo>
                  <a:lnTo>
                    <a:pt x="225492" y="92070"/>
                  </a:lnTo>
                  <a:lnTo>
                    <a:pt x="226664" y="107079"/>
                  </a:lnTo>
                  <a:lnTo>
                    <a:pt x="227812" y="119914"/>
                  </a:lnTo>
                  <a:lnTo>
                    <a:pt x="228814" y="130039"/>
                  </a:lnTo>
                  <a:lnTo>
                    <a:pt x="229522" y="137085"/>
                  </a:lnTo>
                  <a:lnTo>
                    <a:pt x="229791" y="140688"/>
                  </a:lnTo>
                  <a:lnTo>
                    <a:pt x="221022" y="94708"/>
                  </a:lnTo>
                  <a:lnTo>
                    <a:pt x="213548" y="51891"/>
                  </a:lnTo>
                  <a:lnTo>
                    <a:pt x="207735" y="18245"/>
                  </a:lnTo>
                  <a:lnTo>
                    <a:pt x="205952" y="8206"/>
                  </a:lnTo>
                  <a:lnTo>
                    <a:pt x="204755" y="2271"/>
                  </a:lnTo>
                  <a:lnTo>
                    <a:pt x="203998" y="0"/>
                  </a:lnTo>
                  <a:lnTo>
                    <a:pt x="203595" y="1086"/>
                  </a:lnTo>
                  <a:lnTo>
                    <a:pt x="209188" y="44551"/>
                  </a:lnTo>
                  <a:lnTo>
                    <a:pt x="216345" y="83631"/>
                  </a:lnTo>
                  <a:lnTo>
                    <a:pt x="224222" y="122613"/>
                  </a:lnTo>
                  <a:lnTo>
                    <a:pt x="231354" y="130527"/>
                  </a:lnTo>
                  <a:lnTo>
                    <a:pt x="236044" y="124274"/>
                  </a:lnTo>
                  <a:lnTo>
                    <a:pt x="241515" y="118803"/>
                  </a:lnTo>
                  <a:lnTo>
                    <a:pt x="268553" y="97456"/>
                  </a:lnTo>
                  <a:lnTo>
                    <a:pt x="275124" y="92229"/>
                  </a:lnTo>
                  <a:lnTo>
                    <a:pt x="280522" y="87002"/>
                  </a:lnTo>
                  <a:lnTo>
                    <a:pt x="283721" y="82068"/>
                  </a:lnTo>
                  <a:lnTo>
                    <a:pt x="283880" y="77561"/>
                  </a:lnTo>
                  <a:lnTo>
                    <a:pt x="280888" y="72982"/>
                  </a:lnTo>
                  <a:lnTo>
                    <a:pt x="239756" y="42304"/>
                  </a:lnTo>
                  <a:lnTo>
                    <a:pt x="224197" y="31178"/>
                  </a:lnTo>
                  <a:lnTo>
                    <a:pt x="207906" y="19539"/>
                  </a:lnTo>
                </a:path>
              </a:pathLst>
            </a:custGeom>
            <a:ln w="387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3" name="object 53"/>
          <p:cNvGrpSpPr/>
          <p:nvPr/>
        </p:nvGrpSpPr>
        <p:grpSpPr>
          <a:xfrm>
            <a:off x="3494683" y="3014633"/>
            <a:ext cx="897890" cy="276225"/>
            <a:chOff x="3494683" y="3014633"/>
            <a:chExt cx="897890" cy="276225"/>
          </a:xfrm>
        </p:grpSpPr>
        <p:sp>
          <p:nvSpPr>
            <p:cNvPr id="54" name="object 54"/>
            <p:cNvSpPr/>
            <p:nvPr/>
          </p:nvSpPr>
          <p:spPr>
            <a:xfrm>
              <a:off x="3514049" y="3033998"/>
              <a:ext cx="118745" cy="237490"/>
            </a:xfrm>
            <a:custGeom>
              <a:avLst/>
              <a:gdLst/>
              <a:ahLst/>
              <a:cxnLst/>
              <a:rect l="l" t="t" r="r" b="b"/>
              <a:pathLst>
                <a:path w="118745" h="237489">
                  <a:moveTo>
                    <a:pt x="0" y="35301"/>
                  </a:moveTo>
                  <a:lnTo>
                    <a:pt x="705" y="29659"/>
                  </a:lnTo>
                  <a:lnTo>
                    <a:pt x="1410" y="24017"/>
                  </a:lnTo>
                  <a:lnTo>
                    <a:pt x="1763" y="23664"/>
                  </a:lnTo>
                  <a:lnTo>
                    <a:pt x="2116" y="23312"/>
                  </a:lnTo>
                  <a:lnTo>
                    <a:pt x="2116" y="28249"/>
                  </a:lnTo>
                  <a:lnTo>
                    <a:pt x="2821" y="40943"/>
                  </a:lnTo>
                  <a:lnTo>
                    <a:pt x="5449" y="80366"/>
                  </a:lnTo>
                  <a:lnTo>
                    <a:pt x="8066" y="114621"/>
                  </a:lnTo>
                  <a:lnTo>
                    <a:pt x="9433" y="132892"/>
                  </a:lnTo>
                  <a:lnTo>
                    <a:pt x="12243" y="188861"/>
                  </a:lnTo>
                  <a:lnTo>
                    <a:pt x="12342" y="231011"/>
                  </a:lnTo>
                  <a:lnTo>
                    <a:pt x="11592" y="237403"/>
                  </a:lnTo>
                  <a:lnTo>
                    <a:pt x="11102" y="233441"/>
                  </a:lnTo>
                  <a:lnTo>
                    <a:pt x="9140" y="179296"/>
                  </a:lnTo>
                  <a:lnTo>
                    <a:pt x="8628" y="142451"/>
                  </a:lnTo>
                  <a:lnTo>
                    <a:pt x="8639" y="124296"/>
                  </a:lnTo>
                  <a:lnTo>
                    <a:pt x="10485" y="71044"/>
                  </a:lnTo>
                  <a:lnTo>
                    <a:pt x="14105" y="28249"/>
                  </a:lnTo>
                  <a:lnTo>
                    <a:pt x="32381" y="0"/>
                  </a:lnTo>
                  <a:lnTo>
                    <a:pt x="39098" y="82"/>
                  </a:lnTo>
                  <a:lnTo>
                    <a:pt x="80135" y="13703"/>
                  </a:lnTo>
                  <a:lnTo>
                    <a:pt x="114781" y="42001"/>
                  </a:lnTo>
                  <a:lnTo>
                    <a:pt x="118484" y="58927"/>
                  </a:lnTo>
                  <a:lnTo>
                    <a:pt x="116792" y="68553"/>
                  </a:lnTo>
                  <a:lnTo>
                    <a:pt x="89656" y="105161"/>
                  </a:lnTo>
                  <a:lnTo>
                    <a:pt x="49368" y="124164"/>
                  </a:lnTo>
                  <a:lnTo>
                    <a:pt x="27152" y="110412"/>
                  </a:lnTo>
                  <a:lnTo>
                    <a:pt x="28210" y="107238"/>
                  </a:lnTo>
                  <a:lnTo>
                    <a:pt x="31031" y="105122"/>
                  </a:lnTo>
                  <a:lnTo>
                    <a:pt x="33852" y="103006"/>
                  </a:lnTo>
                </a:path>
              </a:pathLst>
            </a:custGeom>
            <a:ln w="38730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3633282" y="3054489"/>
              <a:ext cx="739775" cy="215265"/>
            </a:xfrm>
            <a:custGeom>
              <a:avLst/>
              <a:gdLst/>
              <a:ahLst/>
              <a:cxnLst/>
              <a:rect l="l" t="t" r="r" b="b"/>
              <a:pathLst>
                <a:path w="739775" h="215264">
                  <a:moveTo>
                    <a:pt x="66955" y="139642"/>
                  </a:moveTo>
                  <a:lnTo>
                    <a:pt x="64839" y="131884"/>
                  </a:lnTo>
                  <a:lnTo>
                    <a:pt x="62724" y="124126"/>
                  </a:lnTo>
                  <a:lnTo>
                    <a:pt x="58492" y="118836"/>
                  </a:lnTo>
                  <a:lnTo>
                    <a:pt x="54260" y="113547"/>
                  </a:lnTo>
                  <a:lnTo>
                    <a:pt x="47913" y="110726"/>
                  </a:lnTo>
                  <a:lnTo>
                    <a:pt x="40861" y="111431"/>
                  </a:lnTo>
                  <a:lnTo>
                    <a:pt x="9256" y="144093"/>
                  </a:lnTo>
                  <a:lnTo>
                    <a:pt x="0" y="178166"/>
                  </a:lnTo>
                  <a:lnTo>
                    <a:pt x="490" y="184095"/>
                  </a:lnTo>
                  <a:lnTo>
                    <a:pt x="24640" y="207347"/>
                  </a:lnTo>
                  <a:lnTo>
                    <a:pt x="33103" y="207347"/>
                  </a:lnTo>
                  <a:lnTo>
                    <a:pt x="61958" y="171615"/>
                  </a:lnTo>
                  <a:lnTo>
                    <a:pt x="69071" y="140347"/>
                  </a:lnTo>
                  <a:lnTo>
                    <a:pt x="69071" y="136820"/>
                  </a:lnTo>
                  <a:lnTo>
                    <a:pt x="68366" y="137173"/>
                  </a:lnTo>
                  <a:lnTo>
                    <a:pt x="67661" y="137526"/>
                  </a:lnTo>
                  <a:lnTo>
                    <a:pt x="66250" y="141757"/>
                  </a:lnTo>
                  <a:lnTo>
                    <a:pt x="65897" y="150573"/>
                  </a:lnTo>
                  <a:lnTo>
                    <a:pt x="65842" y="157929"/>
                  </a:lnTo>
                  <a:lnTo>
                    <a:pt x="66250" y="166309"/>
                  </a:lnTo>
                  <a:lnTo>
                    <a:pt x="81413" y="206641"/>
                  </a:lnTo>
                  <a:lnTo>
                    <a:pt x="95166" y="213694"/>
                  </a:lnTo>
                  <a:lnTo>
                    <a:pt x="102571" y="211226"/>
                  </a:lnTo>
                  <a:lnTo>
                    <a:pt x="125955" y="178436"/>
                  </a:lnTo>
                  <a:lnTo>
                    <a:pt x="132897" y="134352"/>
                  </a:lnTo>
                  <a:lnTo>
                    <a:pt x="134633" y="77771"/>
                  </a:lnTo>
                  <a:lnTo>
                    <a:pt x="134660" y="60652"/>
                  </a:lnTo>
                  <a:lnTo>
                    <a:pt x="134644" y="46189"/>
                  </a:lnTo>
                  <a:lnTo>
                    <a:pt x="130429" y="4231"/>
                  </a:lnTo>
                  <a:lnTo>
                    <a:pt x="129018" y="3878"/>
                  </a:lnTo>
                  <a:lnTo>
                    <a:pt x="127608" y="3526"/>
                  </a:lnTo>
                  <a:lnTo>
                    <a:pt x="126902" y="7052"/>
                  </a:lnTo>
                  <a:lnTo>
                    <a:pt x="126902" y="18689"/>
                  </a:lnTo>
                  <a:lnTo>
                    <a:pt x="130429" y="71584"/>
                  </a:lnTo>
                  <a:lnTo>
                    <a:pt x="139305" y="120875"/>
                  </a:lnTo>
                  <a:lnTo>
                    <a:pt x="149559" y="164105"/>
                  </a:lnTo>
                  <a:lnTo>
                    <a:pt x="165516" y="201925"/>
                  </a:lnTo>
                  <a:lnTo>
                    <a:pt x="181913" y="213694"/>
                  </a:lnTo>
                  <a:lnTo>
                    <a:pt x="188966" y="211578"/>
                  </a:lnTo>
                  <a:lnTo>
                    <a:pt x="209253" y="173957"/>
                  </a:lnTo>
                  <a:lnTo>
                    <a:pt x="216735" y="127255"/>
                  </a:lnTo>
                  <a:lnTo>
                    <a:pt x="218311" y="70603"/>
                  </a:lnTo>
                  <a:lnTo>
                    <a:pt x="218058" y="52013"/>
                  </a:lnTo>
                  <a:lnTo>
                    <a:pt x="215766" y="5642"/>
                  </a:lnTo>
                  <a:lnTo>
                    <a:pt x="213650" y="352"/>
                  </a:lnTo>
                  <a:lnTo>
                    <a:pt x="212944" y="0"/>
                  </a:lnTo>
                  <a:lnTo>
                    <a:pt x="212944" y="4231"/>
                  </a:lnTo>
                  <a:lnTo>
                    <a:pt x="212944" y="19042"/>
                  </a:lnTo>
                  <a:lnTo>
                    <a:pt x="212978" y="31968"/>
                  </a:lnTo>
                  <a:lnTo>
                    <a:pt x="215060" y="84631"/>
                  </a:lnTo>
                  <a:lnTo>
                    <a:pt x="222796" y="139823"/>
                  </a:lnTo>
                  <a:lnTo>
                    <a:pt x="234235" y="183720"/>
                  </a:lnTo>
                  <a:lnTo>
                    <a:pt x="255260" y="215105"/>
                  </a:lnTo>
                  <a:lnTo>
                    <a:pt x="264076" y="214399"/>
                  </a:lnTo>
                  <a:lnTo>
                    <a:pt x="301819" y="191886"/>
                  </a:lnTo>
                  <a:lnTo>
                    <a:pt x="321015" y="149107"/>
                  </a:lnTo>
                  <a:lnTo>
                    <a:pt x="320850" y="110726"/>
                  </a:lnTo>
                  <a:lnTo>
                    <a:pt x="288865" y="132104"/>
                  </a:lnTo>
                  <a:lnTo>
                    <a:pt x="294105" y="173753"/>
                  </a:lnTo>
                  <a:lnTo>
                    <a:pt x="328905" y="202504"/>
                  </a:lnTo>
                  <a:lnTo>
                    <a:pt x="373744" y="193594"/>
                  </a:lnTo>
                  <a:lnTo>
                    <a:pt x="393844" y="153042"/>
                  </a:lnTo>
                  <a:lnTo>
                    <a:pt x="397960" y="117734"/>
                  </a:lnTo>
                  <a:lnTo>
                    <a:pt x="397723" y="108610"/>
                  </a:lnTo>
                  <a:lnTo>
                    <a:pt x="381150" y="90978"/>
                  </a:lnTo>
                  <a:lnTo>
                    <a:pt x="377976" y="92389"/>
                  </a:lnTo>
                  <a:lnTo>
                    <a:pt x="375860" y="95915"/>
                  </a:lnTo>
                  <a:lnTo>
                    <a:pt x="374802" y="101205"/>
                  </a:lnTo>
                  <a:lnTo>
                    <a:pt x="373744" y="106494"/>
                  </a:lnTo>
                  <a:lnTo>
                    <a:pt x="373744" y="113547"/>
                  </a:lnTo>
                  <a:lnTo>
                    <a:pt x="400880" y="146760"/>
                  </a:lnTo>
                  <a:lnTo>
                    <a:pt x="406671" y="147928"/>
                  </a:lnTo>
                  <a:lnTo>
                    <a:pt x="412661" y="147245"/>
                  </a:lnTo>
                  <a:lnTo>
                    <a:pt x="442508" y="120599"/>
                  </a:lnTo>
                  <a:lnTo>
                    <a:pt x="455555" y="90978"/>
                  </a:lnTo>
                  <a:lnTo>
                    <a:pt x="455202" y="99441"/>
                  </a:lnTo>
                  <a:lnTo>
                    <a:pt x="454805" y="107910"/>
                  </a:lnTo>
                  <a:lnTo>
                    <a:pt x="454409" y="119586"/>
                  </a:lnTo>
                  <a:lnTo>
                    <a:pt x="454409" y="132914"/>
                  </a:lnTo>
                  <a:lnTo>
                    <a:pt x="455202" y="146341"/>
                  </a:lnTo>
                  <a:lnTo>
                    <a:pt x="467897" y="185483"/>
                  </a:lnTo>
                  <a:lnTo>
                    <a:pt x="488702" y="198178"/>
                  </a:lnTo>
                  <a:lnTo>
                    <a:pt x="494625" y="198112"/>
                  </a:lnTo>
                  <a:lnTo>
                    <a:pt x="522378" y="169218"/>
                  </a:lnTo>
                  <a:lnTo>
                    <a:pt x="531084" y="130539"/>
                  </a:lnTo>
                  <a:lnTo>
                    <a:pt x="531723" y="80399"/>
                  </a:lnTo>
                  <a:lnTo>
                    <a:pt x="530313" y="73347"/>
                  </a:lnTo>
                  <a:lnTo>
                    <a:pt x="530313" y="78989"/>
                  </a:lnTo>
                  <a:lnTo>
                    <a:pt x="532561" y="118924"/>
                  </a:lnTo>
                  <a:lnTo>
                    <a:pt x="536269" y="159703"/>
                  </a:lnTo>
                  <a:lnTo>
                    <a:pt x="542302" y="197473"/>
                  </a:lnTo>
                  <a:lnTo>
                    <a:pt x="544374" y="187687"/>
                  </a:lnTo>
                  <a:lnTo>
                    <a:pt x="545635" y="180183"/>
                  </a:lnTo>
                  <a:lnTo>
                    <a:pt x="553939" y="142595"/>
                  </a:lnTo>
                  <a:lnTo>
                    <a:pt x="566948" y="102059"/>
                  </a:lnTo>
                  <a:lnTo>
                    <a:pt x="586028" y="74052"/>
                  </a:lnTo>
                  <a:lnTo>
                    <a:pt x="590965" y="74052"/>
                  </a:lnTo>
                  <a:lnTo>
                    <a:pt x="607308" y="119784"/>
                  </a:lnTo>
                  <a:lnTo>
                    <a:pt x="609302" y="131531"/>
                  </a:lnTo>
                  <a:lnTo>
                    <a:pt x="620234" y="174199"/>
                  </a:lnTo>
                  <a:lnTo>
                    <a:pt x="643155" y="192536"/>
                  </a:lnTo>
                  <a:lnTo>
                    <a:pt x="650207" y="190420"/>
                  </a:lnTo>
                  <a:lnTo>
                    <a:pt x="679900" y="154689"/>
                  </a:lnTo>
                  <a:lnTo>
                    <a:pt x="695873" y="113679"/>
                  </a:lnTo>
                  <a:lnTo>
                    <a:pt x="699465" y="102136"/>
                  </a:lnTo>
                  <a:lnTo>
                    <a:pt x="702397" y="94857"/>
                  </a:lnTo>
                  <a:lnTo>
                    <a:pt x="704832" y="93254"/>
                  </a:lnTo>
                  <a:lnTo>
                    <a:pt x="707069" y="96576"/>
                  </a:lnTo>
                  <a:lnTo>
                    <a:pt x="709438" y="103535"/>
                  </a:lnTo>
                  <a:lnTo>
                    <a:pt x="712270" y="112841"/>
                  </a:lnTo>
                  <a:lnTo>
                    <a:pt x="715786" y="123321"/>
                  </a:lnTo>
                  <a:lnTo>
                    <a:pt x="719764" y="134264"/>
                  </a:lnTo>
                  <a:lnTo>
                    <a:pt x="723874" y="145074"/>
                  </a:lnTo>
                  <a:lnTo>
                    <a:pt x="727786" y="155157"/>
                  </a:lnTo>
                  <a:lnTo>
                    <a:pt x="731219" y="164028"/>
                  </a:lnTo>
                  <a:lnTo>
                    <a:pt x="734089" y="171643"/>
                  </a:lnTo>
                  <a:lnTo>
                    <a:pt x="736365" y="178067"/>
                  </a:lnTo>
                  <a:lnTo>
                    <a:pt x="738013" y="183368"/>
                  </a:lnTo>
                  <a:lnTo>
                    <a:pt x="739776" y="189715"/>
                  </a:lnTo>
                  <a:lnTo>
                    <a:pt x="739776" y="193241"/>
                  </a:lnTo>
                  <a:lnTo>
                    <a:pt x="738013" y="195357"/>
                  </a:lnTo>
                  <a:lnTo>
                    <a:pt x="736249" y="197473"/>
                  </a:lnTo>
                  <a:lnTo>
                    <a:pt x="732723" y="198178"/>
                  </a:lnTo>
                  <a:lnTo>
                    <a:pt x="726023" y="197120"/>
                  </a:lnTo>
                  <a:lnTo>
                    <a:pt x="720453" y="196024"/>
                  </a:lnTo>
                  <a:lnTo>
                    <a:pt x="713990" y="194432"/>
                  </a:lnTo>
                  <a:lnTo>
                    <a:pt x="706931" y="192509"/>
                  </a:lnTo>
                  <a:lnTo>
                    <a:pt x="699575" y="190420"/>
                  </a:lnTo>
                </a:path>
              </a:pathLst>
            </a:custGeom>
            <a:ln w="38730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3713638" y="3090457"/>
              <a:ext cx="183515" cy="15240"/>
            </a:xfrm>
            <a:custGeom>
              <a:avLst/>
              <a:gdLst/>
              <a:ahLst/>
              <a:cxnLst/>
              <a:rect l="l" t="t" r="r" b="b"/>
              <a:pathLst>
                <a:path w="183514" h="15239">
                  <a:moveTo>
                    <a:pt x="9873" y="14810"/>
                  </a:moveTo>
                  <a:lnTo>
                    <a:pt x="4936" y="14105"/>
                  </a:lnTo>
                  <a:lnTo>
                    <a:pt x="0" y="13399"/>
                  </a:lnTo>
                  <a:lnTo>
                    <a:pt x="0" y="13047"/>
                  </a:lnTo>
                  <a:lnTo>
                    <a:pt x="0" y="12694"/>
                  </a:lnTo>
                  <a:lnTo>
                    <a:pt x="4936" y="12694"/>
                  </a:lnTo>
                  <a:lnTo>
                    <a:pt x="21510" y="12694"/>
                  </a:lnTo>
                  <a:lnTo>
                    <a:pt x="71743" y="12397"/>
                  </a:lnTo>
                  <a:lnTo>
                    <a:pt x="122980" y="10402"/>
                  </a:lnTo>
                  <a:lnTo>
                    <a:pt x="167940" y="4143"/>
                  </a:lnTo>
                  <a:lnTo>
                    <a:pt x="175885" y="2104"/>
                  </a:lnTo>
                  <a:lnTo>
                    <a:pt x="183368" y="0"/>
                  </a:lnTo>
                </a:path>
              </a:pathLst>
            </a:custGeom>
            <a:ln w="38730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/>
          <p:cNvSpPr/>
          <p:nvPr/>
        </p:nvSpPr>
        <p:spPr>
          <a:xfrm>
            <a:off x="4476732" y="3091867"/>
            <a:ext cx="2540" cy="9525"/>
          </a:xfrm>
          <a:custGeom>
            <a:avLst/>
            <a:gdLst/>
            <a:ahLst/>
            <a:cxnLst/>
            <a:rect l="l" t="t" r="r" b="b"/>
            <a:pathLst>
              <a:path w="2539" h="9525">
                <a:moveTo>
                  <a:pt x="2115" y="9168"/>
                </a:moveTo>
                <a:lnTo>
                  <a:pt x="1410" y="4936"/>
                </a:lnTo>
                <a:lnTo>
                  <a:pt x="705" y="705"/>
                </a:lnTo>
                <a:lnTo>
                  <a:pt x="352" y="352"/>
                </a:lnTo>
                <a:lnTo>
                  <a:pt x="0" y="0"/>
                </a:lnTo>
                <a:lnTo>
                  <a:pt x="0" y="3526"/>
                </a:lnTo>
                <a:lnTo>
                  <a:pt x="0" y="7052"/>
                </a:lnTo>
              </a:path>
            </a:pathLst>
          </a:custGeom>
          <a:ln w="38730">
            <a:solidFill>
              <a:srgbClr val="157E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4474616" y="3192015"/>
            <a:ext cx="4445" cy="4445"/>
          </a:xfrm>
          <a:custGeom>
            <a:avLst/>
            <a:gdLst/>
            <a:ahLst/>
            <a:cxnLst/>
            <a:rect l="l" t="t" r="r" b="b"/>
            <a:pathLst>
              <a:path w="4445" h="4444">
                <a:moveTo>
                  <a:pt x="0" y="4231"/>
                </a:moveTo>
                <a:lnTo>
                  <a:pt x="1410" y="2821"/>
                </a:lnTo>
                <a:lnTo>
                  <a:pt x="2821" y="1410"/>
                </a:lnTo>
                <a:lnTo>
                  <a:pt x="4231" y="0"/>
                </a:lnTo>
              </a:path>
            </a:pathLst>
          </a:custGeom>
          <a:ln w="38730">
            <a:solidFill>
              <a:srgbClr val="157EFB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9" name="object 5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635798" y="2949082"/>
            <a:ext cx="79635" cy="134646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798714" y="3037945"/>
            <a:ext cx="64825" cy="73993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772619" y="3172649"/>
            <a:ext cx="123279" cy="163561"/>
          </a:xfrm>
          <a:prstGeom prst="rect">
            <a:avLst/>
          </a:prstGeom>
        </p:spPr>
      </p:pic>
      <p:grpSp>
        <p:nvGrpSpPr>
          <p:cNvPr id="62" name="object 62"/>
          <p:cNvGrpSpPr/>
          <p:nvPr/>
        </p:nvGrpSpPr>
        <p:grpSpPr>
          <a:xfrm>
            <a:off x="5022281" y="2984020"/>
            <a:ext cx="633095" cy="247650"/>
            <a:chOff x="5022281" y="2984020"/>
            <a:chExt cx="633095" cy="247650"/>
          </a:xfrm>
        </p:grpSpPr>
        <p:pic>
          <p:nvPicPr>
            <p:cNvPr id="63" name="object 6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022281" y="3022428"/>
              <a:ext cx="141379" cy="208698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191544" y="3007266"/>
              <a:ext cx="288894" cy="199882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502564" y="2984020"/>
              <a:ext cx="152614" cy="225949"/>
            </a:xfrm>
            <a:prstGeom prst="rect">
              <a:avLst/>
            </a:prstGeom>
          </p:spPr>
        </p:pic>
      </p:grpSp>
      <p:grpSp>
        <p:nvGrpSpPr>
          <p:cNvPr id="66" name="object 66"/>
          <p:cNvGrpSpPr/>
          <p:nvPr/>
        </p:nvGrpSpPr>
        <p:grpSpPr>
          <a:xfrm>
            <a:off x="5757871" y="2949081"/>
            <a:ext cx="782320" cy="248285"/>
            <a:chOff x="5757871" y="2949081"/>
            <a:chExt cx="782320" cy="248285"/>
          </a:xfrm>
        </p:grpSpPr>
        <p:pic>
          <p:nvPicPr>
            <p:cNvPr id="67" name="object 6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757871" y="2961071"/>
              <a:ext cx="487910" cy="236203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281175" y="2949081"/>
              <a:ext cx="258771" cy="212225"/>
            </a:xfrm>
            <a:prstGeom prst="rect">
              <a:avLst/>
            </a:prstGeom>
          </p:spPr>
        </p:pic>
      </p:grpSp>
      <p:pic>
        <p:nvPicPr>
          <p:cNvPr id="69" name="object 69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6592195" y="3107060"/>
            <a:ext cx="70599" cy="102204"/>
          </a:xfrm>
          <a:prstGeom prst="rect">
            <a:avLst/>
          </a:prstGeom>
        </p:spPr>
      </p:pic>
      <p:grpSp>
        <p:nvGrpSpPr>
          <p:cNvPr id="70" name="object 70"/>
          <p:cNvGrpSpPr/>
          <p:nvPr/>
        </p:nvGrpSpPr>
        <p:grpSpPr>
          <a:xfrm>
            <a:off x="6723374" y="2903944"/>
            <a:ext cx="735330" cy="224790"/>
            <a:chOff x="6723374" y="2903944"/>
            <a:chExt cx="735330" cy="224790"/>
          </a:xfrm>
        </p:grpSpPr>
        <p:pic>
          <p:nvPicPr>
            <p:cNvPr id="71" name="object 7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723374" y="2924397"/>
              <a:ext cx="396298" cy="204114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146973" y="2903944"/>
              <a:ext cx="311226" cy="193888"/>
            </a:xfrm>
            <a:prstGeom prst="rect">
              <a:avLst/>
            </a:prstGeom>
          </p:spPr>
        </p:pic>
      </p:grpSp>
      <p:grpSp>
        <p:nvGrpSpPr>
          <p:cNvPr id="73" name="object 73"/>
          <p:cNvGrpSpPr/>
          <p:nvPr/>
        </p:nvGrpSpPr>
        <p:grpSpPr>
          <a:xfrm>
            <a:off x="7554878" y="2885607"/>
            <a:ext cx="278130" cy="202565"/>
            <a:chOff x="7554878" y="2885607"/>
            <a:chExt cx="278130" cy="202565"/>
          </a:xfrm>
        </p:grpSpPr>
        <p:pic>
          <p:nvPicPr>
            <p:cNvPr id="74" name="object 7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554878" y="2885607"/>
              <a:ext cx="144519" cy="202219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718499" y="2895614"/>
              <a:ext cx="114193" cy="190934"/>
            </a:xfrm>
            <a:prstGeom prst="rect">
              <a:avLst/>
            </a:prstGeom>
          </p:spPr>
        </p:pic>
      </p:grpSp>
      <p:grpSp>
        <p:nvGrpSpPr>
          <p:cNvPr id="76" name="object 76"/>
          <p:cNvGrpSpPr/>
          <p:nvPr/>
        </p:nvGrpSpPr>
        <p:grpSpPr>
          <a:xfrm>
            <a:off x="7880710" y="2866565"/>
            <a:ext cx="537210" cy="205740"/>
            <a:chOff x="7880710" y="2866565"/>
            <a:chExt cx="537210" cy="205740"/>
          </a:xfrm>
        </p:grpSpPr>
        <p:pic>
          <p:nvPicPr>
            <p:cNvPr id="77" name="object 77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880710" y="2886032"/>
              <a:ext cx="219277" cy="185706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8122994" y="2866565"/>
              <a:ext cx="294361" cy="194594"/>
            </a:xfrm>
            <a:prstGeom prst="rect">
              <a:avLst/>
            </a:prstGeom>
          </p:spPr>
        </p:pic>
      </p:grpSp>
      <p:grpSp>
        <p:nvGrpSpPr>
          <p:cNvPr id="79" name="object 79"/>
          <p:cNvGrpSpPr/>
          <p:nvPr/>
        </p:nvGrpSpPr>
        <p:grpSpPr>
          <a:xfrm>
            <a:off x="3544051" y="3763659"/>
            <a:ext cx="802005" cy="277495"/>
            <a:chOff x="3544051" y="3763659"/>
            <a:chExt cx="802005" cy="277495"/>
          </a:xfrm>
        </p:grpSpPr>
        <p:sp>
          <p:nvSpPr>
            <p:cNvPr id="80" name="object 80"/>
            <p:cNvSpPr/>
            <p:nvPr/>
          </p:nvSpPr>
          <p:spPr>
            <a:xfrm>
              <a:off x="3563417" y="3783025"/>
              <a:ext cx="124460" cy="238760"/>
            </a:xfrm>
            <a:custGeom>
              <a:avLst/>
              <a:gdLst/>
              <a:ahLst/>
              <a:cxnLst/>
              <a:rect l="l" t="t" r="r" b="b"/>
              <a:pathLst>
                <a:path w="124460" h="238760">
                  <a:moveTo>
                    <a:pt x="73347" y="28915"/>
                  </a:moveTo>
                  <a:lnTo>
                    <a:pt x="74052" y="25389"/>
                  </a:lnTo>
                  <a:lnTo>
                    <a:pt x="74757" y="21863"/>
                  </a:lnTo>
                  <a:lnTo>
                    <a:pt x="75463" y="17631"/>
                  </a:lnTo>
                  <a:lnTo>
                    <a:pt x="76168" y="13399"/>
                  </a:lnTo>
                  <a:lnTo>
                    <a:pt x="76873" y="8463"/>
                  </a:lnTo>
                  <a:lnTo>
                    <a:pt x="76873" y="8110"/>
                  </a:lnTo>
                  <a:lnTo>
                    <a:pt x="76873" y="7757"/>
                  </a:lnTo>
                  <a:lnTo>
                    <a:pt x="66911" y="48674"/>
                  </a:lnTo>
                  <a:lnTo>
                    <a:pt x="55010" y="92962"/>
                  </a:lnTo>
                  <a:lnTo>
                    <a:pt x="38414" y="144870"/>
                  </a:lnTo>
                  <a:lnTo>
                    <a:pt x="21157" y="188657"/>
                  </a:lnTo>
                  <a:lnTo>
                    <a:pt x="10595" y="213402"/>
                  </a:lnTo>
                  <a:lnTo>
                    <a:pt x="8110" y="219336"/>
                  </a:lnTo>
                  <a:lnTo>
                    <a:pt x="4936" y="227094"/>
                  </a:lnTo>
                  <a:lnTo>
                    <a:pt x="2115" y="234852"/>
                  </a:lnTo>
                  <a:lnTo>
                    <a:pt x="1057" y="236615"/>
                  </a:lnTo>
                  <a:lnTo>
                    <a:pt x="0" y="238378"/>
                  </a:lnTo>
                  <a:lnTo>
                    <a:pt x="705" y="234147"/>
                  </a:lnTo>
                  <a:lnTo>
                    <a:pt x="4584" y="221452"/>
                  </a:lnTo>
                  <a:lnTo>
                    <a:pt x="17923" y="180690"/>
                  </a:lnTo>
                  <a:lnTo>
                    <a:pt x="30557" y="143851"/>
                  </a:lnTo>
                  <a:lnTo>
                    <a:pt x="44508" y="104400"/>
                  </a:lnTo>
                  <a:lnTo>
                    <a:pt x="58195" y="67561"/>
                  </a:lnTo>
                  <a:lnTo>
                    <a:pt x="74757" y="26799"/>
                  </a:lnTo>
                  <a:lnTo>
                    <a:pt x="91684" y="0"/>
                  </a:lnTo>
                  <a:lnTo>
                    <a:pt x="93094" y="1763"/>
                  </a:lnTo>
                  <a:lnTo>
                    <a:pt x="94505" y="3526"/>
                  </a:lnTo>
                  <a:lnTo>
                    <a:pt x="94505" y="9873"/>
                  </a:lnTo>
                  <a:lnTo>
                    <a:pt x="95210" y="23978"/>
                  </a:lnTo>
                  <a:lnTo>
                    <a:pt x="97838" y="65683"/>
                  </a:lnTo>
                  <a:lnTo>
                    <a:pt x="101998" y="115486"/>
                  </a:lnTo>
                  <a:lnTo>
                    <a:pt x="107354" y="162926"/>
                  </a:lnTo>
                  <a:lnTo>
                    <a:pt x="117073" y="209462"/>
                  </a:lnTo>
                  <a:lnTo>
                    <a:pt x="120600" y="212283"/>
                  </a:lnTo>
                  <a:lnTo>
                    <a:pt x="124126" y="215105"/>
                  </a:lnTo>
                </a:path>
              </a:pathLst>
            </a:custGeom>
            <a:ln w="38730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3602911" y="3945235"/>
              <a:ext cx="40640" cy="2540"/>
            </a:xfrm>
            <a:custGeom>
              <a:avLst/>
              <a:gdLst/>
              <a:ahLst/>
              <a:cxnLst/>
              <a:rect l="l" t="t" r="r" b="b"/>
              <a:pathLst>
                <a:path w="40639" h="2539">
                  <a:moveTo>
                    <a:pt x="8463" y="2115"/>
                  </a:moveTo>
                  <a:lnTo>
                    <a:pt x="4231" y="1410"/>
                  </a:lnTo>
                  <a:lnTo>
                    <a:pt x="0" y="705"/>
                  </a:lnTo>
                  <a:lnTo>
                    <a:pt x="1057" y="352"/>
                  </a:lnTo>
                  <a:lnTo>
                    <a:pt x="2115" y="0"/>
                  </a:lnTo>
                  <a:lnTo>
                    <a:pt x="8463" y="0"/>
                  </a:lnTo>
                  <a:lnTo>
                    <a:pt x="15868" y="0"/>
                  </a:lnTo>
                  <a:lnTo>
                    <a:pt x="23273" y="0"/>
                  </a:lnTo>
                  <a:lnTo>
                    <a:pt x="31736" y="0"/>
                  </a:lnTo>
                  <a:lnTo>
                    <a:pt x="40199" y="0"/>
                  </a:lnTo>
                </a:path>
              </a:pathLst>
            </a:custGeom>
            <a:ln w="38730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2" name="object 8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714196" y="3772827"/>
              <a:ext cx="291038" cy="232677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4052946" y="3841446"/>
              <a:ext cx="273685" cy="135255"/>
            </a:xfrm>
            <a:custGeom>
              <a:avLst/>
              <a:gdLst/>
              <a:ahLst/>
              <a:cxnLst/>
              <a:rect l="l" t="t" r="r" b="b"/>
              <a:pathLst>
                <a:path w="273685" h="135254">
                  <a:moveTo>
                    <a:pt x="23901" y="33968"/>
                  </a:moveTo>
                  <a:lnTo>
                    <a:pt x="21786" y="28326"/>
                  </a:lnTo>
                  <a:lnTo>
                    <a:pt x="19670" y="22684"/>
                  </a:lnTo>
                  <a:lnTo>
                    <a:pt x="17201" y="20920"/>
                  </a:lnTo>
                  <a:lnTo>
                    <a:pt x="2044" y="56558"/>
                  </a:lnTo>
                  <a:lnTo>
                    <a:pt x="0" y="82262"/>
                  </a:lnTo>
                  <a:lnTo>
                    <a:pt x="363" y="95811"/>
                  </a:lnTo>
                  <a:lnTo>
                    <a:pt x="15262" y="132661"/>
                  </a:lnTo>
                  <a:lnTo>
                    <a:pt x="22513" y="135223"/>
                  </a:lnTo>
                  <a:lnTo>
                    <a:pt x="30954" y="135173"/>
                  </a:lnTo>
                  <a:lnTo>
                    <a:pt x="67628" y="112605"/>
                  </a:lnTo>
                  <a:lnTo>
                    <a:pt x="82438" y="70994"/>
                  </a:lnTo>
                  <a:lnTo>
                    <a:pt x="81507" y="61782"/>
                  </a:lnTo>
                  <a:lnTo>
                    <a:pt x="50128" y="29295"/>
                  </a:lnTo>
                  <a:lnTo>
                    <a:pt x="42629" y="25284"/>
                  </a:lnTo>
                  <a:lnTo>
                    <a:pt x="38007" y="22331"/>
                  </a:lnTo>
                  <a:lnTo>
                    <a:pt x="71165" y="18491"/>
                  </a:lnTo>
                  <a:lnTo>
                    <a:pt x="84995" y="18143"/>
                  </a:lnTo>
                  <a:lnTo>
                    <a:pt x="98428" y="17862"/>
                  </a:lnTo>
                  <a:lnTo>
                    <a:pt x="109943" y="17747"/>
                  </a:lnTo>
                  <a:lnTo>
                    <a:pt x="123343" y="17747"/>
                  </a:lnTo>
                  <a:lnTo>
                    <a:pt x="144281" y="58404"/>
                  </a:lnTo>
                  <a:lnTo>
                    <a:pt x="146264" y="96736"/>
                  </a:lnTo>
                  <a:lnTo>
                    <a:pt x="146617" y="110136"/>
                  </a:lnTo>
                  <a:lnTo>
                    <a:pt x="146617" y="114368"/>
                  </a:lnTo>
                  <a:lnTo>
                    <a:pt x="146617" y="118599"/>
                  </a:lnTo>
                  <a:lnTo>
                    <a:pt x="146617" y="122831"/>
                  </a:lnTo>
                  <a:lnTo>
                    <a:pt x="146617" y="127062"/>
                  </a:lnTo>
                  <a:lnTo>
                    <a:pt x="146264" y="125652"/>
                  </a:lnTo>
                  <a:lnTo>
                    <a:pt x="145912" y="124241"/>
                  </a:lnTo>
                  <a:lnTo>
                    <a:pt x="145206" y="117189"/>
                  </a:lnTo>
                  <a:lnTo>
                    <a:pt x="146617" y="104141"/>
                  </a:lnTo>
                  <a:lnTo>
                    <a:pt x="159312" y="53715"/>
                  </a:lnTo>
                  <a:lnTo>
                    <a:pt x="181081" y="16920"/>
                  </a:lnTo>
                  <a:lnTo>
                    <a:pt x="206432" y="0"/>
                  </a:lnTo>
                  <a:lnTo>
                    <a:pt x="211148" y="1173"/>
                  </a:lnTo>
                  <a:lnTo>
                    <a:pt x="228824" y="47632"/>
                  </a:lnTo>
                  <a:lnTo>
                    <a:pt x="231248" y="84747"/>
                  </a:lnTo>
                  <a:lnTo>
                    <a:pt x="231248" y="88978"/>
                  </a:lnTo>
                  <a:lnTo>
                    <a:pt x="231601" y="93563"/>
                  </a:lnTo>
                  <a:lnTo>
                    <a:pt x="231954" y="98147"/>
                  </a:lnTo>
                  <a:lnTo>
                    <a:pt x="232659" y="103084"/>
                  </a:lnTo>
                  <a:lnTo>
                    <a:pt x="235127" y="105552"/>
                  </a:lnTo>
                  <a:lnTo>
                    <a:pt x="237596" y="108021"/>
                  </a:lnTo>
                  <a:lnTo>
                    <a:pt x="241827" y="108021"/>
                  </a:lnTo>
                  <a:lnTo>
                    <a:pt x="247822" y="104142"/>
                  </a:lnTo>
                  <a:lnTo>
                    <a:pt x="253817" y="100263"/>
                  </a:lnTo>
                  <a:lnTo>
                    <a:pt x="261575" y="92505"/>
                  </a:lnTo>
                  <a:lnTo>
                    <a:pt x="266159" y="87568"/>
                  </a:lnTo>
                  <a:lnTo>
                    <a:pt x="270743" y="82631"/>
                  </a:lnTo>
                  <a:lnTo>
                    <a:pt x="272154" y="80515"/>
                  </a:lnTo>
                  <a:lnTo>
                    <a:pt x="273564" y="78400"/>
                  </a:lnTo>
                </a:path>
              </a:pathLst>
            </a:custGeom>
            <a:ln w="38730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4" name="object 84"/>
          <p:cNvSpPr/>
          <p:nvPr/>
        </p:nvSpPr>
        <p:spPr>
          <a:xfrm>
            <a:off x="4461921" y="3803478"/>
            <a:ext cx="0" cy="6350"/>
          </a:xfrm>
          <a:custGeom>
            <a:avLst/>
            <a:gdLst/>
            <a:ahLst/>
            <a:cxnLst/>
            <a:rect l="l" t="t" r="r" b="b"/>
            <a:pathLst>
              <a:path w="0" h="6350">
                <a:moveTo>
                  <a:pt x="0" y="0"/>
                </a:moveTo>
                <a:lnTo>
                  <a:pt x="0" y="2115"/>
                </a:lnTo>
                <a:lnTo>
                  <a:pt x="0" y="4231"/>
                </a:lnTo>
                <a:lnTo>
                  <a:pt x="0" y="6347"/>
                </a:lnTo>
              </a:path>
            </a:pathLst>
          </a:custGeom>
          <a:ln w="38730">
            <a:solidFill>
              <a:srgbClr val="157E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4451342" y="3898687"/>
            <a:ext cx="2540" cy="4445"/>
          </a:xfrm>
          <a:custGeom>
            <a:avLst/>
            <a:gdLst/>
            <a:ahLst/>
            <a:cxnLst/>
            <a:rect l="l" t="t" r="r" b="b"/>
            <a:pathLst>
              <a:path w="2539" h="4445">
                <a:moveTo>
                  <a:pt x="2115" y="4231"/>
                </a:moveTo>
                <a:lnTo>
                  <a:pt x="1410" y="2821"/>
                </a:lnTo>
                <a:lnTo>
                  <a:pt x="705" y="1410"/>
                </a:lnTo>
                <a:lnTo>
                  <a:pt x="0" y="0"/>
                </a:lnTo>
              </a:path>
            </a:pathLst>
          </a:custGeom>
          <a:ln w="38730">
            <a:solidFill>
              <a:srgbClr val="157EFB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6" name="object 86"/>
          <p:cNvGrpSpPr/>
          <p:nvPr/>
        </p:nvGrpSpPr>
        <p:grpSpPr>
          <a:xfrm>
            <a:off x="4604060" y="3622607"/>
            <a:ext cx="1381760" cy="327025"/>
            <a:chOff x="4604060" y="3622607"/>
            <a:chExt cx="1381760" cy="327025"/>
          </a:xfrm>
        </p:grpSpPr>
        <p:sp>
          <p:nvSpPr>
            <p:cNvPr id="87" name="object 87"/>
            <p:cNvSpPr/>
            <p:nvPr/>
          </p:nvSpPr>
          <p:spPr>
            <a:xfrm>
              <a:off x="4623426" y="3725193"/>
              <a:ext cx="150495" cy="14604"/>
            </a:xfrm>
            <a:custGeom>
              <a:avLst/>
              <a:gdLst/>
              <a:ahLst/>
              <a:cxnLst/>
              <a:rect l="l" t="t" r="r" b="b"/>
              <a:pathLst>
                <a:path w="150495" h="14604">
                  <a:moveTo>
                    <a:pt x="22568" y="12694"/>
                  </a:moveTo>
                  <a:lnTo>
                    <a:pt x="22568" y="12694"/>
                  </a:lnTo>
                  <a:lnTo>
                    <a:pt x="705" y="12694"/>
                  </a:lnTo>
                  <a:lnTo>
                    <a:pt x="352" y="13047"/>
                  </a:lnTo>
                  <a:lnTo>
                    <a:pt x="0" y="13400"/>
                  </a:lnTo>
                  <a:lnTo>
                    <a:pt x="4936" y="14105"/>
                  </a:lnTo>
                  <a:lnTo>
                    <a:pt x="20100" y="13752"/>
                  </a:lnTo>
                  <a:lnTo>
                    <a:pt x="65225" y="11322"/>
                  </a:lnTo>
                  <a:lnTo>
                    <a:pt x="109183" y="6391"/>
                  </a:lnTo>
                  <a:lnTo>
                    <a:pt x="129768" y="3173"/>
                  </a:lnTo>
                  <a:lnTo>
                    <a:pt x="141052" y="1410"/>
                  </a:lnTo>
                  <a:lnTo>
                    <a:pt x="147399" y="705"/>
                  </a:lnTo>
                  <a:lnTo>
                    <a:pt x="148810" y="352"/>
                  </a:lnTo>
                  <a:lnTo>
                    <a:pt x="150220" y="0"/>
                  </a:lnTo>
                  <a:lnTo>
                    <a:pt x="146694" y="0"/>
                  </a:lnTo>
                  <a:lnTo>
                    <a:pt x="144226" y="352"/>
                  </a:lnTo>
                  <a:lnTo>
                    <a:pt x="141757" y="705"/>
                  </a:lnTo>
                  <a:lnTo>
                    <a:pt x="140347" y="1410"/>
                  </a:lnTo>
                  <a:lnTo>
                    <a:pt x="138936" y="2115"/>
                  </a:lnTo>
                </a:path>
              </a:pathLst>
            </a:custGeom>
            <a:ln w="38730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4706647" y="3746351"/>
              <a:ext cx="12700" cy="183515"/>
            </a:xfrm>
            <a:custGeom>
              <a:avLst/>
              <a:gdLst/>
              <a:ahLst/>
              <a:cxnLst/>
              <a:rect l="l" t="t" r="r" b="b"/>
              <a:pathLst>
                <a:path w="12700" h="183514">
                  <a:moveTo>
                    <a:pt x="2820" y="0"/>
                  </a:moveTo>
                  <a:lnTo>
                    <a:pt x="1785" y="10656"/>
                  </a:lnTo>
                  <a:lnTo>
                    <a:pt x="881" y="21774"/>
                  </a:lnTo>
                  <a:lnTo>
                    <a:pt x="242" y="33819"/>
                  </a:lnTo>
                  <a:lnTo>
                    <a:pt x="0" y="47252"/>
                  </a:lnTo>
                  <a:lnTo>
                    <a:pt x="247" y="62344"/>
                  </a:lnTo>
                  <a:lnTo>
                    <a:pt x="3173" y="111783"/>
                  </a:lnTo>
                  <a:lnTo>
                    <a:pt x="7438" y="154231"/>
                  </a:lnTo>
                  <a:lnTo>
                    <a:pt x="12694" y="183368"/>
                  </a:lnTo>
                  <a:lnTo>
                    <a:pt x="11989" y="178431"/>
                  </a:lnTo>
                  <a:lnTo>
                    <a:pt x="11284" y="173494"/>
                  </a:lnTo>
                </a:path>
              </a:pathLst>
            </a:custGeom>
            <a:ln w="38730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4643879" y="3915614"/>
              <a:ext cx="114300" cy="13970"/>
            </a:xfrm>
            <a:custGeom>
              <a:avLst/>
              <a:gdLst/>
              <a:ahLst/>
              <a:cxnLst/>
              <a:rect l="l" t="t" r="r" b="b"/>
              <a:pathLst>
                <a:path w="114300" h="13970">
                  <a:moveTo>
                    <a:pt x="0" y="12694"/>
                  </a:moveTo>
                  <a:lnTo>
                    <a:pt x="12727" y="13179"/>
                  </a:lnTo>
                  <a:lnTo>
                    <a:pt x="25653" y="13399"/>
                  </a:lnTo>
                  <a:lnTo>
                    <a:pt x="38976" y="13091"/>
                  </a:lnTo>
                  <a:lnTo>
                    <a:pt x="52894" y="11989"/>
                  </a:lnTo>
                  <a:lnTo>
                    <a:pt x="67539" y="9917"/>
                  </a:lnTo>
                  <a:lnTo>
                    <a:pt x="82780" y="7052"/>
                  </a:lnTo>
                  <a:lnTo>
                    <a:pt x="98417" y="3658"/>
                  </a:lnTo>
                  <a:lnTo>
                    <a:pt x="114252" y="0"/>
                  </a:lnTo>
                </a:path>
              </a:pathLst>
            </a:custGeom>
            <a:ln w="38730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4785636" y="3802067"/>
              <a:ext cx="169545" cy="106045"/>
            </a:xfrm>
            <a:custGeom>
              <a:avLst/>
              <a:gdLst/>
              <a:ahLst/>
              <a:cxnLst/>
              <a:rect l="l" t="t" r="r" b="b"/>
              <a:pathLst>
                <a:path w="169545" h="106045">
                  <a:moveTo>
                    <a:pt x="0" y="26800"/>
                  </a:moveTo>
                  <a:lnTo>
                    <a:pt x="0" y="20452"/>
                  </a:lnTo>
                  <a:lnTo>
                    <a:pt x="0" y="14105"/>
                  </a:lnTo>
                  <a:lnTo>
                    <a:pt x="705" y="13047"/>
                  </a:lnTo>
                  <a:lnTo>
                    <a:pt x="6303" y="51748"/>
                  </a:lnTo>
                  <a:lnTo>
                    <a:pt x="7256" y="63132"/>
                  </a:lnTo>
                  <a:lnTo>
                    <a:pt x="8110" y="71936"/>
                  </a:lnTo>
                  <a:lnTo>
                    <a:pt x="9168" y="81105"/>
                  </a:lnTo>
                  <a:lnTo>
                    <a:pt x="9873" y="78284"/>
                  </a:lnTo>
                  <a:lnTo>
                    <a:pt x="13047" y="68057"/>
                  </a:lnTo>
                  <a:lnTo>
                    <a:pt x="28210" y="28210"/>
                  </a:lnTo>
                  <a:lnTo>
                    <a:pt x="54641" y="7008"/>
                  </a:lnTo>
                  <a:lnTo>
                    <a:pt x="60432" y="8110"/>
                  </a:lnTo>
                  <a:lnTo>
                    <a:pt x="90791" y="44993"/>
                  </a:lnTo>
                  <a:lnTo>
                    <a:pt x="101205" y="83573"/>
                  </a:lnTo>
                  <a:lnTo>
                    <a:pt x="101557" y="90273"/>
                  </a:lnTo>
                  <a:lnTo>
                    <a:pt x="101557" y="94505"/>
                  </a:lnTo>
                  <a:lnTo>
                    <a:pt x="100852" y="98384"/>
                  </a:lnTo>
                  <a:lnTo>
                    <a:pt x="100147" y="102263"/>
                  </a:lnTo>
                  <a:lnTo>
                    <a:pt x="98736" y="105789"/>
                  </a:lnTo>
                  <a:lnTo>
                    <a:pt x="98031" y="105436"/>
                  </a:lnTo>
                  <a:lnTo>
                    <a:pt x="97326" y="105084"/>
                  </a:lnTo>
                  <a:lnTo>
                    <a:pt x="97326" y="100852"/>
                  </a:lnTo>
                  <a:lnTo>
                    <a:pt x="98384" y="87805"/>
                  </a:lnTo>
                  <a:lnTo>
                    <a:pt x="103144" y="49820"/>
                  </a:lnTo>
                  <a:lnTo>
                    <a:pt x="118985" y="10843"/>
                  </a:lnTo>
                  <a:lnTo>
                    <a:pt x="133294" y="0"/>
                  </a:lnTo>
                  <a:lnTo>
                    <a:pt x="138583" y="3878"/>
                  </a:lnTo>
                  <a:lnTo>
                    <a:pt x="158595" y="39764"/>
                  </a:lnTo>
                  <a:lnTo>
                    <a:pt x="167081" y="81314"/>
                  </a:lnTo>
                  <a:lnTo>
                    <a:pt x="168712" y="94957"/>
                  </a:lnTo>
                  <a:lnTo>
                    <a:pt x="169263" y="100852"/>
                  </a:lnTo>
                </a:path>
              </a:pathLst>
            </a:custGeom>
            <a:ln w="38730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4999332" y="3783730"/>
              <a:ext cx="169545" cy="130810"/>
            </a:xfrm>
            <a:custGeom>
              <a:avLst/>
              <a:gdLst/>
              <a:ahLst/>
              <a:cxnLst/>
              <a:rect l="l" t="t" r="r" b="b"/>
              <a:pathLst>
                <a:path w="169545" h="130810">
                  <a:moveTo>
                    <a:pt x="2115" y="15515"/>
                  </a:moveTo>
                  <a:lnTo>
                    <a:pt x="1410" y="11284"/>
                  </a:lnTo>
                  <a:lnTo>
                    <a:pt x="705" y="7052"/>
                  </a:lnTo>
                  <a:lnTo>
                    <a:pt x="352" y="8110"/>
                  </a:lnTo>
                  <a:lnTo>
                    <a:pt x="0" y="9168"/>
                  </a:lnTo>
                  <a:lnTo>
                    <a:pt x="0" y="15515"/>
                  </a:lnTo>
                  <a:lnTo>
                    <a:pt x="2115" y="30679"/>
                  </a:lnTo>
                  <a:lnTo>
                    <a:pt x="4038" y="43445"/>
                  </a:lnTo>
                  <a:lnTo>
                    <a:pt x="6391" y="57963"/>
                  </a:lnTo>
                  <a:lnTo>
                    <a:pt x="8810" y="72680"/>
                  </a:lnTo>
                  <a:lnTo>
                    <a:pt x="10931" y="86041"/>
                  </a:lnTo>
                  <a:lnTo>
                    <a:pt x="12479" y="96846"/>
                  </a:lnTo>
                  <a:lnTo>
                    <a:pt x="13532" y="105304"/>
                  </a:lnTo>
                  <a:lnTo>
                    <a:pt x="14253" y="111976"/>
                  </a:lnTo>
                  <a:lnTo>
                    <a:pt x="14810" y="117426"/>
                  </a:lnTo>
                  <a:lnTo>
                    <a:pt x="15515" y="124126"/>
                  </a:lnTo>
                  <a:lnTo>
                    <a:pt x="16220" y="129062"/>
                  </a:lnTo>
                  <a:lnTo>
                    <a:pt x="16220" y="129768"/>
                  </a:lnTo>
                  <a:lnTo>
                    <a:pt x="16220" y="130473"/>
                  </a:lnTo>
                  <a:lnTo>
                    <a:pt x="15515" y="126947"/>
                  </a:lnTo>
                  <a:lnTo>
                    <a:pt x="15868" y="113899"/>
                  </a:lnTo>
                  <a:lnTo>
                    <a:pt x="16353" y="102538"/>
                  </a:lnTo>
                  <a:lnTo>
                    <a:pt x="21510" y="59594"/>
                  </a:lnTo>
                  <a:lnTo>
                    <a:pt x="36320" y="17278"/>
                  </a:lnTo>
                  <a:lnTo>
                    <a:pt x="46899" y="3526"/>
                  </a:lnTo>
                  <a:lnTo>
                    <a:pt x="50073" y="1410"/>
                  </a:lnTo>
                  <a:lnTo>
                    <a:pt x="53599" y="0"/>
                  </a:lnTo>
                  <a:lnTo>
                    <a:pt x="57831" y="1057"/>
                  </a:lnTo>
                  <a:lnTo>
                    <a:pt x="62063" y="2115"/>
                  </a:lnTo>
                  <a:lnTo>
                    <a:pt x="80091" y="39406"/>
                  </a:lnTo>
                  <a:lnTo>
                    <a:pt x="87672" y="77060"/>
                  </a:lnTo>
                  <a:lnTo>
                    <a:pt x="88862" y="104731"/>
                  </a:lnTo>
                  <a:lnTo>
                    <a:pt x="88862" y="114252"/>
                  </a:lnTo>
                  <a:lnTo>
                    <a:pt x="88862" y="119894"/>
                  </a:lnTo>
                  <a:lnTo>
                    <a:pt x="88510" y="120952"/>
                  </a:lnTo>
                  <a:lnTo>
                    <a:pt x="88157" y="122010"/>
                  </a:lnTo>
                  <a:lnTo>
                    <a:pt x="87452" y="118483"/>
                  </a:lnTo>
                  <a:lnTo>
                    <a:pt x="94163" y="71738"/>
                  </a:lnTo>
                  <a:lnTo>
                    <a:pt x="111811" y="27698"/>
                  </a:lnTo>
                  <a:lnTo>
                    <a:pt x="133999" y="4936"/>
                  </a:lnTo>
                  <a:lnTo>
                    <a:pt x="138936" y="4936"/>
                  </a:lnTo>
                  <a:lnTo>
                    <a:pt x="160336" y="50084"/>
                  </a:lnTo>
                  <a:lnTo>
                    <a:pt x="166089" y="88863"/>
                  </a:lnTo>
                  <a:lnTo>
                    <a:pt x="167852" y="102263"/>
                  </a:lnTo>
                  <a:lnTo>
                    <a:pt x="168557" y="106494"/>
                  </a:lnTo>
                  <a:lnTo>
                    <a:pt x="169262" y="110726"/>
                  </a:lnTo>
                </a:path>
              </a:pathLst>
            </a:custGeom>
            <a:ln w="38730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2" name="object 92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213099" y="3765070"/>
              <a:ext cx="112386" cy="143428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5347642" y="3641973"/>
              <a:ext cx="619125" cy="248920"/>
            </a:xfrm>
            <a:custGeom>
              <a:avLst/>
              <a:gdLst/>
              <a:ahLst/>
              <a:cxnLst/>
              <a:rect l="l" t="t" r="r" b="b"/>
              <a:pathLst>
                <a:path w="619125" h="248920">
                  <a:moveTo>
                    <a:pt x="79077" y="172083"/>
                  </a:moveTo>
                  <a:lnTo>
                    <a:pt x="59330" y="137878"/>
                  </a:lnTo>
                  <a:lnTo>
                    <a:pt x="21047" y="140044"/>
                  </a:lnTo>
                  <a:lnTo>
                    <a:pt x="3113" y="179379"/>
                  </a:lnTo>
                  <a:lnTo>
                    <a:pt x="0" y="203010"/>
                  </a:lnTo>
                  <a:lnTo>
                    <a:pt x="793" y="213650"/>
                  </a:lnTo>
                  <a:lnTo>
                    <a:pt x="26926" y="245954"/>
                  </a:lnTo>
                  <a:lnTo>
                    <a:pt x="66735" y="230973"/>
                  </a:lnTo>
                  <a:lnTo>
                    <a:pt x="84884" y="195269"/>
                  </a:lnTo>
                  <a:lnTo>
                    <a:pt x="95563" y="147179"/>
                  </a:lnTo>
                  <a:lnTo>
                    <a:pt x="100312" y="91496"/>
                  </a:lnTo>
                  <a:lnTo>
                    <a:pt x="101998" y="41610"/>
                  </a:lnTo>
                  <a:lnTo>
                    <a:pt x="96709" y="4936"/>
                  </a:lnTo>
                  <a:lnTo>
                    <a:pt x="93182" y="4936"/>
                  </a:lnTo>
                  <a:lnTo>
                    <a:pt x="82466" y="44194"/>
                  </a:lnTo>
                  <a:lnTo>
                    <a:pt x="79474" y="88907"/>
                  </a:lnTo>
                  <a:lnTo>
                    <a:pt x="81815" y="139019"/>
                  </a:lnTo>
                  <a:lnTo>
                    <a:pt x="89303" y="188657"/>
                  </a:lnTo>
                  <a:lnTo>
                    <a:pt x="102147" y="228923"/>
                  </a:lnTo>
                  <a:lnTo>
                    <a:pt x="124792" y="248390"/>
                  </a:lnTo>
                  <a:lnTo>
                    <a:pt x="131619" y="246841"/>
                  </a:lnTo>
                  <a:lnTo>
                    <a:pt x="161593" y="217926"/>
                  </a:lnTo>
                  <a:lnTo>
                    <a:pt x="178205" y="176668"/>
                  </a:lnTo>
                  <a:lnTo>
                    <a:pt x="186982" y="138936"/>
                  </a:lnTo>
                  <a:lnTo>
                    <a:pt x="186982" y="133294"/>
                  </a:lnTo>
                  <a:lnTo>
                    <a:pt x="186277" y="132589"/>
                  </a:lnTo>
                  <a:lnTo>
                    <a:pt x="185572" y="131884"/>
                  </a:lnTo>
                  <a:lnTo>
                    <a:pt x="184161" y="136115"/>
                  </a:lnTo>
                  <a:lnTo>
                    <a:pt x="183456" y="147752"/>
                  </a:lnTo>
                  <a:lnTo>
                    <a:pt x="183103" y="157730"/>
                  </a:lnTo>
                  <a:lnTo>
                    <a:pt x="183279" y="169659"/>
                  </a:lnTo>
                  <a:lnTo>
                    <a:pt x="189550" y="208933"/>
                  </a:lnTo>
                  <a:lnTo>
                    <a:pt x="211892" y="244659"/>
                  </a:lnTo>
                  <a:lnTo>
                    <a:pt x="225700" y="248406"/>
                  </a:lnTo>
                  <a:lnTo>
                    <a:pt x="232472" y="246841"/>
                  </a:lnTo>
                  <a:lnTo>
                    <a:pt x="259916" y="206658"/>
                  </a:lnTo>
                  <a:lnTo>
                    <a:pt x="268038" y="179362"/>
                  </a:lnTo>
                  <a:lnTo>
                    <a:pt x="271966" y="166441"/>
                  </a:lnTo>
                  <a:lnTo>
                    <a:pt x="295510" y="129421"/>
                  </a:lnTo>
                  <a:lnTo>
                    <a:pt x="301631" y="127784"/>
                  </a:lnTo>
                  <a:lnTo>
                    <a:pt x="308348" y="127933"/>
                  </a:lnTo>
                  <a:lnTo>
                    <a:pt x="344961" y="146341"/>
                  </a:lnTo>
                  <a:lnTo>
                    <a:pt x="355893" y="157626"/>
                  </a:lnTo>
                  <a:lnTo>
                    <a:pt x="357656" y="160799"/>
                  </a:lnTo>
                  <a:lnTo>
                    <a:pt x="359066" y="164326"/>
                  </a:lnTo>
                  <a:lnTo>
                    <a:pt x="358008" y="165031"/>
                  </a:lnTo>
                  <a:lnTo>
                    <a:pt x="356950" y="165736"/>
                  </a:lnTo>
                  <a:lnTo>
                    <a:pt x="353424" y="163620"/>
                  </a:lnTo>
                  <a:lnTo>
                    <a:pt x="347077" y="157626"/>
                  </a:lnTo>
                  <a:lnTo>
                    <a:pt x="341842" y="152518"/>
                  </a:lnTo>
                  <a:lnTo>
                    <a:pt x="335881" y="146650"/>
                  </a:lnTo>
                  <a:lnTo>
                    <a:pt x="329522" y="140716"/>
                  </a:lnTo>
                  <a:lnTo>
                    <a:pt x="323098" y="135410"/>
                  </a:lnTo>
                  <a:lnTo>
                    <a:pt x="314635" y="129062"/>
                  </a:lnTo>
                  <a:lnTo>
                    <a:pt x="306877" y="126241"/>
                  </a:lnTo>
                  <a:lnTo>
                    <a:pt x="301235" y="125184"/>
                  </a:lnTo>
                  <a:lnTo>
                    <a:pt x="295593" y="124126"/>
                  </a:lnTo>
                  <a:lnTo>
                    <a:pt x="274082" y="163620"/>
                  </a:lnTo>
                  <a:lnTo>
                    <a:pt x="271393" y="182574"/>
                  </a:lnTo>
                  <a:lnTo>
                    <a:pt x="271851" y="191886"/>
                  </a:lnTo>
                  <a:lnTo>
                    <a:pt x="292419" y="230620"/>
                  </a:lnTo>
                  <a:lnTo>
                    <a:pt x="306877" y="238378"/>
                  </a:lnTo>
                  <a:lnTo>
                    <a:pt x="314635" y="234147"/>
                  </a:lnTo>
                  <a:lnTo>
                    <a:pt x="338614" y="204525"/>
                  </a:lnTo>
                  <a:lnTo>
                    <a:pt x="353986" y="166193"/>
                  </a:lnTo>
                  <a:lnTo>
                    <a:pt x="361887" y="143168"/>
                  </a:lnTo>
                  <a:lnTo>
                    <a:pt x="363298" y="139642"/>
                  </a:lnTo>
                  <a:lnTo>
                    <a:pt x="363298" y="140699"/>
                  </a:lnTo>
                  <a:lnTo>
                    <a:pt x="363298" y="141757"/>
                  </a:lnTo>
                  <a:lnTo>
                    <a:pt x="361887" y="147399"/>
                  </a:lnTo>
                  <a:lnTo>
                    <a:pt x="361535" y="160094"/>
                  </a:lnTo>
                  <a:lnTo>
                    <a:pt x="361490" y="170728"/>
                  </a:lnTo>
                  <a:lnTo>
                    <a:pt x="361975" y="182751"/>
                  </a:lnTo>
                  <a:lnTo>
                    <a:pt x="371540" y="221584"/>
                  </a:lnTo>
                  <a:lnTo>
                    <a:pt x="392390" y="231193"/>
                  </a:lnTo>
                  <a:lnTo>
                    <a:pt x="398583" y="229414"/>
                  </a:lnTo>
                  <a:lnTo>
                    <a:pt x="429240" y="189362"/>
                  </a:lnTo>
                  <a:lnTo>
                    <a:pt x="443670" y="141311"/>
                  </a:lnTo>
                  <a:lnTo>
                    <a:pt x="452117" y="88113"/>
                  </a:lnTo>
                  <a:lnTo>
                    <a:pt x="455230" y="43731"/>
                  </a:lnTo>
                  <a:lnTo>
                    <a:pt x="452866" y="1410"/>
                  </a:lnTo>
                  <a:lnTo>
                    <a:pt x="450750" y="0"/>
                  </a:lnTo>
                  <a:lnTo>
                    <a:pt x="450045" y="3526"/>
                  </a:lnTo>
                  <a:lnTo>
                    <a:pt x="448414" y="44343"/>
                  </a:lnTo>
                  <a:lnTo>
                    <a:pt x="448761" y="97585"/>
                  </a:lnTo>
                  <a:lnTo>
                    <a:pt x="453571" y="148810"/>
                  </a:lnTo>
                  <a:lnTo>
                    <a:pt x="465522" y="187687"/>
                  </a:lnTo>
                  <a:lnTo>
                    <a:pt x="496300" y="216267"/>
                  </a:lnTo>
                  <a:lnTo>
                    <a:pt x="539839" y="210245"/>
                  </a:lnTo>
                  <a:lnTo>
                    <a:pt x="569058" y="185484"/>
                  </a:lnTo>
                  <a:lnTo>
                    <a:pt x="589158" y="147355"/>
                  </a:lnTo>
                  <a:lnTo>
                    <a:pt x="590745" y="133294"/>
                  </a:lnTo>
                  <a:lnTo>
                    <a:pt x="590392" y="125536"/>
                  </a:lnTo>
                  <a:lnTo>
                    <a:pt x="587571" y="121305"/>
                  </a:lnTo>
                  <a:lnTo>
                    <a:pt x="584045" y="118836"/>
                  </a:lnTo>
                  <a:lnTo>
                    <a:pt x="580519" y="116368"/>
                  </a:lnTo>
                  <a:lnTo>
                    <a:pt x="544198" y="145636"/>
                  </a:lnTo>
                  <a:lnTo>
                    <a:pt x="531156" y="181489"/>
                  </a:lnTo>
                  <a:lnTo>
                    <a:pt x="530445" y="193241"/>
                  </a:lnTo>
                  <a:lnTo>
                    <a:pt x="532214" y="203550"/>
                  </a:lnTo>
                  <a:lnTo>
                    <a:pt x="563769" y="230268"/>
                  </a:lnTo>
                  <a:lnTo>
                    <a:pt x="571934" y="230675"/>
                  </a:lnTo>
                  <a:lnTo>
                    <a:pt x="580166" y="229562"/>
                  </a:lnTo>
                  <a:lnTo>
                    <a:pt x="614371" y="210168"/>
                  </a:lnTo>
                  <a:lnTo>
                    <a:pt x="616487" y="205936"/>
                  </a:lnTo>
                  <a:lnTo>
                    <a:pt x="618603" y="201705"/>
                  </a:lnTo>
                </a:path>
              </a:pathLst>
            </a:custGeom>
            <a:ln w="38730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5752551" y="3706151"/>
              <a:ext cx="129539" cy="12700"/>
            </a:xfrm>
            <a:custGeom>
              <a:avLst/>
              <a:gdLst/>
              <a:ahLst/>
              <a:cxnLst/>
              <a:rect l="l" t="t" r="r" b="b"/>
              <a:pathLst>
                <a:path w="129539" h="12700">
                  <a:moveTo>
                    <a:pt x="4231" y="12694"/>
                  </a:moveTo>
                  <a:lnTo>
                    <a:pt x="2115" y="9873"/>
                  </a:lnTo>
                  <a:lnTo>
                    <a:pt x="0" y="7052"/>
                  </a:lnTo>
                  <a:lnTo>
                    <a:pt x="1410" y="5642"/>
                  </a:lnTo>
                  <a:lnTo>
                    <a:pt x="2821" y="4231"/>
                  </a:lnTo>
                  <a:lnTo>
                    <a:pt x="7757" y="4231"/>
                  </a:lnTo>
                  <a:lnTo>
                    <a:pt x="24331" y="4231"/>
                  </a:lnTo>
                  <a:lnTo>
                    <a:pt x="38580" y="4231"/>
                  </a:lnTo>
                  <a:lnTo>
                    <a:pt x="55010" y="4231"/>
                  </a:lnTo>
                  <a:lnTo>
                    <a:pt x="71440" y="4231"/>
                  </a:lnTo>
                  <a:lnTo>
                    <a:pt x="85689" y="4231"/>
                  </a:lnTo>
                  <a:lnTo>
                    <a:pt x="96136" y="4220"/>
                  </a:lnTo>
                  <a:lnTo>
                    <a:pt x="129063" y="0"/>
                  </a:lnTo>
                  <a:lnTo>
                    <a:pt x="124831" y="0"/>
                  </a:lnTo>
                  <a:lnTo>
                    <a:pt x="120599" y="0"/>
                  </a:lnTo>
                </a:path>
              </a:pathLst>
            </a:custGeom>
            <a:ln w="38730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5543088" y="3676530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4231"/>
                  </a:moveTo>
                  <a:lnTo>
                    <a:pt x="1410" y="2821"/>
                  </a:lnTo>
                  <a:lnTo>
                    <a:pt x="2820" y="1410"/>
                  </a:lnTo>
                  <a:lnTo>
                    <a:pt x="4231" y="0"/>
                  </a:lnTo>
                </a:path>
              </a:pathLst>
            </a:custGeom>
            <a:ln w="38730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6" name="object 96"/>
          <p:cNvGrpSpPr/>
          <p:nvPr/>
        </p:nvGrpSpPr>
        <p:grpSpPr>
          <a:xfrm>
            <a:off x="6114028" y="3610618"/>
            <a:ext cx="890905" cy="259079"/>
            <a:chOff x="6114028" y="3610618"/>
            <a:chExt cx="890905" cy="259079"/>
          </a:xfrm>
        </p:grpSpPr>
        <p:sp>
          <p:nvSpPr>
            <p:cNvPr id="97" name="object 97"/>
            <p:cNvSpPr/>
            <p:nvPr/>
          </p:nvSpPr>
          <p:spPr>
            <a:xfrm>
              <a:off x="6133394" y="3634215"/>
              <a:ext cx="125095" cy="215900"/>
            </a:xfrm>
            <a:custGeom>
              <a:avLst/>
              <a:gdLst/>
              <a:ahLst/>
              <a:cxnLst/>
              <a:rect l="l" t="t" r="r" b="b"/>
              <a:pathLst>
                <a:path w="125095" h="215900">
                  <a:moveTo>
                    <a:pt x="0" y="0"/>
                  </a:moveTo>
                  <a:lnTo>
                    <a:pt x="595" y="47059"/>
                  </a:lnTo>
                  <a:lnTo>
                    <a:pt x="4408" y="99618"/>
                  </a:lnTo>
                  <a:lnTo>
                    <a:pt x="10551" y="154386"/>
                  </a:lnTo>
                  <a:lnTo>
                    <a:pt x="12474" y="171114"/>
                  </a:lnTo>
                  <a:lnTo>
                    <a:pt x="14066" y="185858"/>
                  </a:lnTo>
                  <a:lnTo>
                    <a:pt x="15163" y="197826"/>
                  </a:lnTo>
                  <a:lnTo>
                    <a:pt x="16221" y="211578"/>
                  </a:lnTo>
                  <a:lnTo>
                    <a:pt x="15516" y="215810"/>
                  </a:lnTo>
                  <a:lnTo>
                    <a:pt x="14105" y="214752"/>
                  </a:lnTo>
                  <a:lnTo>
                    <a:pt x="12695" y="213694"/>
                  </a:lnTo>
                  <a:lnTo>
                    <a:pt x="10579" y="207347"/>
                  </a:lnTo>
                  <a:lnTo>
                    <a:pt x="8816" y="195005"/>
                  </a:lnTo>
                  <a:lnTo>
                    <a:pt x="7648" y="184734"/>
                  </a:lnTo>
                  <a:lnTo>
                    <a:pt x="7141" y="172877"/>
                  </a:lnTo>
                  <a:lnTo>
                    <a:pt x="7824" y="160094"/>
                  </a:lnTo>
                  <a:lnTo>
                    <a:pt x="21202" y="122803"/>
                  </a:lnTo>
                  <a:lnTo>
                    <a:pt x="60388" y="99133"/>
                  </a:lnTo>
                  <a:lnTo>
                    <a:pt x="71617" y="100130"/>
                  </a:lnTo>
                  <a:lnTo>
                    <a:pt x="109640" y="125542"/>
                  </a:lnTo>
                  <a:lnTo>
                    <a:pt x="124941" y="159196"/>
                  </a:lnTo>
                  <a:lnTo>
                    <a:pt x="124479" y="167147"/>
                  </a:lnTo>
                  <a:lnTo>
                    <a:pt x="95166" y="202691"/>
                  </a:lnTo>
                  <a:lnTo>
                    <a:pt x="55379" y="215193"/>
                  </a:lnTo>
                  <a:lnTo>
                    <a:pt x="48354" y="215016"/>
                  </a:lnTo>
                  <a:lnTo>
                    <a:pt x="23626" y="195710"/>
                  </a:lnTo>
                  <a:lnTo>
                    <a:pt x="21157" y="190420"/>
                  </a:lnTo>
                  <a:lnTo>
                    <a:pt x="21157" y="186189"/>
                  </a:lnTo>
                  <a:lnTo>
                    <a:pt x="22568" y="183015"/>
                  </a:lnTo>
                  <a:lnTo>
                    <a:pt x="23978" y="179841"/>
                  </a:lnTo>
                  <a:lnTo>
                    <a:pt x="26800" y="177726"/>
                  </a:lnTo>
                  <a:lnTo>
                    <a:pt x="29621" y="175610"/>
                  </a:lnTo>
                </a:path>
              </a:pathLst>
            </a:custGeom>
            <a:ln w="38730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6296308" y="3651141"/>
              <a:ext cx="19050" cy="197485"/>
            </a:xfrm>
            <a:custGeom>
              <a:avLst/>
              <a:gdLst/>
              <a:ahLst/>
              <a:cxnLst/>
              <a:rect l="l" t="t" r="r" b="b"/>
              <a:pathLst>
                <a:path w="19050" h="197485">
                  <a:moveTo>
                    <a:pt x="0" y="0"/>
                  </a:moveTo>
                  <a:lnTo>
                    <a:pt x="6628" y="49263"/>
                  </a:lnTo>
                  <a:lnTo>
                    <a:pt x="11637" y="99794"/>
                  </a:lnTo>
                  <a:lnTo>
                    <a:pt x="13967" y="154193"/>
                  </a:lnTo>
                  <a:lnTo>
                    <a:pt x="14105" y="167852"/>
                  </a:lnTo>
                  <a:lnTo>
                    <a:pt x="14105" y="183368"/>
                  </a:lnTo>
                  <a:lnTo>
                    <a:pt x="13400" y="186894"/>
                  </a:lnTo>
                  <a:lnTo>
                    <a:pt x="12694" y="190420"/>
                  </a:lnTo>
                  <a:lnTo>
                    <a:pt x="11989" y="193946"/>
                  </a:lnTo>
                  <a:lnTo>
                    <a:pt x="11284" y="197473"/>
                  </a:lnTo>
                  <a:lnTo>
                    <a:pt x="11989" y="193946"/>
                  </a:lnTo>
                  <a:lnTo>
                    <a:pt x="13400" y="190068"/>
                  </a:lnTo>
                  <a:lnTo>
                    <a:pt x="14810" y="186189"/>
                  </a:lnTo>
                  <a:lnTo>
                    <a:pt x="16926" y="181957"/>
                  </a:lnTo>
                  <a:lnTo>
                    <a:pt x="19042" y="177726"/>
                  </a:lnTo>
                </a:path>
              </a:pathLst>
            </a:custGeom>
            <a:ln w="38730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9" name="object 99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364650" y="3610618"/>
              <a:ext cx="433422" cy="240143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834807" y="3614849"/>
              <a:ext cx="169908" cy="212930"/>
            </a:xfrm>
            <a:prstGeom prst="rect">
              <a:avLst/>
            </a:prstGeom>
          </p:spPr>
        </p:pic>
      </p:grpSp>
      <p:grpSp>
        <p:nvGrpSpPr>
          <p:cNvPr id="101" name="object 101"/>
          <p:cNvGrpSpPr/>
          <p:nvPr/>
        </p:nvGrpSpPr>
        <p:grpSpPr>
          <a:xfrm>
            <a:off x="7094342" y="3565481"/>
            <a:ext cx="355600" cy="593090"/>
            <a:chOff x="7094342" y="3565481"/>
            <a:chExt cx="355600" cy="593090"/>
          </a:xfrm>
        </p:grpSpPr>
        <p:sp>
          <p:nvSpPr>
            <p:cNvPr id="102" name="object 102"/>
            <p:cNvSpPr/>
            <p:nvPr/>
          </p:nvSpPr>
          <p:spPr>
            <a:xfrm>
              <a:off x="7113708" y="3584846"/>
              <a:ext cx="18415" cy="238760"/>
            </a:xfrm>
            <a:custGeom>
              <a:avLst/>
              <a:gdLst/>
              <a:ahLst/>
              <a:cxnLst/>
              <a:rect l="l" t="t" r="r" b="b"/>
              <a:pathLst>
                <a:path w="18415" h="238760">
                  <a:moveTo>
                    <a:pt x="11989" y="13400"/>
                  </a:moveTo>
                  <a:lnTo>
                    <a:pt x="11284" y="7757"/>
                  </a:lnTo>
                  <a:lnTo>
                    <a:pt x="10578" y="2115"/>
                  </a:lnTo>
                  <a:lnTo>
                    <a:pt x="10226" y="1057"/>
                  </a:lnTo>
                  <a:lnTo>
                    <a:pt x="9873" y="0"/>
                  </a:lnTo>
                  <a:lnTo>
                    <a:pt x="9873" y="3526"/>
                  </a:lnTo>
                  <a:lnTo>
                    <a:pt x="8463" y="16221"/>
                  </a:lnTo>
                  <a:lnTo>
                    <a:pt x="3950" y="57131"/>
                  </a:lnTo>
                  <a:lnTo>
                    <a:pt x="573" y="110858"/>
                  </a:lnTo>
                  <a:lnTo>
                    <a:pt x="0" y="148105"/>
                  </a:lnTo>
                  <a:lnTo>
                    <a:pt x="115" y="166337"/>
                  </a:lnTo>
                  <a:lnTo>
                    <a:pt x="396" y="183412"/>
                  </a:lnTo>
                  <a:lnTo>
                    <a:pt x="743" y="198437"/>
                  </a:lnTo>
                  <a:lnTo>
                    <a:pt x="1058" y="210520"/>
                  </a:lnTo>
                  <a:lnTo>
                    <a:pt x="1410" y="224273"/>
                  </a:lnTo>
                  <a:lnTo>
                    <a:pt x="1410" y="227799"/>
                  </a:lnTo>
                  <a:lnTo>
                    <a:pt x="1763" y="231326"/>
                  </a:lnTo>
                  <a:lnTo>
                    <a:pt x="2116" y="234852"/>
                  </a:lnTo>
                  <a:lnTo>
                    <a:pt x="2821" y="238378"/>
                  </a:lnTo>
                  <a:lnTo>
                    <a:pt x="4231" y="238378"/>
                  </a:lnTo>
                  <a:lnTo>
                    <a:pt x="5642" y="238378"/>
                  </a:lnTo>
                  <a:lnTo>
                    <a:pt x="7757" y="234852"/>
                  </a:lnTo>
                  <a:lnTo>
                    <a:pt x="10226" y="230268"/>
                  </a:lnTo>
                  <a:lnTo>
                    <a:pt x="12694" y="225684"/>
                  </a:lnTo>
                  <a:lnTo>
                    <a:pt x="15515" y="220041"/>
                  </a:lnTo>
                  <a:lnTo>
                    <a:pt x="18337" y="214399"/>
                  </a:lnTo>
                </a:path>
              </a:pathLst>
            </a:custGeom>
            <a:ln w="38730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3" name="object 103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160896" y="3675402"/>
              <a:ext cx="119664" cy="149208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7311886" y="3679478"/>
              <a:ext cx="118745" cy="459740"/>
            </a:xfrm>
            <a:custGeom>
              <a:avLst/>
              <a:gdLst/>
              <a:ahLst/>
              <a:cxnLst/>
              <a:rect l="l" t="t" r="r" b="b"/>
              <a:pathLst>
                <a:path w="118745" h="459739">
                  <a:moveTo>
                    <a:pt x="82515" y="49946"/>
                  </a:moveTo>
                  <a:lnTo>
                    <a:pt x="74317" y="8380"/>
                  </a:lnTo>
                  <a:lnTo>
                    <a:pt x="55423" y="0"/>
                  </a:lnTo>
                  <a:lnTo>
                    <a:pt x="47384" y="534"/>
                  </a:lnTo>
                  <a:lnTo>
                    <a:pt x="15515" y="24160"/>
                  </a:lnTo>
                  <a:lnTo>
                    <a:pt x="0" y="63258"/>
                  </a:lnTo>
                  <a:lnTo>
                    <a:pt x="121" y="71776"/>
                  </a:lnTo>
                  <a:lnTo>
                    <a:pt x="28392" y="103227"/>
                  </a:lnTo>
                  <a:lnTo>
                    <a:pt x="36188" y="103723"/>
                  </a:lnTo>
                  <a:lnTo>
                    <a:pt x="44315" y="102367"/>
                  </a:lnTo>
                  <a:lnTo>
                    <a:pt x="74906" y="77589"/>
                  </a:lnTo>
                  <a:lnTo>
                    <a:pt x="88879" y="40910"/>
                  </a:lnTo>
                  <a:lnTo>
                    <a:pt x="90978" y="25262"/>
                  </a:lnTo>
                  <a:lnTo>
                    <a:pt x="90978" y="21736"/>
                  </a:lnTo>
                  <a:lnTo>
                    <a:pt x="90273" y="22088"/>
                  </a:lnTo>
                  <a:lnTo>
                    <a:pt x="89568" y="22441"/>
                  </a:lnTo>
                  <a:lnTo>
                    <a:pt x="82691" y="67137"/>
                  </a:lnTo>
                  <a:lnTo>
                    <a:pt x="80256" y="120203"/>
                  </a:lnTo>
                  <a:lnTo>
                    <a:pt x="80840" y="138854"/>
                  </a:lnTo>
                  <a:lnTo>
                    <a:pt x="86290" y="194608"/>
                  </a:lnTo>
                  <a:lnTo>
                    <a:pt x="95562" y="250593"/>
                  </a:lnTo>
                  <a:lnTo>
                    <a:pt x="99028" y="270164"/>
                  </a:lnTo>
                  <a:lnTo>
                    <a:pt x="102395" y="290000"/>
                  </a:lnTo>
                  <a:lnTo>
                    <a:pt x="107905" y="328878"/>
                  </a:lnTo>
                  <a:lnTo>
                    <a:pt x="110830" y="380747"/>
                  </a:lnTo>
                  <a:lnTo>
                    <a:pt x="110373" y="395877"/>
                  </a:lnTo>
                  <a:lnTo>
                    <a:pt x="103673" y="441367"/>
                  </a:lnTo>
                  <a:lnTo>
                    <a:pt x="94505" y="456883"/>
                  </a:lnTo>
                  <a:lnTo>
                    <a:pt x="90978" y="458998"/>
                  </a:lnTo>
                  <a:lnTo>
                    <a:pt x="57220" y="435433"/>
                  </a:lnTo>
                  <a:lnTo>
                    <a:pt x="33500" y="396451"/>
                  </a:lnTo>
                  <a:lnTo>
                    <a:pt x="19279" y="350873"/>
                  </a:lnTo>
                  <a:lnTo>
                    <a:pt x="18557" y="336724"/>
                  </a:lnTo>
                  <a:lnTo>
                    <a:pt x="20281" y="322707"/>
                  </a:lnTo>
                  <a:lnTo>
                    <a:pt x="41081" y="278980"/>
                  </a:lnTo>
                  <a:lnTo>
                    <a:pt x="73677" y="242439"/>
                  </a:lnTo>
                  <a:lnTo>
                    <a:pt x="110020" y="219209"/>
                  </a:lnTo>
                  <a:lnTo>
                    <a:pt x="114252" y="219209"/>
                  </a:lnTo>
                  <a:lnTo>
                    <a:pt x="118484" y="219209"/>
                  </a:lnTo>
                </a:path>
              </a:pathLst>
            </a:custGeom>
            <a:ln w="38730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5" name="object 105"/>
          <p:cNvGrpSpPr/>
          <p:nvPr/>
        </p:nvGrpSpPr>
        <p:grpSpPr>
          <a:xfrm>
            <a:off x="2213920" y="4551702"/>
            <a:ext cx="389255" cy="462915"/>
            <a:chOff x="2213920" y="4551702"/>
            <a:chExt cx="389255" cy="462915"/>
          </a:xfrm>
        </p:grpSpPr>
        <p:pic>
          <p:nvPicPr>
            <p:cNvPr id="106" name="object 106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2325364" y="4667966"/>
              <a:ext cx="199382" cy="242686"/>
            </a:xfrm>
            <a:prstGeom prst="rect">
              <a:avLst/>
            </a:prstGeom>
          </p:spPr>
        </p:pic>
        <p:sp>
          <p:nvSpPr>
            <p:cNvPr id="107" name="object 107"/>
            <p:cNvSpPr/>
            <p:nvPr/>
          </p:nvSpPr>
          <p:spPr>
            <a:xfrm>
              <a:off x="2233285" y="4571067"/>
              <a:ext cx="350520" cy="424180"/>
            </a:xfrm>
            <a:custGeom>
              <a:avLst/>
              <a:gdLst/>
              <a:ahLst/>
              <a:cxnLst/>
              <a:rect l="l" t="t" r="r" b="b"/>
              <a:pathLst>
                <a:path w="350519" h="424179">
                  <a:moveTo>
                    <a:pt x="256544" y="39638"/>
                  </a:moveTo>
                  <a:lnTo>
                    <a:pt x="218636" y="13486"/>
                  </a:lnTo>
                  <a:lnTo>
                    <a:pt x="180000" y="4647"/>
                  </a:lnTo>
                  <a:lnTo>
                    <a:pt x="131674" y="21920"/>
                  </a:lnTo>
                  <a:lnTo>
                    <a:pt x="92855" y="48609"/>
                  </a:lnTo>
                  <a:lnTo>
                    <a:pt x="56132" y="86405"/>
                  </a:lnTo>
                  <a:lnTo>
                    <a:pt x="26608" y="132636"/>
                  </a:lnTo>
                  <a:lnTo>
                    <a:pt x="7249" y="183047"/>
                  </a:lnTo>
                  <a:lnTo>
                    <a:pt x="0" y="234482"/>
                  </a:lnTo>
                  <a:lnTo>
                    <a:pt x="1235" y="259956"/>
                  </a:lnTo>
                  <a:lnTo>
                    <a:pt x="12980" y="308555"/>
                  </a:lnTo>
                  <a:lnTo>
                    <a:pt x="32986" y="349379"/>
                  </a:lnTo>
                  <a:lnTo>
                    <a:pt x="72534" y="389291"/>
                  </a:lnTo>
                  <a:lnTo>
                    <a:pt x="110300" y="406838"/>
                  </a:lnTo>
                  <a:lnTo>
                    <a:pt x="154526" y="419129"/>
                  </a:lnTo>
                  <a:lnTo>
                    <a:pt x="194266" y="423918"/>
                  </a:lnTo>
                  <a:lnTo>
                    <a:pt x="211103" y="422926"/>
                  </a:lnTo>
                  <a:lnTo>
                    <a:pt x="257972" y="405005"/>
                  </a:lnTo>
                  <a:lnTo>
                    <a:pt x="301256" y="369467"/>
                  </a:lnTo>
                  <a:lnTo>
                    <a:pt x="329231" y="326274"/>
                  </a:lnTo>
                  <a:lnTo>
                    <a:pt x="340925" y="288407"/>
                  </a:lnTo>
                  <a:lnTo>
                    <a:pt x="348174" y="243493"/>
                  </a:lnTo>
                  <a:lnTo>
                    <a:pt x="350098" y="197982"/>
                  </a:lnTo>
                  <a:lnTo>
                    <a:pt x="348883" y="176446"/>
                  </a:lnTo>
                  <a:lnTo>
                    <a:pt x="342079" y="136837"/>
                  </a:lnTo>
                  <a:lnTo>
                    <a:pt x="320938" y="86355"/>
                  </a:lnTo>
                  <a:lnTo>
                    <a:pt x="287891" y="40610"/>
                  </a:lnTo>
                  <a:lnTo>
                    <a:pt x="258002" y="8039"/>
                  </a:lnTo>
                  <a:lnTo>
                    <a:pt x="245123" y="0"/>
                  </a:lnTo>
                  <a:lnTo>
                    <a:pt x="239048" y="111"/>
                  </a:lnTo>
                  <a:lnTo>
                    <a:pt x="232396" y="2794"/>
                  </a:lnTo>
                  <a:lnTo>
                    <a:pt x="225197" y="7482"/>
                  </a:lnTo>
                  <a:lnTo>
                    <a:pt x="217634" y="13506"/>
                  </a:lnTo>
                  <a:lnTo>
                    <a:pt x="209888" y="20199"/>
                  </a:lnTo>
                </a:path>
              </a:pathLst>
            </a:custGeom>
            <a:ln w="38730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8" name="object 108"/>
          <p:cNvGrpSpPr/>
          <p:nvPr/>
        </p:nvGrpSpPr>
        <p:grpSpPr>
          <a:xfrm>
            <a:off x="2783364" y="4470156"/>
            <a:ext cx="2738755" cy="1887855"/>
            <a:chOff x="2783364" y="4470156"/>
            <a:chExt cx="2738755" cy="1887855"/>
          </a:xfrm>
        </p:grpSpPr>
        <p:pic>
          <p:nvPicPr>
            <p:cNvPr id="109" name="object 109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925663" y="4470156"/>
              <a:ext cx="1595863" cy="1224026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2783364" y="4505303"/>
              <a:ext cx="1577685" cy="1852335"/>
            </a:xfrm>
            <a:prstGeom prst="rect">
              <a:avLst/>
            </a:prstGeom>
          </p:spPr>
        </p:pic>
        <p:sp>
          <p:nvSpPr>
            <p:cNvPr id="111" name="object 111"/>
            <p:cNvSpPr/>
            <p:nvPr/>
          </p:nvSpPr>
          <p:spPr>
            <a:xfrm>
              <a:off x="4408189" y="5390334"/>
              <a:ext cx="2540" cy="8255"/>
            </a:xfrm>
            <a:custGeom>
              <a:avLst/>
              <a:gdLst/>
              <a:ahLst/>
              <a:cxnLst/>
              <a:rect l="l" t="t" r="r" b="b"/>
              <a:pathLst>
                <a:path w="2539" h="8254">
                  <a:moveTo>
                    <a:pt x="0" y="7786"/>
                  </a:moveTo>
                  <a:lnTo>
                    <a:pt x="648" y="5190"/>
                  </a:lnTo>
                  <a:lnTo>
                    <a:pt x="1297" y="2595"/>
                  </a:lnTo>
                  <a:lnTo>
                    <a:pt x="1946" y="0"/>
                  </a:lnTo>
                </a:path>
              </a:pathLst>
            </a:custGeom>
            <a:ln w="38730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4406243" y="5485716"/>
              <a:ext cx="6350" cy="4445"/>
            </a:xfrm>
            <a:custGeom>
              <a:avLst/>
              <a:gdLst/>
              <a:ahLst/>
              <a:cxnLst/>
              <a:rect l="l" t="t" r="r" b="b"/>
              <a:pathLst>
                <a:path w="6350" h="4445">
                  <a:moveTo>
                    <a:pt x="0" y="3893"/>
                  </a:moveTo>
                  <a:lnTo>
                    <a:pt x="1946" y="2595"/>
                  </a:lnTo>
                  <a:lnTo>
                    <a:pt x="3893" y="1297"/>
                  </a:lnTo>
                  <a:lnTo>
                    <a:pt x="5839" y="0"/>
                  </a:lnTo>
                </a:path>
              </a:pathLst>
            </a:custGeom>
            <a:ln w="38730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3" name="object 113"/>
          <p:cNvGrpSpPr/>
          <p:nvPr/>
        </p:nvGrpSpPr>
        <p:grpSpPr>
          <a:xfrm>
            <a:off x="5617109" y="5108709"/>
            <a:ext cx="874394" cy="295910"/>
            <a:chOff x="5617109" y="5108709"/>
            <a:chExt cx="874394" cy="295910"/>
          </a:xfrm>
        </p:grpSpPr>
        <p:sp>
          <p:nvSpPr>
            <p:cNvPr id="114" name="object 114"/>
            <p:cNvSpPr/>
            <p:nvPr/>
          </p:nvSpPr>
          <p:spPr>
            <a:xfrm>
              <a:off x="5636474" y="5128074"/>
              <a:ext cx="113030" cy="257175"/>
            </a:xfrm>
            <a:custGeom>
              <a:avLst/>
              <a:gdLst/>
              <a:ahLst/>
              <a:cxnLst/>
              <a:rect l="l" t="t" r="r" b="b"/>
              <a:pathLst>
                <a:path w="113029" h="257175">
                  <a:moveTo>
                    <a:pt x="5839" y="65656"/>
                  </a:moveTo>
                  <a:lnTo>
                    <a:pt x="3893" y="59167"/>
                  </a:lnTo>
                  <a:lnTo>
                    <a:pt x="1946" y="52678"/>
                  </a:lnTo>
                  <a:lnTo>
                    <a:pt x="973" y="47812"/>
                  </a:lnTo>
                  <a:lnTo>
                    <a:pt x="0" y="42946"/>
                  </a:lnTo>
                  <a:lnTo>
                    <a:pt x="0" y="39701"/>
                  </a:lnTo>
                  <a:lnTo>
                    <a:pt x="0" y="42946"/>
                  </a:lnTo>
                  <a:lnTo>
                    <a:pt x="973" y="56247"/>
                  </a:lnTo>
                  <a:lnTo>
                    <a:pt x="4121" y="99726"/>
                  </a:lnTo>
                  <a:lnTo>
                    <a:pt x="6691" y="156577"/>
                  </a:lnTo>
                  <a:lnTo>
                    <a:pt x="7659" y="205905"/>
                  </a:lnTo>
                  <a:lnTo>
                    <a:pt x="7826" y="217934"/>
                  </a:lnTo>
                  <a:lnTo>
                    <a:pt x="12003" y="250580"/>
                  </a:lnTo>
                  <a:lnTo>
                    <a:pt x="13625" y="253824"/>
                  </a:lnTo>
                  <a:lnTo>
                    <a:pt x="15572" y="257068"/>
                  </a:lnTo>
                  <a:lnTo>
                    <a:pt x="16870" y="256419"/>
                  </a:lnTo>
                  <a:lnTo>
                    <a:pt x="18167" y="255770"/>
                  </a:lnTo>
                  <a:lnTo>
                    <a:pt x="18816" y="251228"/>
                  </a:lnTo>
                  <a:lnTo>
                    <a:pt x="18816" y="237278"/>
                  </a:lnTo>
                  <a:lnTo>
                    <a:pt x="17311" y="193708"/>
                  </a:lnTo>
                  <a:lnTo>
                    <a:pt x="11598" y="139828"/>
                  </a:lnTo>
                  <a:lnTo>
                    <a:pt x="9144" y="122081"/>
                  </a:lnTo>
                  <a:lnTo>
                    <a:pt x="6812" y="104911"/>
                  </a:lnTo>
                  <a:lnTo>
                    <a:pt x="4840" y="88558"/>
                  </a:lnTo>
                  <a:lnTo>
                    <a:pt x="3446" y="73117"/>
                  </a:lnTo>
                  <a:lnTo>
                    <a:pt x="2843" y="58650"/>
                  </a:lnTo>
                  <a:lnTo>
                    <a:pt x="3244" y="45217"/>
                  </a:lnTo>
                  <a:lnTo>
                    <a:pt x="14599" y="6285"/>
                  </a:lnTo>
                  <a:lnTo>
                    <a:pt x="24048" y="0"/>
                  </a:lnTo>
                  <a:lnTo>
                    <a:pt x="30156" y="309"/>
                  </a:lnTo>
                  <a:lnTo>
                    <a:pt x="67653" y="20601"/>
                  </a:lnTo>
                  <a:lnTo>
                    <a:pt x="98098" y="49231"/>
                  </a:lnTo>
                  <a:lnTo>
                    <a:pt x="112799" y="79550"/>
                  </a:lnTo>
                  <a:lnTo>
                    <a:pt x="112171" y="88650"/>
                  </a:lnTo>
                  <a:lnTo>
                    <a:pt x="87027" y="119511"/>
                  </a:lnTo>
                  <a:lnTo>
                    <a:pt x="48420" y="135043"/>
                  </a:lnTo>
                  <a:lnTo>
                    <a:pt x="34064" y="136057"/>
                  </a:lnTo>
                  <a:lnTo>
                    <a:pt x="26603" y="135732"/>
                  </a:lnTo>
                  <a:lnTo>
                    <a:pt x="24007" y="133785"/>
                  </a:lnTo>
                  <a:lnTo>
                    <a:pt x="23358" y="132163"/>
                  </a:lnTo>
                  <a:lnTo>
                    <a:pt x="22710" y="130541"/>
                  </a:lnTo>
                  <a:lnTo>
                    <a:pt x="24007" y="129243"/>
                  </a:lnTo>
                  <a:lnTo>
                    <a:pt x="25305" y="127946"/>
                  </a:lnTo>
                </a:path>
              </a:pathLst>
            </a:custGeom>
            <a:ln w="38730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5" name="object 115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5724170" y="5264556"/>
              <a:ext cx="101020" cy="138005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5848299" y="5241846"/>
              <a:ext cx="292235" cy="155281"/>
            </a:xfrm>
            <a:prstGeom prst="rect">
              <a:avLst/>
            </a:prstGeom>
          </p:spPr>
        </p:pic>
        <p:sp>
          <p:nvSpPr>
            <p:cNvPr id="117" name="object 117"/>
            <p:cNvSpPr/>
            <p:nvPr/>
          </p:nvSpPr>
          <p:spPr>
            <a:xfrm>
              <a:off x="6105597" y="5187891"/>
              <a:ext cx="2540" cy="0"/>
            </a:xfrm>
            <a:custGeom>
              <a:avLst/>
              <a:gdLst/>
              <a:ahLst/>
              <a:cxnLst/>
              <a:rect l="l" t="t" r="r" b="b"/>
              <a:pathLst>
                <a:path w="2539" h="0">
                  <a:moveTo>
                    <a:pt x="0" y="0"/>
                  </a:moveTo>
                  <a:lnTo>
                    <a:pt x="648" y="0"/>
                  </a:lnTo>
                  <a:lnTo>
                    <a:pt x="1297" y="0"/>
                  </a:lnTo>
                  <a:lnTo>
                    <a:pt x="1946" y="0"/>
                  </a:lnTo>
                </a:path>
              </a:pathLst>
            </a:custGeom>
            <a:ln w="38730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8" name="object 118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6164095" y="5230167"/>
              <a:ext cx="95185" cy="145142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6279590" y="5224977"/>
              <a:ext cx="211325" cy="147454"/>
            </a:xfrm>
            <a:prstGeom prst="rect">
              <a:avLst/>
            </a:prstGeom>
          </p:spPr>
        </p:pic>
      </p:grpSp>
      <p:pic>
        <p:nvPicPr>
          <p:cNvPr id="120" name="object 120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6568980" y="5094556"/>
            <a:ext cx="104913" cy="93235"/>
          </a:xfrm>
          <a:prstGeom prst="rect">
            <a:avLst/>
          </a:prstGeom>
        </p:spPr>
      </p:pic>
      <p:sp>
        <p:nvSpPr>
          <p:cNvPr id="121" name="object 121"/>
          <p:cNvSpPr/>
          <p:nvPr/>
        </p:nvSpPr>
        <p:spPr>
          <a:xfrm>
            <a:off x="6627277" y="5324151"/>
            <a:ext cx="19685" cy="50800"/>
          </a:xfrm>
          <a:custGeom>
            <a:avLst/>
            <a:gdLst/>
            <a:ahLst/>
            <a:cxnLst/>
            <a:rect l="l" t="t" r="r" b="b"/>
            <a:pathLst>
              <a:path w="19684" h="50800">
                <a:moveTo>
                  <a:pt x="7786" y="7786"/>
                </a:moveTo>
                <a:lnTo>
                  <a:pt x="8434" y="4541"/>
                </a:lnTo>
                <a:lnTo>
                  <a:pt x="9083" y="1297"/>
                </a:lnTo>
                <a:lnTo>
                  <a:pt x="11030" y="648"/>
                </a:lnTo>
                <a:lnTo>
                  <a:pt x="12977" y="0"/>
                </a:lnTo>
                <a:lnTo>
                  <a:pt x="16221" y="1946"/>
                </a:lnTo>
                <a:lnTo>
                  <a:pt x="17843" y="6812"/>
                </a:lnTo>
                <a:lnTo>
                  <a:pt x="19465" y="11679"/>
                </a:lnTo>
                <a:lnTo>
                  <a:pt x="19465" y="19465"/>
                </a:lnTo>
                <a:lnTo>
                  <a:pt x="16221" y="27251"/>
                </a:lnTo>
                <a:lnTo>
                  <a:pt x="13230" y="33091"/>
                </a:lnTo>
                <a:lnTo>
                  <a:pt x="9327" y="38931"/>
                </a:lnTo>
                <a:lnTo>
                  <a:pt x="4815" y="44770"/>
                </a:lnTo>
                <a:lnTo>
                  <a:pt x="0" y="50610"/>
                </a:lnTo>
              </a:path>
            </a:pathLst>
          </a:custGeom>
          <a:ln w="38730">
            <a:solidFill>
              <a:srgbClr val="157EFB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22" name="object 122"/>
          <p:cNvGrpSpPr/>
          <p:nvPr/>
        </p:nvGrpSpPr>
        <p:grpSpPr>
          <a:xfrm>
            <a:off x="6881080" y="5012151"/>
            <a:ext cx="1144270" cy="624205"/>
            <a:chOff x="6881080" y="5012151"/>
            <a:chExt cx="1144270" cy="624205"/>
          </a:xfrm>
        </p:grpSpPr>
        <p:pic>
          <p:nvPicPr>
            <p:cNvPr id="123" name="object 123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6881080" y="5048488"/>
              <a:ext cx="98425" cy="104265"/>
            </a:xfrm>
            <a:prstGeom prst="rect">
              <a:avLst/>
            </a:prstGeom>
          </p:spPr>
        </p:pic>
        <p:sp>
          <p:nvSpPr>
            <p:cNvPr id="124" name="object 124"/>
            <p:cNvSpPr/>
            <p:nvPr/>
          </p:nvSpPr>
          <p:spPr>
            <a:xfrm>
              <a:off x="6960385" y="5197624"/>
              <a:ext cx="82550" cy="419734"/>
            </a:xfrm>
            <a:custGeom>
              <a:avLst/>
              <a:gdLst/>
              <a:ahLst/>
              <a:cxnLst/>
              <a:rect l="l" t="t" r="r" b="b"/>
              <a:pathLst>
                <a:path w="82550" h="419735">
                  <a:moveTo>
                    <a:pt x="65939" y="27251"/>
                  </a:moveTo>
                  <a:lnTo>
                    <a:pt x="65939" y="24007"/>
                  </a:lnTo>
                  <a:lnTo>
                    <a:pt x="65939" y="20763"/>
                  </a:lnTo>
                  <a:lnTo>
                    <a:pt x="66588" y="15572"/>
                  </a:lnTo>
                  <a:lnTo>
                    <a:pt x="67237" y="10381"/>
                  </a:lnTo>
                  <a:lnTo>
                    <a:pt x="68535" y="3244"/>
                  </a:lnTo>
                  <a:lnTo>
                    <a:pt x="69183" y="1622"/>
                  </a:lnTo>
                  <a:lnTo>
                    <a:pt x="69832" y="0"/>
                  </a:lnTo>
                  <a:lnTo>
                    <a:pt x="69832" y="3893"/>
                  </a:lnTo>
                  <a:lnTo>
                    <a:pt x="69508" y="16545"/>
                  </a:lnTo>
                  <a:lnTo>
                    <a:pt x="69229" y="27561"/>
                  </a:lnTo>
                  <a:lnTo>
                    <a:pt x="68981" y="41161"/>
                  </a:lnTo>
                  <a:lnTo>
                    <a:pt x="68915" y="56648"/>
                  </a:lnTo>
                  <a:lnTo>
                    <a:pt x="69183" y="73320"/>
                  </a:lnTo>
                  <a:lnTo>
                    <a:pt x="72423" y="126197"/>
                  </a:lnTo>
                  <a:lnTo>
                    <a:pt x="75794" y="162680"/>
                  </a:lnTo>
                  <a:lnTo>
                    <a:pt x="77537" y="181111"/>
                  </a:lnTo>
                  <a:lnTo>
                    <a:pt x="81572" y="237121"/>
                  </a:lnTo>
                  <a:lnTo>
                    <a:pt x="82546" y="274684"/>
                  </a:lnTo>
                  <a:lnTo>
                    <a:pt x="82485" y="293282"/>
                  </a:lnTo>
                  <a:lnTo>
                    <a:pt x="80386" y="345612"/>
                  </a:lnTo>
                  <a:lnTo>
                    <a:pt x="76564" y="384244"/>
                  </a:lnTo>
                  <a:lnTo>
                    <a:pt x="65615" y="417214"/>
                  </a:lnTo>
                  <a:lnTo>
                    <a:pt x="62695" y="419160"/>
                  </a:lnTo>
                  <a:lnTo>
                    <a:pt x="33340" y="379636"/>
                  </a:lnTo>
                  <a:lnTo>
                    <a:pt x="13909" y="333471"/>
                  </a:lnTo>
                  <a:lnTo>
                    <a:pt x="1581" y="282358"/>
                  </a:lnTo>
                  <a:lnTo>
                    <a:pt x="0" y="266233"/>
                  </a:lnTo>
                  <a:lnTo>
                    <a:pt x="243" y="250899"/>
                  </a:lnTo>
                  <a:lnTo>
                    <a:pt x="14234" y="210878"/>
                  </a:lnTo>
                  <a:lnTo>
                    <a:pt x="39661" y="179555"/>
                  </a:lnTo>
                  <a:lnTo>
                    <a:pt x="57180" y="162087"/>
                  </a:lnTo>
                  <a:lnTo>
                    <a:pt x="65939" y="153778"/>
                  </a:lnTo>
                </a:path>
              </a:pathLst>
            </a:custGeom>
            <a:ln w="38730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7045789" y="5092510"/>
              <a:ext cx="5715" cy="13970"/>
            </a:xfrm>
            <a:custGeom>
              <a:avLst/>
              <a:gdLst/>
              <a:ahLst/>
              <a:cxnLst/>
              <a:rect l="l" t="t" r="r" b="b"/>
              <a:pathLst>
                <a:path w="5715" h="13970">
                  <a:moveTo>
                    <a:pt x="3893" y="13626"/>
                  </a:moveTo>
                  <a:lnTo>
                    <a:pt x="4541" y="7786"/>
                  </a:lnTo>
                  <a:lnTo>
                    <a:pt x="5190" y="1946"/>
                  </a:lnTo>
                  <a:lnTo>
                    <a:pt x="4541" y="973"/>
                  </a:lnTo>
                  <a:lnTo>
                    <a:pt x="3893" y="0"/>
                  </a:lnTo>
                  <a:lnTo>
                    <a:pt x="1946" y="3893"/>
                  </a:lnTo>
                  <a:lnTo>
                    <a:pt x="0" y="7786"/>
                  </a:lnTo>
                </a:path>
              </a:pathLst>
            </a:custGeom>
            <a:ln w="38730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7091452" y="5041898"/>
              <a:ext cx="277495" cy="238125"/>
            </a:xfrm>
            <a:custGeom>
              <a:avLst/>
              <a:gdLst/>
              <a:ahLst/>
              <a:cxnLst/>
              <a:rect l="l" t="t" r="r" b="b"/>
              <a:pathLst>
                <a:path w="277495" h="238125">
                  <a:moveTo>
                    <a:pt x="73077" y="171298"/>
                  </a:moveTo>
                  <a:lnTo>
                    <a:pt x="71779" y="164809"/>
                  </a:lnTo>
                  <a:lnTo>
                    <a:pt x="70482" y="158321"/>
                  </a:lnTo>
                  <a:lnTo>
                    <a:pt x="66913" y="152805"/>
                  </a:lnTo>
                  <a:lnTo>
                    <a:pt x="63344" y="147290"/>
                  </a:lnTo>
                  <a:lnTo>
                    <a:pt x="57505" y="142748"/>
                  </a:lnTo>
                  <a:lnTo>
                    <a:pt x="49394" y="141126"/>
                  </a:lnTo>
                  <a:lnTo>
                    <a:pt x="42941" y="140507"/>
                  </a:lnTo>
                  <a:lnTo>
                    <a:pt x="35971" y="141288"/>
                  </a:lnTo>
                  <a:lnTo>
                    <a:pt x="4937" y="172717"/>
                  </a:lnTo>
                  <a:lnTo>
                    <a:pt x="0" y="201916"/>
                  </a:lnTo>
                  <a:lnTo>
                    <a:pt x="1247" y="210528"/>
                  </a:lnTo>
                  <a:lnTo>
                    <a:pt x="3649" y="218015"/>
                  </a:lnTo>
                  <a:lnTo>
                    <a:pt x="7542" y="227099"/>
                  </a:lnTo>
                  <a:lnTo>
                    <a:pt x="14031" y="232290"/>
                  </a:lnTo>
                  <a:lnTo>
                    <a:pt x="21817" y="233263"/>
                  </a:lnTo>
                  <a:lnTo>
                    <a:pt x="27855" y="233198"/>
                  </a:lnTo>
                  <a:lnTo>
                    <a:pt x="59791" y="201033"/>
                  </a:lnTo>
                  <a:lnTo>
                    <a:pt x="66589" y="176488"/>
                  </a:lnTo>
                  <a:lnTo>
                    <a:pt x="67238" y="170649"/>
                  </a:lnTo>
                  <a:lnTo>
                    <a:pt x="67886" y="164809"/>
                  </a:lnTo>
                  <a:lnTo>
                    <a:pt x="68535" y="160267"/>
                  </a:lnTo>
                  <a:lnTo>
                    <a:pt x="68211" y="159943"/>
                  </a:lnTo>
                  <a:lnTo>
                    <a:pt x="67886" y="159618"/>
                  </a:lnTo>
                  <a:lnTo>
                    <a:pt x="66589" y="163511"/>
                  </a:lnTo>
                  <a:lnTo>
                    <a:pt x="66589" y="173244"/>
                  </a:lnTo>
                  <a:lnTo>
                    <a:pt x="74517" y="218259"/>
                  </a:lnTo>
                  <a:lnTo>
                    <a:pt x="91894" y="237481"/>
                  </a:lnTo>
                  <a:lnTo>
                    <a:pt x="97085" y="237481"/>
                  </a:lnTo>
                  <a:lnTo>
                    <a:pt x="122228" y="197886"/>
                  </a:lnTo>
                  <a:lnTo>
                    <a:pt x="127581" y="160916"/>
                  </a:lnTo>
                  <a:lnTo>
                    <a:pt x="127581" y="156374"/>
                  </a:lnTo>
                  <a:lnTo>
                    <a:pt x="127257" y="152156"/>
                  </a:lnTo>
                  <a:lnTo>
                    <a:pt x="126932" y="147939"/>
                  </a:lnTo>
                  <a:lnTo>
                    <a:pt x="126283" y="144046"/>
                  </a:lnTo>
                  <a:lnTo>
                    <a:pt x="125635" y="144046"/>
                  </a:lnTo>
                  <a:lnTo>
                    <a:pt x="124986" y="144046"/>
                  </a:lnTo>
                  <a:lnTo>
                    <a:pt x="124337" y="147939"/>
                  </a:lnTo>
                  <a:lnTo>
                    <a:pt x="124661" y="158321"/>
                  </a:lnTo>
                  <a:lnTo>
                    <a:pt x="125123" y="167176"/>
                  </a:lnTo>
                  <a:lnTo>
                    <a:pt x="134784" y="209408"/>
                  </a:lnTo>
                  <a:lnTo>
                    <a:pt x="165214" y="238130"/>
                  </a:lnTo>
                  <a:lnTo>
                    <a:pt x="172352" y="236183"/>
                  </a:lnTo>
                  <a:lnTo>
                    <a:pt x="200349" y="209910"/>
                  </a:lnTo>
                  <a:lnTo>
                    <a:pt x="218097" y="172271"/>
                  </a:lnTo>
                  <a:lnTo>
                    <a:pt x="232559" y="120672"/>
                  </a:lnTo>
                  <a:lnTo>
                    <a:pt x="239793" y="68129"/>
                  </a:lnTo>
                  <a:lnTo>
                    <a:pt x="237800" y="28595"/>
                  </a:lnTo>
                  <a:lnTo>
                    <a:pt x="215826" y="0"/>
                  </a:lnTo>
                  <a:lnTo>
                    <a:pt x="212581" y="0"/>
                  </a:lnTo>
                  <a:lnTo>
                    <a:pt x="194839" y="39286"/>
                  </a:lnTo>
                  <a:lnTo>
                    <a:pt x="192467" y="85000"/>
                  </a:lnTo>
                  <a:lnTo>
                    <a:pt x="198169" y="132356"/>
                  </a:lnTo>
                  <a:lnTo>
                    <a:pt x="211648" y="178354"/>
                  </a:lnTo>
                  <a:lnTo>
                    <a:pt x="230004" y="214507"/>
                  </a:lnTo>
                  <a:lnTo>
                    <a:pt x="268869" y="223287"/>
                  </a:lnTo>
                  <a:lnTo>
                    <a:pt x="273107" y="216971"/>
                  </a:lnTo>
                  <a:lnTo>
                    <a:pt x="277467" y="210229"/>
                  </a:lnTo>
                </a:path>
              </a:pathLst>
            </a:custGeom>
            <a:ln w="38730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7396455" y="5069150"/>
              <a:ext cx="93980" cy="192405"/>
            </a:xfrm>
            <a:custGeom>
              <a:avLst/>
              <a:gdLst/>
              <a:ahLst/>
              <a:cxnLst/>
              <a:rect l="l" t="t" r="r" b="b"/>
              <a:pathLst>
                <a:path w="93979" h="192404">
                  <a:moveTo>
                    <a:pt x="5555" y="7786"/>
                  </a:moveTo>
                  <a:lnTo>
                    <a:pt x="4906" y="3893"/>
                  </a:lnTo>
                  <a:lnTo>
                    <a:pt x="4258" y="0"/>
                  </a:lnTo>
                  <a:lnTo>
                    <a:pt x="3284" y="324"/>
                  </a:lnTo>
                  <a:lnTo>
                    <a:pt x="0" y="40958"/>
                  </a:lnTo>
                  <a:lnTo>
                    <a:pt x="410" y="55385"/>
                  </a:lnTo>
                  <a:lnTo>
                    <a:pt x="1338" y="70725"/>
                  </a:lnTo>
                  <a:lnTo>
                    <a:pt x="2813" y="86348"/>
                  </a:lnTo>
                  <a:lnTo>
                    <a:pt x="4622" y="101789"/>
                  </a:lnTo>
                  <a:lnTo>
                    <a:pt x="6493" y="116621"/>
                  </a:lnTo>
                  <a:lnTo>
                    <a:pt x="8151" y="130419"/>
                  </a:lnTo>
                  <a:lnTo>
                    <a:pt x="9403" y="142631"/>
                  </a:lnTo>
                  <a:lnTo>
                    <a:pt x="10381" y="152197"/>
                  </a:lnTo>
                  <a:lnTo>
                    <a:pt x="11299" y="157930"/>
                  </a:lnTo>
                  <a:lnTo>
                    <a:pt x="12368" y="158645"/>
                  </a:lnTo>
                  <a:lnTo>
                    <a:pt x="13772" y="153712"/>
                  </a:lnTo>
                  <a:lnTo>
                    <a:pt x="15572" y="144735"/>
                  </a:lnTo>
                  <a:lnTo>
                    <a:pt x="17797" y="133872"/>
                  </a:lnTo>
                  <a:lnTo>
                    <a:pt x="41176" y="99416"/>
                  </a:lnTo>
                  <a:lnTo>
                    <a:pt x="46879" y="99518"/>
                  </a:lnTo>
                  <a:lnTo>
                    <a:pt x="83286" y="127885"/>
                  </a:lnTo>
                  <a:lnTo>
                    <a:pt x="93678" y="152521"/>
                  </a:lnTo>
                  <a:lnTo>
                    <a:pt x="92811" y="159806"/>
                  </a:lnTo>
                  <a:lnTo>
                    <a:pt x="63303" y="188492"/>
                  </a:lnTo>
                  <a:lnTo>
                    <a:pt x="39443" y="192233"/>
                  </a:lnTo>
                  <a:lnTo>
                    <a:pt x="33132" y="191737"/>
                  </a:lnTo>
                  <a:lnTo>
                    <a:pt x="25670" y="190763"/>
                  </a:lnTo>
                  <a:lnTo>
                    <a:pt x="22426" y="188817"/>
                  </a:lnTo>
                  <a:lnTo>
                    <a:pt x="20479" y="185572"/>
                  </a:lnTo>
                  <a:lnTo>
                    <a:pt x="18532" y="182328"/>
                  </a:lnTo>
                  <a:lnTo>
                    <a:pt x="17883" y="177786"/>
                  </a:lnTo>
                  <a:lnTo>
                    <a:pt x="17234" y="173244"/>
                  </a:lnTo>
                </a:path>
              </a:pathLst>
            </a:custGeom>
            <a:ln w="38730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7522699" y="5153502"/>
              <a:ext cx="62865" cy="115570"/>
            </a:xfrm>
            <a:custGeom>
              <a:avLst/>
              <a:gdLst/>
              <a:ahLst/>
              <a:cxnLst/>
              <a:rect l="l" t="t" r="r" b="b"/>
              <a:pathLst>
                <a:path w="62865" h="115570">
                  <a:moveTo>
                    <a:pt x="0" y="7137"/>
                  </a:moveTo>
                  <a:lnTo>
                    <a:pt x="1297" y="3893"/>
                  </a:lnTo>
                  <a:lnTo>
                    <a:pt x="2595" y="648"/>
                  </a:lnTo>
                  <a:lnTo>
                    <a:pt x="4541" y="324"/>
                  </a:lnTo>
                  <a:lnTo>
                    <a:pt x="25351" y="45369"/>
                  </a:lnTo>
                  <a:lnTo>
                    <a:pt x="34668" y="89592"/>
                  </a:lnTo>
                  <a:lnTo>
                    <a:pt x="35038" y="97328"/>
                  </a:lnTo>
                  <a:lnTo>
                    <a:pt x="35038" y="106412"/>
                  </a:lnTo>
                  <a:lnTo>
                    <a:pt x="33091" y="110305"/>
                  </a:lnTo>
                  <a:lnTo>
                    <a:pt x="30496" y="112576"/>
                  </a:lnTo>
                  <a:lnTo>
                    <a:pt x="27900" y="114847"/>
                  </a:lnTo>
                  <a:lnTo>
                    <a:pt x="24656" y="115496"/>
                  </a:lnTo>
                  <a:lnTo>
                    <a:pt x="22385" y="114198"/>
                  </a:lnTo>
                  <a:lnTo>
                    <a:pt x="20114" y="112900"/>
                  </a:lnTo>
                  <a:lnTo>
                    <a:pt x="18817" y="109656"/>
                  </a:lnTo>
                  <a:lnTo>
                    <a:pt x="19141" y="99923"/>
                  </a:lnTo>
                  <a:lnTo>
                    <a:pt x="19699" y="91529"/>
                  </a:lnTo>
                  <a:lnTo>
                    <a:pt x="29183" y="48167"/>
                  </a:lnTo>
                  <a:lnTo>
                    <a:pt x="49313" y="14923"/>
                  </a:lnTo>
                  <a:lnTo>
                    <a:pt x="55801" y="12977"/>
                  </a:lnTo>
                  <a:lnTo>
                    <a:pt x="62290" y="11030"/>
                  </a:lnTo>
                </a:path>
              </a:pathLst>
            </a:custGeom>
            <a:ln w="38730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7626784" y="5159341"/>
              <a:ext cx="71120" cy="106680"/>
            </a:xfrm>
            <a:custGeom>
              <a:avLst/>
              <a:gdLst/>
              <a:ahLst/>
              <a:cxnLst/>
              <a:rect l="l" t="t" r="r" b="b"/>
              <a:pathLst>
                <a:path w="71120" h="106679">
                  <a:moveTo>
                    <a:pt x="14654" y="69427"/>
                  </a:moveTo>
                  <a:lnTo>
                    <a:pt x="21792" y="66832"/>
                  </a:lnTo>
                  <a:lnTo>
                    <a:pt x="28929" y="64236"/>
                  </a:lnTo>
                  <a:lnTo>
                    <a:pt x="36391" y="60992"/>
                  </a:lnTo>
                  <a:lnTo>
                    <a:pt x="43853" y="57748"/>
                  </a:lnTo>
                  <a:lnTo>
                    <a:pt x="51639" y="53855"/>
                  </a:lnTo>
                  <a:lnTo>
                    <a:pt x="57154" y="48339"/>
                  </a:lnTo>
                  <a:lnTo>
                    <a:pt x="62670" y="42824"/>
                  </a:lnTo>
                  <a:lnTo>
                    <a:pt x="65914" y="35687"/>
                  </a:lnTo>
                  <a:lnTo>
                    <a:pt x="65589" y="27251"/>
                  </a:lnTo>
                  <a:lnTo>
                    <a:pt x="65265" y="18816"/>
                  </a:lnTo>
                  <a:lnTo>
                    <a:pt x="61372" y="9083"/>
                  </a:lnTo>
                  <a:lnTo>
                    <a:pt x="55532" y="4541"/>
                  </a:lnTo>
                  <a:lnTo>
                    <a:pt x="49693" y="0"/>
                  </a:lnTo>
                  <a:lnTo>
                    <a:pt x="41906" y="648"/>
                  </a:lnTo>
                  <a:lnTo>
                    <a:pt x="13575" y="26608"/>
                  </a:lnTo>
                  <a:lnTo>
                    <a:pt x="0" y="62645"/>
                  </a:lnTo>
                  <a:lnTo>
                    <a:pt x="704" y="71049"/>
                  </a:lnTo>
                  <a:lnTo>
                    <a:pt x="30536" y="99923"/>
                  </a:lnTo>
                  <a:lnTo>
                    <a:pt x="64616" y="106412"/>
                  </a:lnTo>
                  <a:lnTo>
                    <a:pt x="67860" y="104466"/>
                  </a:lnTo>
                  <a:lnTo>
                    <a:pt x="71105" y="102519"/>
                  </a:lnTo>
                </a:path>
              </a:pathLst>
            </a:custGeom>
            <a:ln w="38730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7732603" y="5146076"/>
              <a:ext cx="111760" cy="104139"/>
            </a:xfrm>
            <a:custGeom>
              <a:avLst/>
              <a:gdLst/>
              <a:ahLst/>
              <a:cxnLst/>
              <a:rect l="l" t="t" r="r" b="b"/>
              <a:pathLst>
                <a:path w="111759" h="104139">
                  <a:moveTo>
                    <a:pt x="87920" y="30136"/>
                  </a:moveTo>
                  <a:lnTo>
                    <a:pt x="59289" y="86"/>
                  </a:lnTo>
                  <a:lnTo>
                    <a:pt x="52658" y="0"/>
                  </a:lnTo>
                  <a:lnTo>
                    <a:pt x="45419" y="1586"/>
                  </a:lnTo>
                  <a:lnTo>
                    <a:pt x="8942" y="32463"/>
                  </a:lnTo>
                  <a:lnTo>
                    <a:pt x="0" y="62254"/>
                  </a:lnTo>
                  <a:lnTo>
                    <a:pt x="724" y="71982"/>
                  </a:lnTo>
                  <a:lnTo>
                    <a:pt x="25630" y="104105"/>
                  </a:lnTo>
                  <a:lnTo>
                    <a:pt x="33091" y="104105"/>
                  </a:lnTo>
                  <a:lnTo>
                    <a:pt x="40553" y="104105"/>
                  </a:lnTo>
                  <a:lnTo>
                    <a:pt x="71120" y="68819"/>
                  </a:lnTo>
                  <a:lnTo>
                    <a:pt x="83378" y="29487"/>
                  </a:lnTo>
                  <a:lnTo>
                    <a:pt x="85325" y="18456"/>
                  </a:lnTo>
                  <a:lnTo>
                    <a:pt x="85649" y="18132"/>
                  </a:lnTo>
                  <a:lnTo>
                    <a:pt x="85973" y="17807"/>
                  </a:lnTo>
                  <a:lnTo>
                    <a:pt x="85973" y="21052"/>
                  </a:lnTo>
                  <a:lnTo>
                    <a:pt x="86298" y="30460"/>
                  </a:lnTo>
                  <a:lnTo>
                    <a:pt x="93364" y="75769"/>
                  </a:lnTo>
                  <a:lnTo>
                    <a:pt x="107385" y="96319"/>
                  </a:lnTo>
                  <a:lnTo>
                    <a:pt x="109332" y="96319"/>
                  </a:lnTo>
                  <a:lnTo>
                    <a:pt x="111278" y="96319"/>
                  </a:lnTo>
                </a:path>
              </a:pathLst>
            </a:custGeom>
            <a:ln w="38730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7885409" y="5031517"/>
              <a:ext cx="120650" cy="215265"/>
            </a:xfrm>
            <a:custGeom>
              <a:avLst/>
              <a:gdLst/>
              <a:ahLst/>
              <a:cxnLst/>
              <a:rect l="l" t="t" r="r" b="b"/>
              <a:pathLst>
                <a:path w="120650" h="215264">
                  <a:moveTo>
                    <a:pt x="1297" y="12328"/>
                  </a:moveTo>
                  <a:lnTo>
                    <a:pt x="1297" y="7137"/>
                  </a:lnTo>
                  <a:lnTo>
                    <a:pt x="1297" y="1946"/>
                  </a:lnTo>
                  <a:lnTo>
                    <a:pt x="973" y="973"/>
                  </a:lnTo>
                  <a:lnTo>
                    <a:pt x="648" y="0"/>
                  </a:lnTo>
                  <a:lnTo>
                    <a:pt x="0" y="3244"/>
                  </a:lnTo>
                  <a:lnTo>
                    <a:pt x="648" y="15897"/>
                  </a:lnTo>
                  <a:lnTo>
                    <a:pt x="4161" y="56820"/>
                  </a:lnTo>
                  <a:lnTo>
                    <a:pt x="10908" y="109413"/>
                  </a:lnTo>
                  <a:lnTo>
                    <a:pt x="13144" y="126800"/>
                  </a:lnTo>
                  <a:lnTo>
                    <a:pt x="14923" y="143397"/>
                  </a:lnTo>
                  <a:lnTo>
                    <a:pt x="16038" y="158802"/>
                  </a:lnTo>
                  <a:lnTo>
                    <a:pt x="16545" y="172717"/>
                  </a:lnTo>
                  <a:lnTo>
                    <a:pt x="16565" y="184868"/>
                  </a:lnTo>
                  <a:lnTo>
                    <a:pt x="16221" y="194981"/>
                  </a:lnTo>
                  <a:lnTo>
                    <a:pt x="15572" y="206985"/>
                  </a:lnTo>
                  <a:lnTo>
                    <a:pt x="14274" y="212824"/>
                  </a:lnTo>
                  <a:lnTo>
                    <a:pt x="12976" y="213798"/>
                  </a:lnTo>
                  <a:lnTo>
                    <a:pt x="11679" y="214771"/>
                  </a:lnTo>
                  <a:lnTo>
                    <a:pt x="10381" y="210878"/>
                  </a:lnTo>
                  <a:lnTo>
                    <a:pt x="10057" y="199847"/>
                  </a:lnTo>
                  <a:lnTo>
                    <a:pt x="10051" y="190348"/>
                  </a:lnTo>
                  <a:lnTo>
                    <a:pt x="10746" y="178841"/>
                  </a:lnTo>
                  <a:lnTo>
                    <a:pt x="20256" y="138981"/>
                  </a:lnTo>
                  <a:lnTo>
                    <a:pt x="40877" y="106087"/>
                  </a:lnTo>
                  <a:lnTo>
                    <a:pt x="64510" y="96735"/>
                  </a:lnTo>
                  <a:lnTo>
                    <a:pt x="72022" y="99275"/>
                  </a:lnTo>
                  <a:lnTo>
                    <a:pt x="95503" y="134591"/>
                  </a:lnTo>
                  <a:lnTo>
                    <a:pt x="95300" y="141247"/>
                  </a:lnTo>
                  <a:lnTo>
                    <a:pt x="58721" y="164160"/>
                  </a:lnTo>
                  <a:lnTo>
                    <a:pt x="46068" y="166107"/>
                  </a:lnTo>
                  <a:lnTo>
                    <a:pt x="42499" y="167404"/>
                  </a:lnTo>
                  <a:lnTo>
                    <a:pt x="38931" y="168702"/>
                  </a:lnTo>
                  <a:lnTo>
                    <a:pt x="35686" y="171298"/>
                  </a:lnTo>
                  <a:lnTo>
                    <a:pt x="37309" y="174218"/>
                  </a:lnTo>
                  <a:lnTo>
                    <a:pt x="38931" y="177137"/>
                  </a:lnTo>
                  <a:lnTo>
                    <a:pt x="45419" y="180382"/>
                  </a:lnTo>
                  <a:lnTo>
                    <a:pt x="56450" y="186221"/>
                  </a:lnTo>
                  <a:lnTo>
                    <a:pt x="65407" y="190991"/>
                  </a:lnTo>
                  <a:lnTo>
                    <a:pt x="75064" y="196157"/>
                  </a:lnTo>
                  <a:lnTo>
                    <a:pt x="84417" y="201140"/>
                  </a:lnTo>
                  <a:lnTo>
                    <a:pt x="111603" y="212824"/>
                  </a:lnTo>
                  <a:lnTo>
                    <a:pt x="114847" y="212824"/>
                  </a:lnTo>
                  <a:lnTo>
                    <a:pt x="116794" y="212175"/>
                  </a:lnTo>
                  <a:lnTo>
                    <a:pt x="118740" y="211527"/>
                  </a:lnTo>
                  <a:lnTo>
                    <a:pt x="119389" y="210229"/>
                  </a:lnTo>
                  <a:lnTo>
                    <a:pt x="120038" y="208931"/>
                  </a:lnTo>
                </a:path>
              </a:pathLst>
            </a:custGeom>
            <a:ln w="38730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7195675" y="5102242"/>
              <a:ext cx="2540" cy="2540"/>
            </a:xfrm>
            <a:custGeom>
              <a:avLst/>
              <a:gdLst/>
              <a:ahLst/>
              <a:cxnLst/>
              <a:rect l="l" t="t" r="r" b="b"/>
              <a:pathLst>
                <a:path w="2540" h="2539">
                  <a:moveTo>
                    <a:pt x="0" y="1946"/>
                  </a:moveTo>
                  <a:lnTo>
                    <a:pt x="648" y="1297"/>
                  </a:lnTo>
                  <a:lnTo>
                    <a:pt x="1297" y="648"/>
                  </a:lnTo>
                  <a:lnTo>
                    <a:pt x="1946" y="0"/>
                  </a:lnTo>
                </a:path>
              </a:pathLst>
            </a:custGeom>
            <a:ln w="38730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33" name="object 133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8085358" y="4994632"/>
            <a:ext cx="106859" cy="101669"/>
          </a:xfrm>
          <a:prstGeom prst="rect">
            <a:avLst/>
          </a:prstGeom>
        </p:spPr>
      </p:pic>
      <p:sp>
        <p:nvSpPr>
          <p:cNvPr id="134" name="object 134"/>
          <p:cNvSpPr/>
          <p:nvPr/>
        </p:nvSpPr>
        <p:spPr>
          <a:xfrm>
            <a:off x="4494279" y="6109993"/>
            <a:ext cx="0" cy="11430"/>
          </a:xfrm>
          <a:custGeom>
            <a:avLst/>
            <a:gdLst/>
            <a:ahLst/>
            <a:cxnLst/>
            <a:rect l="l" t="t" r="r" b="b"/>
            <a:pathLst>
              <a:path w="0" h="11429">
                <a:moveTo>
                  <a:pt x="0" y="0"/>
                </a:moveTo>
                <a:lnTo>
                  <a:pt x="0" y="3804"/>
                </a:lnTo>
                <a:lnTo>
                  <a:pt x="0" y="7609"/>
                </a:lnTo>
                <a:lnTo>
                  <a:pt x="0" y="11414"/>
                </a:lnTo>
              </a:path>
            </a:pathLst>
          </a:custGeom>
          <a:ln w="38730">
            <a:solidFill>
              <a:srgbClr val="157EF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4491426" y="6212718"/>
            <a:ext cx="3175" cy="8890"/>
          </a:xfrm>
          <a:custGeom>
            <a:avLst/>
            <a:gdLst/>
            <a:ahLst/>
            <a:cxnLst/>
            <a:rect l="l" t="t" r="r" b="b"/>
            <a:pathLst>
              <a:path w="3175" h="8889">
                <a:moveTo>
                  <a:pt x="2853" y="8560"/>
                </a:moveTo>
                <a:lnTo>
                  <a:pt x="1902" y="5707"/>
                </a:lnTo>
                <a:lnTo>
                  <a:pt x="951" y="2853"/>
                </a:lnTo>
                <a:lnTo>
                  <a:pt x="0" y="0"/>
                </a:lnTo>
              </a:path>
            </a:pathLst>
          </a:custGeom>
          <a:ln w="38730">
            <a:solidFill>
              <a:srgbClr val="157EFB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36" name="object 136"/>
          <p:cNvGrpSpPr/>
          <p:nvPr/>
        </p:nvGrpSpPr>
        <p:grpSpPr>
          <a:xfrm>
            <a:off x="4697488" y="5975060"/>
            <a:ext cx="720725" cy="318135"/>
            <a:chOff x="4697488" y="5975060"/>
            <a:chExt cx="720725" cy="318135"/>
          </a:xfrm>
        </p:grpSpPr>
        <p:sp>
          <p:nvSpPr>
            <p:cNvPr id="137" name="object 137"/>
            <p:cNvSpPr/>
            <p:nvPr/>
          </p:nvSpPr>
          <p:spPr>
            <a:xfrm>
              <a:off x="4716853" y="5998943"/>
              <a:ext cx="142240" cy="274955"/>
            </a:xfrm>
            <a:custGeom>
              <a:avLst/>
              <a:gdLst/>
              <a:ahLst/>
              <a:cxnLst/>
              <a:rect l="l" t="t" r="r" b="b"/>
              <a:pathLst>
                <a:path w="142239" h="274954">
                  <a:moveTo>
                    <a:pt x="11414" y="45418"/>
                  </a:moveTo>
                  <a:lnTo>
                    <a:pt x="9474" y="92434"/>
                  </a:lnTo>
                  <a:lnTo>
                    <a:pt x="8775" y="135764"/>
                  </a:lnTo>
                  <a:lnTo>
                    <a:pt x="8738" y="160747"/>
                  </a:lnTo>
                  <a:lnTo>
                    <a:pt x="8969" y="185374"/>
                  </a:lnTo>
                  <a:lnTo>
                    <a:pt x="10381" y="225798"/>
                  </a:lnTo>
                  <a:lnTo>
                    <a:pt x="15218" y="269894"/>
                  </a:lnTo>
                  <a:lnTo>
                    <a:pt x="16170" y="274650"/>
                  </a:lnTo>
                  <a:lnTo>
                    <a:pt x="16645" y="272272"/>
                  </a:lnTo>
                  <a:lnTo>
                    <a:pt x="16883" y="269069"/>
                  </a:lnTo>
                  <a:lnTo>
                    <a:pt x="16764" y="262701"/>
                  </a:lnTo>
                  <a:lnTo>
                    <a:pt x="16110" y="252676"/>
                  </a:lnTo>
                  <a:lnTo>
                    <a:pt x="14743" y="238505"/>
                  </a:lnTo>
                  <a:lnTo>
                    <a:pt x="12573" y="219950"/>
                  </a:lnTo>
                  <a:lnTo>
                    <a:pt x="9868" y="197783"/>
                  </a:lnTo>
                  <a:lnTo>
                    <a:pt x="6985" y="173031"/>
                  </a:lnTo>
                  <a:lnTo>
                    <a:pt x="4280" y="146717"/>
                  </a:lnTo>
                  <a:lnTo>
                    <a:pt x="2080" y="119921"/>
                  </a:lnTo>
                  <a:lnTo>
                    <a:pt x="594" y="93927"/>
                  </a:lnTo>
                  <a:lnTo>
                    <a:pt x="0" y="70074"/>
                  </a:lnTo>
                  <a:lnTo>
                    <a:pt x="475" y="49698"/>
                  </a:lnTo>
                  <a:lnTo>
                    <a:pt x="14743" y="6895"/>
                  </a:lnTo>
                  <a:lnTo>
                    <a:pt x="29545" y="0"/>
                  </a:lnTo>
                  <a:lnTo>
                    <a:pt x="39154" y="74"/>
                  </a:lnTo>
                  <a:lnTo>
                    <a:pt x="76866" y="18250"/>
                  </a:lnTo>
                  <a:lnTo>
                    <a:pt x="112074" y="54774"/>
                  </a:lnTo>
                  <a:lnTo>
                    <a:pt x="123176" y="96305"/>
                  </a:lnTo>
                  <a:lnTo>
                    <a:pt x="119520" y="110060"/>
                  </a:lnTo>
                  <a:lnTo>
                    <a:pt x="94641" y="146242"/>
                  </a:lnTo>
                  <a:lnTo>
                    <a:pt x="59923" y="172875"/>
                  </a:lnTo>
                  <a:lnTo>
                    <a:pt x="43753" y="178582"/>
                  </a:lnTo>
                  <a:lnTo>
                    <a:pt x="42327" y="177630"/>
                  </a:lnTo>
                  <a:lnTo>
                    <a:pt x="40900" y="176679"/>
                  </a:lnTo>
                  <a:lnTo>
                    <a:pt x="84728" y="159313"/>
                  </a:lnTo>
                  <a:lnTo>
                    <a:pt x="105579" y="153851"/>
                  </a:lnTo>
                  <a:lnTo>
                    <a:pt x="111286" y="153851"/>
                  </a:lnTo>
                  <a:lnTo>
                    <a:pt x="139970" y="189669"/>
                  </a:lnTo>
                  <a:lnTo>
                    <a:pt x="142051" y="210178"/>
                  </a:lnTo>
                  <a:lnTo>
                    <a:pt x="140773" y="220433"/>
                  </a:lnTo>
                  <a:lnTo>
                    <a:pt x="116518" y="252773"/>
                  </a:lnTo>
                  <a:lnTo>
                    <a:pt x="79065" y="263473"/>
                  </a:lnTo>
                  <a:lnTo>
                    <a:pt x="66106" y="264187"/>
                  </a:lnTo>
                  <a:lnTo>
                    <a:pt x="54290" y="263488"/>
                  </a:lnTo>
                  <a:lnTo>
                    <a:pt x="22174" y="241953"/>
                  </a:lnTo>
                  <a:lnTo>
                    <a:pt x="20784" y="235131"/>
                  </a:lnTo>
                  <a:lnTo>
                    <a:pt x="19974" y="228042"/>
                  </a:lnTo>
                </a:path>
              </a:pathLst>
            </a:custGeom>
            <a:ln w="38730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4922305" y="6022485"/>
              <a:ext cx="11430" cy="228600"/>
            </a:xfrm>
            <a:custGeom>
              <a:avLst/>
              <a:gdLst/>
              <a:ahLst/>
              <a:cxnLst/>
              <a:rect l="l" t="t" r="r" b="b"/>
              <a:pathLst>
                <a:path w="11429" h="228600">
                  <a:moveTo>
                    <a:pt x="0" y="16169"/>
                  </a:moveTo>
                  <a:lnTo>
                    <a:pt x="951" y="8560"/>
                  </a:lnTo>
                  <a:lnTo>
                    <a:pt x="1902" y="951"/>
                  </a:lnTo>
                  <a:lnTo>
                    <a:pt x="2377" y="0"/>
                  </a:lnTo>
                  <a:lnTo>
                    <a:pt x="2652" y="661"/>
                  </a:lnTo>
                  <a:lnTo>
                    <a:pt x="2794" y="4577"/>
                  </a:lnTo>
                  <a:lnTo>
                    <a:pt x="2846" y="12506"/>
                  </a:lnTo>
                  <a:lnTo>
                    <a:pt x="2853" y="25206"/>
                  </a:lnTo>
                  <a:lnTo>
                    <a:pt x="2868" y="43025"/>
                  </a:lnTo>
                  <a:lnTo>
                    <a:pt x="3254" y="88473"/>
                  </a:lnTo>
                  <a:lnTo>
                    <a:pt x="4674" y="135861"/>
                  </a:lnTo>
                  <a:lnTo>
                    <a:pt x="6948" y="175379"/>
                  </a:lnTo>
                  <a:lnTo>
                    <a:pt x="10492" y="214109"/>
                  </a:lnTo>
                  <a:lnTo>
                    <a:pt x="10938" y="218293"/>
                  </a:lnTo>
                  <a:lnTo>
                    <a:pt x="11414" y="223524"/>
                  </a:lnTo>
                  <a:lnTo>
                    <a:pt x="11414" y="228280"/>
                  </a:lnTo>
                  <a:lnTo>
                    <a:pt x="10938" y="228280"/>
                  </a:lnTo>
                  <a:lnTo>
                    <a:pt x="10462" y="228280"/>
                  </a:lnTo>
                  <a:lnTo>
                    <a:pt x="9511" y="223524"/>
                  </a:lnTo>
                  <a:lnTo>
                    <a:pt x="8560" y="218768"/>
                  </a:lnTo>
                </a:path>
              </a:pathLst>
            </a:custGeom>
            <a:ln w="38730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9" name="object 139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4982838" y="6080603"/>
              <a:ext cx="281279" cy="189045"/>
            </a:xfrm>
            <a:prstGeom prst="rect">
              <a:avLst/>
            </a:prstGeom>
          </p:spPr>
        </p:pic>
        <p:sp>
          <p:nvSpPr>
            <p:cNvPr id="140" name="object 140"/>
            <p:cNvSpPr/>
            <p:nvPr/>
          </p:nvSpPr>
          <p:spPr>
            <a:xfrm>
              <a:off x="5277091" y="5994425"/>
              <a:ext cx="121920" cy="224154"/>
            </a:xfrm>
            <a:custGeom>
              <a:avLst/>
              <a:gdLst/>
              <a:ahLst/>
              <a:cxnLst/>
              <a:rect l="l" t="t" r="r" b="b"/>
              <a:pathLst>
                <a:path w="121920" h="224154">
                  <a:moveTo>
                    <a:pt x="1902" y="18547"/>
                  </a:moveTo>
                  <a:lnTo>
                    <a:pt x="1902" y="9987"/>
                  </a:lnTo>
                  <a:lnTo>
                    <a:pt x="1902" y="1426"/>
                  </a:lnTo>
                  <a:lnTo>
                    <a:pt x="1902" y="0"/>
                  </a:lnTo>
                  <a:lnTo>
                    <a:pt x="1894" y="371"/>
                  </a:lnTo>
                  <a:lnTo>
                    <a:pt x="1842" y="4042"/>
                  </a:lnTo>
                  <a:lnTo>
                    <a:pt x="1701" y="11636"/>
                  </a:lnTo>
                  <a:lnTo>
                    <a:pt x="1426" y="23779"/>
                  </a:lnTo>
                  <a:lnTo>
                    <a:pt x="1003" y="40788"/>
                  </a:lnTo>
                  <a:lnTo>
                    <a:pt x="535" y="61766"/>
                  </a:lnTo>
                  <a:lnTo>
                    <a:pt x="156" y="85508"/>
                  </a:lnTo>
                  <a:lnTo>
                    <a:pt x="0" y="110811"/>
                  </a:lnTo>
                  <a:lnTo>
                    <a:pt x="156" y="136418"/>
                  </a:lnTo>
                  <a:lnTo>
                    <a:pt x="535" y="160866"/>
                  </a:lnTo>
                  <a:lnTo>
                    <a:pt x="1003" y="182639"/>
                  </a:lnTo>
                  <a:lnTo>
                    <a:pt x="1426" y="200221"/>
                  </a:lnTo>
                  <a:lnTo>
                    <a:pt x="1709" y="212489"/>
                  </a:lnTo>
                  <a:lnTo>
                    <a:pt x="1902" y="219898"/>
                  </a:lnTo>
                  <a:lnTo>
                    <a:pt x="2095" y="223294"/>
                  </a:lnTo>
                  <a:lnTo>
                    <a:pt x="2377" y="223524"/>
                  </a:lnTo>
                  <a:lnTo>
                    <a:pt x="2875" y="221235"/>
                  </a:lnTo>
                  <a:lnTo>
                    <a:pt x="3864" y="216271"/>
                  </a:lnTo>
                  <a:lnTo>
                    <a:pt x="5655" y="208276"/>
                  </a:lnTo>
                  <a:lnTo>
                    <a:pt x="18072" y="165206"/>
                  </a:lnTo>
                  <a:lnTo>
                    <a:pt x="36842" y="118160"/>
                  </a:lnTo>
                  <a:lnTo>
                    <a:pt x="62777" y="87031"/>
                  </a:lnTo>
                  <a:lnTo>
                    <a:pt x="69435" y="87031"/>
                  </a:lnTo>
                  <a:lnTo>
                    <a:pt x="100823" y="116042"/>
                  </a:lnTo>
                  <a:lnTo>
                    <a:pt x="107957" y="146004"/>
                  </a:lnTo>
                  <a:lnTo>
                    <a:pt x="107073" y="152952"/>
                  </a:lnTo>
                  <a:lnTo>
                    <a:pt x="74547" y="180662"/>
                  </a:lnTo>
                  <a:lnTo>
                    <a:pt x="33290" y="189282"/>
                  </a:lnTo>
                  <a:lnTo>
                    <a:pt x="28535" y="188807"/>
                  </a:lnTo>
                  <a:lnTo>
                    <a:pt x="23779" y="187855"/>
                  </a:lnTo>
                  <a:lnTo>
                    <a:pt x="23779" y="186904"/>
                  </a:lnTo>
                  <a:lnTo>
                    <a:pt x="23779" y="185953"/>
                  </a:lnTo>
                  <a:lnTo>
                    <a:pt x="62182" y="198615"/>
                  </a:lnTo>
                  <a:lnTo>
                    <a:pt x="74399" y="204330"/>
                  </a:lnTo>
                  <a:lnTo>
                    <a:pt x="86080" y="209732"/>
                  </a:lnTo>
                  <a:lnTo>
                    <a:pt x="96402" y="214235"/>
                  </a:lnTo>
                  <a:lnTo>
                    <a:pt x="105520" y="217936"/>
                  </a:lnTo>
                  <a:lnTo>
                    <a:pt x="113835" y="221102"/>
                  </a:lnTo>
                  <a:lnTo>
                    <a:pt x="121749" y="224000"/>
                  </a:lnTo>
                </a:path>
              </a:pathLst>
            </a:custGeom>
            <a:ln w="38730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41" name="object 141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5472689" y="6000267"/>
            <a:ext cx="176649" cy="229915"/>
          </a:xfrm>
          <a:prstGeom prst="rect">
            <a:avLst/>
          </a:prstGeom>
        </p:spPr>
      </p:pic>
      <p:grpSp>
        <p:nvGrpSpPr>
          <p:cNvPr id="142" name="object 142"/>
          <p:cNvGrpSpPr/>
          <p:nvPr/>
        </p:nvGrpSpPr>
        <p:grpSpPr>
          <a:xfrm>
            <a:off x="5780787" y="5869005"/>
            <a:ext cx="742315" cy="355600"/>
            <a:chOff x="5780787" y="5869005"/>
            <a:chExt cx="742315" cy="355600"/>
          </a:xfrm>
        </p:grpSpPr>
        <p:sp>
          <p:nvSpPr>
            <p:cNvPr id="143" name="object 143"/>
            <p:cNvSpPr/>
            <p:nvPr/>
          </p:nvSpPr>
          <p:spPr>
            <a:xfrm>
              <a:off x="5800152" y="5888370"/>
              <a:ext cx="694690" cy="316865"/>
            </a:xfrm>
            <a:custGeom>
              <a:avLst/>
              <a:gdLst/>
              <a:ahLst/>
              <a:cxnLst/>
              <a:rect l="l" t="t" r="r" b="b"/>
              <a:pathLst>
                <a:path w="694689" h="316864">
                  <a:moveTo>
                    <a:pt x="112319" y="207354"/>
                  </a:moveTo>
                  <a:lnTo>
                    <a:pt x="112319" y="201647"/>
                  </a:lnTo>
                  <a:lnTo>
                    <a:pt x="112319" y="195940"/>
                  </a:lnTo>
                  <a:lnTo>
                    <a:pt x="106612" y="189282"/>
                  </a:lnTo>
                  <a:lnTo>
                    <a:pt x="101321" y="184221"/>
                  </a:lnTo>
                  <a:lnTo>
                    <a:pt x="94247" y="179473"/>
                  </a:lnTo>
                  <a:lnTo>
                    <a:pt x="85746" y="175706"/>
                  </a:lnTo>
                  <a:lnTo>
                    <a:pt x="76175" y="173588"/>
                  </a:lnTo>
                  <a:lnTo>
                    <a:pt x="65868" y="173744"/>
                  </a:lnTo>
                  <a:lnTo>
                    <a:pt x="22092" y="205296"/>
                  </a:lnTo>
                  <a:lnTo>
                    <a:pt x="557" y="255388"/>
                  </a:lnTo>
                  <a:lnTo>
                    <a:pt x="0" y="271447"/>
                  </a:lnTo>
                  <a:lnTo>
                    <a:pt x="2875" y="285766"/>
                  </a:lnTo>
                  <a:lnTo>
                    <a:pt x="8515" y="297856"/>
                  </a:lnTo>
                  <a:lnTo>
                    <a:pt x="16251" y="307227"/>
                  </a:lnTo>
                  <a:lnTo>
                    <a:pt x="25443" y="313476"/>
                  </a:lnTo>
                  <a:lnTo>
                    <a:pt x="35572" y="316560"/>
                  </a:lnTo>
                  <a:lnTo>
                    <a:pt x="46146" y="316523"/>
                  </a:lnTo>
                  <a:lnTo>
                    <a:pt x="84096" y="285855"/>
                  </a:lnTo>
                  <a:lnTo>
                    <a:pt x="100132" y="235711"/>
                  </a:lnTo>
                  <a:lnTo>
                    <a:pt x="102889" y="222521"/>
                  </a:lnTo>
                  <a:lnTo>
                    <a:pt x="104710" y="216866"/>
                  </a:lnTo>
                  <a:lnTo>
                    <a:pt x="105854" y="221087"/>
                  </a:lnTo>
                  <a:lnTo>
                    <a:pt x="106731" y="232798"/>
                  </a:lnTo>
                  <a:lnTo>
                    <a:pt x="107786" y="248433"/>
                  </a:lnTo>
                  <a:lnTo>
                    <a:pt x="109466" y="264424"/>
                  </a:lnTo>
                  <a:lnTo>
                    <a:pt x="125635" y="303422"/>
                  </a:lnTo>
                  <a:lnTo>
                    <a:pt x="145565" y="313521"/>
                  </a:lnTo>
                  <a:lnTo>
                    <a:pt x="153219" y="313410"/>
                  </a:lnTo>
                  <a:lnTo>
                    <a:pt x="187461" y="289155"/>
                  </a:lnTo>
                  <a:lnTo>
                    <a:pt x="214481" y="238327"/>
                  </a:lnTo>
                  <a:lnTo>
                    <a:pt x="227284" y="191459"/>
                  </a:lnTo>
                  <a:lnTo>
                    <a:pt x="234343" y="139873"/>
                  </a:lnTo>
                  <a:lnTo>
                    <a:pt x="237962" y="90903"/>
                  </a:lnTo>
                  <a:lnTo>
                    <a:pt x="239389" y="50612"/>
                  </a:lnTo>
                  <a:lnTo>
                    <a:pt x="239300" y="35193"/>
                  </a:lnTo>
                  <a:lnTo>
                    <a:pt x="225508" y="0"/>
                  </a:lnTo>
                  <a:lnTo>
                    <a:pt x="220752" y="1426"/>
                  </a:lnTo>
                  <a:lnTo>
                    <a:pt x="215996" y="2853"/>
                  </a:lnTo>
                  <a:lnTo>
                    <a:pt x="197033" y="43753"/>
                  </a:lnTo>
                  <a:lnTo>
                    <a:pt x="191630" y="101708"/>
                  </a:lnTo>
                  <a:lnTo>
                    <a:pt x="193347" y="125256"/>
                  </a:lnTo>
                  <a:lnTo>
                    <a:pt x="201729" y="174539"/>
                  </a:lnTo>
                  <a:lnTo>
                    <a:pt x="215402" y="221800"/>
                  </a:lnTo>
                  <a:lnTo>
                    <a:pt x="231215" y="261571"/>
                  </a:lnTo>
                  <a:lnTo>
                    <a:pt x="253553" y="299291"/>
                  </a:lnTo>
                  <a:lnTo>
                    <a:pt x="275088" y="312756"/>
                  </a:lnTo>
                  <a:lnTo>
                    <a:pt x="282504" y="312362"/>
                  </a:lnTo>
                  <a:lnTo>
                    <a:pt x="314732" y="288204"/>
                  </a:lnTo>
                  <a:lnTo>
                    <a:pt x="338519" y="251524"/>
                  </a:lnTo>
                  <a:lnTo>
                    <a:pt x="353529" y="214020"/>
                  </a:lnTo>
                  <a:lnTo>
                    <a:pt x="342978" y="175490"/>
                  </a:lnTo>
                  <a:lnTo>
                    <a:pt x="313967" y="208305"/>
                  </a:lnTo>
                  <a:lnTo>
                    <a:pt x="315869" y="254437"/>
                  </a:lnTo>
                  <a:lnTo>
                    <a:pt x="349636" y="290582"/>
                  </a:lnTo>
                  <a:lnTo>
                    <a:pt x="399097" y="286301"/>
                  </a:lnTo>
                  <a:lnTo>
                    <a:pt x="424845" y="257811"/>
                  </a:lnTo>
                  <a:lnTo>
                    <a:pt x="435479" y="219363"/>
                  </a:lnTo>
                  <a:lnTo>
                    <a:pt x="436668" y="196891"/>
                  </a:lnTo>
                  <a:lnTo>
                    <a:pt x="436668" y="184526"/>
                  </a:lnTo>
                  <a:lnTo>
                    <a:pt x="435717" y="178819"/>
                  </a:lnTo>
                  <a:lnTo>
                    <a:pt x="433339" y="174539"/>
                  </a:lnTo>
                  <a:lnTo>
                    <a:pt x="430961" y="170259"/>
                  </a:lnTo>
                  <a:lnTo>
                    <a:pt x="427156" y="167405"/>
                  </a:lnTo>
                  <a:lnTo>
                    <a:pt x="424302" y="168356"/>
                  </a:lnTo>
                  <a:lnTo>
                    <a:pt x="421449" y="169308"/>
                  </a:lnTo>
                  <a:lnTo>
                    <a:pt x="419546" y="174063"/>
                  </a:lnTo>
                  <a:lnTo>
                    <a:pt x="418595" y="181197"/>
                  </a:lnTo>
                  <a:lnTo>
                    <a:pt x="417644" y="188331"/>
                  </a:lnTo>
                  <a:lnTo>
                    <a:pt x="417644" y="197843"/>
                  </a:lnTo>
                  <a:lnTo>
                    <a:pt x="419071" y="204976"/>
                  </a:lnTo>
                  <a:lnTo>
                    <a:pt x="420498" y="212110"/>
                  </a:lnTo>
                  <a:lnTo>
                    <a:pt x="448060" y="227567"/>
                  </a:lnTo>
                  <a:lnTo>
                    <a:pt x="455691" y="226853"/>
                  </a:lnTo>
                  <a:lnTo>
                    <a:pt x="492021" y="200964"/>
                  </a:lnTo>
                  <a:lnTo>
                    <a:pt x="508005" y="172161"/>
                  </a:lnTo>
                  <a:lnTo>
                    <a:pt x="508005" y="172637"/>
                  </a:lnTo>
                  <a:lnTo>
                    <a:pt x="508005" y="173112"/>
                  </a:lnTo>
                  <a:lnTo>
                    <a:pt x="507054" y="178819"/>
                  </a:lnTo>
                  <a:lnTo>
                    <a:pt x="506103" y="193562"/>
                  </a:lnTo>
                  <a:lnTo>
                    <a:pt x="505441" y="206084"/>
                  </a:lnTo>
                  <a:lnTo>
                    <a:pt x="505092" y="220611"/>
                  </a:lnTo>
                  <a:lnTo>
                    <a:pt x="505367" y="235763"/>
                  </a:lnTo>
                  <a:lnTo>
                    <a:pt x="515741" y="281590"/>
                  </a:lnTo>
                  <a:lnTo>
                    <a:pt x="543198" y="303422"/>
                  </a:lnTo>
                  <a:lnTo>
                    <a:pt x="552235" y="296764"/>
                  </a:lnTo>
                  <a:lnTo>
                    <a:pt x="584099" y="256339"/>
                  </a:lnTo>
                  <a:lnTo>
                    <a:pt x="604029" y="204642"/>
                  </a:lnTo>
                  <a:lnTo>
                    <a:pt x="612596" y="163400"/>
                  </a:lnTo>
                  <a:lnTo>
                    <a:pt x="617456" y="120255"/>
                  </a:lnTo>
                  <a:lnTo>
                    <a:pt x="619641" y="79786"/>
                  </a:lnTo>
                  <a:lnTo>
                    <a:pt x="620243" y="34242"/>
                  </a:lnTo>
                  <a:lnTo>
                    <a:pt x="620243" y="19974"/>
                  </a:lnTo>
                  <a:lnTo>
                    <a:pt x="620243" y="15218"/>
                  </a:lnTo>
                  <a:lnTo>
                    <a:pt x="614045" y="59232"/>
                  </a:lnTo>
                  <a:lnTo>
                    <a:pt x="613005" y="102257"/>
                  </a:lnTo>
                  <a:lnTo>
                    <a:pt x="613109" y="126980"/>
                  </a:lnTo>
                  <a:lnTo>
                    <a:pt x="614893" y="177868"/>
                  </a:lnTo>
                  <a:lnTo>
                    <a:pt x="618816" y="223049"/>
                  </a:lnTo>
                  <a:lnTo>
                    <a:pt x="627712" y="266854"/>
                  </a:lnTo>
                  <a:lnTo>
                    <a:pt x="641169" y="293911"/>
                  </a:lnTo>
                  <a:lnTo>
                    <a:pt x="644974" y="296764"/>
                  </a:lnTo>
                  <a:lnTo>
                    <a:pt x="674163" y="271722"/>
                  </a:lnTo>
                  <a:lnTo>
                    <a:pt x="694434" y="233987"/>
                  </a:lnTo>
                  <a:lnTo>
                    <a:pt x="694434" y="232085"/>
                  </a:lnTo>
                  <a:lnTo>
                    <a:pt x="694434" y="230182"/>
                  </a:lnTo>
                </a:path>
              </a:pathLst>
            </a:custGeom>
            <a:ln w="38730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6361424" y="5978731"/>
              <a:ext cx="142240" cy="20320"/>
            </a:xfrm>
            <a:custGeom>
              <a:avLst/>
              <a:gdLst/>
              <a:ahLst/>
              <a:cxnLst/>
              <a:rect l="l" t="t" r="r" b="b"/>
              <a:pathLst>
                <a:path w="142240" h="20320">
                  <a:moveTo>
                    <a:pt x="7609" y="19974"/>
                  </a:moveTo>
                  <a:lnTo>
                    <a:pt x="3804" y="16169"/>
                  </a:lnTo>
                  <a:lnTo>
                    <a:pt x="0" y="12365"/>
                  </a:lnTo>
                  <a:lnTo>
                    <a:pt x="475" y="10462"/>
                  </a:lnTo>
                  <a:lnTo>
                    <a:pt x="951" y="8560"/>
                  </a:lnTo>
                  <a:lnTo>
                    <a:pt x="5706" y="8560"/>
                  </a:lnTo>
                  <a:lnTo>
                    <a:pt x="23779" y="8084"/>
                  </a:lnTo>
                  <a:lnTo>
                    <a:pt x="77282" y="6212"/>
                  </a:lnTo>
                  <a:lnTo>
                    <a:pt x="121987" y="2793"/>
                  </a:lnTo>
                  <a:lnTo>
                    <a:pt x="132301" y="1419"/>
                  </a:lnTo>
                  <a:lnTo>
                    <a:pt x="141723" y="0"/>
                  </a:lnTo>
                </a:path>
              </a:pathLst>
            </a:custGeom>
            <a:ln w="38730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5" name="object 145"/>
          <p:cNvGrpSpPr/>
          <p:nvPr/>
        </p:nvGrpSpPr>
        <p:grpSpPr>
          <a:xfrm>
            <a:off x="6634543" y="5807180"/>
            <a:ext cx="1243330" cy="741680"/>
            <a:chOff x="6634543" y="5807180"/>
            <a:chExt cx="1243330" cy="741680"/>
          </a:xfrm>
        </p:grpSpPr>
        <p:pic>
          <p:nvPicPr>
            <p:cNvPr id="146" name="object 146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6634543" y="5968878"/>
              <a:ext cx="222781" cy="216598"/>
            </a:xfrm>
            <a:prstGeom prst="rect">
              <a:avLst/>
            </a:prstGeom>
          </p:spPr>
        </p:pic>
        <p:pic>
          <p:nvPicPr>
            <p:cNvPr id="147" name="object 147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6878294" y="5991409"/>
              <a:ext cx="129314" cy="169813"/>
            </a:xfrm>
            <a:prstGeom prst="rect">
              <a:avLst/>
            </a:prstGeom>
          </p:spPr>
        </p:pic>
        <p:sp>
          <p:nvSpPr>
            <p:cNvPr id="148" name="object 148"/>
            <p:cNvSpPr/>
            <p:nvPr/>
          </p:nvSpPr>
          <p:spPr>
            <a:xfrm>
              <a:off x="7040461" y="5826545"/>
              <a:ext cx="817880" cy="702945"/>
            </a:xfrm>
            <a:custGeom>
              <a:avLst/>
              <a:gdLst/>
              <a:ahLst/>
              <a:cxnLst/>
              <a:rect l="l" t="t" r="r" b="b"/>
              <a:pathLst>
                <a:path w="817879" h="702945">
                  <a:moveTo>
                    <a:pt x="53361" y="206403"/>
                  </a:moveTo>
                  <a:lnTo>
                    <a:pt x="51459" y="199745"/>
                  </a:lnTo>
                  <a:lnTo>
                    <a:pt x="49557" y="193087"/>
                  </a:lnTo>
                  <a:lnTo>
                    <a:pt x="44326" y="187380"/>
                  </a:lnTo>
                  <a:lnTo>
                    <a:pt x="4919" y="206217"/>
                  </a:lnTo>
                  <a:lnTo>
                    <a:pt x="0" y="233779"/>
                  </a:lnTo>
                  <a:lnTo>
                    <a:pt x="393" y="248849"/>
                  </a:lnTo>
                  <a:lnTo>
                    <a:pt x="12632" y="286732"/>
                  </a:lnTo>
                  <a:lnTo>
                    <a:pt x="52938" y="299833"/>
                  </a:lnTo>
                  <a:lnTo>
                    <a:pt x="90457" y="274887"/>
                  </a:lnTo>
                  <a:lnTo>
                    <a:pt x="107757" y="240705"/>
                  </a:lnTo>
                  <a:lnTo>
                    <a:pt x="120025" y="195100"/>
                  </a:lnTo>
                  <a:lnTo>
                    <a:pt x="117558" y="240928"/>
                  </a:lnTo>
                  <a:lnTo>
                    <a:pt x="126780" y="280713"/>
                  </a:lnTo>
                  <a:lnTo>
                    <a:pt x="159082" y="307747"/>
                  </a:lnTo>
                  <a:lnTo>
                    <a:pt x="166075" y="307227"/>
                  </a:lnTo>
                  <a:lnTo>
                    <a:pt x="194179" y="269782"/>
                  </a:lnTo>
                  <a:lnTo>
                    <a:pt x="205548" y="226378"/>
                  </a:lnTo>
                  <a:lnTo>
                    <a:pt x="213158" y="186429"/>
                  </a:lnTo>
                  <a:lnTo>
                    <a:pt x="209412" y="229350"/>
                  </a:lnTo>
                  <a:lnTo>
                    <a:pt x="216531" y="271729"/>
                  </a:lnTo>
                  <a:lnTo>
                    <a:pt x="254652" y="293532"/>
                  </a:lnTo>
                  <a:lnTo>
                    <a:pt x="291793" y="261140"/>
                  </a:lnTo>
                  <a:lnTo>
                    <a:pt x="310653" y="214191"/>
                  </a:lnTo>
                  <a:lnTo>
                    <a:pt x="317786" y="170259"/>
                  </a:lnTo>
                  <a:lnTo>
                    <a:pt x="306372" y="156942"/>
                  </a:lnTo>
                  <a:lnTo>
                    <a:pt x="302568" y="157893"/>
                  </a:lnTo>
                  <a:lnTo>
                    <a:pt x="294483" y="195940"/>
                  </a:lnTo>
                  <a:lnTo>
                    <a:pt x="315111" y="232263"/>
                  </a:lnTo>
                  <a:lnTo>
                    <a:pt x="356093" y="217839"/>
                  </a:lnTo>
                  <a:lnTo>
                    <a:pt x="382919" y="187811"/>
                  </a:lnTo>
                  <a:lnTo>
                    <a:pt x="391977" y="168356"/>
                  </a:lnTo>
                  <a:lnTo>
                    <a:pt x="391502" y="168832"/>
                  </a:lnTo>
                  <a:lnTo>
                    <a:pt x="391026" y="169308"/>
                  </a:lnTo>
                  <a:lnTo>
                    <a:pt x="384963" y="220968"/>
                  </a:lnTo>
                  <a:lnTo>
                    <a:pt x="384948" y="237398"/>
                  </a:lnTo>
                  <a:lnTo>
                    <a:pt x="386271" y="252535"/>
                  </a:lnTo>
                  <a:lnTo>
                    <a:pt x="405770" y="286777"/>
                  </a:lnTo>
                  <a:lnTo>
                    <a:pt x="420156" y="290760"/>
                  </a:lnTo>
                  <a:lnTo>
                    <a:pt x="427706" y="289920"/>
                  </a:lnTo>
                  <a:lnTo>
                    <a:pt x="462364" y="255864"/>
                  </a:lnTo>
                  <a:lnTo>
                    <a:pt x="475874" y="211924"/>
                  </a:lnTo>
                  <a:lnTo>
                    <a:pt x="481863" y="174063"/>
                  </a:lnTo>
                  <a:lnTo>
                    <a:pt x="482339" y="168356"/>
                  </a:lnTo>
                  <a:lnTo>
                    <a:pt x="483290" y="161698"/>
                  </a:lnTo>
                  <a:lnTo>
                    <a:pt x="482339" y="161698"/>
                  </a:lnTo>
                  <a:lnTo>
                    <a:pt x="481387" y="161698"/>
                  </a:lnTo>
                  <a:lnTo>
                    <a:pt x="473184" y="213893"/>
                  </a:lnTo>
                  <a:lnTo>
                    <a:pt x="472352" y="245401"/>
                  </a:lnTo>
                  <a:lnTo>
                    <a:pt x="473124" y="258450"/>
                  </a:lnTo>
                  <a:lnTo>
                    <a:pt x="486143" y="294862"/>
                  </a:lnTo>
                  <a:lnTo>
                    <a:pt x="491375" y="296764"/>
                  </a:lnTo>
                  <a:lnTo>
                    <a:pt x="496606" y="298666"/>
                  </a:lnTo>
                  <a:lnTo>
                    <a:pt x="532371" y="263421"/>
                  </a:lnTo>
                  <a:lnTo>
                    <a:pt x="548021" y="226103"/>
                  </a:lnTo>
                  <a:lnTo>
                    <a:pt x="562185" y="182074"/>
                  </a:lnTo>
                  <a:lnTo>
                    <a:pt x="572366" y="136150"/>
                  </a:lnTo>
                  <a:lnTo>
                    <a:pt x="578815" y="90717"/>
                  </a:lnTo>
                  <a:lnTo>
                    <a:pt x="582248" y="51125"/>
                  </a:lnTo>
                  <a:lnTo>
                    <a:pt x="583638" y="9511"/>
                  </a:lnTo>
                  <a:lnTo>
                    <a:pt x="582211" y="0"/>
                  </a:lnTo>
                  <a:lnTo>
                    <a:pt x="580309" y="951"/>
                  </a:lnTo>
                  <a:lnTo>
                    <a:pt x="572417" y="42193"/>
                  </a:lnTo>
                  <a:lnTo>
                    <a:pt x="571377" y="82944"/>
                  </a:lnTo>
                  <a:lnTo>
                    <a:pt x="572818" y="131231"/>
                  </a:lnTo>
                  <a:lnTo>
                    <a:pt x="577099" y="181702"/>
                  </a:lnTo>
                  <a:lnTo>
                    <a:pt x="584173" y="229967"/>
                  </a:lnTo>
                  <a:lnTo>
                    <a:pt x="592615" y="270139"/>
                  </a:lnTo>
                  <a:lnTo>
                    <a:pt x="607893" y="308178"/>
                  </a:lnTo>
                  <a:lnTo>
                    <a:pt x="616454" y="312934"/>
                  </a:lnTo>
                  <a:lnTo>
                    <a:pt x="624063" y="309129"/>
                  </a:lnTo>
                  <a:lnTo>
                    <a:pt x="653549" y="275838"/>
                  </a:lnTo>
                  <a:lnTo>
                    <a:pt x="670551" y="240883"/>
                  </a:lnTo>
                  <a:lnTo>
                    <a:pt x="687999" y="195918"/>
                  </a:lnTo>
                  <a:lnTo>
                    <a:pt x="686364" y="240170"/>
                  </a:lnTo>
                  <a:lnTo>
                    <a:pt x="693974" y="277741"/>
                  </a:lnTo>
                  <a:lnTo>
                    <a:pt x="729702" y="263770"/>
                  </a:lnTo>
                  <a:lnTo>
                    <a:pt x="753191" y="230063"/>
                  </a:lnTo>
                  <a:lnTo>
                    <a:pt x="768641" y="192611"/>
                  </a:lnTo>
                  <a:lnTo>
                    <a:pt x="776309" y="169426"/>
                  </a:lnTo>
                  <a:lnTo>
                    <a:pt x="779274" y="160777"/>
                  </a:lnTo>
                  <a:lnTo>
                    <a:pt x="781481" y="155515"/>
                  </a:lnTo>
                  <a:lnTo>
                    <a:pt x="782841" y="154549"/>
                  </a:lnTo>
                  <a:lnTo>
                    <a:pt x="783443" y="158131"/>
                  </a:lnTo>
                  <a:lnTo>
                    <a:pt x="783421" y="166350"/>
                  </a:lnTo>
                  <a:lnTo>
                    <a:pt x="782908" y="179295"/>
                  </a:lnTo>
                  <a:lnTo>
                    <a:pt x="782053" y="196884"/>
                  </a:lnTo>
                  <a:lnTo>
                    <a:pt x="781065" y="218352"/>
                  </a:lnTo>
                  <a:lnTo>
                    <a:pt x="780166" y="242763"/>
                  </a:lnTo>
                  <a:lnTo>
                    <a:pt x="779579" y="269180"/>
                  </a:lnTo>
                  <a:lnTo>
                    <a:pt x="779497" y="296771"/>
                  </a:lnTo>
                  <a:lnTo>
                    <a:pt x="779995" y="325121"/>
                  </a:lnTo>
                  <a:lnTo>
                    <a:pt x="782908" y="382845"/>
                  </a:lnTo>
                  <a:lnTo>
                    <a:pt x="788437" y="440153"/>
                  </a:lnTo>
                  <a:lnTo>
                    <a:pt x="795749" y="496034"/>
                  </a:lnTo>
                  <a:lnTo>
                    <a:pt x="803655" y="549418"/>
                  </a:lnTo>
                  <a:lnTo>
                    <a:pt x="807319" y="574416"/>
                  </a:lnTo>
                  <a:lnTo>
                    <a:pt x="813004" y="619233"/>
                  </a:lnTo>
                  <a:lnTo>
                    <a:pt x="817150" y="667720"/>
                  </a:lnTo>
                  <a:lnTo>
                    <a:pt x="817804" y="684484"/>
                  </a:lnTo>
                  <a:lnTo>
                    <a:pt x="817485" y="689522"/>
                  </a:lnTo>
                  <a:lnTo>
                    <a:pt x="816674" y="693401"/>
                  </a:lnTo>
                  <a:lnTo>
                    <a:pt x="815248" y="698157"/>
                  </a:lnTo>
                  <a:lnTo>
                    <a:pt x="812394" y="701962"/>
                  </a:lnTo>
                  <a:lnTo>
                    <a:pt x="805260" y="702438"/>
                  </a:lnTo>
                  <a:lnTo>
                    <a:pt x="799122" y="702066"/>
                  </a:lnTo>
                  <a:lnTo>
                    <a:pt x="760452" y="675805"/>
                  </a:lnTo>
                  <a:lnTo>
                    <a:pt x="737594" y="643881"/>
                  </a:lnTo>
                  <a:lnTo>
                    <a:pt x="721342" y="603464"/>
                  </a:lnTo>
                  <a:lnTo>
                    <a:pt x="715442" y="560438"/>
                  </a:lnTo>
                  <a:lnTo>
                    <a:pt x="716326" y="540263"/>
                  </a:lnTo>
                  <a:lnTo>
                    <a:pt x="730772" y="490706"/>
                  </a:lnTo>
                  <a:lnTo>
                    <a:pt x="749498" y="452102"/>
                  </a:lnTo>
                  <a:lnTo>
                    <a:pt x="755309" y="440428"/>
                  </a:lnTo>
                  <a:lnTo>
                    <a:pt x="761031" y="428976"/>
                  </a:lnTo>
                </a:path>
              </a:pathLst>
            </a:custGeom>
            <a:ln w="38730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7576066" y="5901687"/>
              <a:ext cx="94615" cy="14604"/>
            </a:xfrm>
            <a:custGeom>
              <a:avLst/>
              <a:gdLst/>
              <a:ahLst/>
              <a:cxnLst/>
              <a:rect l="l" t="t" r="r" b="b"/>
              <a:pathLst>
                <a:path w="94615" h="14604">
                  <a:moveTo>
                    <a:pt x="0" y="14267"/>
                  </a:moveTo>
                  <a:lnTo>
                    <a:pt x="41613" y="3031"/>
                  </a:lnTo>
                  <a:lnTo>
                    <a:pt x="66581" y="2377"/>
                  </a:lnTo>
                  <a:lnTo>
                    <a:pt x="75974" y="1939"/>
                  </a:lnTo>
                  <a:lnTo>
                    <a:pt x="83226" y="1367"/>
                  </a:lnTo>
                  <a:lnTo>
                    <a:pt x="89052" y="705"/>
                  </a:lnTo>
                  <a:lnTo>
                    <a:pt x="94165" y="0"/>
                  </a:lnTo>
                </a:path>
              </a:pathLst>
            </a:custGeom>
            <a:ln w="38730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7470486" y="5873152"/>
              <a:ext cx="0" cy="14604"/>
            </a:xfrm>
            <a:custGeom>
              <a:avLst/>
              <a:gdLst/>
              <a:ahLst/>
              <a:cxnLst/>
              <a:rect l="l" t="t" r="r" b="b"/>
              <a:pathLst>
                <a:path w="0" h="14604">
                  <a:moveTo>
                    <a:pt x="0" y="14267"/>
                  </a:moveTo>
                  <a:lnTo>
                    <a:pt x="0" y="9511"/>
                  </a:lnTo>
                  <a:lnTo>
                    <a:pt x="0" y="4755"/>
                  </a:lnTo>
                  <a:lnTo>
                    <a:pt x="0" y="0"/>
                  </a:lnTo>
                </a:path>
              </a:pathLst>
            </a:custGeom>
            <a:ln w="38730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1" name="object 151"/>
          <p:cNvGrpSpPr/>
          <p:nvPr/>
        </p:nvGrpSpPr>
        <p:grpSpPr>
          <a:xfrm>
            <a:off x="7947631" y="5807180"/>
            <a:ext cx="701040" cy="303530"/>
            <a:chOff x="7947631" y="5807180"/>
            <a:chExt cx="701040" cy="303530"/>
          </a:xfrm>
        </p:grpSpPr>
        <p:sp>
          <p:nvSpPr>
            <p:cNvPr id="152" name="object 152"/>
            <p:cNvSpPr/>
            <p:nvPr/>
          </p:nvSpPr>
          <p:spPr>
            <a:xfrm>
              <a:off x="8034529" y="5826545"/>
              <a:ext cx="15240" cy="264795"/>
            </a:xfrm>
            <a:custGeom>
              <a:avLst/>
              <a:gdLst/>
              <a:ahLst/>
              <a:cxnLst/>
              <a:rect l="l" t="t" r="r" b="b"/>
              <a:pathLst>
                <a:path w="15240" h="264795">
                  <a:moveTo>
                    <a:pt x="951" y="32339"/>
                  </a:moveTo>
                  <a:lnTo>
                    <a:pt x="1902" y="27583"/>
                  </a:lnTo>
                  <a:lnTo>
                    <a:pt x="2853" y="22828"/>
                  </a:lnTo>
                  <a:lnTo>
                    <a:pt x="3804" y="16169"/>
                  </a:lnTo>
                  <a:lnTo>
                    <a:pt x="4755" y="9511"/>
                  </a:lnTo>
                  <a:lnTo>
                    <a:pt x="5706" y="951"/>
                  </a:lnTo>
                  <a:lnTo>
                    <a:pt x="5706" y="0"/>
                  </a:lnTo>
                  <a:lnTo>
                    <a:pt x="5535" y="780"/>
                  </a:lnTo>
                  <a:lnTo>
                    <a:pt x="2207" y="40216"/>
                  </a:lnTo>
                  <a:lnTo>
                    <a:pt x="319" y="81235"/>
                  </a:lnTo>
                  <a:lnTo>
                    <a:pt x="0" y="104152"/>
                  </a:lnTo>
                  <a:lnTo>
                    <a:pt x="326" y="127315"/>
                  </a:lnTo>
                  <a:lnTo>
                    <a:pt x="2407" y="171500"/>
                  </a:lnTo>
                  <a:lnTo>
                    <a:pt x="6658" y="223346"/>
                  </a:lnTo>
                  <a:lnTo>
                    <a:pt x="13316" y="263473"/>
                  </a:lnTo>
                  <a:lnTo>
                    <a:pt x="14267" y="263949"/>
                  </a:lnTo>
                  <a:lnTo>
                    <a:pt x="15218" y="264424"/>
                  </a:lnTo>
                  <a:lnTo>
                    <a:pt x="15218" y="259669"/>
                  </a:lnTo>
                  <a:lnTo>
                    <a:pt x="14742" y="252535"/>
                  </a:lnTo>
                  <a:lnTo>
                    <a:pt x="14304" y="246776"/>
                  </a:lnTo>
                  <a:lnTo>
                    <a:pt x="13732" y="240348"/>
                  </a:lnTo>
                  <a:lnTo>
                    <a:pt x="13070" y="233474"/>
                  </a:lnTo>
                  <a:lnTo>
                    <a:pt x="12364" y="226378"/>
                  </a:lnTo>
                </a:path>
              </a:pathLst>
            </a:custGeom>
            <a:ln w="38730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3" name="object 153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7947631" y="5916741"/>
              <a:ext cx="295545" cy="170244"/>
            </a:xfrm>
            <a:prstGeom prst="rect">
              <a:avLst/>
            </a:prstGeom>
          </p:spPr>
        </p:pic>
        <p:sp>
          <p:nvSpPr>
            <p:cNvPr id="154" name="object 154"/>
            <p:cNvSpPr/>
            <p:nvPr/>
          </p:nvSpPr>
          <p:spPr>
            <a:xfrm>
              <a:off x="8260432" y="5924515"/>
              <a:ext cx="368935" cy="142875"/>
            </a:xfrm>
            <a:custGeom>
              <a:avLst/>
              <a:gdLst/>
              <a:ahLst/>
              <a:cxnLst/>
              <a:rect l="l" t="t" r="r" b="b"/>
              <a:pathLst>
                <a:path w="368934" h="142875">
                  <a:moveTo>
                    <a:pt x="91787" y="42802"/>
                  </a:moveTo>
                  <a:lnTo>
                    <a:pt x="69911" y="6479"/>
                  </a:lnTo>
                  <a:lnTo>
                    <a:pt x="49312" y="2749"/>
                  </a:lnTo>
                  <a:lnTo>
                    <a:pt x="41851" y="4161"/>
                  </a:lnTo>
                  <a:lnTo>
                    <a:pt x="13910" y="32220"/>
                  </a:lnTo>
                  <a:lnTo>
                    <a:pt x="0" y="79422"/>
                  </a:lnTo>
                  <a:lnTo>
                    <a:pt x="0" y="90093"/>
                  </a:lnTo>
                  <a:lnTo>
                    <a:pt x="20450" y="127456"/>
                  </a:lnTo>
                  <a:lnTo>
                    <a:pt x="36441" y="132747"/>
                  </a:lnTo>
                  <a:lnTo>
                    <a:pt x="45262" y="132472"/>
                  </a:lnTo>
                  <a:lnTo>
                    <a:pt x="78761" y="107028"/>
                  </a:lnTo>
                  <a:lnTo>
                    <a:pt x="93868" y="67473"/>
                  </a:lnTo>
                  <a:lnTo>
                    <a:pt x="99397" y="28535"/>
                  </a:lnTo>
                  <a:lnTo>
                    <a:pt x="98445" y="22828"/>
                  </a:lnTo>
                  <a:lnTo>
                    <a:pt x="97019" y="23303"/>
                  </a:lnTo>
                  <a:lnTo>
                    <a:pt x="95592" y="23779"/>
                  </a:lnTo>
                  <a:lnTo>
                    <a:pt x="93689" y="30437"/>
                  </a:lnTo>
                  <a:lnTo>
                    <a:pt x="93689" y="45656"/>
                  </a:lnTo>
                  <a:lnTo>
                    <a:pt x="97702" y="88124"/>
                  </a:lnTo>
                  <a:lnTo>
                    <a:pt x="112000" y="124068"/>
                  </a:lnTo>
                  <a:lnTo>
                    <a:pt x="131736" y="142675"/>
                  </a:lnTo>
                  <a:lnTo>
                    <a:pt x="137443" y="142675"/>
                  </a:lnTo>
                  <a:lnTo>
                    <a:pt x="162174" y="112713"/>
                  </a:lnTo>
                  <a:lnTo>
                    <a:pt x="172807" y="75328"/>
                  </a:lnTo>
                  <a:lnTo>
                    <a:pt x="177392" y="55168"/>
                  </a:lnTo>
                  <a:lnTo>
                    <a:pt x="177392" y="56119"/>
                  </a:lnTo>
                  <a:lnTo>
                    <a:pt x="177392" y="66106"/>
                  </a:lnTo>
                  <a:lnTo>
                    <a:pt x="177400" y="75045"/>
                  </a:lnTo>
                  <a:lnTo>
                    <a:pt x="178343" y="119847"/>
                  </a:lnTo>
                  <a:lnTo>
                    <a:pt x="179295" y="125554"/>
                  </a:lnTo>
                  <a:lnTo>
                    <a:pt x="180246" y="125554"/>
                  </a:lnTo>
                  <a:lnTo>
                    <a:pt x="181197" y="125554"/>
                  </a:lnTo>
                  <a:lnTo>
                    <a:pt x="193830" y="87173"/>
                  </a:lnTo>
                  <a:lnTo>
                    <a:pt x="214964" y="36144"/>
                  </a:lnTo>
                  <a:lnTo>
                    <a:pt x="236365" y="4280"/>
                  </a:lnTo>
                  <a:lnTo>
                    <a:pt x="242072" y="0"/>
                  </a:lnTo>
                  <a:lnTo>
                    <a:pt x="246828" y="0"/>
                  </a:lnTo>
                  <a:lnTo>
                    <a:pt x="271558" y="42802"/>
                  </a:lnTo>
                  <a:lnTo>
                    <a:pt x="278692" y="89885"/>
                  </a:lnTo>
                  <a:lnTo>
                    <a:pt x="297715" y="43753"/>
                  </a:lnTo>
                  <a:lnTo>
                    <a:pt x="325775" y="10463"/>
                  </a:lnTo>
                  <a:lnTo>
                    <a:pt x="342896" y="4755"/>
                  </a:lnTo>
                  <a:lnTo>
                    <a:pt x="347652" y="5707"/>
                  </a:lnTo>
                  <a:lnTo>
                    <a:pt x="364914" y="47699"/>
                  </a:lnTo>
                  <a:lnTo>
                    <a:pt x="368221" y="82335"/>
                  </a:lnTo>
                  <a:lnTo>
                    <a:pt x="368147" y="92954"/>
                  </a:lnTo>
                  <a:lnTo>
                    <a:pt x="367626" y="102726"/>
                  </a:lnTo>
                  <a:lnTo>
                    <a:pt x="366779" y="111428"/>
                  </a:lnTo>
                  <a:lnTo>
                    <a:pt x="365843" y="118836"/>
                  </a:lnTo>
                  <a:lnTo>
                    <a:pt x="365085" y="124729"/>
                  </a:lnTo>
                  <a:lnTo>
                    <a:pt x="364773" y="128883"/>
                  </a:lnTo>
                  <a:lnTo>
                    <a:pt x="364773" y="133163"/>
                  </a:lnTo>
                  <a:lnTo>
                    <a:pt x="366675" y="132212"/>
                  </a:lnTo>
                  <a:lnTo>
                    <a:pt x="368578" y="131261"/>
                  </a:lnTo>
                </a:path>
              </a:pathLst>
            </a:custGeom>
            <a:ln w="38730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5884" y="1138609"/>
            <a:ext cx="885825" cy="465455"/>
            <a:chOff x="875884" y="1138609"/>
            <a:chExt cx="885825" cy="465455"/>
          </a:xfrm>
        </p:grpSpPr>
        <p:sp>
          <p:nvSpPr>
            <p:cNvPr id="3" name="object 3"/>
            <p:cNvSpPr/>
            <p:nvPr/>
          </p:nvSpPr>
          <p:spPr>
            <a:xfrm>
              <a:off x="894259" y="1156984"/>
              <a:ext cx="290830" cy="29845"/>
            </a:xfrm>
            <a:custGeom>
              <a:avLst/>
              <a:gdLst/>
              <a:ahLst/>
              <a:cxnLst/>
              <a:rect l="l" t="t" r="r" b="b"/>
              <a:pathLst>
                <a:path w="290830" h="29844">
                  <a:moveTo>
                    <a:pt x="19078" y="29677"/>
                  </a:moveTo>
                  <a:lnTo>
                    <a:pt x="9539" y="29677"/>
                  </a:lnTo>
                  <a:lnTo>
                    <a:pt x="0" y="29677"/>
                  </a:lnTo>
                  <a:lnTo>
                    <a:pt x="1854" y="29661"/>
                  </a:lnTo>
                  <a:lnTo>
                    <a:pt x="7684" y="29545"/>
                  </a:lnTo>
                  <a:lnTo>
                    <a:pt x="52648" y="27632"/>
                  </a:lnTo>
                  <a:lnTo>
                    <a:pt x="100974" y="24668"/>
                  </a:lnTo>
                  <a:lnTo>
                    <a:pt x="149963" y="20709"/>
                  </a:lnTo>
                  <a:lnTo>
                    <a:pt x="192459" y="16155"/>
                  </a:lnTo>
                  <a:lnTo>
                    <a:pt x="241994" y="9075"/>
                  </a:lnTo>
                  <a:lnTo>
                    <a:pt x="287240" y="0"/>
                  </a:lnTo>
                  <a:lnTo>
                    <a:pt x="288830" y="529"/>
                  </a:lnTo>
                  <a:lnTo>
                    <a:pt x="290420" y="1059"/>
                  </a:lnTo>
                  <a:lnTo>
                    <a:pt x="285120" y="4239"/>
                  </a:lnTo>
                  <a:lnTo>
                    <a:pt x="279820" y="7419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053248" y="1185603"/>
              <a:ext cx="6985" cy="278765"/>
            </a:xfrm>
            <a:custGeom>
              <a:avLst/>
              <a:gdLst/>
              <a:ahLst/>
              <a:cxnLst/>
              <a:rect l="l" t="t" r="r" b="b"/>
              <a:pathLst>
                <a:path w="6984" h="278765">
                  <a:moveTo>
                    <a:pt x="3179" y="10599"/>
                  </a:moveTo>
                  <a:lnTo>
                    <a:pt x="2119" y="5299"/>
                  </a:lnTo>
                  <a:lnTo>
                    <a:pt x="1059" y="0"/>
                  </a:lnTo>
                  <a:lnTo>
                    <a:pt x="529" y="0"/>
                  </a:lnTo>
                  <a:lnTo>
                    <a:pt x="240" y="1151"/>
                  </a:lnTo>
                  <a:lnTo>
                    <a:pt x="198" y="5233"/>
                  </a:lnTo>
                  <a:lnTo>
                    <a:pt x="455" y="13191"/>
                  </a:lnTo>
                  <a:lnTo>
                    <a:pt x="1059" y="25968"/>
                  </a:lnTo>
                  <a:lnTo>
                    <a:pt x="2020" y="44127"/>
                  </a:lnTo>
                  <a:lnTo>
                    <a:pt x="3179" y="66709"/>
                  </a:lnTo>
                  <a:lnTo>
                    <a:pt x="5299" y="119771"/>
                  </a:lnTo>
                  <a:lnTo>
                    <a:pt x="6227" y="174424"/>
                  </a:lnTo>
                  <a:lnTo>
                    <a:pt x="6359" y="219934"/>
                  </a:lnTo>
                  <a:lnTo>
                    <a:pt x="6351" y="236289"/>
                  </a:lnTo>
                  <a:lnTo>
                    <a:pt x="4239" y="278760"/>
                  </a:lnTo>
                  <a:lnTo>
                    <a:pt x="3179" y="278760"/>
                  </a:lnTo>
                  <a:lnTo>
                    <a:pt x="2119" y="278760"/>
                  </a:lnTo>
                  <a:lnTo>
                    <a:pt x="1059" y="273461"/>
                  </a:lnTo>
                  <a:lnTo>
                    <a:pt x="0" y="268161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949375" y="1456944"/>
              <a:ext cx="177165" cy="14604"/>
            </a:xfrm>
            <a:custGeom>
              <a:avLst/>
              <a:gdLst/>
              <a:ahLst/>
              <a:cxnLst/>
              <a:rect l="l" t="t" r="r" b="b"/>
              <a:pathLst>
                <a:path w="177165" h="14605">
                  <a:moveTo>
                    <a:pt x="18018" y="0"/>
                  </a:moveTo>
                  <a:lnTo>
                    <a:pt x="9539" y="3179"/>
                  </a:lnTo>
                  <a:lnTo>
                    <a:pt x="1059" y="6359"/>
                  </a:lnTo>
                  <a:lnTo>
                    <a:pt x="0" y="9009"/>
                  </a:lnTo>
                  <a:lnTo>
                    <a:pt x="38803" y="14433"/>
                  </a:lnTo>
                  <a:lnTo>
                    <a:pt x="57368" y="14110"/>
                  </a:lnTo>
                  <a:lnTo>
                    <a:pt x="98573" y="12719"/>
                  </a:lnTo>
                  <a:lnTo>
                    <a:pt x="138585" y="11129"/>
                  </a:lnTo>
                  <a:lnTo>
                    <a:pt x="157896" y="10334"/>
                  </a:lnTo>
                  <a:lnTo>
                    <a:pt x="177007" y="9539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151822" y="1315974"/>
              <a:ext cx="255904" cy="269240"/>
            </a:xfrm>
            <a:custGeom>
              <a:avLst/>
              <a:gdLst/>
              <a:ahLst/>
              <a:cxnLst/>
              <a:rect l="l" t="t" r="r" b="b"/>
              <a:pathLst>
                <a:path w="255905" h="269240">
                  <a:moveTo>
                    <a:pt x="0" y="23318"/>
                  </a:moveTo>
                  <a:lnTo>
                    <a:pt x="0" y="21198"/>
                  </a:lnTo>
                  <a:lnTo>
                    <a:pt x="0" y="19078"/>
                  </a:lnTo>
                  <a:lnTo>
                    <a:pt x="2649" y="33917"/>
                  </a:lnTo>
                  <a:lnTo>
                    <a:pt x="10847" y="83179"/>
                  </a:lnTo>
                  <a:lnTo>
                    <a:pt x="15898" y="122951"/>
                  </a:lnTo>
                  <a:lnTo>
                    <a:pt x="12719" y="124011"/>
                  </a:lnTo>
                  <a:lnTo>
                    <a:pt x="9539" y="119771"/>
                  </a:lnTo>
                  <a:lnTo>
                    <a:pt x="6674" y="80943"/>
                  </a:lnTo>
                  <a:lnTo>
                    <a:pt x="21397" y="41734"/>
                  </a:lnTo>
                  <a:lnTo>
                    <a:pt x="53592" y="12454"/>
                  </a:lnTo>
                  <a:lnTo>
                    <a:pt x="60655" y="12768"/>
                  </a:lnTo>
                  <a:lnTo>
                    <a:pt x="81829" y="54445"/>
                  </a:lnTo>
                  <a:lnTo>
                    <a:pt x="82806" y="66179"/>
                  </a:lnTo>
                  <a:lnTo>
                    <a:pt x="83982" y="77813"/>
                  </a:lnTo>
                  <a:lnTo>
                    <a:pt x="101223" y="115002"/>
                  </a:lnTo>
                  <a:lnTo>
                    <a:pt x="118181" y="121361"/>
                  </a:lnTo>
                  <a:lnTo>
                    <a:pt x="124011" y="121891"/>
                  </a:lnTo>
                  <a:lnTo>
                    <a:pt x="130371" y="121891"/>
                  </a:lnTo>
                  <a:lnTo>
                    <a:pt x="134610" y="119241"/>
                  </a:lnTo>
                  <a:lnTo>
                    <a:pt x="138850" y="116591"/>
                  </a:lnTo>
                  <a:lnTo>
                    <a:pt x="149383" y="71015"/>
                  </a:lnTo>
                  <a:lnTo>
                    <a:pt x="156935" y="29015"/>
                  </a:lnTo>
                  <a:lnTo>
                    <a:pt x="148389" y="0"/>
                  </a:lnTo>
                  <a:lnTo>
                    <a:pt x="147329" y="5299"/>
                  </a:lnTo>
                  <a:lnTo>
                    <a:pt x="151503" y="55712"/>
                  </a:lnTo>
                  <a:lnTo>
                    <a:pt x="157399" y="102283"/>
                  </a:lnTo>
                  <a:lnTo>
                    <a:pt x="165282" y="155809"/>
                  </a:lnTo>
                  <a:lnTo>
                    <a:pt x="172768" y="202976"/>
                  </a:lnTo>
                  <a:lnTo>
                    <a:pt x="177670" y="232720"/>
                  </a:lnTo>
                  <a:lnTo>
                    <a:pt x="179177" y="242400"/>
                  </a:lnTo>
                  <a:lnTo>
                    <a:pt x="180187" y="250142"/>
                  </a:lnTo>
                  <a:lnTo>
                    <a:pt x="181247" y="259682"/>
                  </a:lnTo>
                  <a:lnTo>
                    <a:pt x="181247" y="267101"/>
                  </a:lnTo>
                  <a:lnTo>
                    <a:pt x="180187" y="268161"/>
                  </a:lnTo>
                  <a:lnTo>
                    <a:pt x="179127" y="269221"/>
                  </a:lnTo>
                  <a:lnTo>
                    <a:pt x="170267" y="231130"/>
                  </a:lnTo>
                  <a:lnTo>
                    <a:pt x="163609" y="189197"/>
                  </a:lnTo>
                  <a:lnTo>
                    <a:pt x="158127" y="136366"/>
                  </a:lnTo>
                  <a:lnTo>
                    <a:pt x="155809" y="82972"/>
                  </a:lnTo>
                  <a:lnTo>
                    <a:pt x="156339" y="60945"/>
                  </a:lnTo>
                  <a:lnTo>
                    <a:pt x="165729" y="23980"/>
                  </a:lnTo>
                  <a:lnTo>
                    <a:pt x="193088" y="13033"/>
                  </a:lnTo>
                  <a:lnTo>
                    <a:pt x="201916" y="14309"/>
                  </a:lnTo>
                  <a:lnTo>
                    <a:pt x="237423" y="32857"/>
                  </a:lnTo>
                  <a:lnTo>
                    <a:pt x="254382" y="67835"/>
                  </a:lnTo>
                  <a:lnTo>
                    <a:pt x="255359" y="77325"/>
                  </a:lnTo>
                  <a:lnTo>
                    <a:pt x="255045" y="86516"/>
                  </a:lnTo>
                  <a:lnTo>
                    <a:pt x="232182" y="119134"/>
                  </a:lnTo>
                  <a:lnTo>
                    <a:pt x="192376" y="122421"/>
                  </a:lnTo>
                  <a:lnTo>
                    <a:pt x="178067" y="96453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458141" y="1171824"/>
              <a:ext cx="285115" cy="288925"/>
            </a:xfrm>
            <a:custGeom>
              <a:avLst/>
              <a:gdLst/>
              <a:ahLst/>
              <a:cxnLst/>
              <a:rect l="l" t="t" r="r" b="b"/>
              <a:pathLst>
                <a:path w="285114" h="288925">
                  <a:moveTo>
                    <a:pt x="8479" y="173828"/>
                  </a:moveTo>
                  <a:lnTo>
                    <a:pt x="6359" y="166408"/>
                  </a:lnTo>
                  <a:lnTo>
                    <a:pt x="4239" y="158989"/>
                  </a:lnTo>
                  <a:lnTo>
                    <a:pt x="2649" y="157929"/>
                  </a:lnTo>
                  <a:lnTo>
                    <a:pt x="1059" y="156869"/>
                  </a:lnTo>
                  <a:lnTo>
                    <a:pt x="7419" y="212250"/>
                  </a:lnTo>
                  <a:lnTo>
                    <a:pt x="20842" y="259326"/>
                  </a:lnTo>
                  <a:lnTo>
                    <a:pt x="58296" y="271341"/>
                  </a:lnTo>
                  <a:lnTo>
                    <a:pt x="78269" y="232811"/>
                  </a:lnTo>
                  <a:lnTo>
                    <a:pt x="90425" y="190786"/>
                  </a:lnTo>
                  <a:lnTo>
                    <a:pt x="95923" y="239013"/>
                  </a:lnTo>
                  <a:lnTo>
                    <a:pt x="118728" y="274189"/>
                  </a:lnTo>
                  <a:lnTo>
                    <a:pt x="145963" y="288788"/>
                  </a:lnTo>
                  <a:lnTo>
                    <a:pt x="151569" y="287240"/>
                  </a:lnTo>
                  <a:lnTo>
                    <a:pt x="176312" y="242193"/>
                  </a:lnTo>
                  <a:lnTo>
                    <a:pt x="182671" y="200260"/>
                  </a:lnTo>
                  <a:lnTo>
                    <a:pt x="186663" y="148928"/>
                  </a:lnTo>
                  <a:lnTo>
                    <a:pt x="188683" y="96345"/>
                  </a:lnTo>
                  <a:lnTo>
                    <a:pt x="189478" y="53600"/>
                  </a:lnTo>
                  <a:lnTo>
                    <a:pt x="189461" y="37693"/>
                  </a:lnTo>
                  <a:lnTo>
                    <a:pt x="189047" y="25065"/>
                  </a:lnTo>
                  <a:lnTo>
                    <a:pt x="188137" y="15368"/>
                  </a:lnTo>
                  <a:lnTo>
                    <a:pt x="186547" y="4239"/>
                  </a:lnTo>
                  <a:lnTo>
                    <a:pt x="183367" y="0"/>
                  </a:lnTo>
                  <a:lnTo>
                    <a:pt x="180187" y="0"/>
                  </a:lnTo>
                  <a:lnTo>
                    <a:pt x="177007" y="0"/>
                  </a:lnTo>
                  <a:lnTo>
                    <a:pt x="173828" y="4239"/>
                  </a:lnTo>
                  <a:lnTo>
                    <a:pt x="172768" y="20138"/>
                  </a:lnTo>
                  <a:lnTo>
                    <a:pt x="172403" y="34166"/>
                  </a:lnTo>
                  <a:lnTo>
                    <a:pt x="173033" y="52068"/>
                  </a:lnTo>
                  <a:lnTo>
                    <a:pt x="178067" y="97513"/>
                  </a:lnTo>
                  <a:lnTo>
                    <a:pt x="188667" y="151039"/>
                  </a:lnTo>
                  <a:lnTo>
                    <a:pt x="202446" y="201386"/>
                  </a:lnTo>
                  <a:lnTo>
                    <a:pt x="216490" y="238284"/>
                  </a:lnTo>
                  <a:lnTo>
                    <a:pt x="236363" y="272401"/>
                  </a:lnTo>
                  <a:lnTo>
                    <a:pt x="241663" y="275581"/>
                  </a:lnTo>
                  <a:lnTo>
                    <a:pt x="246433" y="275581"/>
                  </a:lnTo>
                  <a:lnTo>
                    <a:pt x="251202" y="275581"/>
                  </a:lnTo>
                  <a:lnTo>
                    <a:pt x="272666" y="237953"/>
                  </a:lnTo>
                  <a:lnTo>
                    <a:pt x="278794" y="223777"/>
                  </a:lnTo>
                  <a:lnTo>
                    <a:pt x="285120" y="208805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586392" y="1262977"/>
              <a:ext cx="118745" cy="6985"/>
            </a:xfrm>
            <a:custGeom>
              <a:avLst/>
              <a:gdLst/>
              <a:ahLst/>
              <a:cxnLst/>
              <a:rect l="l" t="t" r="r" b="b"/>
              <a:pathLst>
                <a:path w="118744" h="6984">
                  <a:moveTo>
                    <a:pt x="10599" y="6359"/>
                  </a:moveTo>
                  <a:lnTo>
                    <a:pt x="5299" y="6359"/>
                  </a:lnTo>
                  <a:lnTo>
                    <a:pt x="0" y="6359"/>
                  </a:lnTo>
                  <a:lnTo>
                    <a:pt x="1151" y="6343"/>
                  </a:lnTo>
                  <a:lnTo>
                    <a:pt x="5233" y="6227"/>
                  </a:lnTo>
                  <a:lnTo>
                    <a:pt x="44111" y="4322"/>
                  </a:lnTo>
                  <a:lnTo>
                    <a:pt x="91923" y="1573"/>
                  </a:lnTo>
                  <a:lnTo>
                    <a:pt x="118711" y="0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1858437" y="1123770"/>
            <a:ext cx="993140" cy="349885"/>
            <a:chOff x="1858437" y="1123770"/>
            <a:chExt cx="993140" cy="349885"/>
          </a:xfrm>
        </p:grpSpPr>
        <p:sp>
          <p:nvSpPr>
            <p:cNvPr id="10" name="object 10"/>
            <p:cNvSpPr/>
            <p:nvPr/>
          </p:nvSpPr>
          <p:spPr>
            <a:xfrm>
              <a:off x="1876812" y="1161225"/>
              <a:ext cx="220979" cy="13335"/>
            </a:xfrm>
            <a:custGeom>
              <a:avLst/>
              <a:gdLst/>
              <a:ahLst/>
              <a:cxnLst/>
              <a:rect l="l" t="t" r="r" b="b"/>
              <a:pathLst>
                <a:path w="220980" h="13334">
                  <a:moveTo>
                    <a:pt x="0" y="12719"/>
                  </a:moveTo>
                  <a:lnTo>
                    <a:pt x="63860" y="11129"/>
                  </a:lnTo>
                  <a:lnTo>
                    <a:pt x="119771" y="9539"/>
                  </a:lnTo>
                  <a:lnTo>
                    <a:pt x="161638" y="8015"/>
                  </a:lnTo>
                  <a:lnTo>
                    <a:pt x="177604" y="7378"/>
                  </a:lnTo>
                  <a:lnTo>
                    <a:pt x="190786" y="6889"/>
                  </a:lnTo>
                  <a:lnTo>
                    <a:pt x="220464" y="4239"/>
                  </a:lnTo>
                  <a:lnTo>
                    <a:pt x="215165" y="2119"/>
                  </a:lnTo>
                  <a:lnTo>
                    <a:pt x="209865" y="1059"/>
                  </a:lnTo>
                  <a:lnTo>
                    <a:pt x="204565" y="0"/>
                  </a:lnTo>
                  <a:lnTo>
                    <a:pt x="199266" y="0"/>
                  </a:lnTo>
                  <a:lnTo>
                    <a:pt x="193966" y="0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995524" y="1179244"/>
              <a:ext cx="14604" cy="275590"/>
            </a:xfrm>
            <a:custGeom>
              <a:avLst/>
              <a:gdLst/>
              <a:ahLst/>
              <a:cxnLst/>
              <a:rect l="l" t="t" r="r" b="b"/>
              <a:pathLst>
                <a:path w="14605" h="275590">
                  <a:moveTo>
                    <a:pt x="8479" y="10599"/>
                  </a:moveTo>
                  <a:lnTo>
                    <a:pt x="5299" y="5299"/>
                  </a:lnTo>
                  <a:lnTo>
                    <a:pt x="2119" y="0"/>
                  </a:lnTo>
                  <a:lnTo>
                    <a:pt x="1059" y="0"/>
                  </a:lnTo>
                  <a:lnTo>
                    <a:pt x="0" y="0"/>
                  </a:lnTo>
                  <a:lnTo>
                    <a:pt x="8413" y="55844"/>
                  </a:lnTo>
                  <a:lnTo>
                    <a:pt x="12719" y="103342"/>
                  </a:lnTo>
                  <a:lnTo>
                    <a:pt x="14507" y="158989"/>
                  </a:lnTo>
                  <a:lnTo>
                    <a:pt x="14582" y="185470"/>
                  </a:lnTo>
                  <a:lnTo>
                    <a:pt x="14309" y="208275"/>
                  </a:lnTo>
                  <a:lnTo>
                    <a:pt x="12445" y="248743"/>
                  </a:lnTo>
                  <a:lnTo>
                    <a:pt x="8479" y="275581"/>
                  </a:lnTo>
                  <a:lnTo>
                    <a:pt x="8479" y="270281"/>
                  </a:lnTo>
                  <a:lnTo>
                    <a:pt x="11659" y="233183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070779" y="1205741"/>
              <a:ext cx="283210" cy="226060"/>
            </a:xfrm>
            <a:custGeom>
              <a:avLst/>
              <a:gdLst/>
              <a:ahLst/>
              <a:cxnLst/>
              <a:rect l="l" t="t" r="r" b="b"/>
              <a:pathLst>
                <a:path w="283210" h="226059">
                  <a:moveTo>
                    <a:pt x="0" y="12719"/>
                  </a:moveTo>
                  <a:lnTo>
                    <a:pt x="0" y="6359"/>
                  </a:lnTo>
                  <a:lnTo>
                    <a:pt x="0" y="0"/>
                  </a:lnTo>
                  <a:lnTo>
                    <a:pt x="0" y="6359"/>
                  </a:lnTo>
                  <a:lnTo>
                    <a:pt x="2119" y="24378"/>
                  </a:lnTo>
                  <a:lnTo>
                    <a:pt x="8901" y="81241"/>
                  </a:lnTo>
                  <a:lnTo>
                    <a:pt x="12834" y="130892"/>
                  </a:lnTo>
                  <a:lnTo>
                    <a:pt x="14855" y="178572"/>
                  </a:lnTo>
                  <a:lnTo>
                    <a:pt x="15832" y="218345"/>
                  </a:lnTo>
                  <a:lnTo>
                    <a:pt x="15898" y="223644"/>
                  </a:lnTo>
                  <a:lnTo>
                    <a:pt x="15898" y="218345"/>
                  </a:lnTo>
                  <a:lnTo>
                    <a:pt x="17488" y="200856"/>
                  </a:lnTo>
                  <a:lnTo>
                    <a:pt x="24196" y="149209"/>
                  </a:lnTo>
                  <a:lnTo>
                    <a:pt x="38488" y="103541"/>
                  </a:lnTo>
                  <a:lnTo>
                    <a:pt x="67835" y="77374"/>
                  </a:lnTo>
                  <a:lnTo>
                    <a:pt x="73664" y="78964"/>
                  </a:lnTo>
                  <a:lnTo>
                    <a:pt x="89240" y="114497"/>
                  </a:lnTo>
                  <a:lnTo>
                    <a:pt x="97513" y="163758"/>
                  </a:lnTo>
                  <a:lnTo>
                    <a:pt x="99732" y="177057"/>
                  </a:lnTo>
                  <a:lnTo>
                    <a:pt x="113412" y="219404"/>
                  </a:lnTo>
                  <a:lnTo>
                    <a:pt x="122951" y="225764"/>
                  </a:lnTo>
                  <a:lnTo>
                    <a:pt x="128251" y="225764"/>
                  </a:lnTo>
                  <a:lnTo>
                    <a:pt x="165265" y="197701"/>
                  </a:lnTo>
                  <a:lnTo>
                    <a:pt x="175881" y="155743"/>
                  </a:lnTo>
                  <a:lnTo>
                    <a:pt x="178597" y="125071"/>
                  </a:lnTo>
                  <a:lnTo>
                    <a:pt x="178523" y="112890"/>
                  </a:lnTo>
                  <a:lnTo>
                    <a:pt x="166408" y="79494"/>
                  </a:lnTo>
                  <a:lnTo>
                    <a:pt x="162698" y="80024"/>
                  </a:lnTo>
                  <a:lnTo>
                    <a:pt x="158989" y="80554"/>
                  </a:lnTo>
                  <a:lnTo>
                    <a:pt x="155809" y="84794"/>
                  </a:lnTo>
                  <a:lnTo>
                    <a:pt x="154219" y="92213"/>
                  </a:lnTo>
                  <a:lnTo>
                    <a:pt x="153349" y="98324"/>
                  </a:lnTo>
                  <a:lnTo>
                    <a:pt x="153225" y="105330"/>
                  </a:lnTo>
                  <a:lnTo>
                    <a:pt x="153995" y="112931"/>
                  </a:lnTo>
                  <a:lnTo>
                    <a:pt x="174358" y="148389"/>
                  </a:lnTo>
                  <a:lnTo>
                    <a:pt x="189528" y="154351"/>
                  </a:lnTo>
                  <a:lnTo>
                    <a:pt x="197982" y="154202"/>
                  </a:lnTo>
                  <a:lnTo>
                    <a:pt x="231130" y="131596"/>
                  </a:lnTo>
                  <a:lnTo>
                    <a:pt x="253322" y="93273"/>
                  </a:lnTo>
                  <a:lnTo>
                    <a:pt x="255442" y="84794"/>
                  </a:lnTo>
                  <a:lnTo>
                    <a:pt x="255442" y="83204"/>
                  </a:lnTo>
                  <a:lnTo>
                    <a:pt x="255442" y="81614"/>
                  </a:lnTo>
                  <a:lnTo>
                    <a:pt x="248354" y="135670"/>
                  </a:lnTo>
                  <a:lnTo>
                    <a:pt x="247493" y="170648"/>
                  </a:lnTo>
                  <a:lnTo>
                    <a:pt x="248354" y="185189"/>
                  </a:lnTo>
                  <a:lnTo>
                    <a:pt x="258622" y="222584"/>
                  </a:lnTo>
                  <a:lnTo>
                    <a:pt x="262861" y="225764"/>
                  </a:lnTo>
                  <a:lnTo>
                    <a:pt x="267631" y="225234"/>
                  </a:lnTo>
                  <a:lnTo>
                    <a:pt x="272401" y="224704"/>
                  </a:lnTo>
                  <a:lnTo>
                    <a:pt x="277700" y="220464"/>
                  </a:lnTo>
                  <a:lnTo>
                    <a:pt x="283000" y="216225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76543" y="1268501"/>
              <a:ext cx="116443" cy="17870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520188" y="1142145"/>
              <a:ext cx="313055" cy="281305"/>
            </a:xfrm>
            <a:custGeom>
              <a:avLst/>
              <a:gdLst/>
              <a:ahLst/>
              <a:cxnLst/>
              <a:rect l="l" t="t" r="r" b="b"/>
              <a:pathLst>
                <a:path w="313055" h="281305">
                  <a:moveTo>
                    <a:pt x="75254" y="181247"/>
                  </a:moveTo>
                  <a:lnTo>
                    <a:pt x="55281" y="146675"/>
                  </a:lnTo>
                  <a:lnTo>
                    <a:pt x="12719" y="161638"/>
                  </a:lnTo>
                  <a:lnTo>
                    <a:pt x="496" y="212391"/>
                  </a:lnTo>
                  <a:lnTo>
                    <a:pt x="0" y="228944"/>
                  </a:lnTo>
                  <a:lnTo>
                    <a:pt x="2086" y="242325"/>
                  </a:lnTo>
                  <a:lnTo>
                    <a:pt x="34116" y="268095"/>
                  </a:lnTo>
                  <a:lnTo>
                    <a:pt x="66642" y="233051"/>
                  </a:lnTo>
                  <a:lnTo>
                    <a:pt x="82309" y="192153"/>
                  </a:lnTo>
                  <a:lnTo>
                    <a:pt x="76314" y="240603"/>
                  </a:lnTo>
                  <a:lnTo>
                    <a:pt x="98573" y="277170"/>
                  </a:lnTo>
                  <a:lnTo>
                    <a:pt x="108708" y="281013"/>
                  </a:lnTo>
                  <a:lnTo>
                    <a:pt x="113702" y="278661"/>
                  </a:lnTo>
                  <a:lnTo>
                    <a:pt x="138469" y="234401"/>
                  </a:lnTo>
                  <a:lnTo>
                    <a:pt x="147164" y="193229"/>
                  </a:lnTo>
                  <a:lnTo>
                    <a:pt x="150476" y="143992"/>
                  </a:lnTo>
                  <a:lnTo>
                    <a:pt x="151313" y="92644"/>
                  </a:lnTo>
                  <a:lnTo>
                    <a:pt x="150667" y="46934"/>
                  </a:lnTo>
                  <a:lnTo>
                    <a:pt x="145210" y="7287"/>
                  </a:lnTo>
                  <a:lnTo>
                    <a:pt x="138850" y="0"/>
                  </a:lnTo>
                  <a:lnTo>
                    <a:pt x="138850" y="6359"/>
                  </a:lnTo>
                  <a:lnTo>
                    <a:pt x="142494" y="46438"/>
                  </a:lnTo>
                  <a:lnTo>
                    <a:pt x="147859" y="84264"/>
                  </a:lnTo>
                  <a:lnTo>
                    <a:pt x="156339" y="131298"/>
                  </a:lnTo>
                  <a:lnTo>
                    <a:pt x="164818" y="174358"/>
                  </a:lnTo>
                  <a:lnTo>
                    <a:pt x="176477" y="218345"/>
                  </a:lnTo>
                  <a:lnTo>
                    <a:pt x="206685" y="246963"/>
                  </a:lnTo>
                  <a:lnTo>
                    <a:pt x="232364" y="215049"/>
                  </a:lnTo>
                  <a:lnTo>
                    <a:pt x="246366" y="161042"/>
                  </a:lnTo>
                  <a:lnTo>
                    <a:pt x="253322" y="105992"/>
                  </a:lnTo>
                  <a:lnTo>
                    <a:pt x="253322" y="100693"/>
                  </a:lnTo>
                  <a:lnTo>
                    <a:pt x="251732" y="100693"/>
                  </a:lnTo>
                  <a:lnTo>
                    <a:pt x="250142" y="100693"/>
                  </a:lnTo>
                  <a:lnTo>
                    <a:pt x="246963" y="105992"/>
                  </a:lnTo>
                  <a:lnTo>
                    <a:pt x="244843" y="119771"/>
                  </a:lnTo>
                  <a:lnTo>
                    <a:pt x="243559" y="131497"/>
                  </a:lnTo>
                  <a:lnTo>
                    <a:pt x="243319" y="145210"/>
                  </a:lnTo>
                  <a:lnTo>
                    <a:pt x="244768" y="159717"/>
                  </a:lnTo>
                  <a:lnTo>
                    <a:pt x="263325" y="197543"/>
                  </a:lnTo>
                  <a:lnTo>
                    <a:pt x="293997" y="223512"/>
                  </a:lnTo>
                  <a:lnTo>
                    <a:pt x="303139" y="228944"/>
                  </a:lnTo>
                  <a:lnTo>
                    <a:pt x="308438" y="232124"/>
                  </a:lnTo>
                  <a:lnTo>
                    <a:pt x="312678" y="235303"/>
                  </a:lnTo>
                  <a:lnTo>
                    <a:pt x="312678" y="238483"/>
                  </a:lnTo>
                  <a:lnTo>
                    <a:pt x="312678" y="241663"/>
                  </a:lnTo>
                  <a:lnTo>
                    <a:pt x="277013" y="250772"/>
                  </a:lnTo>
                  <a:lnTo>
                    <a:pt x="267101" y="249612"/>
                  </a:lnTo>
                  <a:lnTo>
                    <a:pt x="256403" y="246805"/>
                  </a:lnTo>
                  <a:lnTo>
                    <a:pt x="245108" y="242657"/>
                  </a:lnTo>
                  <a:lnTo>
                    <a:pt x="233415" y="237614"/>
                  </a:lnTo>
                  <a:lnTo>
                    <a:pt x="221524" y="232124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600742" y="1218460"/>
              <a:ext cx="121920" cy="16510"/>
            </a:xfrm>
            <a:custGeom>
              <a:avLst/>
              <a:gdLst/>
              <a:ahLst/>
              <a:cxnLst/>
              <a:rect l="l" t="t" r="r" b="b"/>
              <a:pathLst>
                <a:path w="121919" h="16509">
                  <a:moveTo>
                    <a:pt x="26498" y="15898"/>
                  </a:moveTo>
                  <a:lnTo>
                    <a:pt x="21198" y="14838"/>
                  </a:lnTo>
                  <a:lnTo>
                    <a:pt x="15898" y="13779"/>
                  </a:lnTo>
                  <a:lnTo>
                    <a:pt x="10599" y="12189"/>
                  </a:lnTo>
                  <a:lnTo>
                    <a:pt x="5299" y="10599"/>
                  </a:lnTo>
                  <a:lnTo>
                    <a:pt x="0" y="8479"/>
                  </a:lnTo>
                  <a:lnTo>
                    <a:pt x="1059" y="7419"/>
                  </a:lnTo>
                  <a:lnTo>
                    <a:pt x="3163" y="6790"/>
                  </a:lnTo>
                  <a:lnTo>
                    <a:pt x="8346" y="6359"/>
                  </a:lnTo>
                  <a:lnTo>
                    <a:pt x="17306" y="5928"/>
                  </a:lnTo>
                  <a:lnTo>
                    <a:pt x="30737" y="5299"/>
                  </a:lnTo>
                  <a:lnTo>
                    <a:pt x="49005" y="4322"/>
                  </a:lnTo>
                  <a:lnTo>
                    <a:pt x="71147" y="3047"/>
                  </a:lnTo>
                  <a:lnTo>
                    <a:pt x="95873" y="1573"/>
                  </a:lnTo>
                  <a:lnTo>
                    <a:pt x="121891" y="0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/>
          <p:cNvGrpSpPr/>
          <p:nvPr/>
        </p:nvGrpSpPr>
        <p:grpSpPr>
          <a:xfrm>
            <a:off x="2898225" y="1114232"/>
            <a:ext cx="494665" cy="318770"/>
            <a:chOff x="2898225" y="1114232"/>
            <a:chExt cx="494665" cy="318770"/>
          </a:xfrm>
        </p:grpSpPr>
        <p:sp>
          <p:nvSpPr>
            <p:cNvPr id="17" name="object 17"/>
            <p:cNvSpPr/>
            <p:nvPr/>
          </p:nvSpPr>
          <p:spPr>
            <a:xfrm>
              <a:off x="2916600" y="1132607"/>
              <a:ext cx="286385" cy="281940"/>
            </a:xfrm>
            <a:custGeom>
              <a:avLst/>
              <a:gdLst/>
              <a:ahLst/>
              <a:cxnLst/>
              <a:rect l="l" t="t" r="r" b="b"/>
              <a:pathLst>
                <a:path w="286385" h="281940">
                  <a:moveTo>
                    <a:pt x="0" y="12719"/>
                  </a:moveTo>
                  <a:lnTo>
                    <a:pt x="2119" y="6359"/>
                  </a:lnTo>
                  <a:lnTo>
                    <a:pt x="4239" y="0"/>
                  </a:lnTo>
                  <a:lnTo>
                    <a:pt x="6359" y="1059"/>
                  </a:lnTo>
                  <a:lnTo>
                    <a:pt x="8048" y="3303"/>
                  </a:lnTo>
                  <a:lnTo>
                    <a:pt x="10334" y="8678"/>
                  </a:lnTo>
                  <a:lnTo>
                    <a:pt x="13812" y="17530"/>
                  </a:lnTo>
                  <a:lnTo>
                    <a:pt x="19078" y="30207"/>
                  </a:lnTo>
                  <a:lnTo>
                    <a:pt x="26514" y="46868"/>
                  </a:lnTo>
                  <a:lnTo>
                    <a:pt x="35640" y="66907"/>
                  </a:lnTo>
                  <a:lnTo>
                    <a:pt x="45759" y="89530"/>
                  </a:lnTo>
                  <a:lnTo>
                    <a:pt x="66270" y="139297"/>
                  </a:lnTo>
                  <a:lnTo>
                    <a:pt x="84272" y="188617"/>
                  </a:lnTo>
                  <a:lnTo>
                    <a:pt x="97786" y="229010"/>
                  </a:lnTo>
                  <a:lnTo>
                    <a:pt x="102746" y="244445"/>
                  </a:lnTo>
                  <a:lnTo>
                    <a:pt x="106812" y="256899"/>
                  </a:lnTo>
                  <a:lnTo>
                    <a:pt x="110232" y="266571"/>
                  </a:lnTo>
                  <a:lnTo>
                    <a:pt x="114472" y="277700"/>
                  </a:lnTo>
                  <a:lnTo>
                    <a:pt x="117651" y="281940"/>
                  </a:lnTo>
                  <a:lnTo>
                    <a:pt x="121361" y="280880"/>
                  </a:lnTo>
                  <a:lnTo>
                    <a:pt x="133666" y="237928"/>
                  </a:lnTo>
                  <a:lnTo>
                    <a:pt x="135687" y="196475"/>
                  </a:lnTo>
                  <a:lnTo>
                    <a:pt x="136523" y="153109"/>
                  </a:lnTo>
                  <a:lnTo>
                    <a:pt x="136796" y="133550"/>
                  </a:lnTo>
                  <a:lnTo>
                    <a:pt x="137169" y="116376"/>
                  </a:lnTo>
                  <a:lnTo>
                    <a:pt x="137790" y="102282"/>
                  </a:lnTo>
                  <a:lnTo>
                    <a:pt x="138850" y="85854"/>
                  </a:lnTo>
                  <a:lnTo>
                    <a:pt x="140970" y="79494"/>
                  </a:lnTo>
                  <a:lnTo>
                    <a:pt x="143090" y="78964"/>
                  </a:lnTo>
                  <a:lnTo>
                    <a:pt x="145210" y="78434"/>
                  </a:lnTo>
                  <a:lnTo>
                    <a:pt x="160239" y="114347"/>
                  </a:lnTo>
                  <a:lnTo>
                    <a:pt x="176651" y="149872"/>
                  </a:lnTo>
                  <a:lnTo>
                    <a:pt x="197154" y="186141"/>
                  </a:lnTo>
                  <a:lnTo>
                    <a:pt x="226294" y="227354"/>
                  </a:lnTo>
                  <a:lnTo>
                    <a:pt x="259682" y="257562"/>
                  </a:lnTo>
                  <a:lnTo>
                    <a:pt x="264451" y="255972"/>
                  </a:lnTo>
                  <a:lnTo>
                    <a:pt x="274032" y="206362"/>
                  </a:lnTo>
                  <a:lnTo>
                    <a:pt x="275837" y="156231"/>
                  </a:lnTo>
                  <a:lnTo>
                    <a:pt x="277427" y="101835"/>
                  </a:lnTo>
                  <a:lnTo>
                    <a:pt x="278802" y="54105"/>
                  </a:lnTo>
                  <a:lnTo>
                    <a:pt x="279754" y="12056"/>
                  </a:lnTo>
                  <a:lnTo>
                    <a:pt x="279820" y="3709"/>
                  </a:lnTo>
                  <a:lnTo>
                    <a:pt x="279820" y="2119"/>
                  </a:lnTo>
                  <a:lnTo>
                    <a:pt x="279820" y="7419"/>
                  </a:lnTo>
                  <a:lnTo>
                    <a:pt x="280880" y="14838"/>
                  </a:lnTo>
                  <a:lnTo>
                    <a:pt x="281857" y="20767"/>
                  </a:lnTo>
                  <a:lnTo>
                    <a:pt x="283133" y="27293"/>
                  </a:lnTo>
                  <a:lnTo>
                    <a:pt x="284607" y="34215"/>
                  </a:lnTo>
                  <a:lnTo>
                    <a:pt x="286180" y="41337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48531" y="1228778"/>
              <a:ext cx="144332" cy="163336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3503876" y="1070245"/>
            <a:ext cx="779780" cy="307975"/>
            <a:chOff x="3503876" y="1070245"/>
            <a:chExt cx="779780" cy="307975"/>
          </a:xfrm>
        </p:grpSpPr>
        <p:sp>
          <p:nvSpPr>
            <p:cNvPr id="20" name="object 20"/>
            <p:cNvSpPr/>
            <p:nvPr/>
          </p:nvSpPr>
          <p:spPr>
            <a:xfrm>
              <a:off x="3522251" y="1109884"/>
              <a:ext cx="150495" cy="249554"/>
            </a:xfrm>
            <a:custGeom>
              <a:avLst/>
              <a:gdLst/>
              <a:ahLst/>
              <a:cxnLst/>
              <a:rect l="l" t="t" r="r" b="b"/>
              <a:pathLst>
                <a:path w="150495" h="249555">
                  <a:moveTo>
                    <a:pt x="4868" y="44980"/>
                  </a:moveTo>
                  <a:lnTo>
                    <a:pt x="2749" y="37561"/>
                  </a:lnTo>
                  <a:lnTo>
                    <a:pt x="629" y="30141"/>
                  </a:lnTo>
                  <a:lnTo>
                    <a:pt x="99" y="30671"/>
                  </a:lnTo>
                  <a:lnTo>
                    <a:pt x="0" y="32650"/>
                  </a:lnTo>
                  <a:lnTo>
                    <a:pt x="496" y="38157"/>
                  </a:lnTo>
                  <a:lnTo>
                    <a:pt x="1589" y="47738"/>
                  </a:lnTo>
                  <a:lnTo>
                    <a:pt x="3279" y="61939"/>
                  </a:lnTo>
                  <a:lnTo>
                    <a:pt x="5523" y="81001"/>
                  </a:lnTo>
                  <a:lnTo>
                    <a:pt x="10806" y="129460"/>
                  </a:lnTo>
                  <a:lnTo>
                    <a:pt x="15534" y="182746"/>
                  </a:lnTo>
                  <a:lnTo>
                    <a:pt x="17323" y="205890"/>
                  </a:lnTo>
                  <a:lnTo>
                    <a:pt x="18714" y="222377"/>
                  </a:lnTo>
                  <a:lnTo>
                    <a:pt x="19707" y="228878"/>
                  </a:lnTo>
                  <a:lnTo>
                    <a:pt x="20295" y="223131"/>
                  </a:lnTo>
                  <a:lnTo>
                    <a:pt x="20436" y="207149"/>
                  </a:lnTo>
                  <a:lnTo>
                    <a:pt x="19177" y="156803"/>
                  </a:lnTo>
                  <a:lnTo>
                    <a:pt x="15998" y="100825"/>
                  </a:lnTo>
                  <a:lnTo>
                    <a:pt x="12818" y="55579"/>
                  </a:lnTo>
                  <a:lnTo>
                    <a:pt x="11907" y="41005"/>
                  </a:lnTo>
                  <a:lnTo>
                    <a:pt x="11493" y="31201"/>
                  </a:lnTo>
                  <a:lnTo>
                    <a:pt x="11476" y="24577"/>
                  </a:lnTo>
                  <a:lnTo>
                    <a:pt x="11758" y="19542"/>
                  </a:lnTo>
                  <a:lnTo>
                    <a:pt x="27061" y="0"/>
                  </a:lnTo>
                  <a:lnTo>
                    <a:pt x="34952" y="803"/>
                  </a:lnTo>
                  <a:lnTo>
                    <a:pt x="74956" y="15501"/>
                  </a:lnTo>
                  <a:lnTo>
                    <a:pt x="116707" y="39987"/>
                  </a:lnTo>
                  <a:lnTo>
                    <a:pt x="139446" y="72066"/>
                  </a:lnTo>
                  <a:lnTo>
                    <a:pt x="124375" y="110828"/>
                  </a:lnTo>
                  <a:lnTo>
                    <a:pt x="93372" y="143023"/>
                  </a:lnTo>
                  <a:lnTo>
                    <a:pt x="58925" y="166872"/>
                  </a:lnTo>
                  <a:lnTo>
                    <a:pt x="101852" y="149383"/>
                  </a:lnTo>
                  <a:lnTo>
                    <a:pt x="139479" y="162632"/>
                  </a:lnTo>
                  <a:lnTo>
                    <a:pt x="150078" y="203969"/>
                  </a:lnTo>
                  <a:lnTo>
                    <a:pt x="148505" y="213716"/>
                  </a:lnTo>
                  <a:lnTo>
                    <a:pt x="119871" y="245903"/>
                  </a:lnTo>
                  <a:lnTo>
                    <a:pt x="98142" y="249546"/>
                  </a:lnTo>
                  <a:lnTo>
                    <a:pt x="84636" y="248644"/>
                  </a:lnTo>
                  <a:lnTo>
                    <a:pt x="44616" y="239477"/>
                  </a:lnTo>
                  <a:lnTo>
                    <a:pt x="20030" y="204723"/>
                  </a:lnTo>
                  <a:lnTo>
                    <a:pt x="20767" y="197610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733806" y="1105578"/>
              <a:ext cx="26034" cy="229870"/>
            </a:xfrm>
            <a:custGeom>
              <a:avLst/>
              <a:gdLst/>
              <a:ahLst/>
              <a:cxnLst/>
              <a:rect l="l" t="t" r="r" b="b"/>
              <a:pathLst>
                <a:path w="26035" h="229869">
                  <a:moveTo>
                    <a:pt x="0" y="20668"/>
                  </a:moveTo>
                  <a:lnTo>
                    <a:pt x="1059" y="11129"/>
                  </a:lnTo>
                  <a:lnTo>
                    <a:pt x="2119" y="1589"/>
                  </a:lnTo>
                  <a:lnTo>
                    <a:pt x="2119" y="0"/>
                  </a:lnTo>
                  <a:lnTo>
                    <a:pt x="1954" y="414"/>
                  </a:lnTo>
                  <a:lnTo>
                    <a:pt x="1266" y="45402"/>
                  </a:lnTo>
                  <a:lnTo>
                    <a:pt x="3072" y="93944"/>
                  </a:lnTo>
                  <a:lnTo>
                    <a:pt x="7021" y="145947"/>
                  </a:lnTo>
                  <a:lnTo>
                    <a:pt x="12520" y="190281"/>
                  </a:lnTo>
                  <a:lnTo>
                    <a:pt x="22258" y="229474"/>
                  </a:lnTo>
                  <a:lnTo>
                    <a:pt x="23848" y="229474"/>
                  </a:lnTo>
                  <a:lnTo>
                    <a:pt x="25438" y="229474"/>
                  </a:lnTo>
                  <a:lnTo>
                    <a:pt x="25438" y="225234"/>
                  </a:lnTo>
                  <a:lnTo>
                    <a:pt x="25438" y="220994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93865" y="1192666"/>
              <a:ext cx="121544" cy="16106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50642" y="1183127"/>
              <a:ext cx="144953" cy="16669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4105840" y="1088620"/>
              <a:ext cx="159385" cy="236220"/>
            </a:xfrm>
            <a:custGeom>
              <a:avLst/>
              <a:gdLst/>
              <a:ahLst/>
              <a:cxnLst/>
              <a:rect l="l" t="t" r="r" b="b"/>
              <a:pathLst>
                <a:path w="159385" h="236219">
                  <a:moveTo>
                    <a:pt x="0" y="18548"/>
                  </a:moveTo>
                  <a:lnTo>
                    <a:pt x="1059" y="10069"/>
                  </a:lnTo>
                  <a:lnTo>
                    <a:pt x="2119" y="1589"/>
                  </a:lnTo>
                  <a:lnTo>
                    <a:pt x="2119" y="0"/>
                  </a:lnTo>
                  <a:lnTo>
                    <a:pt x="1954" y="215"/>
                  </a:lnTo>
                  <a:lnTo>
                    <a:pt x="1258" y="40517"/>
                  </a:lnTo>
                  <a:lnTo>
                    <a:pt x="2848" y="86442"/>
                  </a:lnTo>
                  <a:lnTo>
                    <a:pt x="5986" y="140018"/>
                  </a:lnTo>
                  <a:lnTo>
                    <a:pt x="9680" y="189718"/>
                  </a:lnTo>
                  <a:lnTo>
                    <a:pt x="11129" y="208805"/>
                  </a:lnTo>
                  <a:lnTo>
                    <a:pt x="12048" y="222195"/>
                  </a:lnTo>
                  <a:lnTo>
                    <a:pt x="12520" y="230467"/>
                  </a:lnTo>
                  <a:lnTo>
                    <a:pt x="12694" y="234666"/>
                  </a:lnTo>
                  <a:lnTo>
                    <a:pt x="12719" y="235833"/>
                  </a:lnTo>
                  <a:lnTo>
                    <a:pt x="12719" y="230534"/>
                  </a:lnTo>
                  <a:lnTo>
                    <a:pt x="13778" y="213045"/>
                  </a:lnTo>
                  <a:lnTo>
                    <a:pt x="19517" y="161845"/>
                  </a:lnTo>
                  <a:lnTo>
                    <a:pt x="37229" y="118844"/>
                  </a:lnTo>
                  <a:lnTo>
                    <a:pt x="73135" y="96188"/>
                  </a:lnTo>
                  <a:lnTo>
                    <a:pt x="82459" y="95592"/>
                  </a:lnTo>
                  <a:lnTo>
                    <a:pt x="91683" y="96983"/>
                  </a:lnTo>
                  <a:lnTo>
                    <a:pt x="124607" y="126520"/>
                  </a:lnTo>
                  <a:lnTo>
                    <a:pt x="125468" y="134677"/>
                  </a:lnTo>
                  <a:lnTo>
                    <a:pt x="123746" y="142932"/>
                  </a:lnTo>
                  <a:lnTo>
                    <a:pt x="91965" y="171757"/>
                  </a:lnTo>
                  <a:lnTo>
                    <a:pt x="52466" y="182589"/>
                  </a:lnTo>
                  <a:lnTo>
                    <a:pt x="30737" y="180717"/>
                  </a:lnTo>
                  <a:lnTo>
                    <a:pt x="30737" y="179657"/>
                  </a:lnTo>
                  <a:lnTo>
                    <a:pt x="72182" y="198860"/>
                  </a:lnTo>
                  <a:lnTo>
                    <a:pt x="82144" y="205625"/>
                  </a:lnTo>
                  <a:lnTo>
                    <a:pt x="91932" y="212225"/>
                  </a:lnTo>
                  <a:lnTo>
                    <a:pt x="101223" y="218278"/>
                  </a:lnTo>
                  <a:lnTo>
                    <a:pt x="109719" y="223437"/>
                  </a:lnTo>
                  <a:lnTo>
                    <a:pt x="117121" y="227354"/>
                  </a:lnTo>
                  <a:lnTo>
                    <a:pt x="126131" y="231594"/>
                  </a:lnTo>
                  <a:lnTo>
                    <a:pt x="131431" y="231594"/>
                  </a:lnTo>
                  <a:lnTo>
                    <a:pt x="136730" y="231594"/>
                  </a:lnTo>
                  <a:lnTo>
                    <a:pt x="142030" y="231594"/>
                  </a:lnTo>
                  <a:lnTo>
                    <a:pt x="147329" y="231594"/>
                  </a:lnTo>
                  <a:lnTo>
                    <a:pt x="151039" y="229474"/>
                  </a:lnTo>
                  <a:lnTo>
                    <a:pt x="154749" y="227354"/>
                  </a:lnTo>
                  <a:lnTo>
                    <a:pt x="156869" y="223114"/>
                  </a:lnTo>
                  <a:lnTo>
                    <a:pt x="158989" y="218875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5" name="object 2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373645" y="1124830"/>
            <a:ext cx="74907" cy="181960"/>
          </a:xfrm>
          <a:prstGeom prst="rect">
            <a:avLst/>
          </a:prstGeom>
        </p:spPr>
      </p:pic>
      <p:grpSp>
        <p:nvGrpSpPr>
          <p:cNvPr id="26" name="object 26"/>
          <p:cNvGrpSpPr/>
          <p:nvPr/>
        </p:nvGrpSpPr>
        <p:grpSpPr>
          <a:xfrm>
            <a:off x="762538" y="1952502"/>
            <a:ext cx="307975" cy="347980"/>
            <a:chOff x="762538" y="1952502"/>
            <a:chExt cx="307975" cy="347980"/>
          </a:xfrm>
        </p:grpSpPr>
        <p:sp>
          <p:nvSpPr>
            <p:cNvPr id="27" name="object 27"/>
            <p:cNvSpPr/>
            <p:nvPr/>
          </p:nvSpPr>
          <p:spPr>
            <a:xfrm>
              <a:off x="843383" y="2047390"/>
              <a:ext cx="95885" cy="165735"/>
            </a:xfrm>
            <a:custGeom>
              <a:avLst/>
              <a:gdLst/>
              <a:ahLst/>
              <a:cxnLst/>
              <a:rect l="l" t="t" r="r" b="b"/>
              <a:pathLst>
                <a:path w="95884" h="165735">
                  <a:moveTo>
                    <a:pt x="19078" y="23252"/>
                  </a:moveTo>
                  <a:lnTo>
                    <a:pt x="15898" y="19012"/>
                  </a:lnTo>
                  <a:lnTo>
                    <a:pt x="12719" y="14772"/>
                  </a:lnTo>
                  <a:lnTo>
                    <a:pt x="13779" y="11062"/>
                  </a:lnTo>
                  <a:lnTo>
                    <a:pt x="44781" y="0"/>
                  </a:lnTo>
                  <a:lnTo>
                    <a:pt x="53443" y="190"/>
                  </a:lnTo>
                  <a:lnTo>
                    <a:pt x="85075" y="29760"/>
                  </a:lnTo>
                  <a:lnTo>
                    <a:pt x="83071" y="39283"/>
                  </a:lnTo>
                  <a:lnTo>
                    <a:pt x="61873" y="73664"/>
                  </a:lnTo>
                  <a:lnTo>
                    <a:pt x="40277" y="94267"/>
                  </a:lnTo>
                  <a:lnTo>
                    <a:pt x="32857" y="101686"/>
                  </a:lnTo>
                  <a:lnTo>
                    <a:pt x="30737" y="103276"/>
                  </a:lnTo>
                  <a:lnTo>
                    <a:pt x="28618" y="104866"/>
                  </a:lnTo>
                  <a:lnTo>
                    <a:pt x="31797" y="100626"/>
                  </a:lnTo>
                  <a:lnTo>
                    <a:pt x="68895" y="82608"/>
                  </a:lnTo>
                  <a:lnTo>
                    <a:pt x="74194" y="81548"/>
                  </a:lnTo>
                  <a:lnTo>
                    <a:pt x="78964" y="82608"/>
                  </a:lnTo>
                  <a:lnTo>
                    <a:pt x="83734" y="83668"/>
                  </a:lnTo>
                  <a:lnTo>
                    <a:pt x="95625" y="113933"/>
                  </a:lnTo>
                  <a:lnTo>
                    <a:pt x="95393" y="121825"/>
                  </a:lnTo>
                  <a:lnTo>
                    <a:pt x="72522" y="156413"/>
                  </a:lnTo>
                  <a:lnTo>
                    <a:pt x="34339" y="165332"/>
                  </a:lnTo>
                  <a:lnTo>
                    <a:pt x="26166" y="164090"/>
                  </a:lnTo>
                  <a:lnTo>
                    <a:pt x="1589" y="146203"/>
                  </a:lnTo>
                  <a:lnTo>
                    <a:pt x="0" y="143023"/>
                  </a:lnTo>
                  <a:lnTo>
                    <a:pt x="0" y="141964"/>
                  </a:lnTo>
                  <a:lnTo>
                    <a:pt x="0" y="140904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970574" y="2121519"/>
              <a:ext cx="0" cy="6985"/>
            </a:xfrm>
            <a:custGeom>
              <a:avLst/>
              <a:gdLst/>
              <a:ahLst/>
              <a:cxnLst/>
              <a:rect l="l" t="t" r="r" b="b"/>
              <a:pathLst>
                <a:path w="0" h="6985">
                  <a:moveTo>
                    <a:pt x="0" y="6359"/>
                  </a:moveTo>
                  <a:lnTo>
                    <a:pt x="0" y="4239"/>
                  </a:lnTo>
                  <a:lnTo>
                    <a:pt x="0" y="2119"/>
                  </a:lnTo>
                  <a:lnTo>
                    <a:pt x="0" y="0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780913" y="1970877"/>
              <a:ext cx="271145" cy="311150"/>
            </a:xfrm>
            <a:custGeom>
              <a:avLst/>
              <a:gdLst/>
              <a:ahLst/>
              <a:cxnLst/>
              <a:rect l="l" t="t" r="r" b="b"/>
              <a:pathLst>
                <a:path w="271144" h="311150">
                  <a:moveTo>
                    <a:pt x="192840" y="26630"/>
                  </a:moveTo>
                  <a:lnTo>
                    <a:pt x="189660" y="21331"/>
                  </a:lnTo>
                  <a:lnTo>
                    <a:pt x="186480" y="16031"/>
                  </a:lnTo>
                  <a:lnTo>
                    <a:pt x="178531" y="11261"/>
                  </a:lnTo>
                  <a:lnTo>
                    <a:pt x="132565" y="0"/>
                  </a:lnTo>
                  <a:lnTo>
                    <a:pt x="121229" y="529"/>
                  </a:lnTo>
                  <a:lnTo>
                    <a:pt x="77109" y="18018"/>
                  </a:lnTo>
                  <a:lnTo>
                    <a:pt x="48856" y="46082"/>
                  </a:lnTo>
                  <a:lnTo>
                    <a:pt x="25901" y="83866"/>
                  </a:lnTo>
                  <a:lnTo>
                    <a:pt x="8760" y="129700"/>
                  </a:lnTo>
                  <a:lnTo>
                    <a:pt x="0" y="172900"/>
                  </a:lnTo>
                  <a:lnTo>
                    <a:pt x="8" y="186696"/>
                  </a:lnTo>
                  <a:lnTo>
                    <a:pt x="13116" y="231594"/>
                  </a:lnTo>
                  <a:lnTo>
                    <a:pt x="46636" y="274570"/>
                  </a:lnTo>
                  <a:lnTo>
                    <a:pt x="93737" y="302741"/>
                  </a:lnTo>
                  <a:lnTo>
                    <a:pt x="141061" y="310790"/>
                  </a:lnTo>
                  <a:lnTo>
                    <a:pt x="155743" y="310161"/>
                  </a:lnTo>
                  <a:lnTo>
                    <a:pt x="194869" y="301888"/>
                  </a:lnTo>
                  <a:lnTo>
                    <a:pt x="234484" y="273287"/>
                  </a:lnTo>
                  <a:lnTo>
                    <a:pt x="257297" y="231064"/>
                  </a:lnTo>
                  <a:lnTo>
                    <a:pt x="270223" y="179873"/>
                  </a:lnTo>
                  <a:lnTo>
                    <a:pt x="270943" y="163096"/>
                  </a:lnTo>
                  <a:lnTo>
                    <a:pt x="269577" y="145922"/>
                  </a:lnTo>
                  <a:lnTo>
                    <a:pt x="260154" y="108700"/>
                  </a:lnTo>
                  <a:lnTo>
                    <a:pt x="244735" y="71586"/>
                  </a:lnTo>
                  <a:lnTo>
                    <a:pt x="222982" y="36170"/>
                  </a:lnTo>
                  <a:lnTo>
                    <a:pt x="180866" y="16329"/>
                  </a:lnTo>
                  <a:lnTo>
                    <a:pt x="170582" y="13911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" name="object 30"/>
          <p:cNvGrpSpPr/>
          <p:nvPr/>
        </p:nvGrpSpPr>
        <p:grpSpPr>
          <a:xfrm>
            <a:off x="1273324" y="1882404"/>
            <a:ext cx="1256030" cy="415925"/>
            <a:chOff x="1273324" y="1882404"/>
            <a:chExt cx="1256030" cy="415925"/>
          </a:xfrm>
        </p:grpSpPr>
        <p:sp>
          <p:nvSpPr>
            <p:cNvPr id="31" name="object 31"/>
            <p:cNvSpPr/>
            <p:nvPr/>
          </p:nvSpPr>
          <p:spPr>
            <a:xfrm>
              <a:off x="1291699" y="1982897"/>
              <a:ext cx="179070" cy="297180"/>
            </a:xfrm>
            <a:custGeom>
              <a:avLst/>
              <a:gdLst/>
              <a:ahLst/>
              <a:cxnLst/>
              <a:rect l="l" t="t" r="r" b="b"/>
              <a:pathLst>
                <a:path w="179069" h="297180">
                  <a:moveTo>
                    <a:pt x="175475" y="37354"/>
                  </a:moveTo>
                  <a:lnTo>
                    <a:pt x="177111" y="33262"/>
                  </a:lnTo>
                  <a:lnTo>
                    <a:pt x="178748" y="29171"/>
                  </a:lnTo>
                  <a:lnTo>
                    <a:pt x="177111" y="23852"/>
                  </a:lnTo>
                  <a:lnTo>
                    <a:pt x="175475" y="18533"/>
                  </a:lnTo>
                  <a:lnTo>
                    <a:pt x="139418" y="1297"/>
                  </a:lnTo>
                  <a:lnTo>
                    <a:pt x="127930" y="0"/>
                  </a:lnTo>
                  <a:lnTo>
                    <a:pt x="116557" y="121"/>
                  </a:lnTo>
                  <a:lnTo>
                    <a:pt x="74823" y="20988"/>
                  </a:lnTo>
                  <a:lnTo>
                    <a:pt x="40301" y="64198"/>
                  </a:lnTo>
                  <a:lnTo>
                    <a:pt x="20770" y="102716"/>
                  </a:lnTo>
                  <a:lnTo>
                    <a:pt x="7435" y="144910"/>
                  </a:lnTo>
                  <a:lnTo>
                    <a:pt x="709" y="187097"/>
                  </a:lnTo>
                  <a:lnTo>
                    <a:pt x="0" y="206999"/>
                  </a:lnTo>
                  <a:lnTo>
                    <a:pt x="1208" y="225442"/>
                  </a:lnTo>
                  <a:lnTo>
                    <a:pt x="17082" y="267911"/>
                  </a:lnTo>
                  <a:lnTo>
                    <a:pt x="48753" y="291105"/>
                  </a:lnTo>
                  <a:lnTo>
                    <a:pt x="75322" y="296577"/>
                  </a:lnTo>
                  <a:lnTo>
                    <a:pt x="89144" y="295938"/>
                  </a:lnTo>
                  <a:lnTo>
                    <a:pt x="126428" y="283683"/>
                  </a:lnTo>
                  <a:lnTo>
                    <a:pt x="145197" y="272207"/>
                  </a:lnTo>
                  <a:lnTo>
                    <a:pt x="146016" y="270571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43071" y="2097618"/>
              <a:ext cx="119859" cy="166272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89547" y="2094345"/>
              <a:ext cx="196824" cy="155404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07216" y="2068977"/>
              <a:ext cx="196319" cy="16276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2046412" y="2070168"/>
              <a:ext cx="253365" cy="127000"/>
            </a:xfrm>
            <a:custGeom>
              <a:avLst/>
              <a:gdLst/>
              <a:ahLst/>
              <a:cxnLst/>
              <a:rect l="l" t="t" r="r" b="b"/>
              <a:pathLst>
                <a:path w="253364" h="127000">
                  <a:moveTo>
                    <a:pt x="76223" y="50734"/>
                  </a:moveTo>
                  <a:lnTo>
                    <a:pt x="77042" y="43370"/>
                  </a:lnTo>
                  <a:lnTo>
                    <a:pt x="77860" y="36005"/>
                  </a:lnTo>
                  <a:lnTo>
                    <a:pt x="72950" y="28231"/>
                  </a:lnTo>
                  <a:lnTo>
                    <a:pt x="39591" y="9097"/>
                  </a:lnTo>
                  <a:lnTo>
                    <a:pt x="32239" y="10791"/>
                  </a:lnTo>
                  <a:lnTo>
                    <a:pt x="7077" y="45262"/>
                  </a:lnTo>
                  <a:lnTo>
                    <a:pt x="0" y="84266"/>
                  </a:lnTo>
                  <a:lnTo>
                    <a:pt x="1502" y="95179"/>
                  </a:lnTo>
                  <a:lnTo>
                    <a:pt x="36536" y="125750"/>
                  </a:lnTo>
                  <a:lnTo>
                    <a:pt x="45128" y="126428"/>
                  </a:lnTo>
                  <a:lnTo>
                    <a:pt x="52390" y="125136"/>
                  </a:lnTo>
                  <a:lnTo>
                    <a:pt x="75865" y="92110"/>
                  </a:lnTo>
                  <a:lnTo>
                    <a:pt x="84458" y="53752"/>
                  </a:lnTo>
                  <a:lnTo>
                    <a:pt x="85225" y="38869"/>
                  </a:lnTo>
                  <a:lnTo>
                    <a:pt x="85225" y="30277"/>
                  </a:lnTo>
                  <a:lnTo>
                    <a:pt x="84406" y="24549"/>
                  </a:lnTo>
                  <a:lnTo>
                    <a:pt x="82770" y="23321"/>
                  </a:lnTo>
                  <a:lnTo>
                    <a:pt x="81133" y="22094"/>
                  </a:lnTo>
                  <a:lnTo>
                    <a:pt x="78678" y="25367"/>
                  </a:lnTo>
                  <a:lnTo>
                    <a:pt x="77451" y="37642"/>
                  </a:lnTo>
                  <a:lnTo>
                    <a:pt x="76811" y="48324"/>
                  </a:lnTo>
                  <a:lnTo>
                    <a:pt x="76939" y="61117"/>
                  </a:lnTo>
                  <a:lnTo>
                    <a:pt x="84879" y="99673"/>
                  </a:lnTo>
                  <a:lnTo>
                    <a:pt x="117906" y="126479"/>
                  </a:lnTo>
                  <a:lnTo>
                    <a:pt x="124983" y="124759"/>
                  </a:lnTo>
                  <a:lnTo>
                    <a:pt x="149532" y="95211"/>
                  </a:lnTo>
                  <a:lnTo>
                    <a:pt x="157849" y="53547"/>
                  </a:lnTo>
                  <a:lnTo>
                    <a:pt x="158501" y="39208"/>
                  </a:lnTo>
                  <a:lnTo>
                    <a:pt x="158463" y="26594"/>
                  </a:lnTo>
                  <a:lnTo>
                    <a:pt x="158054" y="11456"/>
                  </a:lnTo>
                  <a:lnTo>
                    <a:pt x="156417" y="4091"/>
                  </a:lnTo>
                  <a:lnTo>
                    <a:pt x="155599" y="3273"/>
                  </a:lnTo>
                  <a:lnTo>
                    <a:pt x="154780" y="2454"/>
                  </a:lnTo>
                  <a:lnTo>
                    <a:pt x="154780" y="8183"/>
                  </a:lnTo>
                  <a:lnTo>
                    <a:pt x="156008" y="23730"/>
                  </a:lnTo>
                  <a:lnTo>
                    <a:pt x="159978" y="66653"/>
                  </a:lnTo>
                  <a:lnTo>
                    <a:pt x="163782" y="98196"/>
                  </a:lnTo>
                  <a:lnTo>
                    <a:pt x="164191" y="102697"/>
                  </a:lnTo>
                  <a:lnTo>
                    <a:pt x="164600" y="107197"/>
                  </a:lnTo>
                  <a:lnTo>
                    <a:pt x="164600" y="112107"/>
                  </a:lnTo>
                  <a:lnTo>
                    <a:pt x="166646" y="103515"/>
                  </a:lnTo>
                  <a:lnTo>
                    <a:pt x="179739" y="53598"/>
                  </a:lnTo>
                  <a:lnTo>
                    <a:pt x="197978" y="17235"/>
                  </a:lnTo>
                  <a:lnTo>
                    <a:pt x="216153" y="0"/>
                  </a:lnTo>
                  <a:lnTo>
                    <a:pt x="221881" y="2045"/>
                  </a:lnTo>
                  <a:lnTo>
                    <a:pt x="244078" y="45057"/>
                  </a:lnTo>
                  <a:lnTo>
                    <a:pt x="249122" y="82763"/>
                  </a:lnTo>
                  <a:lnTo>
                    <a:pt x="250471" y="93184"/>
                  </a:lnTo>
                  <a:lnTo>
                    <a:pt x="251743" y="102837"/>
                  </a:lnTo>
                  <a:lnTo>
                    <a:pt x="252977" y="112107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2348488" y="1900779"/>
              <a:ext cx="162560" cy="287020"/>
            </a:xfrm>
            <a:custGeom>
              <a:avLst/>
              <a:gdLst/>
              <a:ahLst/>
              <a:cxnLst/>
              <a:rect l="l" t="t" r="r" b="b"/>
              <a:pathLst>
                <a:path w="162560" h="287019">
                  <a:moveTo>
                    <a:pt x="78557" y="207849"/>
                  </a:moveTo>
                  <a:lnTo>
                    <a:pt x="65464" y="166934"/>
                  </a:lnTo>
                  <a:lnTo>
                    <a:pt x="19895" y="174637"/>
                  </a:lnTo>
                  <a:lnTo>
                    <a:pt x="473" y="221121"/>
                  </a:lnTo>
                  <a:lnTo>
                    <a:pt x="0" y="235671"/>
                  </a:lnTo>
                  <a:lnTo>
                    <a:pt x="1368" y="249608"/>
                  </a:lnTo>
                  <a:lnTo>
                    <a:pt x="23027" y="283433"/>
                  </a:lnTo>
                  <a:lnTo>
                    <a:pt x="40717" y="286502"/>
                  </a:lnTo>
                  <a:lnTo>
                    <a:pt x="50274" y="284821"/>
                  </a:lnTo>
                  <a:lnTo>
                    <a:pt x="84080" y="253009"/>
                  </a:lnTo>
                  <a:lnTo>
                    <a:pt x="100203" y="205368"/>
                  </a:lnTo>
                  <a:lnTo>
                    <a:pt x="106673" y="167522"/>
                  </a:lnTo>
                  <a:lnTo>
                    <a:pt x="111442" y="112465"/>
                  </a:lnTo>
                  <a:lnTo>
                    <a:pt x="112734" y="62261"/>
                  </a:lnTo>
                  <a:lnTo>
                    <a:pt x="112721" y="47001"/>
                  </a:lnTo>
                  <a:lnTo>
                    <a:pt x="108016" y="5728"/>
                  </a:lnTo>
                  <a:lnTo>
                    <a:pt x="104743" y="3273"/>
                  </a:lnTo>
                  <a:lnTo>
                    <a:pt x="101469" y="818"/>
                  </a:lnTo>
                  <a:lnTo>
                    <a:pt x="97378" y="0"/>
                  </a:lnTo>
                  <a:lnTo>
                    <a:pt x="93695" y="1636"/>
                  </a:lnTo>
                  <a:lnTo>
                    <a:pt x="90013" y="3273"/>
                  </a:lnTo>
                  <a:lnTo>
                    <a:pt x="78915" y="48279"/>
                  </a:lnTo>
                  <a:lnTo>
                    <a:pt x="76511" y="82648"/>
                  </a:lnTo>
                  <a:lnTo>
                    <a:pt x="76735" y="100485"/>
                  </a:lnTo>
                  <a:lnTo>
                    <a:pt x="83467" y="156296"/>
                  </a:lnTo>
                  <a:lnTo>
                    <a:pt x="92212" y="195881"/>
                  </a:lnTo>
                  <a:lnTo>
                    <a:pt x="106315" y="242326"/>
                  </a:lnTo>
                  <a:lnTo>
                    <a:pt x="133741" y="271012"/>
                  </a:lnTo>
                  <a:lnTo>
                    <a:pt x="153841" y="274950"/>
                  </a:lnTo>
                  <a:lnTo>
                    <a:pt x="157932" y="273313"/>
                  </a:lnTo>
                  <a:lnTo>
                    <a:pt x="162024" y="271677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7" name="object 37"/>
          <p:cNvGrpSpPr/>
          <p:nvPr/>
        </p:nvGrpSpPr>
        <p:grpSpPr>
          <a:xfrm>
            <a:off x="2614064" y="1853763"/>
            <a:ext cx="1142365" cy="611505"/>
            <a:chOff x="2614064" y="1853763"/>
            <a:chExt cx="1142365" cy="611505"/>
          </a:xfrm>
        </p:grpSpPr>
        <p:pic>
          <p:nvPicPr>
            <p:cNvPr id="38" name="object 3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614064" y="1898770"/>
              <a:ext cx="310063" cy="245417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2900587" y="2009613"/>
              <a:ext cx="87630" cy="437515"/>
            </a:xfrm>
            <a:custGeom>
              <a:avLst/>
              <a:gdLst/>
              <a:ahLst/>
              <a:cxnLst/>
              <a:rect l="l" t="t" r="r" b="b"/>
              <a:pathLst>
                <a:path w="87630" h="437514">
                  <a:moveTo>
                    <a:pt x="64083" y="13092"/>
                  </a:moveTo>
                  <a:lnTo>
                    <a:pt x="64083" y="6546"/>
                  </a:lnTo>
                  <a:lnTo>
                    <a:pt x="64083" y="0"/>
                  </a:lnTo>
                  <a:lnTo>
                    <a:pt x="64083" y="6546"/>
                  </a:lnTo>
                  <a:lnTo>
                    <a:pt x="64901" y="23321"/>
                  </a:lnTo>
                  <a:lnTo>
                    <a:pt x="68296" y="75392"/>
                  </a:lnTo>
                  <a:lnTo>
                    <a:pt x="72560" y="120623"/>
                  </a:lnTo>
                  <a:lnTo>
                    <a:pt x="75130" y="144635"/>
                  </a:lnTo>
                  <a:lnTo>
                    <a:pt x="77700" y="168954"/>
                  </a:lnTo>
                  <a:lnTo>
                    <a:pt x="81971" y="216773"/>
                  </a:lnTo>
                  <a:lnTo>
                    <a:pt x="84758" y="262854"/>
                  </a:lnTo>
                  <a:lnTo>
                    <a:pt x="86586" y="308200"/>
                  </a:lnTo>
                  <a:lnTo>
                    <a:pt x="87149" y="351122"/>
                  </a:lnTo>
                  <a:lnTo>
                    <a:pt x="86586" y="370282"/>
                  </a:lnTo>
                  <a:lnTo>
                    <a:pt x="81235" y="413550"/>
                  </a:lnTo>
                  <a:lnTo>
                    <a:pt x="68175" y="436156"/>
                  </a:lnTo>
                  <a:lnTo>
                    <a:pt x="64083" y="436974"/>
                  </a:lnTo>
                  <a:lnTo>
                    <a:pt x="30974" y="400016"/>
                  </a:lnTo>
                  <a:lnTo>
                    <a:pt x="11916" y="353456"/>
                  </a:lnTo>
                  <a:lnTo>
                    <a:pt x="3528" y="315456"/>
                  </a:lnTo>
                  <a:lnTo>
                    <a:pt x="0" y="275001"/>
                  </a:lnTo>
                  <a:lnTo>
                    <a:pt x="364" y="255445"/>
                  </a:lnTo>
                  <a:lnTo>
                    <a:pt x="10637" y="207337"/>
                  </a:lnTo>
                  <a:lnTo>
                    <a:pt x="34624" y="174708"/>
                  </a:lnTo>
                  <a:lnTo>
                    <a:pt x="40761" y="170923"/>
                  </a:lnTo>
                  <a:lnTo>
                    <a:pt x="46899" y="167752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016568" y="1981687"/>
              <a:ext cx="111317" cy="140617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3165392" y="1872138"/>
              <a:ext cx="572770" cy="238125"/>
            </a:xfrm>
            <a:custGeom>
              <a:avLst/>
              <a:gdLst/>
              <a:ahLst/>
              <a:cxnLst/>
              <a:rect l="l" t="t" r="r" b="b"/>
              <a:pathLst>
                <a:path w="572770" h="238125">
                  <a:moveTo>
                    <a:pt x="54589" y="145658"/>
                  </a:moveTo>
                  <a:lnTo>
                    <a:pt x="26767" y="118654"/>
                  </a:lnTo>
                  <a:lnTo>
                    <a:pt x="4801" y="150753"/>
                  </a:lnTo>
                  <a:lnTo>
                    <a:pt x="0" y="173902"/>
                  </a:lnTo>
                  <a:lnTo>
                    <a:pt x="632" y="185857"/>
                  </a:lnTo>
                  <a:lnTo>
                    <a:pt x="20681" y="224368"/>
                  </a:lnTo>
                  <a:lnTo>
                    <a:pt x="52186" y="237615"/>
                  </a:lnTo>
                  <a:lnTo>
                    <a:pt x="60004" y="236285"/>
                  </a:lnTo>
                  <a:lnTo>
                    <a:pt x="93293" y="207779"/>
                  </a:lnTo>
                  <a:lnTo>
                    <a:pt x="112740" y="158188"/>
                  </a:lnTo>
                  <a:lnTo>
                    <a:pt x="120054" y="116608"/>
                  </a:lnTo>
                  <a:lnTo>
                    <a:pt x="122815" y="75744"/>
                  </a:lnTo>
                  <a:lnTo>
                    <a:pt x="122930" y="57748"/>
                  </a:lnTo>
                  <a:lnTo>
                    <a:pt x="122509" y="42551"/>
                  </a:lnTo>
                  <a:lnTo>
                    <a:pt x="115144" y="4091"/>
                  </a:lnTo>
                  <a:lnTo>
                    <a:pt x="111871" y="0"/>
                  </a:lnTo>
                  <a:lnTo>
                    <a:pt x="110234" y="0"/>
                  </a:lnTo>
                  <a:lnTo>
                    <a:pt x="108597" y="0"/>
                  </a:lnTo>
                  <a:lnTo>
                    <a:pt x="108597" y="4091"/>
                  </a:lnTo>
                  <a:lnTo>
                    <a:pt x="108597" y="19230"/>
                  </a:lnTo>
                  <a:lnTo>
                    <a:pt x="108642" y="32527"/>
                  </a:lnTo>
                  <a:lnTo>
                    <a:pt x="111461" y="89604"/>
                  </a:lnTo>
                  <a:lnTo>
                    <a:pt x="117497" y="133843"/>
                  </a:lnTo>
                  <a:lnTo>
                    <a:pt x="125373" y="173480"/>
                  </a:lnTo>
                  <a:lnTo>
                    <a:pt x="137686" y="211224"/>
                  </a:lnTo>
                  <a:lnTo>
                    <a:pt x="160969" y="227405"/>
                  </a:lnTo>
                  <a:lnTo>
                    <a:pt x="167924" y="226261"/>
                  </a:lnTo>
                  <a:lnTo>
                    <a:pt x="201149" y="190000"/>
                  </a:lnTo>
                  <a:lnTo>
                    <a:pt x="217432" y="143203"/>
                  </a:lnTo>
                  <a:lnTo>
                    <a:pt x="218250" y="138293"/>
                  </a:lnTo>
                  <a:lnTo>
                    <a:pt x="217841" y="132156"/>
                  </a:lnTo>
                  <a:lnTo>
                    <a:pt x="217432" y="126018"/>
                  </a:lnTo>
                  <a:lnTo>
                    <a:pt x="215795" y="118654"/>
                  </a:lnTo>
                  <a:lnTo>
                    <a:pt x="214159" y="118654"/>
                  </a:lnTo>
                  <a:lnTo>
                    <a:pt x="212522" y="118654"/>
                  </a:lnTo>
                  <a:lnTo>
                    <a:pt x="210885" y="126018"/>
                  </a:lnTo>
                  <a:lnTo>
                    <a:pt x="211295" y="140339"/>
                  </a:lnTo>
                  <a:lnTo>
                    <a:pt x="212004" y="152185"/>
                  </a:lnTo>
                  <a:lnTo>
                    <a:pt x="219887" y="191483"/>
                  </a:lnTo>
                  <a:lnTo>
                    <a:pt x="247709" y="226670"/>
                  </a:lnTo>
                  <a:lnTo>
                    <a:pt x="251801" y="226670"/>
                  </a:lnTo>
                  <a:lnTo>
                    <a:pt x="282621" y="189642"/>
                  </a:lnTo>
                  <a:lnTo>
                    <a:pt x="292626" y="143356"/>
                  </a:lnTo>
                  <a:lnTo>
                    <a:pt x="294352" y="116199"/>
                  </a:lnTo>
                  <a:lnTo>
                    <a:pt x="294352" y="107197"/>
                  </a:lnTo>
                  <a:lnTo>
                    <a:pt x="293534" y="103106"/>
                  </a:lnTo>
                  <a:lnTo>
                    <a:pt x="292716" y="103515"/>
                  </a:lnTo>
                  <a:lnTo>
                    <a:pt x="291898" y="103924"/>
                  </a:lnTo>
                  <a:lnTo>
                    <a:pt x="291079" y="108834"/>
                  </a:lnTo>
                  <a:lnTo>
                    <a:pt x="290261" y="123973"/>
                  </a:lnTo>
                  <a:lnTo>
                    <a:pt x="289692" y="136950"/>
                  </a:lnTo>
                  <a:lnTo>
                    <a:pt x="289392" y="152000"/>
                  </a:lnTo>
                  <a:lnTo>
                    <a:pt x="289628" y="167356"/>
                  </a:lnTo>
                  <a:lnTo>
                    <a:pt x="299588" y="207433"/>
                  </a:lnTo>
                  <a:lnTo>
                    <a:pt x="325448" y="226261"/>
                  </a:lnTo>
                  <a:lnTo>
                    <a:pt x="331995" y="228306"/>
                  </a:lnTo>
                  <a:lnTo>
                    <a:pt x="358525" y="193247"/>
                  </a:lnTo>
                  <a:lnTo>
                    <a:pt x="365391" y="159671"/>
                  </a:lnTo>
                  <a:lnTo>
                    <a:pt x="364746" y="149391"/>
                  </a:lnTo>
                  <a:lnTo>
                    <a:pt x="340996" y="117835"/>
                  </a:lnTo>
                  <a:lnTo>
                    <a:pt x="298444" y="106379"/>
                  </a:lnTo>
                  <a:lnTo>
                    <a:pt x="294352" y="106379"/>
                  </a:lnTo>
                  <a:lnTo>
                    <a:pt x="294352" y="106788"/>
                  </a:lnTo>
                  <a:lnTo>
                    <a:pt x="294352" y="107197"/>
                  </a:lnTo>
                  <a:lnTo>
                    <a:pt x="298444" y="108016"/>
                  </a:lnTo>
                  <a:lnTo>
                    <a:pt x="309082" y="107197"/>
                  </a:lnTo>
                  <a:lnTo>
                    <a:pt x="318256" y="106322"/>
                  </a:lnTo>
                  <a:lnTo>
                    <a:pt x="329693" y="105100"/>
                  </a:lnTo>
                  <a:lnTo>
                    <a:pt x="343201" y="103803"/>
                  </a:lnTo>
                  <a:lnTo>
                    <a:pt x="358589" y="102697"/>
                  </a:lnTo>
                  <a:lnTo>
                    <a:pt x="375454" y="101994"/>
                  </a:lnTo>
                  <a:lnTo>
                    <a:pt x="392549" y="101674"/>
                  </a:lnTo>
                  <a:lnTo>
                    <a:pt x="408417" y="101661"/>
                  </a:lnTo>
                  <a:lnTo>
                    <a:pt x="421599" y="101878"/>
                  </a:lnTo>
                  <a:lnTo>
                    <a:pt x="450239" y="120699"/>
                  </a:lnTo>
                  <a:lnTo>
                    <a:pt x="450182" y="129554"/>
                  </a:lnTo>
                  <a:lnTo>
                    <a:pt x="444601" y="176530"/>
                  </a:lnTo>
                  <a:lnTo>
                    <a:pt x="440688" y="198023"/>
                  </a:lnTo>
                  <a:lnTo>
                    <a:pt x="439192" y="206621"/>
                  </a:lnTo>
                  <a:lnTo>
                    <a:pt x="437556" y="216850"/>
                  </a:lnTo>
                  <a:lnTo>
                    <a:pt x="437556" y="221760"/>
                  </a:lnTo>
                  <a:lnTo>
                    <a:pt x="437556" y="216850"/>
                  </a:lnTo>
                  <a:lnTo>
                    <a:pt x="442466" y="202121"/>
                  </a:lnTo>
                  <a:lnTo>
                    <a:pt x="459727" y="158623"/>
                  </a:lnTo>
                  <a:lnTo>
                    <a:pt x="481591" y="117631"/>
                  </a:lnTo>
                  <a:lnTo>
                    <a:pt x="511203" y="90831"/>
                  </a:lnTo>
                  <a:lnTo>
                    <a:pt x="515704" y="92468"/>
                  </a:lnTo>
                  <a:lnTo>
                    <a:pt x="520205" y="94105"/>
                  </a:lnTo>
                  <a:lnTo>
                    <a:pt x="521841" y="99014"/>
                  </a:lnTo>
                  <a:lnTo>
                    <a:pt x="522250" y="112926"/>
                  </a:lnTo>
                  <a:lnTo>
                    <a:pt x="522353" y="124791"/>
                  </a:lnTo>
                  <a:lnTo>
                    <a:pt x="522148" y="138498"/>
                  </a:lnTo>
                  <a:lnTo>
                    <a:pt x="521790" y="152511"/>
                  </a:lnTo>
                  <a:lnTo>
                    <a:pt x="521432" y="165297"/>
                  </a:lnTo>
                  <a:lnTo>
                    <a:pt x="521215" y="175666"/>
                  </a:lnTo>
                  <a:lnTo>
                    <a:pt x="534934" y="211940"/>
                  </a:lnTo>
                  <a:lnTo>
                    <a:pt x="541481" y="211940"/>
                  </a:lnTo>
                  <a:lnTo>
                    <a:pt x="548845" y="205394"/>
                  </a:lnTo>
                  <a:lnTo>
                    <a:pt x="554509" y="199359"/>
                  </a:lnTo>
                  <a:lnTo>
                    <a:pt x="560404" y="191483"/>
                  </a:lnTo>
                  <a:lnTo>
                    <a:pt x="566452" y="182379"/>
                  </a:lnTo>
                  <a:lnTo>
                    <a:pt x="572576" y="172662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208153" y="1871766"/>
              <a:ext cx="202047" cy="80938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958571" y="1889769"/>
              <a:ext cx="65390" cy="67845"/>
            </a:xfrm>
            <a:prstGeom prst="rect">
              <a:avLst/>
            </a:prstGeom>
          </p:spPr>
        </p:pic>
      </p:grpSp>
      <p:grpSp>
        <p:nvGrpSpPr>
          <p:cNvPr id="44" name="object 44"/>
          <p:cNvGrpSpPr/>
          <p:nvPr/>
        </p:nvGrpSpPr>
        <p:grpSpPr>
          <a:xfrm>
            <a:off x="1336081" y="2397689"/>
            <a:ext cx="402590" cy="1036319"/>
            <a:chOff x="1336081" y="2397689"/>
            <a:chExt cx="402590" cy="1036319"/>
          </a:xfrm>
        </p:grpSpPr>
        <p:sp>
          <p:nvSpPr>
            <p:cNvPr id="45" name="object 45"/>
            <p:cNvSpPr/>
            <p:nvPr/>
          </p:nvSpPr>
          <p:spPr>
            <a:xfrm>
              <a:off x="1354456" y="2416064"/>
              <a:ext cx="23495" cy="962660"/>
            </a:xfrm>
            <a:custGeom>
              <a:avLst/>
              <a:gdLst/>
              <a:ahLst/>
              <a:cxnLst/>
              <a:rect l="l" t="t" r="r" b="b"/>
              <a:pathLst>
                <a:path w="23494" h="962660">
                  <a:moveTo>
                    <a:pt x="0" y="0"/>
                  </a:moveTo>
                  <a:lnTo>
                    <a:pt x="4385" y="58219"/>
                  </a:lnTo>
                  <a:lnTo>
                    <a:pt x="5998" y="111423"/>
                  </a:lnTo>
                  <a:lnTo>
                    <a:pt x="6435" y="176935"/>
                  </a:lnTo>
                  <a:lnTo>
                    <a:pt x="6452" y="211304"/>
                  </a:lnTo>
                  <a:lnTo>
                    <a:pt x="6452" y="245303"/>
                  </a:lnTo>
                  <a:lnTo>
                    <a:pt x="6452" y="278848"/>
                  </a:lnTo>
                  <a:lnTo>
                    <a:pt x="6452" y="604340"/>
                  </a:lnTo>
                  <a:lnTo>
                    <a:pt x="6468" y="634550"/>
                  </a:lnTo>
                  <a:lnTo>
                    <a:pt x="6905" y="691745"/>
                  </a:lnTo>
                  <a:lnTo>
                    <a:pt x="8518" y="743387"/>
                  </a:lnTo>
                  <a:lnTo>
                    <a:pt x="11307" y="790080"/>
                  </a:lnTo>
                  <a:lnTo>
                    <a:pt x="14517" y="834530"/>
                  </a:lnTo>
                  <a:lnTo>
                    <a:pt x="16130" y="856642"/>
                  </a:lnTo>
                  <a:lnTo>
                    <a:pt x="19356" y="901672"/>
                  </a:lnTo>
                  <a:lnTo>
                    <a:pt x="22432" y="947173"/>
                  </a:lnTo>
                  <a:lnTo>
                    <a:pt x="23394" y="962464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1370586" y="2822542"/>
              <a:ext cx="331470" cy="29209"/>
            </a:xfrm>
            <a:custGeom>
              <a:avLst/>
              <a:gdLst/>
              <a:ahLst/>
              <a:cxnLst/>
              <a:rect l="l" t="t" r="r" b="b"/>
              <a:pathLst>
                <a:path w="331469" h="29210">
                  <a:moveTo>
                    <a:pt x="0" y="29034"/>
                  </a:moveTo>
                  <a:lnTo>
                    <a:pt x="54136" y="28580"/>
                  </a:lnTo>
                  <a:lnTo>
                    <a:pt x="92781" y="26967"/>
                  </a:lnTo>
                  <a:lnTo>
                    <a:pt x="132098" y="24178"/>
                  </a:lnTo>
                  <a:lnTo>
                    <a:pt x="183479" y="19288"/>
                  </a:lnTo>
                  <a:lnTo>
                    <a:pt x="229475" y="13492"/>
                  </a:lnTo>
                  <a:lnTo>
                    <a:pt x="260643" y="9090"/>
                  </a:lnTo>
                  <a:lnTo>
                    <a:pt x="275824" y="6989"/>
                  </a:lnTo>
                  <a:lnTo>
                    <a:pt x="290316" y="5082"/>
                  </a:lnTo>
                  <a:lnTo>
                    <a:pt x="303447" y="3427"/>
                  </a:lnTo>
                  <a:lnTo>
                    <a:pt x="314461" y="2075"/>
                  </a:lnTo>
                  <a:lnTo>
                    <a:pt x="322601" y="1075"/>
                  </a:lnTo>
                  <a:lnTo>
                    <a:pt x="331204" y="0"/>
                  </a:lnTo>
                  <a:lnTo>
                    <a:pt x="330129" y="0"/>
                  </a:lnTo>
                  <a:lnTo>
                    <a:pt x="329053" y="0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39326" y="2768681"/>
              <a:ext cx="99119" cy="120626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1386716" y="3299992"/>
              <a:ext cx="307975" cy="115570"/>
            </a:xfrm>
            <a:custGeom>
              <a:avLst/>
              <a:gdLst/>
              <a:ahLst/>
              <a:cxnLst/>
              <a:rect l="l" t="t" r="r" b="b"/>
              <a:pathLst>
                <a:path w="307975" h="115570">
                  <a:moveTo>
                    <a:pt x="0" y="80650"/>
                  </a:moveTo>
                  <a:lnTo>
                    <a:pt x="14592" y="81423"/>
                  </a:lnTo>
                  <a:lnTo>
                    <a:pt x="29639" y="81994"/>
                  </a:lnTo>
                  <a:lnTo>
                    <a:pt x="45592" y="82162"/>
                  </a:lnTo>
                  <a:lnTo>
                    <a:pt x="62907" y="81725"/>
                  </a:lnTo>
                  <a:lnTo>
                    <a:pt x="81851" y="80558"/>
                  </a:lnTo>
                  <a:lnTo>
                    <a:pt x="101955" y="78835"/>
                  </a:lnTo>
                  <a:lnTo>
                    <a:pt x="122563" y="76811"/>
                  </a:lnTo>
                  <a:lnTo>
                    <a:pt x="143020" y="74736"/>
                  </a:lnTo>
                  <a:lnTo>
                    <a:pt x="162771" y="72795"/>
                  </a:lnTo>
                  <a:lnTo>
                    <a:pt x="216680" y="66671"/>
                  </a:lnTo>
                  <a:lnTo>
                    <a:pt x="259929" y="58958"/>
                  </a:lnTo>
                  <a:lnTo>
                    <a:pt x="270447" y="56993"/>
                  </a:lnTo>
                  <a:lnTo>
                    <a:pt x="282814" y="54842"/>
                  </a:lnTo>
                  <a:lnTo>
                    <a:pt x="288191" y="54842"/>
                  </a:lnTo>
                  <a:lnTo>
                    <a:pt x="293567" y="53766"/>
                  </a:lnTo>
                  <a:lnTo>
                    <a:pt x="298944" y="52691"/>
                  </a:lnTo>
                  <a:lnTo>
                    <a:pt x="304321" y="50541"/>
                  </a:lnTo>
                  <a:lnTo>
                    <a:pt x="304858" y="47852"/>
                  </a:lnTo>
                  <a:lnTo>
                    <a:pt x="305396" y="45164"/>
                  </a:lnTo>
                  <a:lnTo>
                    <a:pt x="274211" y="22582"/>
                  </a:lnTo>
                  <a:lnTo>
                    <a:pt x="265104" y="16046"/>
                  </a:lnTo>
                  <a:lnTo>
                    <a:pt x="257006" y="10215"/>
                  </a:lnTo>
                  <a:lnTo>
                    <a:pt x="247328" y="3226"/>
                  </a:lnTo>
                  <a:lnTo>
                    <a:pt x="243026" y="0"/>
                  </a:lnTo>
                  <a:lnTo>
                    <a:pt x="242489" y="537"/>
                  </a:lnTo>
                  <a:lnTo>
                    <a:pt x="280554" y="30361"/>
                  </a:lnTo>
                  <a:lnTo>
                    <a:pt x="289266" y="36023"/>
                  </a:lnTo>
                  <a:lnTo>
                    <a:pt x="300019" y="43013"/>
                  </a:lnTo>
                  <a:lnTo>
                    <a:pt x="306471" y="47314"/>
                  </a:lnTo>
                  <a:lnTo>
                    <a:pt x="307009" y="51078"/>
                  </a:lnTo>
                  <a:lnTo>
                    <a:pt x="307547" y="54842"/>
                  </a:lnTo>
                  <a:lnTo>
                    <a:pt x="278546" y="92991"/>
                  </a:lnTo>
                  <a:lnTo>
                    <a:pt x="273673" y="101082"/>
                  </a:lnTo>
                  <a:lnTo>
                    <a:pt x="267759" y="110760"/>
                  </a:lnTo>
                  <a:lnTo>
                    <a:pt x="264533" y="115061"/>
                  </a:lnTo>
                  <a:lnTo>
                    <a:pt x="262920" y="114523"/>
                  </a:lnTo>
                  <a:lnTo>
                    <a:pt x="261307" y="113986"/>
                  </a:lnTo>
                  <a:lnTo>
                    <a:pt x="261307" y="108609"/>
                  </a:lnTo>
                  <a:lnTo>
                    <a:pt x="258619" y="91941"/>
                  </a:lnTo>
                  <a:lnTo>
                    <a:pt x="249848" y="44458"/>
                  </a:lnTo>
                  <a:lnTo>
                    <a:pt x="240817" y="5301"/>
                  </a:lnTo>
                  <a:lnTo>
                    <a:pt x="238725" y="2150"/>
                  </a:lnTo>
                  <a:lnTo>
                    <a:pt x="238725" y="7527"/>
                  </a:lnTo>
                  <a:lnTo>
                    <a:pt x="239800" y="21506"/>
                  </a:lnTo>
                  <a:lnTo>
                    <a:pt x="240775" y="33335"/>
                  </a:lnTo>
                  <a:lnTo>
                    <a:pt x="241951" y="46777"/>
                  </a:lnTo>
                  <a:lnTo>
                    <a:pt x="243127" y="60219"/>
                  </a:lnTo>
                  <a:lnTo>
                    <a:pt x="244102" y="72047"/>
                  </a:lnTo>
                  <a:lnTo>
                    <a:pt x="245177" y="86027"/>
                  </a:lnTo>
                  <a:lnTo>
                    <a:pt x="245177" y="91403"/>
                  </a:lnTo>
                  <a:lnTo>
                    <a:pt x="245715" y="96780"/>
                  </a:lnTo>
                  <a:lnTo>
                    <a:pt x="246252" y="102157"/>
                  </a:lnTo>
                  <a:lnTo>
                    <a:pt x="247328" y="107533"/>
                  </a:lnTo>
                  <a:lnTo>
                    <a:pt x="247865" y="107533"/>
                  </a:lnTo>
                  <a:lnTo>
                    <a:pt x="248403" y="107533"/>
                  </a:lnTo>
                  <a:lnTo>
                    <a:pt x="248403" y="102157"/>
                  </a:lnTo>
                  <a:lnTo>
                    <a:pt x="247865" y="88177"/>
                  </a:lnTo>
                  <a:lnTo>
                    <a:pt x="247378" y="76323"/>
                  </a:lnTo>
                  <a:lnTo>
                    <a:pt x="246790" y="62705"/>
                  </a:lnTo>
                  <a:lnTo>
                    <a:pt x="246202" y="48785"/>
                  </a:lnTo>
                  <a:lnTo>
                    <a:pt x="245715" y="36023"/>
                  </a:lnTo>
                  <a:lnTo>
                    <a:pt x="245395" y="25640"/>
                  </a:lnTo>
                  <a:lnTo>
                    <a:pt x="245177" y="17877"/>
                  </a:lnTo>
                  <a:lnTo>
                    <a:pt x="244959" y="12736"/>
                  </a:lnTo>
                  <a:lnTo>
                    <a:pt x="244639" y="10215"/>
                  </a:lnTo>
                  <a:lnTo>
                    <a:pt x="244102" y="8602"/>
                  </a:lnTo>
                  <a:lnTo>
                    <a:pt x="243026" y="13979"/>
                  </a:lnTo>
                  <a:lnTo>
                    <a:pt x="241951" y="20431"/>
                  </a:lnTo>
                  <a:lnTo>
                    <a:pt x="240876" y="26883"/>
                  </a:lnTo>
                  <a:lnTo>
                    <a:pt x="239800" y="34410"/>
                  </a:lnTo>
                  <a:lnTo>
                    <a:pt x="238725" y="41938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9" name="object 49"/>
          <p:cNvGrpSpPr/>
          <p:nvPr/>
        </p:nvGrpSpPr>
        <p:grpSpPr>
          <a:xfrm>
            <a:off x="1868575" y="2598777"/>
            <a:ext cx="1002665" cy="314325"/>
            <a:chOff x="1868575" y="2598777"/>
            <a:chExt cx="1002665" cy="314325"/>
          </a:xfrm>
        </p:grpSpPr>
        <p:sp>
          <p:nvSpPr>
            <p:cNvPr id="50" name="object 50"/>
            <p:cNvSpPr/>
            <p:nvPr/>
          </p:nvSpPr>
          <p:spPr>
            <a:xfrm>
              <a:off x="1886950" y="2617152"/>
              <a:ext cx="125095" cy="264795"/>
            </a:xfrm>
            <a:custGeom>
              <a:avLst/>
              <a:gdLst/>
              <a:ahLst/>
              <a:cxnLst/>
              <a:rect l="l" t="t" r="r" b="b"/>
              <a:pathLst>
                <a:path w="125094" h="264794">
                  <a:moveTo>
                    <a:pt x="3024" y="37636"/>
                  </a:moveTo>
                  <a:lnTo>
                    <a:pt x="1949" y="32260"/>
                  </a:lnTo>
                  <a:lnTo>
                    <a:pt x="873" y="26883"/>
                  </a:lnTo>
                  <a:lnTo>
                    <a:pt x="336" y="29034"/>
                  </a:lnTo>
                  <a:lnTo>
                    <a:pt x="42" y="32066"/>
                  </a:lnTo>
                  <a:lnTo>
                    <a:pt x="0" y="37972"/>
                  </a:lnTo>
                  <a:lnTo>
                    <a:pt x="260" y="46802"/>
                  </a:lnTo>
                  <a:lnTo>
                    <a:pt x="3226" y="90933"/>
                  </a:lnTo>
                  <a:lnTo>
                    <a:pt x="6788" y="133342"/>
                  </a:lnTo>
                  <a:lnTo>
                    <a:pt x="11022" y="181530"/>
                  </a:lnTo>
                  <a:lnTo>
                    <a:pt x="14853" y="222057"/>
                  </a:lnTo>
                  <a:lnTo>
                    <a:pt x="21305" y="264533"/>
                  </a:lnTo>
                  <a:lnTo>
                    <a:pt x="21842" y="261845"/>
                  </a:lnTo>
                  <a:lnTo>
                    <a:pt x="22136" y="258232"/>
                  </a:lnTo>
                  <a:lnTo>
                    <a:pt x="22178" y="251091"/>
                  </a:lnTo>
                  <a:lnTo>
                    <a:pt x="21918" y="239918"/>
                  </a:lnTo>
                  <a:lnTo>
                    <a:pt x="21305" y="224208"/>
                  </a:lnTo>
                  <a:lnTo>
                    <a:pt x="20322" y="203785"/>
                  </a:lnTo>
                  <a:lnTo>
                    <a:pt x="19087" y="179783"/>
                  </a:lnTo>
                  <a:lnTo>
                    <a:pt x="17751" y="153664"/>
                  </a:lnTo>
                  <a:lnTo>
                    <a:pt x="15357" y="100846"/>
                  </a:lnTo>
                  <a:lnTo>
                    <a:pt x="13744" y="55211"/>
                  </a:lnTo>
                  <a:lnTo>
                    <a:pt x="12971" y="24581"/>
                  </a:lnTo>
                  <a:lnTo>
                    <a:pt x="13105" y="15457"/>
                  </a:lnTo>
                  <a:lnTo>
                    <a:pt x="13844" y="9358"/>
                  </a:lnTo>
                  <a:lnTo>
                    <a:pt x="15390" y="5376"/>
                  </a:lnTo>
                  <a:lnTo>
                    <a:pt x="18079" y="1075"/>
                  </a:lnTo>
                  <a:lnTo>
                    <a:pt x="23455" y="0"/>
                  </a:lnTo>
                  <a:lnTo>
                    <a:pt x="35284" y="1613"/>
                  </a:lnTo>
                  <a:lnTo>
                    <a:pt x="80986" y="13441"/>
                  </a:lnTo>
                  <a:lnTo>
                    <a:pt x="117010" y="36561"/>
                  </a:lnTo>
                  <a:lnTo>
                    <a:pt x="124873" y="61512"/>
                  </a:lnTo>
                  <a:lnTo>
                    <a:pt x="123462" y="70972"/>
                  </a:lnTo>
                  <a:lnTo>
                    <a:pt x="98191" y="108609"/>
                  </a:lnTo>
                  <a:lnTo>
                    <a:pt x="64545" y="127133"/>
                  </a:lnTo>
                  <a:lnTo>
                    <a:pt x="33133" y="132266"/>
                  </a:lnTo>
                  <a:lnTo>
                    <a:pt x="28832" y="130116"/>
                  </a:lnTo>
                  <a:lnTo>
                    <a:pt x="25606" y="125814"/>
                  </a:lnTo>
                  <a:lnTo>
                    <a:pt x="25606" y="123664"/>
                  </a:lnTo>
                  <a:lnTo>
                    <a:pt x="25606" y="121513"/>
                  </a:lnTo>
                  <a:lnTo>
                    <a:pt x="28832" y="121513"/>
                  </a:lnTo>
                  <a:lnTo>
                    <a:pt x="32058" y="121513"/>
                  </a:lnTo>
                </a:path>
              </a:pathLst>
            </a:custGeom>
            <a:ln w="3674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2009874" y="2639735"/>
              <a:ext cx="842644" cy="255270"/>
            </a:xfrm>
            <a:custGeom>
              <a:avLst/>
              <a:gdLst/>
              <a:ahLst/>
              <a:cxnLst/>
              <a:rect l="l" t="t" r="r" b="b"/>
              <a:pathLst>
                <a:path w="842644" h="255269">
                  <a:moveTo>
                    <a:pt x="70434" y="144095"/>
                  </a:moveTo>
                  <a:lnTo>
                    <a:pt x="70434" y="138718"/>
                  </a:lnTo>
                  <a:lnTo>
                    <a:pt x="70434" y="133342"/>
                  </a:lnTo>
                  <a:lnTo>
                    <a:pt x="66133" y="127427"/>
                  </a:lnTo>
                  <a:lnTo>
                    <a:pt x="62151" y="122991"/>
                  </a:lnTo>
                  <a:lnTo>
                    <a:pt x="56858" y="118959"/>
                  </a:lnTo>
                  <a:lnTo>
                    <a:pt x="50557" y="115934"/>
                  </a:lnTo>
                  <a:lnTo>
                    <a:pt x="43551" y="114523"/>
                  </a:lnTo>
                  <a:lnTo>
                    <a:pt x="36141" y="115237"/>
                  </a:lnTo>
                  <a:lnTo>
                    <a:pt x="3830" y="153101"/>
                  </a:lnTo>
                  <a:lnTo>
                    <a:pt x="0" y="180656"/>
                  </a:lnTo>
                  <a:lnTo>
                    <a:pt x="1596" y="195207"/>
                  </a:lnTo>
                  <a:lnTo>
                    <a:pt x="15054" y="231197"/>
                  </a:lnTo>
                  <a:lnTo>
                    <a:pt x="25539" y="240405"/>
                  </a:lnTo>
                  <a:lnTo>
                    <a:pt x="31235" y="240195"/>
                  </a:lnTo>
                  <a:lnTo>
                    <a:pt x="59563" y="212690"/>
                  </a:lnTo>
                  <a:lnTo>
                    <a:pt x="72787" y="170373"/>
                  </a:lnTo>
                  <a:lnTo>
                    <a:pt x="74736" y="143557"/>
                  </a:lnTo>
                  <a:lnTo>
                    <a:pt x="74736" y="129040"/>
                  </a:lnTo>
                  <a:lnTo>
                    <a:pt x="72585" y="123663"/>
                  </a:lnTo>
                  <a:lnTo>
                    <a:pt x="70972" y="123663"/>
                  </a:lnTo>
                  <a:lnTo>
                    <a:pt x="69359" y="123663"/>
                  </a:lnTo>
                  <a:lnTo>
                    <a:pt x="68284" y="129040"/>
                  </a:lnTo>
                  <a:lnTo>
                    <a:pt x="67208" y="140331"/>
                  </a:lnTo>
                  <a:lnTo>
                    <a:pt x="66477" y="149808"/>
                  </a:lnTo>
                  <a:lnTo>
                    <a:pt x="66200" y="160897"/>
                  </a:lnTo>
                  <a:lnTo>
                    <a:pt x="66830" y="172995"/>
                  </a:lnTo>
                  <a:lnTo>
                    <a:pt x="83868" y="220049"/>
                  </a:lnTo>
                  <a:lnTo>
                    <a:pt x="113095" y="245530"/>
                  </a:lnTo>
                  <a:lnTo>
                    <a:pt x="134955" y="252704"/>
                  </a:lnTo>
                  <a:lnTo>
                    <a:pt x="143557" y="248403"/>
                  </a:lnTo>
                  <a:lnTo>
                    <a:pt x="170441" y="216143"/>
                  </a:lnTo>
                  <a:lnTo>
                    <a:pt x="182160" y="162762"/>
                  </a:lnTo>
                  <a:lnTo>
                    <a:pt x="184614" y="117900"/>
                  </a:lnTo>
                  <a:lnTo>
                    <a:pt x="184487" y="95033"/>
                  </a:lnTo>
                  <a:lnTo>
                    <a:pt x="182270" y="54842"/>
                  </a:lnTo>
                  <a:lnTo>
                    <a:pt x="173667" y="12366"/>
                  </a:lnTo>
                  <a:lnTo>
                    <a:pt x="167215" y="0"/>
                  </a:lnTo>
                  <a:lnTo>
                    <a:pt x="164527" y="537"/>
                  </a:lnTo>
                  <a:lnTo>
                    <a:pt x="161838" y="1075"/>
                  </a:lnTo>
                  <a:lnTo>
                    <a:pt x="159687" y="6452"/>
                  </a:lnTo>
                  <a:lnTo>
                    <a:pt x="159150" y="22044"/>
                  </a:lnTo>
                  <a:lnTo>
                    <a:pt x="159066" y="35586"/>
                  </a:lnTo>
                  <a:lnTo>
                    <a:pt x="159687" y="52557"/>
                  </a:lnTo>
                  <a:lnTo>
                    <a:pt x="163451" y="95167"/>
                  </a:lnTo>
                  <a:lnTo>
                    <a:pt x="170911" y="145103"/>
                  </a:lnTo>
                  <a:lnTo>
                    <a:pt x="181194" y="191410"/>
                  </a:lnTo>
                  <a:lnTo>
                    <a:pt x="198811" y="235339"/>
                  </a:lnTo>
                  <a:lnTo>
                    <a:pt x="216680" y="254855"/>
                  </a:lnTo>
                  <a:lnTo>
                    <a:pt x="222057" y="254855"/>
                  </a:lnTo>
                  <a:lnTo>
                    <a:pt x="227434" y="254855"/>
                  </a:lnTo>
                  <a:lnTo>
                    <a:pt x="252368" y="219974"/>
                  </a:lnTo>
                  <a:lnTo>
                    <a:pt x="265155" y="170752"/>
                  </a:lnTo>
                  <a:lnTo>
                    <a:pt x="266465" y="132392"/>
                  </a:lnTo>
                  <a:lnTo>
                    <a:pt x="265608" y="112910"/>
                  </a:lnTo>
                  <a:lnTo>
                    <a:pt x="260391" y="59832"/>
                  </a:lnTo>
                  <a:lnTo>
                    <a:pt x="254914" y="21288"/>
                  </a:lnTo>
                  <a:lnTo>
                    <a:pt x="250016" y="4301"/>
                  </a:lnTo>
                  <a:lnTo>
                    <a:pt x="248403" y="4301"/>
                  </a:lnTo>
                  <a:lnTo>
                    <a:pt x="246790" y="4301"/>
                  </a:lnTo>
                  <a:lnTo>
                    <a:pt x="245715" y="9677"/>
                  </a:lnTo>
                  <a:lnTo>
                    <a:pt x="246252" y="23119"/>
                  </a:lnTo>
                  <a:lnTo>
                    <a:pt x="246958" y="34654"/>
                  </a:lnTo>
                  <a:lnTo>
                    <a:pt x="252704" y="83876"/>
                  </a:lnTo>
                  <a:lnTo>
                    <a:pt x="259224" y="124403"/>
                  </a:lnTo>
                  <a:lnTo>
                    <a:pt x="266146" y="162913"/>
                  </a:lnTo>
                  <a:lnTo>
                    <a:pt x="274236" y="203818"/>
                  </a:lnTo>
                  <a:lnTo>
                    <a:pt x="284965" y="233348"/>
                  </a:lnTo>
                  <a:lnTo>
                    <a:pt x="288728" y="237650"/>
                  </a:lnTo>
                  <a:lnTo>
                    <a:pt x="294105" y="240876"/>
                  </a:lnTo>
                  <a:lnTo>
                    <a:pt x="305396" y="240338"/>
                  </a:lnTo>
                  <a:lnTo>
                    <a:pt x="314881" y="239170"/>
                  </a:lnTo>
                  <a:lnTo>
                    <a:pt x="351098" y="223670"/>
                  </a:lnTo>
                  <a:lnTo>
                    <a:pt x="385500" y="188209"/>
                  </a:lnTo>
                  <a:lnTo>
                    <a:pt x="396598" y="149875"/>
                  </a:lnTo>
                  <a:lnTo>
                    <a:pt x="395296" y="139357"/>
                  </a:lnTo>
                  <a:lnTo>
                    <a:pt x="372605" y="107533"/>
                  </a:lnTo>
                  <a:lnTo>
                    <a:pt x="367228" y="107533"/>
                  </a:lnTo>
                  <a:lnTo>
                    <a:pt x="361851" y="107533"/>
                  </a:lnTo>
                  <a:lnTo>
                    <a:pt x="346805" y="155520"/>
                  </a:lnTo>
                  <a:lnTo>
                    <a:pt x="348410" y="169903"/>
                  </a:lnTo>
                  <a:lnTo>
                    <a:pt x="367312" y="210505"/>
                  </a:lnTo>
                  <a:lnTo>
                    <a:pt x="401370" y="234020"/>
                  </a:lnTo>
                  <a:lnTo>
                    <a:pt x="414190" y="236104"/>
                  </a:lnTo>
                  <a:lnTo>
                    <a:pt x="426909" y="234961"/>
                  </a:lnTo>
                  <a:lnTo>
                    <a:pt x="460329" y="211976"/>
                  </a:lnTo>
                  <a:lnTo>
                    <a:pt x="480676" y="165535"/>
                  </a:lnTo>
                  <a:lnTo>
                    <a:pt x="486591" y="125235"/>
                  </a:lnTo>
                  <a:lnTo>
                    <a:pt x="461858" y="89253"/>
                  </a:lnTo>
                  <a:lnTo>
                    <a:pt x="456481" y="89253"/>
                  </a:lnTo>
                  <a:lnTo>
                    <a:pt x="448458" y="129166"/>
                  </a:lnTo>
                  <a:lnTo>
                    <a:pt x="472611" y="159150"/>
                  </a:lnTo>
                  <a:lnTo>
                    <a:pt x="515759" y="149035"/>
                  </a:lnTo>
                  <a:lnTo>
                    <a:pt x="545735" y="109684"/>
                  </a:lnTo>
                  <a:lnTo>
                    <a:pt x="546810" y="101081"/>
                  </a:lnTo>
                  <a:lnTo>
                    <a:pt x="545196" y="99468"/>
                  </a:lnTo>
                  <a:lnTo>
                    <a:pt x="543584" y="97855"/>
                  </a:lnTo>
                  <a:lnTo>
                    <a:pt x="539282" y="103232"/>
                  </a:lnTo>
                  <a:lnTo>
                    <a:pt x="536594" y="114523"/>
                  </a:lnTo>
                  <a:lnTo>
                    <a:pt x="534931" y="124008"/>
                  </a:lnTo>
                  <a:lnTo>
                    <a:pt x="534174" y="135156"/>
                  </a:lnTo>
                  <a:lnTo>
                    <a:pt x="534628" y="147413"/>
                  </a:lnTo>
                  <a:lnTo>
                    <a:pt x="545062" y="185160"/>
                  </a:lnTo>
                  <a:lnTo>
                    <a:pt x="568316" y="218293"/>
                  </a:lnTo>
                  <a:lnTo>
                    <a:pt x="574231" y="219906"/>
                  </a:lnTo>
                  <a:lnTo>
                    <a:pt x="580145" y="221519"/>
                  </a:lnTo>
                  <a:lnTo>
                    <a:pt x="586597" y="221519"/>
                  </a:lnTo>
                  <a:lnTo>
                    <a:pt x="593587" y="217218"/>
                  </a:lnTo>
                  <a:lnTo>
                    <a:pt x="617118" y="173868"/>
                  </a:lnTo>
                  <a:lnTo>
                    <a:pt x="623697" y="128502"/>
                  </a:lnTo>
                  <a:lnTo>
                    <a:pt x="624973" y="106525"/>
                  </a:lnTo>
                  <a:lnTo>
                    <a:pt x="624831" y="98334"/>
                  </a:lnTo>
                  <a:lnTo>
                    <a:pt x="624234" y="91403"/>
                  </a:lnTo>
                  <a:lnTo>
                    <a:pt x="623159" y="82801"/>
                  </a:lnTo>
                  <a:lnTo>
                    <a:pt x="621008" y="76349"/>
                  </a:lnTo>
                  <a:lnTo>
                    <a:pt x="618858" y="76349"/>
                  </a:lnTo>
                  <a:lnTo>
                    <a:pt x="616707" y="76349"/>
                  </a:lnTo>
                  <a:lnTo>
                    <a:pt x="614556" y="82801"/>
                  </a:lnTo>
                  <a:lnTo>
                    <a:pt x="614018" y="101081"/>
                  </a:lnTo>
                  <a:lnTo>
                    <a:pt x="613892" y="116657"/>
                  </a:lnTo>
                  <a:lnTo>
                    <a:pt x="614220" y="134551"/>
                  </a:lnTo>
                  <a:lnTo>
                    <a:pt x="616446" y="181488"/>
                  </a:lnTo>
                  <a:lnTo>
                    <a:pt x="623159" y="220444"/>
                  </a:lnTo>
                  <a:lnTo>
                    <a:pt x="625309" y="222595"/>
                  </a:lnTo>
                  <a:lnTo>
                    <a:pt x="625309" y="217218"/>
                  </a:lnTo>
                  <a:lnTo>
                    <a:pt x="629073" y="199475"/>
                  </a:lnTo>
                  <a:lnTo>
                    <a:pt x="642985" y="147077"/>
                  </a:lnTo>
                  <a:lnTo>
                    <a:pt x="663887" y="100745"/>
                  </a:lnTo>
                  <a:lnTo>
                    <a:pt x="690905" y="74198"/>
                  </a:lnTo>
                  <a:lnTo>
                    <a:pt x="695207" y="75811"/>
                  </a:lnTo>
                  <a:lnTo>
                    <a:pt x="710799" y="120505"/>
                  </a:lnTo>
                  <a:lnTo>
                    <a:pt x="713219" y="135165"/>
                  </a:lnTo>
                  <a:lnTo>
                    <a:pt x="715638" y="149472"/>
                  </a:lnTo>
                  <a:lnTo>
                    <a:pt x="726929" y="191410"/>
                  </a:lnTo>
                  <a:lnTo>
                    <a:pt x="743597" y="207540"/>
                  </a:lnTo>
                  <a:lnTo>
                    <a:pt x="747503" y="207422"/>
                  </a:lnTo>
                  <a:lnTo>
                    <a:pt x="775252" y="160897"/>
                  </a:lnTo>
                  <a:lnTo>
                    <a:pt x="793642" y="109718"/>
                  </a:lnTo>
                  <a:lnTo>
                    <a:pt x="802740" y="61294"/>
                  </a:lnTo>
                  <a:lnTo>
                    <a:pt x="798439" y="54842"/>
                  </a:lnTo>
                  <a:lnTo>
                    <a:pt x="794138" y="59143"/>
                  </a:lnTo>
                  <a:lnTo>
                    <a:pt x="789299" y="98931"/>
                  </a:lnTo>
                  <a:lnTo>
                    <a:pt x="802203" y="144095"/>
                  </a:lnTo>
                  <a:lnTo>
                    <a:pt x="826936" y="176355"/>
                  </a:lnTo>
                  <a:lnTo>
                    <a:pt x="841453" y="188184"/>
                  </a:lnTo>
                  <a:lnTo>
                    <a:pt x="841990" y="190872"/>
                  </a:lnTo>
                  <a:lnTo>
                    <a:pt x="795146" y="200685"/>
                  </a:lnTo>
                  <a:lnTo>
                    <a:pt x="778403" y="202987"/>
                  </a:lnTo>
                  <a:lnTo>
                    <a:pt x="760802" y="205389"/>
                  </a:lnTo>
                </a:path>
              </a:pathLst>
            </a:custGeom>
            <a:ln w="3674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2125474" y="2680597"/>
              <a:ext cx="219710" cy="32384"/>
            </a:xfrm>
            <a:custGeom>
              <a:avLst/>
              <a:gdLst/>
              <a:ahLst/>
              <a:cxnLst/>
              <a:rect l="l" t="t" r="r" b="b"/>
              <a:pathLst>
                <a:path w="219710" h="32385">
                  <a:moveTo>
                    <a:pt x="0" y="32260"/>
                  </a:moveTo>
                  <a:lnTo>
                    <a:pt x="51414" y="25875"/>
                  </a:lnTo>
                  <a:lnTo>
                    <a:pt x="101619" y="19893"/>
                  </a:lnTo>
                  <a:lnTo>
                    <a:pt x="125755" y="17163"/>
                  </a:lnTo>
                  <a:lnTo>
                    <a:pt x="148329" y="14584"/>
                  </a:lnTo>
                  <a:lnTo>
                    <a:pt x="197442" y="7258"/>
                  </a:lnTo>
                  <a:lnTo>
                    <a:pt x="213538" y="2419"/>
                  </a:lnTo>
                  <a:lnTo>
                    <a:pt x="219369" y="0"/>
                  </a:lnTo>
                </a:path>
              </a:pathLst>
            </a:custGeom>
            <a:ln w="3674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/>
          <p:cNvSpPr/>
          <p:nvPr/>
        </p:nvSpPr>
        <p:spPr>
          <a:xfrm>
            <a:off x="2999726" y="2638660"/>
            <a:ext cx="16510" cy="36830"/>
          </a:xfrm>
          <a:custGeom>
            <a:avLst/>
            <a:gdLst/>
            <a:ahLst/>
            <a:cxnLst/>
            <a:rect l="l" t="t" r="r" b="b"/>
            <a:pathLst>
              <a:path w="16510" h="36830">
                <a:moveTo>
                  <a:pt x="16130" y="12904"/>
                </a:moveTo>
                <a:lnTo>
                  <a:pt x="16130" y="7527"/>
                </a:lnTo>
                <a:lnTo>
                  <a:pt x="16130" y="2150"/>
                </a:lnTo>
                <a:lnTo>
                  <a:pt x="13979" y="1075"/>
                </a:lnTo>
                <a:lnTo>
                  <a:pt x="11828" y="0"/>
                </a:lnTo>
                <a:lnTo>
                  <a:pt x="7527" y="3225"/>
                </a:lnTo>
                <a:lnTo>
                  <a:pt x="4839" y="7527"/>
                </a:lnTo>
                <a:lnTo>
                  <a:pt x="2150" y="11828"/>
                </a:lnTo>
                <a:lnTo>
                  <a:pt x="1075" y="17205"/>
                </a:lnTo>
                <a:lnTo>
                  <a:pt x="537" y="23119"/>
                </a:lnTo>
                <a:lnTo>
                  <a:pt x="0" y="29034"/>
                </a:lnTo>
                <a:lnTo>
                  <a:pt x="0" y="35486"/>
                </a:lnTo>
                <a:lnTo>
                  <a:pt x="1075" y="36023"/>
                </a:lnTo>
                <a:lnTo>
                  <a:pt x="2150" y="36561"/>
                </a:lnTo>
                <a:lnTo>
                  <a:pt x="4301" y="31184"/>
                </a:lnTo>
                <a:lnTo>
                  <a:pt x="5914" y="25808"/>
                </a:lnTo>
                <a:lnTo>
                  <a:pt x="7527" y="20431"/>
                </a:lnTo>
                <a:lnTo>
                  <a:pt x="8602" y="15054"/>
                </a:lnTo>
                <a:lnTo>
                  <a:pt x="7527" y="13979"/>
                </a:lnTo>
                <a:lnTo>
                  <a:pt x="6452" y="12904"/>
                </a:lnTo>
                <a:lnTo>
                  <a:pt x="3226" y="16130"/>
                </a:lnTo>
                <a:lnTo>
                  <a:pt x="0" y="19356"/>
                </a:lnTo>
              </a:path>
            </a:pathLst>
          </a:custGeom>
          <a:ln w="36749">
            <a:solidFill>
              <a:srgbClr val="0042A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999726" y="2774152"/>
            <a:ext cx="24130" cy="29209"/>
          </a:xfrm>
          <a:custGeom>
            <a:avLst/>
            <a:gdLst/>
            <a:ahLst/>
            <a:cxnLst/>
            <a:rect l="l" t="t" r="r" b="b"/>
            <a:pathLst>
              <a:path w="24130" h="29210">
                <a:moveTo>
                  <a:pt x="19356" y="0"/>
                </a:moveTo>
                <a:lnTo>
                  <a:pt x="13979" y="2150"/>
                </a:lnTo>
                <a:lnTo>
                  <a:pt x="8602" y="4301"/>
                </a:lnTo>
                <a:lnTo>
                  <a:pt x="5914" y="8065"/>
                </a:lnTo>
                <a:lnTo>
                  <a:pt x="3226" y="11828"/>
                </a:lnTo>
                <a:lnTo>
                  <a:pt x="3226" y="17205"/>
                </a:lnTo>
                <a:lnTo>
                  <a:pt x="5914" y="19356"/>
                </a:lnTo>
                <a:lnTo>
                  <a:pt x="8602" y="21506"/>
                </a:lnTo>
                <a:lnTo>
                  <a:pt x="13979" y="20431"/>
                </a:lnTo>
                <a:lnTo>
                  <a:pt x="17743" y="16667"/>
                </a:lnTo>
                <a:lnTo>
                  <a:pt x="21506" y="12904"/>
                </a:lnTo>
                <a:lnTo>
                  <a:pt x="23657" y="6452"/>
                </a:lnTo>
                <a:lnTo>
                  <a:pt x="22044" y="3763"/>
                </a:lnTo>
                <a:lnTo>
                  <a:pt x="20431" y="1075"/>
                </a:lnTo>
                <a:lnTo>
                  <a:pt x="15054" y="2150"/>
                </a:lnTo>
                <a:lnTo>
                  <a:pt x="10753" y="4839"/>
                </a:lnTo>
                <a:lnTo>
                  <a:pt x="6452" y="7527"/>
                </a:lnTo>
                <a:lnTo>
                  <a:pt x="3226" y="11828"/>
                </a:lnTo>
                <a:lnTo>
                  <a:pt x="1613" y="16130"/>
                </a:lnTo>
                <a:lnTo>
                  <a:pt x="0" y="20431"/>
                </a:lnTo>
                <a:lnTo>
                  <a:pt x="0" y="24732"/>
                </a:lnTo>
                <a:lnTo>
                  <a:pt x="0" y="29034"/>
                </a:lnTo>
              </a:path>
            </a:pathLst>
          </a:custGeom>
          <a:ln w="36749">
            <a:solidFill>
              <a:srgbClr val="0042A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3241676" y="2635432"/>
            <a:ext cx="20955" cy="40005"/>
          </a:xfrm>
          <a:custGeom>
            <a:avLst/>
            <a:gdLst/>
            <a:ahLst/>
            <a:cxnLst/>
            <a:rect l="l" t="t" r="r" b="b"/>
            <a:pathLst>
              <a:path w="20954" h="40005">
                <a:moveTo>
                  <a:pt x="16130" y="12904"/>
                </a:moveTo>
                <a:lnTo>
                  <a:pt x="17205" y="7527"/>
                </a:lnTo>
                <a:lnTo>
                  <a:pt x="18280" y="2150"/>
                </a:lnTo>
                <a:lnTo>
                  <a:pt x="16667" y="1075"/>
                </a:lnTo>
                <a:lnTo>
                  <a:pt x="0" y="29034"/>
                </a:lnTo>
                <a:lnTo>
                  <a:pt x="0" y="35486"/>
                </a:lnTo>
                <a:lnTo>
                  <a:pt x="2688" y="37636"/>
                </a:lnTo>
                <a:lnTo>
                  <a:pt x="5376" y="39787"/>
                </a:lnTo>
                <a:lnTo>
                  <a:pt x="10753" y="37636"/>
                </a:lnTo>
                <a:lnTo>
                  <a:pt x="14517" y="33873"/>
                </a:lnTo>
                <a:lnTo>
                  <a:pt x="18280" y="30109"/>
                </a:lnTo>
                <a:lnTo>
                  <a:pt x="20431" y="24732"/>
                </a:lnTo>
                <a:lnTo>
                  <a:pt x="19893" y="19893"/>
                </a:lnTo>
                <a:lnTo>
                  <a:pt x="19355" y="15054"/>
                </a:lnTo>
                <a:lnTo>
                  <a:pt x="16129" y="10753"/>
                </a:lnTo>
                <a:lnTo>
                  <a:pt x="13979" y="11828"/>
                </a:lnTo>
                <a:lnTo>
                  <a:pt x="11828" y="12904"/>
                </a:lnTo>
                <a:lnTo>
                  <a:pt x="10753" y="19356"/>
                </a:lnTo>
                <a:lnTo>
                  <a:pt x="9678" y="25808"/>
                </a:lnTo>
              </a:path>
            </a:pathLst>
          </a:custGeom>
          <a:ln w="36749">
            <a:solidFill>
              <a:srgbClr val="0042A9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6" name="object 5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207172" y="2759002"/>
            <a:ext cx="74454" cy="120626"/>
          </a:xfrm>
          <a:prstGeom prst="rect">
            <a:avLst/>
          </a:prstGeom>
        </p:spPr>
      </p:pic>
      <p:grpSp>
        <p:nvGrpSpPr>
          <p:cNvPr id="57" name="object 57"/>
          <p:cNvGrpSpPr/>
          <p:nvPr/>
        </p:nvGrpSpPr>
        <p:grpSpPr>
          <a:xfrm>
            <a:off x="3387828" y="2556839"/>
            <a:ext cx="572770" cy="329565"/>
            <a:chOff x="3387828" y="2556839"/>
            <a:chExt cx="572770" cy="329565"/>
          </a:xfrm>
        </p:grpSpPr>
        <p:pic>
          <p:nvPicPr>
            <p:cNvPr id="58" name="object 5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387828" y="2766531"/>
              <a:ext cx="71160" cy="96968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500739" y="2556839"/>
              <a:ext cx="342145" cy="227084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871731" y="2746099"/>
              <a:ext cx="88643" cy="139982"/>
            </a:xfrm>
            <a:prstGeom prst="rect">
              <a:avLst/>
            </a:prstGeom>
          </p:spPr>
        </p:pic>
      </p:grpSp>
      <p:sp>
        <p:nvSpPr>
          <p:cNvPr id="61" name="object 61"/>
          <p:cNvSpPr/>
          <p:nvPr/>
        </p:nvSpPr>
        <p:spPr>
          <a:xfrm>
            <a:off x="4108400" y="2541879"/>
            <a:ext cx="17780" cy="266065"/>
          </a:xfrm>
          <a:custGeom>
            <a:avLst/>
            <a:gdLst/>
            <a:ahLst/>
            <a:cxnLst/>
            <a:rect l="l" t="t" r="r" b="b"/>
            <a:pathLst>
              <a:path w="17779" h="266064">
                <a:moveTo>
                  <a:pt x="4301" y="0"/>
                </a:moveTo>
                <a:lnTo>
                  <a:pt x="2722" y="20246"/>
                </a:lnTo>
                <a:lnTo>
                  <a:pt x="1344" y="40997"/>
                </a:lnTo>
                <a:lnTo>
                  <a:pt x="369" y="62756"/>
                </a:lnTo>
                <a:lnTo>
                  <a:pt x="0" y="86027"/>
                </a:lnTo>
                <a:lnTo>
                  <a:pt x="361" y="111011"/>
                </a:lnTo>
                <a:lnTo>
                  <a:pt x="2495" y="161788"/>
                </a:lnTo>
                <a:lnTo>
                  <a:pt x="4881" y="205137"/>
                </a:lnTo>
                <a:lnTo>
                  <a:pt x="7527" y="247328"/>
                </a:lnTo>
                <a:lnTo>
                  <a:pt x="9678" y="265608"/>
                </a:lnTo>
                <a:lnTo>
                  <a:pt x="10215" y="265608"/>
                </a:lnTo>
                <a:lnTo>
                  <a:pt x="10753" y="265608"/>
                </a:lnTo>
                <a:lnTo>
                  <a:pt x="10753" y="260232"/>
                </a:lnTo>
                <a:lnTo>
                  <a:pt x="11828" y="253780"/>
                </a:lnTo>
                <a:lnTo>
                  <a:pt x="12904" y="247328"/>
                </a:lnTo>
                <a:lnTo>
                  <a:pt x="15054" y="239800"/>
                </a:lnTo>
                <a:lnTo>
                  <a:pt x="17205" y="232273"/>
                </a:lnTo>
              </a:path>
            </a:pathLst>
          </a:custGeom>
          <a:ln w="36749">
            <a:solidFill>
              <a:srgbClr val="0042A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4227091" y="2521447"/>
            <a:ext cx="5080" cy="278765"/>
          </a:xfrm>
          <a:custGeom>
            <a:avLst/>
            <a:gdLst/>
            <a:ahLst/>
            <a:cxnLst/>
            <a:rect l="l" t="t" r="r" b="b"/>
            <a:pathLst>
              <a:path w="5079" h="278764">
                <a:moveTo>
                  <a:pt x="1747" y="20431"/>
                </a:moveTo>
                <a:lnTo>
                  <a:pt x="2822" y="11828"/>
                </a:lnTo>
                <a:lnTo>
                  <a:pt x="3898" y="3226"/>
                </a:lnTo>
                <a:lnTo>
                  <a:pt x="4435" y="1613"/>
                </a:lnTo>
                <a:lnTo>
                  <a:pt x="4973" y="0"/>
                </a:lnTo>
                <a:lnTo>
                  <a:pt x="4973" y="5376"/>
                </a:lnTo>
                <a:lnTo>
                  <a:pt x="3898" y="23657"/>
                </a:lnTo>
                <a:lnTo>
                  <a:pt x="2931" y="39695"/>
                </a:lnTo>
                <a:lnTo>
                  <a:pt x="1814" y="60017"/>
                </a:lnTo>
                <a:lnTo>
                  <a:pt x="798" y="84069"/>
                </a:lnTo>
                <a:lnTo>
                  <a:pt x="134" y="111297"/>
                </a:lnTo>
                <a:lnTo>
                  <a:pt x="0" y="140877"/>
                </a:lnTo>
                <a:lnTo>
                  <a:pt x="268" y="170911"/>
                </a:lnTo>
                <a:lnTo>
                  <a:pt x="739" y="199231"/>
                </a:lnTo>
                <a:lnTo>
                  <a:pt x="1209" y="223670"/>
                </a:lnTo>
                <a:lnTo>
                  <a:pt x="1520" y="242673"/>
                </a:lnTo>
                <a:lnTo>
                  <a:pt x="1680" y="257140"/>
                </a:lnTo>
                <a:lnTo>
                  <a:pt x="1739" y="268582"/>
                </a:lnTo>
                <a:lnTo>
                  <a:pt x="1747" y="278512"/>
                </a:lnTo>
              </a:path>
            </a:pathLst>
          </a:custGeom>
          <a:ln w="36749">
            <a:solidFill>
              <a:srgbClr val="0042A9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3" name="object 6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4320148" y="2713839"/>
            <a:ext cx="71160" cy="120626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497579" y="2480490"/>
            <a:ext cx="65784" cy="89441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4613716" y="2476188"/>
            <a:ext cx="72236" cy="90516"/>
          </a:xfrm>
          <a:prstGeom prst="rect">
            <a:avLst/>
          </a:prstGeom>
        </p:spPr>
      </p:pic>
      <p:sp>
        <p:nvSpPr>
          <p:cNvPr id="66" name="object 66"/>
          <p:cNvSpPr/>
          <p:nvPr/>
        </p:nvSpPr>
        <p:spPr>
          <a:xfrm>
            <a:off x="4754679" y="2707481"/>
            <a:ext cx="26670" cy="66675"/>
          </a:xfrm>
          <a:custGeom>
            <a:avLst/>
            <a:gdLst/>
            <a:ahLst/>
            <a:cxnLst/>
            <a:rect l="l" t="t" r="r" b="b"/>
            <a:pathLst>
              <a:path w="26670" h="66675">
                <a:moveTo>
                  <a:pt x="22582" y="11828"/>
                </a:moveTo>
                <a:lnTo>
                  <a:pt x="21506" y="6452"/>
                </a:lnTo>
                <a:lnTo>
                  <a:pt x="20431" y="1075"/>
                </a:lnTo>
                <a:lnTo>
                  <a:pt x="21506" y="537"/>
                </a:lnTo>
                <a:lnTo>
                  <a:pt x="22582" y="0"/>
                </a:lnTo>
                <a:lnTo>
                  <a:pt x="25808" y="4301"/>
                </a:lnTo>
                <a:lnTo>
                  <a:pt x="26345" y="12366"/>
                </a:lnTo>
                <a:lnTo>
                  <a:pt x="26245" y="19028"/>
                </a:lnTo>
                <a:lnTo>
                  <a:pt x="10955" y="55111"/>
                </a:lnTo>
                <a:lnTo>
                  <a:pt x="5603" y="60991"/>
                </a:lnTo>
                <a:lnTo>
                  <a:pt x="0" y="66671"/>
                </a:lnTo>
              </a:path>
            </a:pathLst>
          </a:custGeom>
          <a:ln w="36749">
            <a:solidFill>
              <a:srgbClr val="0042A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7" name="object 67"/>
          <p:cNvGrpSpPr/>
          <p:nvPr/>
        </p:nvGrpSpPr>
        <p:grpSpPr>
          <a:xfrm>
            <a:off x="4991160" y="2440703"/>
            <a:ext cx="196215" cy="361950"/>
            <a:chOff x="4991160" y="2440703"/>
            <a:chExt cx="196215" cy="361950"/>
          </a:xfrm>
        </p:grpSpPr>
        <p:pic>
          <p:nvPicPr>
            <p:cNvPr id="68" name="object 6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991160" y="2498770"/>
              <a:ext cx="195900" cy="218482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5074055" y="2459078"/>
              <a:ext cx="16510" cy="325120"/>
            </a:xfrm>
            <a:custGeom>
              <a:avLst/>
              <a:gdLst/>
              <a:ahLst/>
              <a:cxnLst/>
              <a:rect l="l" t="t" r="r" b="b"/>
              <a:pathLst>
                <a:path w="16510" h="325119">
                  <a:moveTo>
                    <a:pt x="0" y="15054"/>
                  </a:moveTo>
                  <a:lnTo>
                    <a:pt x="3226" y="7527"/>
                  </a:lnTo>
                  <a:lnTo>
                    <a:pt x="6452" y="0"/>
                  </a:lnTo>
                  <a:lnTo>
                    <a:pt x="7527" y="2150"/>
                  </a:lnTo>
                  <a:lnTo>
                    <a:pt x="7972" y="5595"/>
                  </a:lnTo>
                  <a:lnTo>
                    <a:pt x="7863" y="12769"/>
                  </a:lnTo>
                  <a:lnTo>
                    <a:pt x="7451" y="23775"/>
                  </a:lnTo>
                  <a:lnTo>
                    <a:pt x="6989" y="38712"/>
                  </a:lnTo>
                  <a:lnTo>
                    <a:pt x="6695" y="57572"/>
                  </a:lnTo>
                  <a:lnTo>
                    <a:pt x="6653" y="79911"/>
                  </a:lnTo>
                  <a:lnTo>
                    <a:pt x="6914" y="105173"/>
                  </a:lnTo>
                  <a:lnTo>
                    <a:pt x="7527" y="132804"/>
                  </a:lnTo>
                  <a:lnTo>
                    <a:pt x="8501" y="162073"/>
                  </a:lnTo>
                  <a:lnTo>
                    <a:pt x="9678" y="191544"/>
                  </a:lnTo>
                  <a:lnTo>
                    <a:pt x="10854" y="219604"/>
                  </a:lnTo>
                  <a:lnTo>
                    <a:pt x="11828" y="244639"/>
                  </a:lnTo>
                  <a:lnTo>
                    <a:pt x="12450" y="265407"/>
                  </a:lnTo>
                  <a:lnTo>
                    <a:pt x="12769" y="282142"/>
                  </a:lnTo>
                  <a:lnTo>
                    <a:pt x="12887" y="295449"/>
                  </a:lnTo>
                  <a:lnTo>
                    <a:pt x="12904" y="305934"/>
                  </a:lnTo>
                  <a:lnTo>
                    <a:pt x="12904" y="318300"/>
                  </a:lnTo>
                  <a:lnTo>
                    <a:pt x="12904" y="324752"/>
                  </a:lnTo>
                  <a:lnTo>
                    <a:pt x="13441" y="324214"/>
                  </a:lnTo>
                  <a:lnTo>
                    <a:pt x="13979" y="323677"/>
                  </a:lnTo>
                  <a:lnTo>
                    <a:pt x="15054" y="316149"/>
                  </a:lnTo>
                  <a:lnTo>
                    <a:pt x="16130" y="308622"/>
                  </a:lnTo>
                </a:path>
              </a:pathLst>
            </a:custGeom>
            <a:ln w="3674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0" name="object 70"/>
          <p:cNvGrpSpPr/>
          <p:nvPr/>
        </p:nvGrpSpPr>
        <p:grpSpPr>
          <a:xfrm>
            <a:off x="5262683" y="2482641"/>
            <a:ext cx="264160" cy="264795"/>
            <a:chOff x="5262683" y="2482641"/>
            <a:chExt cx="264160" cy="264795"/>
          </a:xfrm>
        </p:grpSpPr>
        <p:pic>
          <p:nvPicPr>
            <p:cNvPr id="71" name="object 7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262683" y="2482641"/>
              <a:ext cx="120088" cy="237930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5416014" y="2506392"/>
              <a:ext cx="92075" cy="222885"/>
            </a:xfrm>
            <a:custGeom>
              <a:avLst/>
              <a:gdLst/>
              <a:ahLst/>
              <a:cxnLst/>
              <a:rect l="l" t="t" r="r" b="b"/>
              <a:pathLst>
                <a:path w="92075" h="222885">
                  <a:moveTo>
                    <a:pt x="19355" y="0"/>
                  </a:moveTo>
                  <a:lnTo>
                    <a:pt x="49196" y="34007"/>
                  </a:lnTo>
                  <a:lnTo>
                    <a:pt x="74198" y="68821"/>
                  </a:lnTo>
                  <a:lnTo>
                    <a:pt x="89521" y="104643"/>
                  </a:lnTo>
                  <a:lnTo>
                    <a:pt x="92042" y="122277"/>
                  </a:lnTo>
                  <a:lnTo>
                    <a:pt x="90328" y="139256"/>
                  </a:lnTo>
                  <a:lnTo>
                    <a:pt x="62352" y="182958"/>
                  </a:lnTo>
                  <a:lnTo>
                    <a:pt x="24329" y="210564"/>
                  </a:lnTo>
                  <a:lnTo>
                    <a:pt x="12114" y="216857"/>
                  </a:lnTo>
                  <a:lnTo>
                    <a:pt x="0" y="222595"/>
                  </a:lnTo>
                </a:path>
              </a:pathLst>
            </a:custGeom>
            <a:ln w="3674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3" name="object 73"/>
          <p:cNvGrpSpPr/>
          <p:nvPr/>
        </p:nvGrpSpPr>
        <p:grpSpPr>
          <a:xfrm>
            <a:off x="1831812" y="3177310"/>
            <a:ext cx="841375" cy="309880"/>
            <a:chOff x="1831812" y="3177310"/>
            <a:chExt cx="841375" cy="309880"/>
          </a:xfrm>
        </p:grpSpPr>
        <p:sp>
          <p:nvSpPr>
            <p:cNvPr id="74" name="object 74"/>
            <p:cNvSpPr/>
            <p:nvPr/>
          </p:nvSpPr>
          <p:spPr>
            <a:xfrm>
              <a:off x="1850187" y="3195685"/>
              <a:ext cx="139065" cy="273685"/>
            </a:xfrm>
            <a:custGeom>
              <a:avLst/>
              <a:gdLst/>
              <a:ahLst/>
              <a:cxnLst/>
              <a:rect l="l" t="t" r="r" b="b"/>
              <a:pathLst>
                <a:path w="139064" h="273685">
                  <a:moveTo>
                    <a:pt x="107533" y="10753"/>
                  </a:moveTo>
                  <a:lnTo>
                    <a:pt x="107533" y="5376"/>
                  </a:lnTo>
                  <a:lnTo>
                    <a:pt x="107533" y="0"/>
                  </a:lnTo>
                  <a:lnTo>
                    <a:pt x="105383" y="2150"/>
                  </a:lnTo>
                  <a:lnTo>
                    <a:pt x="84178" y="51599"/>
                  </a:lnTo>
                  <a:lnTo>
                    <a:pt x="68183" y="94445"/>
                  </a:lnTo>
                  <a:lnTo>
                    <a:pt x="51339" y="142516"/>
                  </a:lnTo>
                  <a:lnTo>
                    <a:pt x="43349" y="166139"/>
                  </a:lnTo>
                  <a:lnTo>
                    <a:pt x="35864" y="188150"/>
                  </a:lnTo>
                  <a:lnTo>
                    <a:pt x="17675" y="236507"/>
                  </a:lnTo>
                  <a:lnTo>
                    <a:pt x="1075" y="272060"/>
                  </a:lnTo>
                  <a:lnTo>
                    <a:pt x="537" y="272598"/>
                  </a:lnTo>
                  <a:lnTo>
                    <a:pt x="0" y="273136"/>
                  </a:lnTo>
                  <a:lnTo>
                    <a:pt x="2150" y="267759"/>
                  </a:lnTo>
                  <a:lnTo>
                    <a:pt x="9140" y="251629"/>
                  </a:lnTo>
                  <a:lnTo>
                    <a:pt x="15180" y="237700"/>
                  </a:lnTo>
                  <a:lnTo>
                    <a:pt x="22380" y="220847"/>
                  </a:lnTo>
                  <a:lnTo>
                    <a:pt x="37636" y="182807"/>
                  </a:lnTo>
                  <a:lnTo>
                    <a:pt x="50877" y="144902"/>
                  </a:lnTo>
                  <a:lnTo>
                    <a:pt x="56917" y="126554"/>
                  </a:lnTo>
                  <a:lnTo>
                    <a:pt x="62907" y="108609"/>
                  </a:lnTo>
                  <a:lnTo>
                    <a:pt x="80826" y="59916"/>
                  </a:lnTo>
                  <a:lnTo>
                    <a:pt x="98931" y="23657"/>
                  </a:lnTo>
                  <a:lnTo>
                    <a:pt x="101081" y="22582"/>
                  </a:lnTo>
                  <a:lnTo>
                    <a:pt x="101081" y="27958"/>
                  </a:lnTo>
                  <a:lnTo>
                    <a:pt x="103232" y="40862"/>
                  </a:lnTo>
                  <a:lnTo>
                    <a:pt x="105232" y="51944"/>
                  </a:lnTo>
                  <a:lnTo>
                    <a:pt x="107937" y="65797"/>
                  </a:lnTo>
                  <a:lnTo>
                    <a:pt x="111247" y="82372"/>
                  </a:lnTo>
                  <a:lnTo>
                    <a:pt x="115061" y="101619"/>
                  </a:lnTo>
                  <a:lnTo>
                    <a:pt x="123462" y="146044"/>
                  </a:lnTo>
                  <a:lnTo>
                    <a:pt x="130653" y="189259"/>
                  </a:lnTo>
                  <a:lnTo>
                    <a:pt x="135719" y="234625"/>
                  </a:lnTo>
                  <a:lnTo>
                    <a:pt x="136568" y="245177"/>
                  </a:lnTo>
                  <a:lnTo>
                    <a:pt x="137643" y="258081"/>
                  </a:lnTo>
                  <a:lnTo>
                    <a:pt x="138718" y="266684"/>
                  </a:lnTo>
                  <a:lnTo>
                    <a:pt x="138181" y="266146"/>
                  </a:lnTo>
                  <a:lnTo>
                    <a:pt x="137643" y="265608"/>
                  </a:lnTo>
                  <a:lnTo>
                    <a:pt x="135492" y="255930"/>
                  </a:lnTo>
                  <a:lnTo>
                    <a:pt x="133342" y="246252"/>
                  </a:lnTo>
                </a:path>
              </a:pathLst>
            </a:custGeom>
            <a:ln w="3674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1893201" y="3387096"/>
              <a:ext cx="48895" cy="10160"/>
            </a:xfrm>
            <a:custGeom>
              <a:avLst/>
              <a:gdLst/>
              <a:ahLst/>
              <a:cxnLst/>
              <a:rect l="l" t="t" r="r" b="b"/>
              <a:pathLst>
                <a:path w="48894" h="10160">
                  <a:moveTo>
                    <a:pt x="0" y="9678"/>
                  </a:moveTo>
                  <a:lnTo>
                    <a:pt x="39577" y="25"/>
                  </a:lnTo>
                  <a:lnTo>
                    <a:pt x="48390" y="0"/>
                  </a:lnTo>
                </a:path>
              </a:pathLst>
            </a:custGeom>
            <a:ln w="3674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2046974" y="3210740"/>
              <a:ext cx="607695" cy="257175"/>
            </a:xfrm>
            <a:custGeom>
              <a:avLst/>
              <a:gdLst/>
              <a:ahLst/>
              <a:cxnLst/>
              <a:rect l="l" t="t" r="r" b="b"/>
              <a:pathLst>
                <a:path w="607694" h="257175">
                  <a:moveTo>
                    <a:pt x="49465" y="150547"/>
                  </a:moveTo>
                  <a:lnTo>
                    <a:pt x="49465" y="145170"/>
                  </a:lnTo>
                  <a:lnTo>
                    <a:pt x="49465" y="139794"/>
                  </a:lnTo>
                  <a:lnTo>
                    <a:pt x="48390" y="134417"/>
                  </a:lnTo>
                  <a:lnTo>
                    <a:pt x="5973" y="144859"/>
                  </a:lnTo>
                  <a:lnTo>
                    <a:pt x="0" y="183345"/>
                  </a:lnTo>
                  <a:lnTo>
                    <a:pt x="1890" y="197400"/>
                  </a:lnTo>
                  <a:lnTo>
                    <a:pt x="24195" y="231198"/>
                  </a:lnTo>
                  <a:lnTo>
                    <a:pt x="54439" y="238456"/>
                  </a:lnTo>
                  <a:lnTo>
                    <a:pt x="70770" y="236641"/>
                  </a:lnTo>
                  <a:lnTo>
                    <a:pt x="106122" y="209825"/>
                  </a:lnTo>
                  <a:lnTo>
                    <a:pt x="122714" y="155941"/>
                  </a:lnTo>
                  <a:lnTo>
                    <a:pt x="128948" y="111482"/>
                  </a:lnTo>
                  <a:lnTo>
                    <a:pt x="131384" y="68199"/>
                  </a:lnTo>
                  <a:lnTo>
                    <a:pt x="131258" y="49062"/>
                  </a:lnTo>
                  <a:lnTo>
                    <a:pt x="130426" y="32545"/>
                  </a:lnTo>
                  <a:lnTo>
                    <a:pt x="129040" y="19356"/>
                  </a:lnTo>
                  <a:lnTo>
                    <a:pt x="126890" y="4301"/>
                  </a:lnTo>
                  <a:lnTo>
                    <a:pt x="123664" y="0"/>
                  </a:lnTo>
                  <a:lnTo>
                    <a:pt x="120975" y="537"/>
                  </a:lnTo>
                  <a:lnTo>
                    <a:pt x="118287" y="1075"/>
                  </a:lnTo>
                  <a:lnTo>
                    <a:pt x="111364" y="57597"/>
                  </a:lnTo>
                  <a:lnTo>
                    <a:pt x="111188" y="79835"/>
                  </a:lnTo>
                  <a:lnTo>
                    <a:pt x="112373" y="104845"/>
                  </a:lnTo>
                  <a:lnTo>
                    <a:pt x="119497" y="159150"/>
                  </a:lnTo>
                  <a:lnTo>
                    <a:pt x="130653" y="207002"/>
                  </a:lnTo>
                  <a:lnTo>
                    <a:pt x="148800" y="245412"/>
                  </a:lnTo>
                  <a:lnTo>
                    <a:pt x="161300" y="257006"/>
                  </a:lnTo>
                  <a:lnTo>
                    <a:pt x="166677" y="257006"/>
                  </a:lnTo>
                  <a:lnTo>
                    <a:pt x="195157" y="227123"/>
                  </a:lnTo>
                  <a:lnTo>
                    <a:pt x="211707" y="181597"/>
                  </a:lnTo>
                  <a:lnTo>
                    <a:pt x="219293" y="141373"/>
                  </a:lnTo>
                  <a:lnTo>
                    <a:pt x="211531" y="189957"/>
                  </a:lnTo>
                  <a:lnTo>
                    <a:pt x="232273" y="235499"/>
                  </a:lnTo>
                  <a:lnTo>
                    <a:pt x="243026" y="241413"/>
                  </a:lnTo>
                  <a:lnTo>
                    <a:pt x="248403" y="243026"/>
                  </a:lnTo>
                  <a:lnTo>
                    <a:pt x="279605" y="203558"/>
                  </a:lnTo>
                  <a:lnTo>
                    <a:pt x="292425" y="162510"/>
                  </a:lnTo>
                  <a:lnTo>
                    <a:pt x="297869" y="125814"/>
                  </a:lnTo>
                  <a:lnTo>
                    <a:pt x="297869" y="120437"/>
                  </a:lnTo>
                  <a:lnTo>
                    <a:pt x="297331" y="120437"/>
                  </a:lnTo>
                  <a:lnTo>
                    <a:pt x="296793" y="120437"/>
                  </a:lnTo>
                  <a:lnTo>
                    <a:pt x="295718" y="125814"/>
                  </a:lnTo>
                  <a:lnTo>
                    <a:pt x="296256" y="140869"/>
                  </a:lnTo>
                  <a:lnTo>
                    <a:pt x="297003" y="153748"/>
                  </a:lnTo>
                  <a:lnTo>
                    <a:pt x="305396" y="200550"/>
                  </a:lnTo>
                  <a:lnTo>
                    <a:pt x="324223" y="236238"/>
                  </a:lnTo>
                  <a:lnTo>
                    <a:pt x="341353" y="250352"/>
                  </a:lnTo>
                  <a:lnTo>
                    <a:pt x="346318" y="249688"/>
                  </a:lnTo>
                  <a:lnTo>
                    <a:pt x="376368" y="207540"/>
                  </a:lnTo>
                  <a:lnTo>
                    <a:pt x="389449" y="164594"/>
                  </a:lnTo>
                  <a:lnTo>
                    <a:pt x="394649" y="138718"/>
                  </a:lnTo>
                  <a:lnTo>
                    <a:pt x="394649" y="133342"/>
                  </a:lnTo>
                  <a:lnTo>
                    <a:pt x="360717" y="108718"/>
                  </a:lnTo>
                  <a:lnTo>
                    <a:pt x="344688" y="107113"/>
                  </a:lnTo>
                  <a:lnTo>
                    <a:pt x="336917" y="107399"/>
                  </a:lnTo>
                  <a:lnTo>
                    <a:pt x="309697" y="116674"/>
                  </a:lnTo>
                  <a:lnTo>
                    <a:pt x="309697" y="118287"/>
                  </a:lnTo>
                  <a:lnTo>
                    <a:pt x="315074" y="118287"/>
                  </a:lnTo>
                  <a:lnTo>
                    <a:pt x="333892" y="117749"/>
                  </a:lnTo>
                  <a:lnTo>
                    <a:pt x="350115" y="117262"/>
                  </a:lnTo>
                  <a:lnTo>
                    <a:pt x="368908" y="116674"/>
                  </a:lnTo>
                  <a:lnTo>
                    <a:pt x="387802" y="116086"/>
                  </a:lnTo>
                  <a:lnTo>
                    <a:pt x="404327" y="115598"/>
                  </a:lnTo>
                  <a:lnTo>
                    <a:pt x="416610" y="115321"/>
                  </a:lnTo>
                  <a:lnTo>
                    <a:pt x="425162" y="115397"/>
                  </a:lnTo>
                  <a:lnTo>
                    <a:pt x="449155" y="145305"/>
                  </a:lnTo>
                  <a:lnTo>
                    <a:pt x="449231" y="154932"/>
                  </a:lnTo>
                  <a:lnTo>
                    <a:pt x="448954" y="166677"/>
                  </a:lnTo>
                  <a:lnTo>
                    <a:pt x="447064" y="209699"/>
                  </a:lnTo>
                  <a:lnTo>
                    <a:pt x="444115" y="241951"/>
                  </a:lnTo>
                  <a:lnTo>
                    <a:pt x="443039" y="241951"/>
                  </a:lnTo>
                  <a:lnTo>
                    <a:pt x="441964" y="241951"/>
                  </a:lnTo>
                  <a:lnTo>
                    <a:pt x="448954" y="193090"/>
                  </a:lnTo>
                  <a:lnTo>
                    <a:pt x="470242" y="141709"/>
                  </a:lnTo>
                  <a:lnTo>
                    <a:pt x="500032" y="102694"/>
                  </a:lnTo>
                  <a:lnTo>
                    <a:pt x="520069" y="91580"/>
                  </a:lnTo>
                  <a:lnTo>
                    <a:pt x="524228" y="92479"/>
                  </a:lnTo>
                  <a:lnTo>
                    <a:pt x="532931" y="134022"/>
                  </a:lnTo>
                  <a:lnTo>
                    <a:pt x="533805" y="170533"/>
                  </a:lnTo>
                  <a:lnTo>
                    <a:pt x="534444" y="186571"/>
                  </a:lnTo>
                  <a:lnTo>
                    <a:pt x="549708" y="221897"/>
                  </a:lnTo>
                  <a:lnTo>
                    <a:pt x="564309" y="224939"/>
                  </a:lnTo>
                  <a:lnTo>
                    <a:pt x="572618" y="221519"/>
                  </a:lnTo>
                  <a:lnTo>
                    <a:pt x="581179" y="213656"/>
                  </a:lnTo>
                  <a:lnTo>
                    <a:pt x="589891" y="202163"/>
                  </a:lnTo>
                  <a:lnTo>
                    <a:pt x="598703" y="188251"/>
                  </a:lnTo>
                  <a:lnTo>
                    <a:pt x="607567" y="173129"/>
                  </a:lnTo>
                </a:path>
              </a:pathLst>
            </a:custGeom>
            <a:ln w="3674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7" name="object 7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103873" y="3200968"/>
              <a:ext cx="193749" cy="104496"/>
            </a:xfrm>
            <a:prstGeom prst="rect">
              <a:avLst/>
            </a:prstGeom>
          </p:spPr>
        </p:pic>
      </p:grpSp>
      <p:sp>
        <p:nvSpPr>
          <p:cNvPr id="78" name="object 78"/>
          <p:cNvSpPr/>
          <p:nvPr/>
        </p:nvSpPr>
        <p:spPr>
          <a:xfrm>
            <a:off x="2777130" y="3254829"/>
            <a:ext cx="6985" cy="13335"/>
          </a:xfrm>
          <a:custGeom>
            <a:avLst/>
            <a:gdLst/>
            <a:ahLst/>
            <a:cxnLst/>
            <a:rect l="l" t="t" r="r" b="b"/>
            <a:pathLst>
              <a:path w="6985" h="13335">
                <a:moveTo>
                  <a:pt x="6451" y="12904"/>
                </a:moveTo>
                <a:lnTo>
                  <a:pt x="4301" y="8602"/>
                </a:lnTo>
                <a:lnTo>
                  <a:pt x="2150" y="4301"/>
                </a:lnTo>
                <a:lnTo>
                  <a:pt x="0" y="0"/>
                </a:lnTo>
              </a:path>
            </a:pathLst>
          </a:custGeom>
          <a:ln w="36749">
            <a:solidFill>
              <a:srgbClr val="0042A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2783581" y="3353759"/>
            <a:ext cx="6985" cy="21590"/>
          </a:xfrm>
          <a:custGeom>
            <a:avLst/>
            <a:gdLst/>
            <a:ahLst/>
            <a:cxnLst/>
            <a:rect l="l" t="t" r="r" b="b"/>
            <a:pathLst>
              <a:path w="6985" h="21589">
                <a:moveTo>
                  <a:pt x="3225" y="10753"/>
                </a:moveTo>
                <a:lnTo>
                  <a:pt x="3225" y="5376"/>
                </a:lnTo>
                <a:lnTo>
                  <a:pt x="3225" y="0"/>
                </a:lnTo>
                <a:lnTo>
                  <a:pt x="2688" y="0"/>
                </a:lnTo>
                <a:lnTo>
                  <a:pt x="2150" y="0"/>
                </a:lnTo>
                <a:lnTo>
                  <a:pt x="1075" y="5376"/>
                </a:lnTo>
                <a:lnTo>
                  <a:pt x="537" y="10753"/>
                </a:lnTo>
                <a:lnTo>
                  <a:pt x="0" y="16130"/>
                </a:lnTo>
                <a:lnTo>
                  <a:pt x="0" y="21506"/>
                </a:lnTo>
                <a:lnTo>
                  <a:pt x="1075" y="20431"/>
                </a:lnTo>
                <a:lnTo>
                  <a:pt x="2150" y="19356"/>
                </a:lnTo>
                <a:lnTo>
                  <a:pt x="4301" y="11828"/>
                </a:lnTo>
                <a:lnTo>
                  <a:pt x="6452" y="4301"/>
                </a:lnTo>
              </a:path>
            </a:pathLst>
          </a:custGeom>
          <a:ln w="36749">
            <a:solidFill>
              <a:srgbClr val="0042A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0" name="object 80"/>
          <p:cNvGrpSpPr/>
          <p:nvPr/>
        </p:nvGrpSpPr>
        <p:grpSpPr>
          <a:xfrm>
            <a:off x="2999194" y="3133221"/>
            <a:ext cx="1019175" cy="307340"/>
            <a:chOff x="2999194" y="3133221"/>
            <a:chExt cx="1019175" cy="307340"/>
          </a:xfrm>
        </p:grpSpPr>
        <p:sp>
          <p:nvSpPr>
            <p:cNvPr id="81" name="object 81"/>
            <p:cNvSpPr/>
            <p:nvPr/>
          </p:nvSpPr>
          <p:spPr>
            <a:xfrm>
              <a:off x="3017569" y="3170012"/>
              <a:ext cx="126364" cy="252729"/>
            </a:xfrm>
            <a:custGeom>
              <a:avLst/>
              <a:gdLst/>
              <a:ahLst/>
              <a:cxnLst/>
              <a:rect l="l" t="t" r="r" b="b"/>
              <a:pathLst>
                <a:path w="126364" h="252729">
                  <a:moveTo>
                    <a:pt x="107970" y="62235"/>
                  </a:moveTo>
                  <a:lnTo>
                    <a:pt x="110331" y="54170"/>
                  </a:lnTo>
                  <a:lnTo>
                    <a:pt x="112339" y="46105"/>
                  </a:lnTo>
                  <a:lnTo>
                    <a:pt x="113641" y="38040"/>
                  </a:lnTo>
                  <a:lnTo>
                    <a:pt x="113885" y="29975"/>
                  </a:lnTo>
                  <a:lnTo>
                    <a:pt x="112784" y="21993"/>
                  </a:lnTo>
                  <a:lnTo>
                    <a:pt x="87673" y="0"/>
                  </a:lnTo>
                  <a:lnTo>
                    <a:pt x="78684" y="3242"/>
                  </a:lnTo>
                  <a:lnTo>
                    <a:pt x="44391" y="37435"/>
                  </a:lnTo>
                  <a:lnTo>
                    <a:pt x="22792" y="85178"/>
                  </a:lnTo>
                  <a:lnTo>
                    <a:pt x="23624" y="98595"/>
                  </a:lnTo>
                  <a:lnTo>
                    <a:pt x="50045" y="133510"/>
                  </a:lnTo>
                  <a:lnTo>
                    <a:pt x="92916" y="162241"/>
                  </a:lnTo>
                  <a:lnTo>
                    <a:pt x="103484" y="169735"/>
                  </a:lnTo>
                  <a:lnTo>
                    <a:pt x="126251" y="198803"/>
                  </a:lnTo>
                  <a:lnTo>
                    <a:pt x="123025" y="206330"/>
                  </a:lnTo>
                  <a:lnTo>
                    <a:pt x="85749" y="238330"/>
                  </a:lnTo>
                  <a:lnTo>
                    <a:pt x="45601" y="250957"/>
                  </a:lnTo>
                  <a:lnTo>
                    <a:pt x="34486" y="252124"/>
                  </a:lnTo>
                  <a:lnTo>
                    <a:pt x="25236" y="251830"/>
                  </a:lnTo>
                  <a:lnTo>
                    <a:pt x="0" y="224947"/>
                  </a:lnTo>
                  <a:lnTo>
                    <a:pt x="168" y="216546"/>
                  </a:lnTo>
                  <a:lnTo>
                    <a:pt x="739" y="207338"/>
                  </a:lnTo>
                  <a:lnTo>
                    <a:pt x="1512" y="197727"/>
                  </a:lnTo>
                </a:path>
              </a:pathLst>
            </a:custGeom>
            <a:ln w="3674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3197588" y="3288164"/>
              <a:ext cx="418465" cy="132715"/>
            </a:xfrm>
            <a:custGeom>
              <a:avLst/>
              <a:gdLst/>
              <a:ahLst/>
              <a:cxnLst/>
              <a:rect l="l" t="t" r="r" b="b"/>
              <a:pathLst>
                <a:path w="418464" h="132714">
                  <a:moveTo>
                    <a:pt x="79575" y="44088"/>
                  </a:moveTo>
                  <a:lnTo>
                    <a:pt x="62294" y="9014"/>
                  </a:lnTo>
                  <a:lnTo>
                    <a:pt x="43013" y="1075"/>
                  </a:lnTo>
                  <a:lnTo>
                    <a:pt x="35603" y="2108"/>
                  </a:lnTo>
                  <a:lnTo>
                    <a:pt x="8014" y="29294"/>
                  </a:lnTo>
                  <a:lnTo>
                    <a:pt x="0" y="69897"/>
                  </a:lnTo>
                  <a:lnTo>
                    <a:pt x="2133" y="84246"/>
                  </a:lnTo>
                  <a:lnTo>
                    <a:pt x="28840" y="121681"/>
                  </a:lnTo>
                  <a:lnTo>
                    <a:pt x="37704" y="122319"/>
                  </a:lnTo>
                  <a:lnTo>
                    <a:pt x="46667" y="119329"/>
                  </a:lnTo>
                  <a:lnTo>
                    <a:pt x="76701" y="79642"/>
                  </a:lnTo>
                  <a:lnTo>
                    <a:pt x="85497" y="40451"/>
                  </a:lnTo>
                  <a:lnTo>
                    <a:pt x="84951" y="33873"/>
                  </a:lnTo>
                  <a:lnTo>
                    <a:pt x="83876" y="25808"/>
                  </a:lnTo>
                  <a:lnTo>
                    <a:pt x="81725" y="20431"/>
                  </a:lnTo>
                  <a:lnTo>
                    <a:pt x="79037" y="20431"/>
                  </a:lnTo>
                  <a:lnTo>
                    <a:pt x="76349" y="20431"/>
                  </a:lnTo>
                  <a:lnTo>
                    <a:pt x="73123" y="25808"/>
                  </a:lnTo>
                  <a:lnTo>
                    <a:pt x="71510" y="37099"/>
                  </a:lnTo>
                  <a:lnTo>
                    <a:pt x="70661" y="46558"/>
                  </a:lnTo>
                  <a:lnTo>
                    <a:pt x="70770" y="57530"/>
                  </a:lnTo>
                  <a:lnTo>
                    <a:pt x="86699" y="102762"/>
                  </a:lnTo>
                  <a:lnTo>
                    <a:pt x="118220" y="124672"/>
                  </a:lnTo>
                  <a:lnTo>
                    <a:pt x="126125" y="124109"/>
                  </a:lnTo>
                  <a:lnTo>
                    <a:pt x="154596" y="96100"/>
                  </a:lnTo>
                  <a:lnTo>
                    <a:pt x="165938" y="51011"/>
                  </a:lnTo>
                  <a:lnTo>
                    <a:pt x="167752" y="22044"/>
                  </a:lnTo>
                  <a:lnTo>
                    <a:pt x="167752" y="6452"/>
                  </a:lnTo>
                  <a:lnTo>
                    <a:pt x="165602" y="1075"/>
                  </a:lnTo>
                  <a:lnTo>
                    <a:pt x="163989" y="1075"/>
                  </a:lnTo>
                  <a:lnTo>
                    <a:pt x="162376" y="1075"/>
                  </a:lnTo>
                  <a:lnTo>
                    <a:pt x="161300" y="6452"/>
                  </a:lnTo>
                  <a:lnTo>
                    <a:pt x="161838" y="20969"/>
                  </a:lnTo>
                  <a:lnTo>
                    <a:pt x="162510" y="33344"/>
                  </a:lnTo>
                  <a:lnTo>
                    <a:pt x="163586" y="47785"/>
                  </a:lnTo>
                  <a:lnTo>
                    <a:pt x="164862" y="62932"/>
                  </a:lnTo>
                  <a:lnTo>
                    <a:pt x="166139" y="77424"/>
                  </a:lnTo>
                  <a:lnTo>
                    <a:pt x="167248" y="90152"/>
                  </a:lnTo>
                  <a:lnTo>
                    <a:pt x="168156" y="101014"/>
                  </a:lnTo>
                  <a:lnTo>
                    <a:pt x="168861" y="110163"/>
                  </a:lnTo>
                  <a:lnTo>
                    <a:pt x="169366" y="117749"/>
                  </a:lnTo>
                  <a:lnTo>
                    <a:pt x="169903" y="126890"/>
                  </a:lnTo>
                  <a:lnTo>
                    <a:pt x="169903" y="132266"/>
                  </a:lnTo>
                  <a:lnTo>
                    <a:pt x="169903" y="126890"/>
                  </a:lnTo>
                  <a:lnTo>
                    <a:pt x="174742" y="110760"/>
                  </a:lnTo>
                  <a:lnTo>
                    <a:pt x="191301" y="64259"/>
                  </a:lnTo>
                  <a:lnTo>
                    <a:pt x="209959" y="26345"/>
                  </a:lnTo>
                  <a:lnTo>
                    <a:pt x="232273" y="6452"/>
                  </a:lnTo>
                  <a:lnTo>
                    <a:pt x="237649" y="6452"/>
                  </a:lnTo>
                  <a:lnTo>
                    <a:pt x="243026" y="6452"/>
                  </a:lnTo>
                  <a:lnTo>
                    <a:pt x="259803" y="52212"/>
                  </a:lnTo>
                  <a:lnTo>
                    <a:pt x="260299" y="66738"/>
                  </a:lnTo>
                  <a:lnTo>
                    <a:pt x="260895" y="81364"/>
                  </a:lnTo>
                  <a:lnTo>
                    <a:pt x="267969" y="119127"/>
                  </a:lnTo>
                  <a:lnTo>
                    <a:pt x="275286" y="125814"/>
                  </a:lnTo>
                  <a:lnTo>
                    <a:pt x="280663" y="123664"/>
                  </a:lnTo>
                  <a:lnTo>
                    <a:pt x="304741" y="88833"/>
                  </a:lnTo>
                  <a:lnTo>
                    <a:pt x="319375" y="50944"/>
                  </a:lnTo>
                  <a:lnTo>
                    <a:pt x="327978" y="6452"/>
                  </a:lnTo>
                  <a:lnTo>
                    <a:pt x="323677" y="2150"/>
                  </a:lnTo>
                  <a:lnTo>
                    <a:pt x="319375" y="5376"/>
                  </a:lnTo>
                  <a:lnTo>
                    <a:pt x="317762" y="47852"/>
                  </a:lnTo>
                  <a:lnTo>
                    <a:pt x="330129" y="95167"/>
                  </a:lnTo>
                  <a:lnTo>
                    <a:pt x="341957" y="116674"/>
                  </a:lnTo>
                  <a:lnTo>
                    <a:pt x="346259" y="120438"/>
                  </a:lnTo>
                  <a:lnTo>
                    <a:pt x="351636" y="122588"/>
                  </a:lnTo>
                  <a:lnTo>
                    <a:pt x="356475" y="122051"/>
                  </a:lnTo>
                  <a:lnTo>
                    <a:pt x="361314" y="121513"/>
                  </a:lnTo>
                  <a:lnTo>
                    <a:pt x="387458" y="80650"/>
                  </a:lnTo>
                  <a:lnTo>
                    <a:pt x="403932" y="40762"/>
                  </a:lnTo>
                  <a:lnTo>
                    <a:pt x="408629" y="6452"/>
                  </a:lnTo>
                  <a:lnTo>
                    <a:pt x="408629" y="1075"/>
                  </a:lnTo>
                  <a:lnTo>
                    <a:pt x="407016" y="537"/>
                  </a:lnTo>
                  <a:lnTo>
                    <a:pt x="405403" y="0"/>
                  </a:lnTo>
                  <a:lnTo>
                    <a:pt x="402176" y="4301"/>
                  </a:lnTo>
                  <a:lnTo>
                    <a:pt x="400563" y="14517"/>
                  </a:lnTo>
                  <a:lnTo>
                    <a:pt x="399681" y="23178"/>
                  </a:lnTo>
                  <a:lnTo>
                    <a:pt x="399555" y="33402"/>
                  </a:lnTo>
                  <a:lnTo>
                    <a:pt x="400337" y="44534"/>
                  </a:lnTo>
                  <a:lnTo>
                    <a:pt x="402176" y="55917"/>
                  </a:lnTo>
                  <a:lnTo>
                    <a:pt x="405150" y="67023"/>
                  </a:lnTo>
                  <a:lnTo>
                    <a:pt x="409032" y="77827"/>
                  </a:lnTo>
                  <a:lnTo>
                    <a:pt x="413518" y="88429"/>
                  </a:lnTo>
                  <a:lnTo>
                    <a:pt x="418307" y="98931"/>
                  </a:lnTo>
                </a:path>
              </a:pathLst>
            </a:custGeom>
            <a:ln w="3674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3596539" y="3151596"/>
              <a:ext cx="84455" cy="263525"/>
            </a:xfrm>
            <a:custGeom>
              <a:avLst/>
              <a:gdLst/>
              <a:ahLst/>
              <a:cxnLst/>
              <a:rect l="l" t="t" r="r" b="b"/>
              <a:pathLst>
                <a:path w="84454" h="263525">
                  <a:moveTo>
                    <a:pt x="0" y="0"/>
                  </a:moveTo>
                  <a:lnTo>
                    <a:pt x="3293" y="53027"/>
                  </a:lnTo>
                  <a:lnTo>
                    <a:pt x="6989" y="104845"/>
                  </a:lnTo>
                  <a:lnTo>
                    <a:pt x="11425" y="153571"/>
                  </a:lnTo>
                  <a:lnTo>
                    <a:pt x="16667" y="194636"/>
                  </a:lnTo>
                  <a:lnTo>
                    <a:pt x="25136" y="234936"/>
                  </a:lnTo>
                  <a:lnTo>
                    <a:pt x="27421" y="243564"/>
                  </a:lnTo>
                  <a:lnTo>
                    <a:pt x="30109" y="253780"/>
                  </a:lnTo>
                  <a:lnTo>
                    <a:pt x="31184" y="259156"/>
                  </a:lnTo>
                  <a:lnTo>
                    <a:pt x="34948" y="261307"/>
                  </a:lnTo>
                  <a:lnTo>
                    <a:pt x="38712" y="263458"/>
                  </a:lnTo>
                  <a:lnTo>
                    <a:pt x="75844" y="237036"/>
                  </a:lnTo>
                  <a:lnTo>
                    <a:pt x="83876" y="229047"/>
                  </a:lnTo>
                </a:path>
              </a:pathLst>
            </a:custGeom>
            <a:ln w="3674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3554600" y="3241924"/>
              <a:ext cx="80645" cy="10160"/>
            </a:xfrm>
            <a:custGeom>
              <a:avLst/>
              <a:gdLst/>
              <a:ahLst/>
              <a:cxnLst/>
              <a:rect l="l" t="t" r="r" b="b"/>
              <a:pathLst>
                <a:path w="80645" h="10160">
                  <a:moveTo>
                    <a:pt x="0" y="9678"/>
                  </a:moveTo>
                  <a:lnTo>
                    <a:pt x="20162" y="7258"/>
                  </a:lnTo>
                  <a:lnTo>
                    <a:pt x="40325" y="4839"/>
                  </a:lnTo>
                  <a:lnTo>
                    <a:pt x="60487" y="2419"/>
                  </a:lnTo>
                  <a:lnTo>
                    <a:pt x="80650" y="0"/>
                  </a:lnTo>
                </a:path>
              </a:pathLst>
            </a:custGeom>
            <a:ln w="3674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3680415" y="3267733"/>
              <a:ext cx="26034" cy="123189"/>
            </a:xfrm>
            <a:custGeom>
              <a:avLst/>
              <a:gdLst/>
              <a:ahLst/>
              <a:cxnLst/>
              <a:rect l="l" t="t" r="r" b="b"/>
              <a:pathLst>
                <a:path w="26035" h="123189">
                  <a:moveTo>
                    <a:pt x="0" y="0"/>
                  </a:moveTo>
                  <a:lnTo>
                    <a:pt x="13382" y="52926"/>
                  </a:lnTo>
                  <a:lnTo>
                    <a:pt x="20633" y="90798"/>
                  </a:lnTo>
                  <a:lnTo>
                    <a:pt x="22582" y="106996"/>
                  </a:lnTo>
                  <a:lnTo>
                    <a:pt x="23657" y="116136"/>
                  </a:lnTo>
                  <a:lnTo>
                    <a:pt x="24732" y="122588"/>
                  </a:lnTo>
                  <a:lnTo>
                    <a:pt x="25270" y="121513"/>
                  </a:lnTo>
                  <a:lnTo>
                    <a:pt x="25808" y="120438"/>
                  </a:lnTo>
                  <a:lnTo>
                    <a:pt x="25808" y="111835"/>
                  </a:lnTo>
                  <a:lnTo>
                    <a:pt x="25808" y="103232"/>
                  </a:lnTo>
                </a:path>
              </a:pathLst>
            </a:custGeom>
            <a:ln w="3674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3670736" y="3193535"/>
              <a:ext cx="6985" cy="6985"/>
            </a:xfrm>
            <a:custGeom>
              <a:avLst/>
              <a:gdLst/>
              <a:ahLst/>
              <a:cxnLst/>
              <a:rect l="l" t="t" r="r" b="b"/>
              <a:pathLst>
                <a:path w="6985" h="6985">
                  <a:moveTo>
                    <a:pt x="0" y="6451"/>
                  </a:moveTo>
                  <a:lnTo>
                    <a:pt x="2150" y="4301"/>
                  </a:lnTo>
                  <a:lnTo>
                    <a:pt x="4301" y="2150"/>
                  </a:lnTo>
                  <a:lnTo>
                    <a:pt x="6452" y="0"/>
                  </a:lnTo>
                </a:path>
              </a:pathLst>
            </a:custGeom>
            <a:ln w="3674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3752463" y="3264843"/>
              <a:ext cx="115570" cy="138430"/>
            </a:xfrm>
            <a:custGeom>
              <a:avLst/>
              <a:gdLst/>
              <a:ahLst/>
              <a:cxnLst/>
              <a:rect l="l" t="t" r="r" b="b"/>
              <a:pathLst>
                <a:path w="115570" h="138429">
                  <a:moveTo>
                    <a:pt x="8602" y="15793"/>
                  </a:moveTo>
                  <a:lnTo>
                    <a:pt x="4301" y="12567"/>
                  </a:lnTo>
                  <a:lnTo>
                    <a:pt x="0" y="9341"/>
                  </a:lnTo>
                  <a:lnTo>
                    <a:pt x="1075" y="6653"/>
                  </a:lnTo>
                  <a:lnTo>
                    <a:pt x="40795" y="0"/>
                  </a:lnTo>
                  <a:lnTo>
                    <a:pt x="51355" y="361"/>
                  </a:lnTo>
                  <a:lnTo>
                    <a:pt x="60756" y="1276"/>
                  </a:lnTo>
                  <a:lnTo>
                    <a:pt x="72047" y="2889"/>
                  </a:lnTo>
                  <a:lnTo>
                    <a:pt x="77424" y="6116"/>
                  </a:lnTo>
                  <a:lnTo>
                    <a:pt x="77962" y="15256"/>
                  </a:lnTo>
                  <a:lnTo>
                    <a:pt x="77483" y="23144"/>
                  </a:lnTo>
                  <a:lnTo>
                    <a:pt x="60538" y="67771"/>
                  </a:lnTo>
                  <a:lnTo>
                    <a:pt x="41938" y="100208"/>
                  </a:lnTo>
                  <a:lnTo>
                    <a:pt x="35486" y="111499"/>
                  </a:lnTo>
                  <a:lnTo>
                    <a:pt x="33335" y="116875"/>
                  </a:lnTo>
                  <a:lnTo>
                    <a:pt x="32797" y="122252"/>
                  </a:lnTo>
                  <a:lnTo>
                    <a:pt x="32260" y="127629"/>
                  </a:lnTo>
                  <a:lnTo>
                    <a:pt x="33335" y="133005"/>
                  </a:lnTo>
                  <a:lnTo>
                    <a:pt x="36561" y="135694"/>
                  </a:lnTo>
                  <a:lnTo>
                    <a:pt x="39787" y="138382"/>
                  </a:lnTo>
                  <a:lnTo>
                    <a:pt x="45164" y="138382"/>
                  </a:lnTo>
                  <a:lnTo>
                    <a:pt x="58606" y="134081"/>
                  </a:lnTo>
                  <a:lnTo>
                    <a:pt x="70073" y="130115"/>
                  </a:lnTo>
                  <a:lnTo>
                    <a:pt x="83809" y="124940"/>
                  </a:lnTo>
                  <a:lnTo>
                    <a:pt x="99057" y="118959"/>
                  </a:lnTo>
                  <a:lnTo>
                    <a:pt x="115061" y="112574"/>
                  </a:lnTo>
                </a:path>
              </a:pathLst>
            </a:custGeom>
            <a:ln w="3674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3907850" y="3259130"/>
              <a:ext cx="92075" cy="135255"/>
            </a:xfrm>
            <a:custGeom>
              <a:avLst/>
              <a:gdLst/>
              <a:ahLst/>
              <a:cxnLst/>
              <a:rect l="l" t="t" r="r" b="b"/>
              <a:pathLst>
                <a:path w="92075" h="135254">
                  <a:moveTo>
                    <a:pt x="4838" y="76349"/>
                  </a:moveTo>
                  <a:lnTo>
                    <a:pt x="9140" y="73123"/>
                  </a:lnTo>
                  <a:lnTo>
                    <a:pt x="13441" y="69897"/>
                  </a:lnTo>
                  <a:lnTo>
                    <a:pt x="23657" y="65595"/>
                  </a:lnTo>
                  <a:lnTo>
                    <a:pt x="32234" y="62142"/>
                  </a:lnTo>
                  <a:lnTo>
                    <a:pt x="41870" y="58135"/>
                  </a:lnTo>
                  <a:lnTo>
                    <a:pt x="71476" y="26757"/>
                  </a:lnTo>
                  <a:lnTo>
                    <a:pt x="54842" y="0"/>
                  </a:lnTo>
                  <a:lnTo>
                    <a:pt x="46407" y="663"/>
                  </a:lnTo>
                  <a:lnTo>
                    <a:pt x="10585" y="38224"/>
                  </a:lnTo>
                  <a:lnTo>
                    <a:pt x="0" y="89790"/>
                  </a:lnTo>
                  <a:lnTo>
                    <a:pt x="1848" y="103072"/>
                  </a:lnTo>
                  <a:lnTo>
                    <a:pt x="31378" y="130947"/>
                  </a:lnTo>
                  <a:lnTo>
                    <a:pt x="62907" y="134955"/>
                  </a:lnTo>
                  <a:lnTo>
                    <a:pt x="71929" y="134081"/>
                  </a:lnTo>
                  <a:lnTo>
                    <a:pt x="79440" y="132401"/>
                  </a:lnTo>
                  <a:lnTo>
                    <a:pt x="85136" y="130116"/>
                  </a:lnTo>
                  <a:lnTo>
                    <a:pt x="88715" y="127427"/>
                  </a:lnTo>
                  <a:lnTo>
                    <a:pt x="91941" y="123663"/>
                  </a:lnTo>
                  <a:lnTo>
                    <a:pt x="88715" y="119362"/>
                  </a:lnTo>
                  <a:lnTo>
                    <a:pt x="85489" y="115061"/>
                  </a:lnTo>
                </a:path>
              </a:pathLst>
            </a:custGeom>
            <a:ln w="3674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3502983" y="3175253"/>
              <a:ext cx="8890" cy="15240"/>
            </a:xfrm>
            <a:custGeom>
              <a:avLst/>
              <a:gdLst/>
              <a:ahLst/>
              <a:cxnLst/>
              <a:rect l="l" t="t" r="r" b="b"/>
              <a:pathLst>
                <a:path w="8889" h="15239">
                  <a:moveTo>
                    <a:pt x="0" y="8602"/>
                  </a:moveTo>
                  <a:lnTo>
                    <a:pt x="3226" y="4301"/>
                  </a:lnTo>
                  <a:lnTo>
                    <a:pt x="6452" y="0"/>
                  </a:lnTo>
                  <a:lnTo>
                    <a:pt x="7527" y="1075"/>
                  </a:lnTo>
                  <a:lnTo>
                    <a:pt x="8602" y="2150"/>
                  </a:lnTo>
                  <a:lnTo>
                    <a:pt x="7527" y="8602"/>
                  </a:lnTo>
                  <a:lnTo>
                    <a:pt x="6452" y="15054"/>
                  </a:lnTo>
                </a:path>
              </a:pathLst>
            </a:custGeom>
            <a:ln w="3674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90" name="object 90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4118362" y="3223549"/>
            <a:ext cx="290150" cy="182324"/>
          </a:xfrm>
          <a:prstGeom prst="rect">
            <a:avLst/>
          </a:prstGeom>
        </p:spPr>
      </p:pic>
      <p:grpSp>
        <p:nvGrpSpPr>
          <p:cNvPr id="91" name="object 91"/>
          <p:cNvGrpSpPr/>
          <p:nvPr/>
        </p:nvGrpSpPr>
        <p:grpSpPr>
          <a:xfrm>
            <a:off x="4492614" y="3107413"/>
            <a:ext cx="688975" cy="292735"/>
            <a:chOff x="4492614" y="3107413"/>
            <a:chExt cx="688975" cy="292735"/>
          </a:xfrm>
        </p:grpSpPr>
        <p:sp>
          <p:nvSpPr>
            <p:cNvPr id="92" name="object 92"/>
            <p:cNvSpPr/>
            <p:nvPr/>
          </p:nvSpPr>
          <p:spPr>
            <a:xfrm>
              <a:off x="4510989" y="3149379"/>
              <a:ext cx="114935" cy="232410"/>
            </a:xfrm>
            <a:custGeom>
              <a:avLst/>
              <a:gdLst/>
              <a:ahLst/>
              <a:cxnLst/>
              <a:rect l="l" t="t" r="r" b="b"/>
              <a:pathLst>
                <a:path w="114935" h="232410">
                  <a:moveTo>
                    <a:pt x="4965" y="21574"/>
                  </a:moveTo>
                  <a:lnTo>
                    <a:pt x="3889" y="11895"/>
                  </a:lnTo>
                  <a:lnTo>
                    <a:pt x="2814" y="2217"/>
                  </a:lnTo>
                  <a:lnTo>
                    <a:pt x="1738" y="67"/>
                  </a:lnTo>
                  <a:lnTo>
                    <a:pt x="957" y="0"/>
                  </a:lnTo>
                  <a:lnTo>
                    <a:pt x="327" y="3562"/>
                  </a:lnTo>
                  <a:lnTo>
                    <a:pt x="0" y="11559"/>
                  </a:lnTo>
                  <a:lnTo>
                    <a:pt x="126" y="24800"/>
                  </a:lnTo>
                  <a:lnTo>
                    <a:pt x="2007" y="66805"/>
                  </a:lnTo>
                  <a:lnTo>
                    <a:pt x="5502" y="118892"/>
                  </a:lnTo>
                  <a:lnTo>
                    <a:pt x="9736" y="168021"/>
                  </a:lnTo>
                  <a:lnTo>
                    <a:pt x="14987" y="217663"/>
                  </a:lnTo>
                  <a:lnTo>
                    <a:pt x="17869" y="232340"/>
                  </a:lnTo>
                  <a:lnTo>
                    <a:pt x="17869" y="226963"/>
                  </a:lnTo>
                  <a:lnTo>
                    <a:pt x="19482" y="209220"/>
                  </a:lnTo>
                  <a:lnTo>
                    <a:pt x="25606" y="157503"/>
                  </a:lnTo>
                  <a:lnTo>
                    <a:pt x="35746" y="115330"/>
                  </a:lnTo>
                  <a:lnTo>
                    <a:pt x="54430" y="93621"/>
                  </a:lnTo>
                  <a:lnTo>
                    <a:pt x="62495" y="96310"/>
                  </a:lnTo>
                  <a:lnTo>
                    <a:pt x="98989" y="127049"/>
                  </a:lnTo>
                  <a:lnTo>
                    <a:pt x="114817" y="173264"/>
                  </a:lnTo>
                  <a:lnTo>
                    <a:pt x="112902" y="183815"/>
                  </a:lnTo>
                  <a:lnTo>
                    <a:pt x="80306" y="214059"/>
                  </a:lnTo>
                  <a:lnTo>
                    <a:pt x="45903" y="220293"/>
                  </a:lnTo>
                  <a:lnTo>
                    <a:pt x="36486" y="218898"/>
                  </a:lnTo>
                  <a:lnTo>
                    <a:pt x="8249" y="190881"/>
                  </a:lnTo>
                  <a:lnTo>
                    <a:pt x="4965" y="182874"/>
                  </a:lnTo>
                </a:path>
              </a:pathLst>
            </a:custGeom>
            <a:ln w="3674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4674365" y="3135465"/>
              <a:ext cx="19050" cy="230504"/>
            </a:xfrm>
            <a:custGeom>
              <a:avLst/>
              <a:gdLst/>
              <a:ahLst/>
              <a:cxnLst/>
              <a:rect l="l" t="t" r="r" b="b"/>
              <a:pathLst>
                <a:path w="19050" h="230504">
                  <a:moveTo>
                    <a:pt x="6116" y="12904"/>
                  </a:moveTo>
                  <a:lnTo>
                    <a:pt x="3965" y="6452"/>
                  </a:lnTo>
                  <a:lnTo>
                    <a:pt x="1814" y="0"/>
                  </a:lnTo>
                  <a:lnTo>
                    <a:pt x="739" y="0"/>
                  </a:lnTo>
                  <a:lnTo>
                    <a:pt x="142" y="1369"/>
                  </a:lnTo>
                  <a:lnTo>
                    <a:pt x="0" y="6116"/>
                  </a:lnTo>
                  <a:lnTo>
                    <a:pt x="361" y="15197"/>
                  </a:lnTo>
                  <a:lnTo>
                    <a:pt x="4704" y="73996"/>
                  </a:lnTo>
                  <a:lnTo>
                    <a:pt x="9342" y="126890"/>
                  </a:lnTo>
                  <a:lnTo>
                    <a:pt x="13979" y="173667"/>
                  </a:lnTo>
                  <a:lnTo>
                    <a:pt x="15920" y="192519"/>
                  </a:lnTo>
                  <a:lnTo>
                    <a:pt x="17407" y="207540"/>
                  </a:lnTo>
                  <a:lnTo>
                    <a:pt x="19020" y="224745"/>
                  </a:lnTo>
                  <a:lnTo>
                    <a:pt x="19020" y="230122"/>
                  </a:lnTo>
                  <a:lnTo>
                    <a:pt x="19020" y="224745"/>
                  </a:lnTo>
                  <a:lnTo>
                    <a:pt x="18482" y="218293"/>
                  </a:lnTo>
                  <a:lnTo>
                    <a:pt x="17944" y="211841"/>
                  </a:lnTo>
                  <a:lnTo>
                    <a:pt x="16869" y="204314"/>
                  </a:lnTo>
                  <a:lnTo>
                    <a:pt x="15793" y="196787"/>
                  </a:lnTo>
                </a:path>
              </a:pathLst>
            </a:custGeom>
            <a:ln w="3674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4" name="object 9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747217" y="3107413"/>
              <a:ext cx="434265" cy="267754"/>
            </a:xfrm>
            <a:prstGeom prst="rect">
              <a:avLst/>
            </a:prstGeom>
          </p:spPr>
        </p:pic>
      </p:grpSp>
      <p:grpSp>
        <p:nvGrpSpPr>
          <p:cNvPr id="95" name="object 95"/>
          <p:cNvGrpSpPr/>
          <p:nvPr/>
        </p:nvGrpSpPr>
        <p:grpSpPr>
          <a:xfrm>
            <a:off x="563651" y="3942952"/>
            <a:ext cx="319405" cy="435609"/>
            <a:chOff x="563651" y="3942952"/>
            <a:chExt cx="319405" cy="435609"/>
          </a:xfrm>
        </p:grpSpPr>
        <p:sp>
          <p:nvSpPr>
            <p:cNvPr id="96" name="object 96"/>
            <p:cNvSpPr/>
            <p:nvPr/>
          </p:nvSpPr>
          <p:spPr>
            <a:xfrm>
              <a:off x="670540" y="4031224"/>
              <a:ext cx="109855" cy="212090"/>
            </a:xfrm>
            <a:custGeom>
              <a:avLst/>
              <a:gdLst/>
              <a:ahLst/>
              <a:cxnLst/>
              <a:rect l="l" t="t" r="r" b="b"/>
              <a:pathLst>
                <a:path w="109854" h="212089">
                  <a:moveTo>
                    <a:pt x="74198" y="10753"/>
                  </a:moveTo>
                  <a:lnTo>
                    <a:pt x="75273" y="5376"/>
                  </a:lnTo>
                  <a:lnTo>
                    <a:pt x="76349" y="0"/>
                  </a:lnTo>
                  <a:lnTo>
                    <a:pt x="75273" y="537"/>
                  </a:lnTo>
                  <a:lnTo>
                    <a:pt x="74198" y="1075"/>
                  </a:lnTo>
                  <a:lnTo>
                    <a:pt x="70972" y="7527"/>
                  </a:lnTo>
                  <a:lnTo>
                    <a:pt x="64520" y="22044"/>
                  </a:lnTo>
                  <a:lnTo>
                    <a:pt x="59135" y="34259"/>
                  </a:lnTo>
                  <a:lnTo>
                    <a:pt x="52893" y="48390"/>
                  </a:lnTo>
                  <a:lnTo>
                    <a:pt x="32520" y="91362"/>
                  </a:lnTo>
                  <a:lnTo>
                    <a:pt x="10618" y="129906"/>
                  </a:lnTo>
                  <a:lnTo>
                    <a:pt x="6989" y="135963"/>
                  </a:lnTo>
                  <a:lnTo>
                    <a:pt x="4166" y="141113"/>
                  </a:lnTo>
                  <a:lnTo>
                    <a:pt x="2150" y="145708"/>
                  </a:lnTo>
                  <a:lnTo>
                    <a:pt x="0" y="151622"/>
                  </a:lnTo>
                  <a:lnTo>
                    <a:pt x="0" y="156999"/>
                  </a:lnTo>
                  <a:lnTo>
                    <a:pt x="2688" y="159688"/>
                  </a:lnTo>
                  <a:lnTo>
                    <a:pt x="5376" y="162376"/>
                  </a:lnTo>
                  <a:lnTo>
                    <a:pt x="10753" y="162376"/>
                  </a:lnTo>
                  <a:lnTo>
                    <a:pt x="24732" y="160225"/>
                  </a:lnTo>
                  <a:lnTo>
                    <a:pt x="63445" y="153118"/>
                  </a:lnTo>
                  <a:lnTo>
                    <a:pt x="98931" y="141944"/>
                  </a:lnTo>
                  <a:lnTo>
                    <a:pt x="103232" y="138718"/>
                  </a:lnTo>
                  <a:lnTo>
                    <a:pt x="106458" y="134417"/>
                  </a:lnTo>
                  <a:lnTo>
                    <a:pt x="108071" y="128503"/>
                  </a:lnTo>
                  <a:lnTo>
                    <a:pt x="109684" y="122588"/>
                  </a:lnTo>
                  <a:lnTo>
                    <a:pt x="109684" y="115061"/>
                  </a:lnTo>
                  <a:lnTo>
                    <a:pt x="109146" y="108609"/>
                  </a:lnTo>
                  <a:lnTo>
                    <a:pt x="108609" y="102157"/>
                  </a:lnTo>
                  <a:lnTo>
                    <a:pt x="107533" y="96780"/>
                  </a:lnTo>
                  <a:lnTo>
                    <a:pt x="105920" y="96780"/>
                  </a:lnTo>
                  <a:lnTo>
                    <a:pt x="104307" y="96780"/>
                  </a:lnTo>
                  <a:lnTo>
                    <a:pt x="102157" y="102157"/>
                  </a:lnTo>
                  <a:lnTo>
                    <a:pt x="101081" y="117212"/>
                  </a:lnTo>
                  <a:lnTo>
                    <a:pt x="100468" y="130023"/>
                  </a:lnTo>
                  <a:lnTo>
                    <a:pt x="100208" y="144700"/>
                  </a:lnTo>
                  <a:lnTo>
                    <a:pt x="100250" y="159477"/>
                  </a:lnTo>
                  <a:lnTo>
                    <a:pt x="103770" y="200550"/>
                  </a:lnTo>
                  <a:lnTo>
                    <a:pt x="107533" y="211841"/>
                  </a:lnTo>
                  <a:lnTo>
                    <a:pt x="108609" y="209691"/>
                  </a:lnTo>
                  <a:lnTo>
                    <a:pt x="109684" y="207540"/>
                  </a:lnTo>
                  <a:lnTo>
                    <a:pt x="109684" y="197862"/>
                  </a:lnTo>
                  <a:lnTo>
                    <a:pt x="109684" y="190335"/>
                  </a:lnTo>
                  <a:lnTo>
                    <a:pt x="109684" y="182807"/>
                  </a:lnTo>
                  <a:lnTo>
                    <a:pt x="109684" y="177431"/>
                  </a:lnTo>
                  <a:lnTo>
                    <a:pt x="109684" y="172054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796354" y="4151662"/>
              <a:ext cx="0" cy="13335"/>
            </a:xfrm>
            <a:custGeom>
              <a:avLst/>
              <a:gdLst/>
              <a:ahLst/>
              <a:cxnLst/>
              <a:rect l="l" t="t" r="r" b="b"/>
              <a:pathLst>
                <a:path w="0" h="13335">
                  <a:moveTo>
                    <a:pt x="0" y="12904"/>
                  </a:moveTo>
                  <a:lnTo>
                    <a:pt x="0" y="8602"/>
                  </a:lnTo>
                  <a:lnTo>
                    <a:pt x="0" y="4301"/>
                  </a:lnTo>
                  <a:lnTo>
                    <a:pt x="0" y="0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582026" y="3961327"/>
              <a:ext cx="282575" cy="398780"/>
            </a:xfrm>
            <a:custGeom>
              <a:avLst/>
              <a:gdLst/>
              <a:ahLst/>
              <a:cxnLst/>
              <a:rect l="l" t="t" r="r" b="b"/>
              <a:pathLst>
                <a:path w="282575" h="398779">
                  <a:moveTo>
                    <a:pt x="211102" y="61294"/>
                  </a:moveTo>
                  <a:lnTo>
                    <a:pt x="182606" y="22582"/>
                  </a:lnTo>
                  <a:lnTo>
                    <a:pt x="141205" y="18280"/>
                  </a:lnTo>
                  <a:lnTo>
                    <a:pt x="102417" y="46407"/>
                  </a:lnTo>
                  <a:lnTo>
                    <a:pt x="75878" y="78541"/>
                  </a:lnTo>
                  <a:lnTo>
                    <a:pt x="50944" y="118077"/>
                  </a:lnTo>
                  <a:lnTo>
                    <a:pt x="29235" y="160704"/>
                  </a:lnTo>
                  <a:lnTo>
                    <a:pt x="12366" y="203600"/>
                  </a:lnTo>
                  <a:lnTo>
                    <a:pt x="1991" y="245471"/>
                  </a:lnTo>
                  <a:lnTo>
                    <a:pt x="0" y="265541"/>
                  </a:lnTo>
                  <a:lnTo>
                    <a:pt x="730" y="284704"/>
                  </a:lnTo>
                  <a:lnTo>
                    <a:pt x="22313" y="334497"/>
                  </a:lnTo>
                  <a:lnTo>
                    <a:pt x="64679" y="370723"/>
                  </a:lnTo>
                  <a:lnTo>
                    <a:pt x="116472" y="392498"/>
                  </a:lnTo>
                  <a:lnTo>
                    <a:pt x="154244" y="398547"/>
                  </a:lnTo>
                  <a:lnTo>
                    <a:pt x="172575" y="398396"/>
                  </a:lnTo>
                  <a:lnTo>
                    <a:pt x="218092" y="382551"/>
                  </a:lnTo>
                  <a:lnTo>
                    <a:pt x="249218" y="348645"/>
                  </a:lnTo>
                  <a:lnTo>
                    <a:pt x="269708" y="305396"/>
                  </a:lnTo>
                  <a:lnTo>
                    <a:pt x="280671" y="257384"/>
                  </a:lnTo>
                  <a:lnTo>
                    <a:pt x="282276" y="222712"/>
                  </a:lnTo>
                  <a:lnTo>
                    <a:pt x="281268" y="204583"/>
                  </a:lnTo>
                  <a:lnTo>
                    <a:pt x="271052" y="148228"/>
                  </a:lnTo>
                  <a:lnTo>
                    <a:pt x="259896" y="111264"/>
                  </a:lnTo>
                  <a:lnTo>
                    <a:pt x="242690" y="63781"/>
                  </a:lnTo>
                  <a:lnTo>
                    <a:pt x="216521" y="28068"/>
                  </a:lnTo>
                  <a:lnTo>
                    <a:pt x="180455" y="5914"/>
                  </a:lnTo>
                  <a:lnTo>
                    <a:pt x="153916" y="92"/>
                  </a:lnTo>
                  <a:lnTo>
                    <a:pt x="146582" y="0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9" name="object 99"/>
          <p:cNvGrpSpPr/>
          <p:nvPr/>
        </p:nvGrpSpPr>
        <p:grpSpPr>
          <a:xfrm>
            <a:off x="1090903" y="3855312"/>
            <a:ext cx="4685665" cy="2088514"/>
            <a:chOff x="1090903" y="3855312"/>
            <a:chExt cx="4685665" cy="2088514"/>
          </a:xfrm>
        </p:grpSpPr>
        <p:pic>
          <p:nvPicPr>
            <p:cNvPr id="100" name="object 10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090903" y="3855312"/>
              <a:ext cx="3956362" cy="2087959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687914" y="4636546"/>
              <a:ext cx="187297" cy="188372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4974048" y="4622661"/>
              <a:ext cx="10160" cy="187325"/>
            </a:xfrm>
            <a:custGeom>
              <a:avLst/>
              <a:gdLst/>
              <a:ahLst/>
              <a:cxnLst/>
              <a:rect l="l" t="t" r="r" b="b"/>
              <a:pathLst>
                <a:path w="10160" h="187325">
                  <a:moveTo>
                    <a:pt x="6452" y="0"/>
                  </a:moveTo>
                  <a:lnTo>
                    <a:pt x="3360" y="55245"/>
                  </a:lnTo>
                  <a:lnTo>
                    <a:pt x="1075" y="103232"/>
                  </a:lnTo>
                  <a:lnTo>
                    <a:pt x="16" y="152076"/>
                  </a:lnTo>
                  <a:lnTo>
                    <a:pt x="0" y="163451"/>
                  </a:lnTo>
                  <a:lnTo>
                    <a:pt x="0" y="177431"/>
                  </a:lnTo>
                  <a:lnTo>
                    <a:pt x="0" y="187109"/>
                  </a:lnTo>
                  <a:lnTo>
                    <a:pt x="1613" y="187109"/>
                  </a:lnTo>
                  <a:lnTo>
                    <a:pt x="3226" y="187109"/>
                  </a:lnTo>
                  <a:lnTo>
                    <a:pt x="6452" y="177431"/>
                  </a:lnTo>
                  <a:lnTo>
                    <a:pt x="9678" y="167752"/>
                  </a:lnTo>
                </a:path>
              </a:pathLst>
            </a:custGeom>
            <a:ln w="36749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5095024" y="4636640"/>
              <a:ext cx="110489" cy="162560"/>
            </a:xfrm>
            <a:custGeom>
              <a:avLst/>
              <a:gdLst/>
              <a:ahLst/>
              <a:cxnLst/>
              <a:rect l="l" t="t" r="r" b="b"/>
              <a:pathLst>
                <a:path w="110489" h="162560">
                  <a:moveTo>
                    <a:pt x="11291" y="21506"/>
                  </a:moveTo>
                  <a:lnTo>
                    <a:pt x="7334" y="40795"/>
                  </a:lnTo>
                  <a:lnTo>
                    <a:pt x="3830" y="59681"/>
                  </a:lnTo>
                  <a:lnTo>
                    <a:pt x="1234" y="77760"/>
                  </a:lnTo>
                  <a:lnTo>
                    <a:pt x="0" y="94629"/>
                  </a:lnTo>
                  <a:lnTo>
                    <a:pt x="470" y="109928"/>
                  </a:lnTo>
                  <a:lnTo>
                    <a:pt x="16499" y="152017"/>
                  </a:lnTo>
                  <a:lnTo>
                    <a:pt x="49474" y="162401"/>
                  </a:lnTo>
                  <a:lnTo>
                    <a:pt x="59614" y="160964"/>
                  </a:lnTo>
                  <a:lnTo>
                    <a:pt x="94361" y="142952"/>
                  </a:lnTo>
                  <a:lnTo>
                    <a:pt x="110155" y="98460"/>
                  </a:lnTo>
                  <a:lnTo>
                    <a:pt x="110365" y="83834"/>
                  </a:lnTo>
                  <a:lnTo>
                    <a:pt x="108609" y="69359"/>
                  </a:lnTo>
                  <a:lnTo>
                    <a:pt x="90840" y="32461"/>
                  </a:lnTo>
                  <a:lnTo>
                    <a:pt x="58337" y="9678"/>
                  </a:lnTo>
                  <a:lnTo>
                    <a:pt x="25270" y="0"/>
                  </a:lnTo>
                  <a:lnTo>
                    <a:pt x="19893" y="1075"/>
                  </a:lnTo>
                  <a:lnTo>
                    <a:pt x="12131" y="45844"/>
                  </a:lnTo>
                  <a:lnTo>
                    <a:pt x="11291" y="60219"/>
                  </a:lnTo>
                </a:path>
              </a:pathLst>
            </a:custGeom>
            <a:ln w="36749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5268851" y="4626962"/>
              <a:ext cx="121920" cy="181610"/>
            </a:xfrm>
            <a:custGeom>
              <a:avLst/>
              <a:gdLst/>
              <a:ahLst/>
              <a:cxnLst/>
              <a:rect l="l" t="t" r="r" b="b"/>
              <a:pathLst>
                <a:path w="121920" h="181610">
                  <a:moveTo>
                    <a:pt x="5217" y="34410"/>
                  </a:moveTo>
                  <a:lnTo>
                    <a:pt x="2873" y="45744"/>
                  </a:lnTo>
                  <a:lnTo>
                    <a:pt x="982" y="57329"/>
                  </a:lnTo>
                  <a:lnTo>
                    <a:pt x="0" y="69418"/>
                  </a:lnTo>
                  <a:lnTo>
                    <a:pt x="378" y="82263"/>
                  </a:lnTo>
                  <a:lnTo>
                    <a:pt x="12626" y="124226"/>
                  </a:lnTo>
                  <a:lnTo>
                    <a:pt x="42383" y="160561"/>
                  </a:lnTo>
                  <a:lnTo>
                    <a:pt x="80490" y="181261"/>
                  </a:lnTo>
                  <a:lnTo>
                    <a:pt x="87043" y="180430"/>
                  </a:lnTo>
                  <a:lnTo>
                    <a:pt x="117052" y="145170"/>
                  </a:lnTo>
                  <a:lnTo>
                    <a:pt x="121420" y="117480"/>
                  </a:lnTo>
                  <a:lnTo>
                    <a:pt x="120303" y="101619"/>
                  </a:lnTo>
                  <a:lnTo>
                    <a:pt x="101258" y="51549"/>
                  </a:lnTo>
                  <a:lnTo>
                    <a:pt x="72299" y="14928"/>
                  </a:lnTo>
                  <a:lnTo>
                    <a:pt x="41778" y="0"/>
                  </a:lnTo>
                  <a:lnTo>
                    <a:pt x="36401" y="1075"/>
                  </a:lnTo>
                  <a:lnTo>
                    <a:pt x="21347" y="40862"/>
                  </a:lnTo>
                </a:path>
              </a:pathLst>
            </a:custGeom>
            <a:ln w="36749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5" name="object 105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432058" y="4603026"/>
              <a:ext cx="149677" cy="212215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607330" y="4582720"/>
              <a:ext cx="169016" cy="218541"/>
            </a:xfrm>
            <a:prstGeom prst="rect">
              <a:avLst/>
            </a:prstGeom>
          </p:spPr>
        </p:pic>
        <p:sp>
          <p:nvSpPr>
            <p:cNvPr id="107" name="object 107"/>
            <p:cNvSpPr/>
            <p:nvPr/>
          </p:nvSpPr>
          <p:spPr>
            <a:xfrm>
              <a:off x="5209548" y="4848482"/>
              <a:ext cx="53975" cy="135890"/>
            </a:xfrm>
            <a:custGeom>
              <a:avLst/>
              <a:gdLst/>
              <a:ahLst/>
              <a:cxnLst/>
              <a:rect l="l" t="t" r="r" b="b"/>
              <a:pathLst>
                <a:path w="53975" h="135889">
                  <a:moveTo>
                    <a:pt x="22581" y="0"/>
                  </a:moveTo>
                  <a:lnTo>
                    <a:pt x="19355" y="4301"/>
                  </a:lnTo>
                  <a:lnTo>
                    <a:pt x="16129" y="8602"/>
                  </a:lnTo>
                  <a:lnTo>
                    <a:pt x="17205" y="9677"/>
                  </a:lnTo>
                  <a:lnTo>
                    <a:pt x="18280" y="10753"/>
                  </a:lnTo>
                  <a:lnTo>
                    <a:pt x="23657" y="8602"/>
                  </a:lnTo>
                  <a:lnTo>
                    <a:pt x="29034" y="9140"/>
                  </a:lnTo>
                  <a:lnTo>
                    <a:pt x="53859" y="46147"/>
                  </a:lnTo>
                  <a:lnTo>
                    <a:pt x="53229" y="56992"/>
                  </a:lnTo>
                  <a:lnTo>
                    <a:pt x="37200" y="92000"/>
                  </a:lnTo>
                  <a:lnTo>
                    <a:pt x="7266" y="128175"/>
                  </a:lnTo>
                  <a:lnTo>
                    <a:pt x="0" y="135492"/>
                  </a:lnTo>
                </a:path>
              </a:pathLst>
            </a:custGeom>
            <a:ln w="36749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8" name="object 108"/>
          <p:cNvGrpSpPr/>
          <p:nvPr/>
        </p:nvGrpSpPr>
        <p:grpSpPr>
          <a:xfrm>
            <a:off x="5844778" y="4476320"/>
            <a:ext cx="727710" cy="327660"/>
            <a:chOff x="5844778" y="4476320"/>
            <a:chExt cx="727710" cy="327660"/>
          </a:xfrm>
        </p:grpSpPr>
        <p:sp>
          <p:nvSpPr>
            <p:cNvPr id="109" name="object 109"/>
            <p:cNvSpPr/>
            <p:nvPr/>
          </p:nvSpPr>
          <p:spPr>
            <a:xfrm>
              <a:off x="5863153" y="4494695"/>
              <a:ext cx="256540" cy="290830"/>
            </a:xfrm>
            <a:custGeom>
              <a:avLst/>
              <a:gdLst/>
              <a:ahLst/>
              <a:cxnLst/>
              <a:rect l="l" t="t" r="r" b="b"/>
              <a:pathLst>
                <a:path w="256539" h="290829">
                  <a:moveTo>
                    <a:pt x="62571" y="182807"/>
                  </a:moveTo>
                  <a:lnTo>
                    <a:pt x="63646" y="177431"/>
                  </a:lnTo>
                  <a:lnTo>
                    <a:pt x="64721" y="172054"/>
                  </a:lnTo>
                  <a:lnTo>
                    <a:pt x="65259" y="166677"/>
                  </a:lnTo>
                  <a:lnTo>
                    <a:pt x="65797" y="161300"/>
                  </a:lnTo>
                  <a:lnTo>
                    <a:pt x="65797" y="155924"/>
                  </a:lnTo>
                  <a:lnTo>
                    <a:pt x="63108" y="152698"/>
                  </a:lnTo>
                  <a:lnTo>
                    <a:pt x="60420" y="149472"/>
                  </a:lnTo>
                  <a:lnTo>
                    <a:pt x="25673" y="171651"/>
                  </a:lnTo>
                  <a:lnTo>
                    <a:pt x="2747" y="215000"/>
                  </a:lnTo>
                  <a:lnTo>
                    <a:pt x="0" y="232407"/>
                  </a:lnTo>
                  <a:lnTo>
                    <a:pt x="176" y="249209"/>
                  </a:lnTo>
                  <a:lnTo>
                    <a:pt x="19288" y="283822"/>
                  </a:lnTo>
                  <a:lnTo>
                    <a:pt x="46440" y="290341"/>
                  </a:lnTo>
                  <a:lnTo>
                    <a:pt x="63554" y="288745"/>
                  </a:lnTo>
                  <a:lnTo>
                    <a:pt x="99594" y="276278"/>
                  </a:lnTo>
                  <a:lnTo>
                    <a:pt x="129292" y="252074"/>
                  </a:lnTo>
                  <a:lnTo>
                    <a:pt x="149220" y="215933"/>
                  </a:lnTo>
                  <a:lnTo>
                    <a:pt x="163014" y="167038"/>
                  </a:lnTo>
                  <a:lnTo>
                    <a:pt x="172692" y="112650"/>
                  </a:lnTo>
                  <a:lnTo>
                    <a:pt x="178346" y="67729"/>
                  </a:lnTo>
                  <a:lnTo>
                    <a:pt x="180177" y="38124"/>
                  </a:lnTo>
                  <a:lnTo>
                    <a:pt x="179782" y="27958"/>
                  </a:lnTo>
                  <a:lnTo>
                    <a:pt x="147522" y="0"/>
                  </a:lnTo>
                  <a:lnTo>
                    <a:pt x="142146" y="1075"/>
                  </a:lnTo>
                  <a:lnTo>
                    <a:pt x="127721" y="46054"/>
                  </a:lnTo>
                  <a:lnTo>
                    <a:pt x="124411" y="85539"/>
                  </a:lnTo>
                  <a:lnTo>
                    <a:pt x="124403" y="128007"/>
                  </a:lnTo>
                  <a:lnTo>
                    <a:pt x="127494" y="166803"/>
                  </a:lnTo>
                  <a:lnTo>
                    <a:pt x="129242" y="183882"/>
                  </a:lnTo>
                  <a:lnTo>
                    <a:pt x="130670" y="199004"/>
                  </a:lnTo>
                  <a:lnTo>
                    <a:pt x="131796" y="212110"/>
                  </a:lnTo>
                  <a:lnTo>
                    <a:pt x="132720" y="223200"/>
                  </a:lnTo>
                  <a:lnTo>
                    <a:pt x="133543" y="232273"/>
                  </a:lnTo>
                  <a:lnTo>
                    <a:pt x="134618" y="243026"/>
                  </a:lnTo>
                  <a:lnTo>
                    <a:pt x="135694" y="248403"/>
                  </a:lnTo>
                  <a:lnTo>
                    <a:pt x="136231" y="253780"/>
                  </a:lnTo>
                  <a:lnTo>
                    <a:pt x="136769" y="259156"/>
                  </a:lnTo>
                  <a:lnTo>
                    <a:pt x="136769" y="264533"/>
                  </a:lnTo>
                  <a:lnTo>
                    <a:pt x="137845" y="264533"/>
                  </a:lnTo>
                  <a:lnTo>
                    <a:pt x="138920" y="264533"/>
                  </a:lnTo>
                  <a:lnTo>
                    <a:pt x="141071" y="259156"/>
                  </a:lnTo>
                  <a:lnTo>
                    <a:pt x="143221" y="253780"/>
                  </a:lnTo>
                  <a:lnTo>
                    <a:pt x="145372" y="248403"/>
                  </a:lnTo>
                  <a:lnTo>
                    <a:pt x="147522" y="243026"/>
                  </a:lnTo>
                  <a:lnTo>
                    <a:pt x="150211" y="236574"/>
                  </a:lnTo>
                  <a:lnTo>
                    <a:pt x="152899" y="230122"/>
                  </a:lnTo>
                  <a:lnTo>
                    <a:pt x="156125" y="222595"/>
                  </a:lnTo>
                  <a:lnTo>
                    <a:pt x="157738" y="221519"/>
                  </a:lnTo>
                  <a:lnTo>
                    <a:pt x="159351" y="220444"/>
                  </a:lnTo>
                  <a:lnTo>
                    <a:pt x="159351" y="225821"/>
                  </a:lnTo>
                  <a:lnTo>
                    <a:pt x="159351" y="231198"/>
                  </a:lnTo>
                  <a:lnTo>
                    <a:pt x="159351" y="236574"/>
                  </a:lnTo>
                  <a:lnTo>
                    <a:pt x="159351" y="241951"/>
                  </a:lnTo>
                  <a:lnTo>
                    <a:pt x="159889" y="241413"/>
                  </a:lnTo>
                  <a:lnTo>
                    <a:pt x="160427" y="240876"/>
                  </a:lnTo>
                  <a:lnTo>
                    <a:pt x="161502" y="234424"/>
                  </a:lnTo>
                  <a:lnTo>
                    <a:pt x="166341" y="219369"/>
                  </a:lnTo>
                  <a:lnTo>
                    <a:pt x="182219" y="178237"/>
                  </a:lnTo>
                  <a:lnTo>
                    <a:pt x="209262" y="143977"/>
                  </a:lnTo>
                  <a:lnTo>
                    <a:pt x="222796" y="137643"/>
                  </a:lnTo>
                  <a:lnTo>
                    <a:pt x="228173" y="137643"/>
                  </a:lnTo>
                  <a:lnTo>
                    <a:pt x="233549" y="139256"/>
                  </a:lnTo>
                  <a:lnTo>
                    <a:pt x="238926" y="140869"/>
                  </a:lnTo>
                  <a:lnTo>
                    <a:pt x="256132" y="186033"/>
                  </a:lnTo>
                  <a:lnTo>
                    <a:pt x="255602" y="199903"/>
                  </a:lnTo>
                  <a:lnTo>
                    <a:pt x="254317" y="214731"/>
                  </a:lnTo>
                  <a:lnTo>
                    <a:pt x="252729" y="229055"/>
                  </a:lnTo>
                  <a:lnTo>
                    <a:pt x="251292" y="241413"/>
                  </a:lnTo>
                  <a:lnTo>
                    <a:pt x="249679" y="255930"/>
                  </a:lnTo>
                  <a:lnTo>
                    <a:pt x="249679" y="261307"/>
                  </a:lnTo>
                  <a:lnTo>
                    <a:pt x="250217" y="263995"/>
                  </a:lnTo>
                  <a:lnTo>
                    <a:pt x="250755" y="266684"/>
                  </a:lnTo>
                  <a:lnTo>
                    <a:pt x="251830" y="266684"/>
                  </a:lnTo>
                  <a:lnTo>
                    <a:pt x="252906" y="266684"/>
                  </a:lnTo>
                </a:path>
              </a:pathLst>
            </a:custGeom>
            <a:ln w="36749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6156879" y="4610832"/>
              <a:ext cx="396875" cy="154940"/>
            </a:xfrm>
            <a:custGeom>
              <a:avLst/>
              <a:gdLst/>
              <a:ahLst/>
              <a:cxnLst/>
              <a:rect l="l" t="t" r="r" b="b"/>
              <a:pathLst>
                <a:path w="396875" h="154939">
                  <a:moveTo>
                    <a:pt x="88220" y="73122"/>
                  </a:moveTo>
                  <a:lnTo>
                    <a:pt x="75786" y="30647"/>
                  </a:lnTo>
                  <a:lnTo>
                    <a:pt x="60261" y="25270"/>
                  </a:lnTo>
                  <a:lnTo>
                    <a:pt x="49751" y="26194"/>
                  </a:lnTo>
                  <a:lnTo>
                    <a:pt x="16709" y="45701"/>
                  </a:lnTo>
                  <a:lnTo>
                    <a:pt x="0" y="86758"/>
                  </a:lnTo>
                  <a:lnTo>
                    <a:pt x="42" y="101081"/>
                  </a:lnTo>
                  <a:lnTo>
                    <a:pt x="23699" y="140331"/>
                  </a:lnTo>
                  <a:lnTo>
                    <a:pt x="39762" y="145372"/>
                  </a:lnTo>
                  <a:lnTo>
                    <a:pt x="47668" y="143583"/>
                  </a:lnTo>
                  <a:lnTo>
                    <a:pt x="75685" y="108701"/>
                  </a:lnTo>
                  <a:lnTo>
                    <a:pt x="84918" y="61689"/>
                  </a:lnTo>
                  <a:lnTo>
                    <a:pt x="84993" y="41938"/>
                  </a:lnTo>
                  <a:lnTo>
                    <a:pt x="84993" y="36561"/>
                  </a:lnTo>
                  <a:lnTo>
                    <a:pt x="83918" y="37099"/>
                  </a:lnTo>
                  <a:lnTo>
                    <a:pt x="82843" y="37636"/>
                  </a:lnTo>
                  <a:lnTo>
                    <a:pt x="80692" y="44088"/>
                  </a:lnTo>
                  <a:lnTo>
                    <a:pt x="84120" y="86228"/>
                  </a:lnTo>
                  <a:lnTo>
                    <a:pt x="96805" y="125739"/>
                  </a:lnTo>
                  <a:lnTo>
                    <a:pt x="120438" y="147279"/>
                  </a:lnTo>
                  <a:lnTo>
                    <a:pt x="125520" y="146716"/>
                  </a:lnTo>
                  <a:lnTo>
                    <a:pt x="152336" y="107601"/>
                  </a:lnTo>
                  <a:lnTo>
                    <a:pt x="168324" y="58908"/>
                  </a:lnTo>
                  <a:lnTo>
                    <a:pt x="169475" y="45433"/>
                  </a:lnTo>
                  <a:lnTo>
                    <a:pt x="169113" y="33973"/>
                  </a:lnTo>
                  <a:lnTo>
                    <a:pt x="167794" y="24732"/>
                  </a:lnTo>
                  <a:lnTo>
                    <a:pt x="165644" y="13979"/>
                  </a:lnTo>
                  <a:lnTo>
                    <a:pt x="162418" y="9677"/>
                  </a:lnTo>
                  <a:lnTo>
                    <a:pt x="158117" y="8602"/>
                  </a:lnTo>
                  <a:lnTo>
                    <a:pt x="153815" y="7527"/>
                  </a:lnTo>
                  <a:lnTo>
                    <a:pt x="148439" y="9677"/>
                  </a:lnTo>
                  <a:lnTo>
                    <a:pt x="145213" y="15054"/>
                  </a:lnTo>
                  <a:lnTo>
                    <a:pt x="141987" y="20431"/>
                  </a:lnTo>
                  <a:lnTo>
                    <a:pt x="140911" y="29034"/>
                  </a:lnTo>
                  <a:lnTo>
                    <a:pt x="140911" y="36561"/>
                  </a:lnTo>
                  <a:lnTo>
                    <a:pt x="140911" y="44088"/>
                  </a:lnTo>
                  <a:lnTo>
                    <a:pt x="171088" y="70501"/>
                  </a:lnTo>
                  <a:lnTo>
                    <a:pt x="179648" y="69569"/>
                  </a:lnTo>
                  <a:lnTo>
                    <a:pt x="215227" y="47768"/>
                  </a:lnTo>
                  <a:lnTo>
                    <a:pt x="237692" y="16130"/>
                  </a:lnTo>
                  <a:lnTo>
                    <a:pt x="238767" y="10753"/>
                  </a:lnTo>
                  <a:lnTo>
                    <a:pt x="239305" y="10753"/>
                  </a:lnTo>
                  <a:lnTo>
                    <a:pt x="239649" y="11921"/>
                  </a:lnTo>
                  <a:lnTo>
                    <a:pt x="240044" y="16062"/>
                  </a:lnTo>
                  <a:lnTo>
                    <a:pt x="240741" y="24136"/>
                  </a:lnTo>
                  <a:lnTo>
                    <a:pt x="241993" y="37099"/>
                  </a:lnTo>
                  <a:lnTo>
                    <a:pt x="246362" y="76349"/>
                  </a:lnTo>
                  <a:lnTo>
                    <a:pt x="251134" y="115599"/>
                  </a:lnTo>
                  <a:lnTo>
                    <a:pt x="266726" y="151622"/>
                  </a:lnTo>
                  <a:lnTo>
                    <a:pt x="272103" y="152160"/>
                  </a:lnTo>
                  <a:lnTo>
                    <a:pt x="277480" y="152698"/>
                  </a:lnTo>
                  <a:lnTo>
                    <a:pt x="309361" y="122714"/>
                  </a:lnTo>
                  <a:lnTo>
                    <a:pt x="330851" y="76533"/>
                  </a:lnTo>
                  <a:lnTo>
                    <a:pt x="340975" y="29202"/>
                  </a:lnTo>
                  <a:lnTo>
                    <a:pt x="339849" y="0"/>
                  </a:lnTo>
                  <a:lnTo>
                    <a:pt x="336623" y="4301"/>
                  </a:lnTo>
                  <a:lnTo>
                    <a:pt x="329314" y="48936"/>
                  </a:lnTo>
                  <a:lnTo>
                    <a:pt x="349998" y="93730"/>
                  </a:lnTo>
                  <a:lnTo>
                    <a:pt x="379830" y="123790"/>
                  </a:lnTo>
                  <a:lnTo>
                    <a:pt x="385551" y="129040"/>
                  </a:lnTo>
                  <a:lnTo>
                    <a:pt x="392541" y="135492"/>
                  </a:lnTo>
                  <a:lnTo>
                    <a:pt x="396842" y="139794"/>
                  </a:lnTo>
                  <a:lnTo>
                    <a:pt x="396842" y="143557"/>
                  </a:lnTo>
                  <a:lnTo>
                    <a:pt x="396842" y="147321"/>
                  </a:lnTo>
                  <a:lnTo>
                    <a:pt x="392541" y="150547"/>
                  </a:lnTo>
                  <a:lnTo>
                    <a:pt x="381250" y="152698"/>
                  </a:lnTo>
                  <a:lnTo>
                    <a:pt x="371622" y="154075"/>
                  </a:lnTo>
                  <a:lnTo>
                    <a:pt x="360280" y="154848"/>
                  </a:lnTo>
                  <a:lnTo>
                    <a:pt x="348132" y="154815"/>
                  </a:lnTo>
                  <a:lnTo>
                    <a:pt x="336085" y="153773"/>
                  </a:lnTo>
                  <a:lnTo>
                    <a:pt x="324853" y="151606"/>
                  </a:lnTo>
                  <a:lnTo>
                    <a:pt x="314377" y="148531"/>
                  </a:lnTo>
                  <a:lnTo>
                    <a:pt x="304405" y="144851"/>
                  </a:lnTo>
                  <a:lnTo>
                    <a:pt x="294685" y="140869"/>
                  </a:lnTo>
                </a:path>
              </a:pathLst>
            </a:custGeom>
            <a:ln w="36749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6792" y="1065172"/>
            <a:ext cx="2984729" cy="50883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292442" y="2141563"/>
            <a:ext cx="525145" cy="344170"/>
            <a:chOff x="1292442" y="2141563"/>
            <a:chExt cx="525145" cy="344170"/>
          </a:xfrm>
        </p:grpSpPr>
        <p:sp>
          <p:nvSpPr>
            <p:cNvPr id="4" name="object 4"/>
            <p:cNvSpPr/>
            <p:nvPr/>
          </p:nvSpPr>
          <p:spPr>
            <a:xfrm>
              <a:off x="1310817" y="2159938"/>
              <a:ext cx="253365" cy="28575"/>
            </a:xfrm>
            <a:custGeom>
              <a:avLst/>
              <a:gdLst/>
              <a:ahLst/>
              <a:cxnLst/>
              <a:rect l="l" t="t" r="r" b="b"/>
              <a:pathLst>
                <a:path w="253365" h="28575">
                  <a:moveTo>
                    <a:pt x="30017" y="21368"/>
                  </a:moveTo>
                  <a:lnTo>
                    <a:pt x="24929" y="21368"/>
                  </a:lnTo>
                  <a:lnTo>
                    <a:pt x="19841" y="21368"/>
                  </a:lnTo>
                  <a:lnTo>
                    <a:pt x="13736" y="21877"/>
                  </a:lnTo>
                  <a:lnTo>
                    <a:pt x="7631" y="22385"/>
                  </a:lnTo>
                  <a:lnTo>
                    <a:pt x="508" y="23403"/>
                  </a:lnTo>
                  <a:lnTo>
                    <a:pt x="0" y="24929"/>
                  </a:lnTo>
                  <a:lnTo>
                    <a:pt x="961" y="26122"/>
                  </a:lnTo>
                  <a:lnTo>
                    <a:pt x="5024" y="27219"/>
                  </a:lnTo>
                  <a:lnTo>
                    <a:pt x="12806" y="27934"/>
                  </a:lnTo>
                  <a:lnTo>
                    <a:pt x="24929" y="27982"/>
                  </a:lnTo>
                  <a:lnTo>
                    <a:pt x="41742" y="27139"/>
                  </a:lnTo>
                  <a:lnTo>
                    <a:pt x="86244" y="22974"/>
                  </a:lnTo>
                  <a:lnTo>
                    <a:pt x="138480" y="16185"/>
                  </a:lnTo>
                  <a:lnTo>
                    <a:pt x="188339" y="8680"/>
                  </a:lnTo>
                  <a:lnTo>
                    <a:pt x="208594" y="5596"/>
                  </a:lnTo>
                  <a:lnTo>
                    <a:pt x="224168" y="3362"/>
                  </a:lnTo>
                  <a:lnTo>
                    <a:pt x="235877" y="1844"/>
                  </a:lnTo>
                  <a:lnTo>
                    <a:pt x="245011" y="802"/>
                  </a:lnTo>
                  <a:lnTo>
                    <a:pt x="252857" y="0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444622" y="2190463"/>
              <a:ext cx="12700" cy="243204"/>
            </a:xfrm>
            <a:custGeom>
              <a:avLst/>
              <a:gdLst/>
              <a:ahLst/>
              <a:cxnLst/>
              <a:rect l="l" t="t" r="r" b="b"/>
              <a:pathLst>
                <a:path w="12700" h="243205">
                  <a:moveTo>
                    <a:pt x="12210" y="0"/>
                  </a:moveTo>
                  <a:lnTo>
                    <a:pt x="7758" y="50813"/>
                  </a:lnTo>
                  <a:lnTo>
                    <a:pt x="4070" y="104297"/>
                  </a:lnTo>
                  <a:lnTo>
                    <a:pt x="1717" y="160134"/>
                  </a:lnTo>
                  <a:lnTo>
                    <a:pt x="508" y="206051"/>
                  </a:lnTo>
                  <a:lnTo>
                    <a:pt x="0" y="240138"/>
                  </a:lnTo>
                  <a:lnTo>
                    <a:pt x="0" y="243191"/>
                  </a:lnTo>
                  <a:lnTo>
                    <a:pt x="0" y="242173"/>
                  </a:lnTo>
                  <a:lnTo>
                    <a:pt x="0" y="241156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10194" y="2278930"/>
              <a:ext cx="251005" cy="17564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792620" y="2177235"/>
              <a:ext cx="6350" cy="290195"/>
            </a:xfrm>
            <a:custGeom>
              <a:avLst/>
              <a:gdLst/>
              <a:ahLst/>
              <a:cxnLst/>
              <a:rect l="l" t="t" r="r" b="b"/>
              <a:pathLst>
                <a:path w="6350" h="290194">
                  <a:moveTo>
                    <a:pt x="6105" y="10175"/>
                  </a:moveTo>
                  <a:lnTo>
                    <a:pt x="4070" y="5087"/>
                  </a:lnTo>
                  <a:lnTo>
                    <a:pt x="2035" y="0"/>
                  </a:lnTo>
                  <a:lnTo>
                    <a:pt x="1017" y="508"/>
                  </a:lnTo>
                  <a:lnTo>
                    <a:pt x="437" y="2138"/>
                  </a:lnTo>
                  <a:lnTo>
                    <a:pt x="190" y="7059"/>
                  </a:lnTo>
                  <a:lnTo>
                    <a:pt x="230" y="16463"/>
                  </a:lnTo>
                  <a:lnTo>
                    <a:pt x="508" y="31543"/>
                  </a:lnTo>
                  <a:lnTo>
                    <a:pt x="961" y="52935"/>
                  </a:lnTo>
                  <a:lnTo>
                    <a:pt x="1462" y="79049"/>
                  </a:lnTo>
                  <a:lnTo>
                    <a:pt x="1868" y="107739"/>
                  </a:lnTo>
                  <a:lnTo>
                    <a:pt x="2035" y="136858"/>
                  </a:lnTo>
                  <a:lnTo>
                    <a:pt x="1868" y="164514"/>
                  </a:lnTo>
                  <a:lnTo>
                    <a:pt x="1462" y="189834"/>
                  </a:lnTo>
                  <a:lnTo>
                    <a:pt x="961" y="212196"/>
                  </a:lnTo>
                  <a:lnTo>
                    <a:pt x="508" y="230980"/>
                  </a:lnTo>
                  <a:lnTo>
                    <a:pt x="214" y="245814"/>
                  </a:lnTo>
                  <a:lnTo>
                    <a:pt x="63" y="257309"/>
                  </a:lnTo>
                  <a:lnTo>
                    <a:pt x="7" y="266324"/>
                  </a:lnTo>
                  <a:lnTo>
                    <a:pt x="0" y="273717"/>
                  </a:lnTo>
                  <a:lnTo>
                    <a:pt x="0" y="282875"/>
                  </a:lnTo>
                  <a:lnTo>
                    <a:pt x="0" y="289997"/>
                  </a:lnTo>
                  <a:lnTo>
                    <a:pt x="1017" y="289489"/>
                  </a:lnTo>
                  <a:lnTo>
                    <a:pt x="2035" y="288980"/>
                  </a:lnTo>
                  <a:lnTo>
                    <a:pt x="4070" y="280840"/>
                  </a:lnTo>
                  <a:lnTo>
                    <a:pt x="6105" y="272699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1932981" y="2172088"/>
            <a:ext cx="836930" cy="300990"/>
            <a:chOff x="1932981" y="2172088"/>
            <a:chExt cx="836930" cy="300990"/>
          </a:xfrm>
        </p:grpSpPr>
        <p:sp>
          <p:nvSpPr>
            <p:cNvPr id="9" name="object 9"/>
            <p:cNvSpPr/>
            <p:nvPr/>
          </p:nvSpPr>
          <p:spPr>
            <a:xfrm>
              <a:off x="1951356" y="2190463"/>
              <a:ext cx="182880" cy="264160"/>
            </a:xfrm>
            <a:custGeom>
              <a:avLst/>
              <a:gdLst/>
              <a:ahLst/>
              <a:cxnLst/>
              <a:rect l="l" t="t" r="r" b="b"/>
              <a:pathLst>
                <a:path w="182880" h="264160">
                  <a:moveTo>
                    <a:pt x="15263" y="0"/>
                  </a:moveTo>
                  <a:lnTo>
                    <a:pt x="15326" y="52275"/>
                  </a:lnTo>
                  <a:lnTo>
                    <a:pt x="15771" y="106841"/>
                  </a:lnTo>
                  <a:lnTo>
                    <a:pt x="16789" y="163060"/>
                  </a:lnTo>
                  <a:lnTo>
                    <a:pt x="17806" y="208594"/>
                  </a:lnTo>
                  <a:lnTo>
                    <a:pt x="18116" y="223198"/>
                  </a:lnTo>
                  <a:lnTo>
                    <a:pt x="22385" y="262524"/>
                  </a:lnTo>
                  <a:lnTo>
                    <a:pt x="23403" y="264050"/>
                  </a:lnTo>
                  <a:lnTo>
                    <a:pt x="23983" y="263669"/>
                  </a:lnTo>
                  <a:lnTo>
                    <a:pt x="24230" y="259853"/>
                  </a:lnTo>
                  <a:lnTo>
                    <a:pt x="24190" y="252030"/>
                  </a:lnTo>
                  <a:lnTo>
                    <a:pt x="22512" y="200836"/>
                  </a:lnTo>
                  <a:lnTo>
                    <a:pt x="18824" y="149068"/>
                  </a:lnTo>
                  <a:lnTo>
                    <a:pt x="12210" y="93358"/>
                  </a:lnTo>
                  <a:lnTo>
                    <a:pt x="5596" y="48332"/>
                  </a:lnTo>
                  <a:lnTo>
                    <a:pt x="1907" y="25120"/>
                  </a:lnTo>
                  <a:lnTo>
                    <a:pt x="1017" y="19357"/>
                  </a:lnTo>
                  <a:lnTo>
                    <a:pt x="508" y="15263"/>
                  </a:lnTo>
                  <a:lnTo>
                    <a:pt x="0" y="10175"/>
                  </a:lnTo>
                  <a:lnTo>
                    <a:pt x="0" y="5087"/>
                  </a:lnTo>
                  <a:lnTo>
                    <a:pt x="0" y="10175"/>
                  </a:lnTo>
                  <a:lnTo>
                    <a:pt x="7631" y="20350"/>
                  </a:lnTo>
                  <a:lnTo>
                    <a:pt x="14682" y="28872"/>
                  </a:lnTo>
                  <a:lnTo>
                    <a:pt x="23975" y="38920"/>
                  </a:lnTo>
                  <a:lnTo>
                    <a:pt x="34890" y="50113"/>
                  </a:lnTo>
                  <a:lnTo>
                    <a:pt x="46806" y="62069"/>
                  </a:lnTo>
                  <a:lnTo>
                    <a:pt x="59199" y="74526"/>
                  </a:lnTo>
                  <a:lnTo>
                    <a:pt x="98192" y="117525"/>
                  </a:lnTo>
                  <a:lnTo>
                    <a:pt x="124520" y="152248"/>
                  </a:lnTo>
                  <a:lnTo>
                    <a:pt x="147033" y="184682"/>
                  </a:lnTo>
                  <a:lnTo>
                    <a:pt x="167710" y="215876"/>
                  </a:lnTo>
                  <a:lnTo>
                    <a:pt x="171963" y="222331"/>
                  </a:lnTo>
                  <a:lnTo>
                    <a:pt x="177051" y="229963"/>
                  </a:lnTo>
                  <a:lnTo>
                    <a:pt x="180103" y="234033"/>
                  </a:lnTo>
                  <a:lnTo>
                    <a:pt x="181630" y="233524"/>
                  </a:lnTo>
                  <a:lnTo>
                    <a:pt x="182496" y="232117"/>
                  </a:lnTo>
                  <a:lnTo>
                    <a:pt x="182838" y="227991"/>
                  </a:lnTo>
                  <a:lnTo>
                    <a:pt x="182703" y="220145"/>
                  </a:lnTo>
                  <a:lnTo>
                    <a:pt x="182139" y="207577"/>
                  </a:lnTo>
                  <a:lnTo>
                    <a:pt x="181208" y="189714"/>
                  </a:lnTo>
                  <a:lnTo>
                    <a:pt x="180040" y="167702"/>
                  </a:lnTo>
                  <a:lnTo>
                    <a:pt x="178776" y="143114"/>
                  </a:lnTo>
                  <a:lnTo>
                    <a:pt x="176510" y="92436"/>
                  </a:lnTo>
                  <a:lnTo>
                    <a:pt x="174984" y="48555"/>
                  </a:lnTo>
                  <a:lnTo>
                    <a:pt x="173998" y="13227"/>
                  </a:lnTo>
                  <a:lnTo>
                    <a:pt x="173998" y="8140"/>
                  </a:lnTo>
                  <a:lnTo>
                    <a:pt x="173998" y="13227"/>
                  </a:lnTo>
                  <a:lnTo>
                    <a:pt x="174507" y="16789"/>
                  </a:lnTo>
                  <a:lnTo>
                    <a:pt x="175016" y="20350"/>
                  </a:lnTo>
                  <a:lnTo>
                    <a:pt x="176033" y="22385"/>
                  </a:lnTo>
                  <a:lnTo>
                    <a:pt x="177051" y="24420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185071" y="2261691"/>
              <a:ext cx="372745" cy="158115"/>
            </a:xfrm>
            <a:custGeom>
              <a:avLst/>
              <a:gdLst/>
              <a:ahLst/>
              <a:cxnLst/>
              <a:rect l="l" t="t" r="r" b="b"/>
              <a:pathLst>
                <a:path w="372744" h="158114">
                  <a:moveTo>
                    <a:pt x="83755" y="60034"/>
                  </a:moveTo>
                  <a:lnTo>
                    <a:pt x="83755" y="51894"/>
                  </a:lnTo>
                  <a:lnTo>
                    <a:pt x="83755" y="43754"/>
                  </a:lnTo>
                  <a:lnTo>
                    <a:pt x="76124" y="36631"/>
                  </a:lnTo>
                  <a:lnTo>
                    <a:pt x="69105" y="31631"/>
                  </a:lnTo>
                  <a:lnTo>
                    <a:pt x="60034" y="27918"/>
                  </a:lnTo>
                  <a:lnTo>
                    <a:pt x="49724" y="26400"/>
                  </a:lnTo>
                  <a:lnTo>
                    <a:pt x="38984" y="27982"/>
                  </a:lnTo>
                  <a:lnTo>
                    <a:pt x="4896" y="65631"/>
                  </a:lnTo>
                  <a:lnTo>
                    <a:pt x="0" y="93486"/>
                  </a:lnTo>
                  <a:lnTo>
                    <a:pt x="1391" y="107413"/>
                  </a:lnTo>
                  <a:lnTo>
                    <a:pt x="20287" y="142518"/>
                  </a:lnTo>
                  <a:lnTo>
                    <a:pt x="47784" y="157869"/>
                  </a:lnTo>
                  <a:lnTo>
                    <a:pt x="55964" y="156382"/>
                  </a:lnTo>
                  <a:lnTo>
                    <a:pt x="78119" y="124234"/>
                  </a:lnTo>
                  <a:lnTo>
                    <a:pt x="89996" y="86967"/>
                  </a:lnTo>
                  <a:lnTo>
                    <a:pt x="98001" y="51894"/>
                  </a:lnTo>
                  <a:lnTo>
                    <a:pt x="96983" y="46806"/>
                  </a:lnTo>
                  <a:lnTo>
                    <a:pt x="95457" y="46806"/>
                  </a:lnTo>
                  <a:lnTo>
                    <a:pt x="93931" y="46806"/>
                  </a:lnTo>
                  <a:lnTo>
                    <a:pt x="91896" y="51894"/>
                  </a:lnTo>
                  <a:lnTo>
                    <a:pt x="91896" y="64104"/>
                  </a:lnTo>
                  <a:lnTo>
                    <a:pt x="98510" y="110911"/>
                  </a:lnTo>
                  <a:lnTo>
                    <a:pt x="118352" y="143981"/>
                  </a:lnTo>
                  <a:lnTo>
                    <a:pt x="131198" y="149832"/>
                  </a:lnTo>
                  <a:lnTo>
                    <a:pt x="137955" y="148989"/>
                  </a:lnTo>
                  <a:lnTo>
                    <a:pt x="163696" y="114305"/>
                  </a:lnTo>
                  <a:lnTo>
                    <a:pt x="173044" y="68429"/>
                  </a:lnTo>
                  <a:lnTo>
                    <a:pt x="173648" y="53929"/>
                  </a:lnTo>
                  <a:lnTo>
                    <a:pt x="173299" y="41719"/>
                  </a:lnTo>
                  <a:lnTo>
                    <a:pt x="172281" y="27473"/>
                  </a:lnTo>
                  <a:lnTo>
                    <a:pt x="169228" y="22385"/>
                  </a:lnTo>
                  <a:lnTo>
                    <a:pt x="167193" y="22385"/>
                  </a:lnTo>
                  <a:lnTo>
                    <a:pt x="165158" y="22385"/>
                  </a:lnTo>
                  <a:lnTo>
                    <a:pt x="170946" y="72626"/>
                  </a:lnTo>
                  <a:lnTo>
                    <a:pt x="176860" y="104297"/>
                  </a:lnTo>
                  <a:lnTo>
                    <a:pt x="179261" y="117056"/>
                  </a:lnTo>
                  <a:lnTo>
                    <a:pt x="181184" y="127382"/>
                  </a:lnTo>
                  <a:lnTo>
                    <a:pt x="182727" y="135705"/>
                  </a:lnTo>
                  <a:lnTo>
                    <a:pt x="183983" y="142455"/>
                  </a:lnTo>
                  <a:lnTo>
                    <a:pt x="185509" y="150595"/>
                  </a:lnTo>
                  <a:lnTo>
                    <a:pt x="186526" y="155683"/>
                  </a:lnTo>
                  <a:lnTo>
                    <a:pt x="187035" y="155683"/>
                  </a:lnTo>
                  <a:lnTo>
                    <a:pt x="187544" y="155683"/>
                  </a:lnTo>
                  <a:lnTo>
                    <a:pt x="187544" y="150595"/>
                  </a:lnTo>
                  <a:lnTo>
                    <a:pt x="188562" y="132279"/>
                  </a:lnTo>
                  <a:lnTo>
                    <a:pt x="193427" y="77547"/>
                  </a:lnTo>
                  <a:lnTo>
                    <a:pt x="206051" y="28363"/>
                  </a:lnTo>
                  <a:lnTo>
                    <a:pt x="228246" y="0"/>
                  </a:lnTo>
                  <a:lnTo>
                    <a:pt x="233333" y="1526"/>
                  </a:lnTo>
                  <a:lnTo>
                    <a:pt x="262333" y="44262"/>
                  </a:lnTo>
                  <a:lnTo>
                    <a:pt x="278979" y="90226"/>
                  </a:lnTo>
                  <a:lnTo>
                    <a:pt x="288280" y="128718"/>
                  </a:lnTo>
                  <a:lnTo>
                    <a:pt x="290315" y="141437"/>
                  </a:lnTo>
                  <a:lnTo>
                    <a:pt x="289298" y="146525"/>
                  </a:lnTo>
                  <a:lnTo>
                    <a:pt x="288280" y="146525"/>
                  </a:lnTo>
                  <a:lnTo>
                    <a:pt x="287263" y="146525"/>
                  </a:lnTo>
                  <a:lnTo>
                    <a:pt x="286245" y="141437"/>
                  </a:lnTo>
                  <a:lnTo>
                    <a:pt x="285736" y="125156"/>
                  </a:lnTo>
                  <a:lnTo>
                    <a:pt x="285482" y="111141"/>
                  </a:lnTo>
                  <a:lnTo>
                    <a:pt x="285609" y="94694"/>
                  </a:lnTo>
                  <a:lnTo>
                    <a:pt x="290109" y="48062"/>
                  </a:lnTo>
                  <a:lnTo>
                    <a:pt x="308631" y="11192"/>
                  </a:lnTo>
                  <a:lnTo>
                    <a:pt x="313210" y="9157"/>
                  </a:lnTo>
                  <a:lnTo>
                    <a:pt x="317789" y="7122"/>
                  </a:lnTo>
                  <a:lnTo>
                    <a:pt x="355438" y="37648"/>
                  </a:lnTo>
                  <a:lnTo>
                    <a:pt x="366956" y="73993"/>
                  </a:lnTo>
                  <a:lnTo>
                    <a:pt x="372322" y="109798"/>
                  </a:lnTo>
                  <a:lnTo>
                    <a:pt x="372227" y="114981"/>
                  </a:lnTo>
                  <a:lnTo>
                    <a:pt x="371718" y="121086"/>
                  </a:lnTo>
                  <a:lnTo>
                    <a:pt x="369683" y="124139"/>
                  </a:lnTo>
                  <a:lnTo>
                    <a:pt x="367648" y="127191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83758" y="2259652"/>
              <a:ext cx="185755" cy="177599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3245984" y="2040827"/>
            <a:ext cx="1330960" cy="507365"/>
            <a:chOff x="3245984" y="2040827"/>
            <a:chExt cx="1330960" cy="507365"/>
          </a:xfrm>
        </p:grpSpPr>
        <p:sp>
          <p:nvSpPr>
            <p:cNvPr id="13" name="object 13"/>
            <p:cNvSpPr/>
            <p:nvPr/>
          </p:nvSpPr>
          <p:spPr>
            <a:xfrm>
              <a:off x="3264359" y="2138776"/>
              <a:ext cx="173990" cy="334010"/>
            </a:xfrm>
            <a:custGeom>
              <a:avLst/>
              <a:gdLst/>
              <a:ahLst/>
              <a:cxnLst/>
              <a:rect l="l" t="t" r="r" b="b"/>
              <a:pathLst>
                <a:path w="173989" h="334010">
                  <a:moveTo>
                    <a:pt x="11828" y="33372"/>
                  </a:moveTo>
                  <a:lnTo>
                    <a:pt x="7758" y="30319"/>
                  </a:lnTo>
                  <a:lnTo>
                    <a:pt x="3688" y="27266"/>
                  </a:lnTo>
                  <a:lnTo>
                    <a:pt x="1653" y="28793"/>
                  </a:lnTo>
                  <a:lnTo>
                    <a:pt x="492" y="30907"/>
                  </a:lnTo>
                  <a:lnTo>
                    <a:pt x="0" y="35407"/>
                  </a:lnTo>
                  <a:lnTo>
                    <a:pt x="79" y="42959"/>
                  </a:lnTo>
                  <a:lnTo>
                    <a:pt x="2861" y="89018"/>
                  </a:lnTo>
                  <a:lnTo>
                    <a:pt x="6232" y="137160"/>
                  </a:lnTo>
                  <a:lnTo>
                    <a:pt x="8203" y="164769"/>
                  </a:lnTo>
                  <a:lnTo>
                    <a:pt x="10175" y="193188"/>
                  </a:lnTo>
                  <a:lnTo>
                    <a:pt x="13355" y="246545"/>
                  </a:lnTo>
                  <a:lnTo>
                    <a:pt x="14690" y="287501"/>
                  </a:lnTo>
                  <a:lnTo>
                    <a:pt x="14881" y="314720"/>
                  </a:lnTo>
                  <a:lnTo>
                    <a:pt x="14881" y="328457"/>
                  </a:lnTo>
                  <a:lnTo>
                    <a:pt x="14881" y="333545"/>
                  </a:lnTo>
                  <a:lnTo>
                    <a:pt x="14881" y="332384"/>
                  </a:lnTo>
                  <a:lnTo>
                    <a:pt x="14881" y="328075"/>
                  </a:lnTo>
                  <a:lnTo>
                    <a:pt x="14881" y="319379"/>
                  </a:lnTo>
                  <a:lnTo>
                    <a:pt x="14881" y="305054"/>
                  </a:lnTo>
                  <a:lnTo>
                    <a:pt x="14857" y="284377"/>
                  </a:lnTo>
                  <a:lnTo>
                    <a:pt x="14237" y="229859"/>
                  </a:lnTo>
                  <a:lnTo>
                    <a:pt x="11987" y="169984"/>
                  </a:lnTo>
                  <a:lnTo>
                    <a:pt x="10429" y="141421"/>
                  </a:lnTo>
                  <a:lnTo>
                    <a:pt x="9062" y="114671"/>
                  </a:lnTo>
                  <a:lnTo>
                    <a:pt x="8267" y="90354"/>
                  </a:lnTo>
                  <a:lnTo>
                    <a:pt x="8331" y="69001"/>
                  </a:lnTo>
                  <a:lnTo>
                    <a:pt x="9157" y="50797"/>
                  </a:lnTo>
                  <a:lnTo>
                    <a:pt x="14881" y="10986"/>
                  </a:lnTo>
                  <a:lnTo>
                    <a:pt x="47736" y="0"/>
                  </a:lnTo>
                  <a:lnTo>
                    <a:pt x="58126" y="810"/>
                  </a:lnTo>
                  <a:lnTo>
                    <a:pt x="104424" y="18617"/>
                  </a:lnTo>
                  <a:lnTo>
                    <a:pt x="130371" y="58301"/>
                  </a:lnTo>
                  <a:lnTo>
                    <a:pt x="134378" y="85457"/>
                  </a:lnTo>
                  <a:lnTo>
                    <a:pt x="134020" y="99726"/>
                  </a:lnTo>
                  <a:lnTo>
                    <a:pt x="121786" y="139577"/>
                  </a:lnTo>
                  <a:lnTo>
                    <a:pt x="90067" y="170898"/>
                  </a:lnTo>
                  <a:lnTo>
                    <a:pt x="51004" y="190072"/>
                  </a:lnTo>
                  <a:lnTo>
                    <a:pt x="37267" y="195160"/>
                  </a:lnTo>
                  <a:lnTo>
                    <a:pt x="32179" y="195160"/>
                  </a:lnTo>
                  <a:lnTo>
                    <a:pt x="31670" y="193634"/>
                  </a:lnTo>
                  <a:lnTo>
                    <a:pt x="31161" y="192107"/>
                  </a:lnTo>
                  <a:lnTo>
                    <a:pt x="35232" y="189055"/>
                  </a:lnTo>
                  <a:lnTo>
                    <a:pt x="39811" y="187528"/>
                  </a:lnTo>
                  <a:lnTo>
                    <a:pt x="44390" y="186002"/>
                  </a:lnTo>
                  <a:lnTo>
                    <a:pt x="49477" y="186002"/>
                  </a:lnTo>
                  <a:lnTo>
                    <a:pt x="61179" y="195160"/>
                  </a:lnTo>
                  <a:lnTo>
                    <a:pt x="95020" y="226711"/>
                  </a:lnTo>
                  <a:lnTo>
                    <a:pt x="130244" y="263144"/>
                  </a:lnTo>
                  <a:lnTo>
                    <a:pt x="140245" y="273550"/>
                  </a:lnTo>
                  <a:lnTo>
                    <a:pt x="168155" y="299696"/>
                  </a:lnTo>
                  <a:lnTo>
                    <a:pt x="171073" y="300984"/>
                  </a:lnTo>
                  <a:lnTo>
                    <a:pt x="173617" y="300984"/>
                  </a:lnTo>
                  <a:lnTo>
                    <a:pt x="170564" y="293861"/>
                  </a:lnTo>
                  <a:lnTo>
                    <a:pt x="167512" y="286738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52989" y="2280576"/>
              <a:ext cx="146834" cy="168401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609892" y="2255586"/>
              <a:ext cx="579120" cy="274320"/>
            </a:xfrm>
            <a:custGeom>
              <a:avLst/>
              <a:gdLst/>
              <a:ahLst/>
              <a:cxnLst/>
              <a:rect l="l" t="t" r="r" b="b"/>
              <a:pathLst>
                <a:path w="579120" h="274319">
                  <a:moveTo>
                    <a:pt x="108924" y="69192"/>
                  </a:moveTo>
                  <a:lnTo>
                    <a:pt x="79065" y="35073"/>
                  </a:lnTo>
                  <a:lnTo>
                    <a:pt x="55026" y="28395"/>
                  </a:lnTo>
                  <a:lnTo>
                    <a:pt x="43293" y="28491"/>
                  </a:lnTo>
                  <a:lnTo>
                    <a:pt x="10731" y="56473"/>
                  </a:lnTo>
                  <a:lnTo>
                    <a:pt x="0" y="97969"/>
                  </a:lnTo>
                  <a:lnTo>
                    <a:pt x="556" y="112437"/>
                  </a:lnTo>
                  <a:lnTo>
                    <a:pt x="17011" y="148782"/>
                  </a:lnTo>
                  <a:lnTo>
                    <a:pt x="57188" y="167154"/>
                  </a:lnTo>
                  <a:lnTo>
                    <a:pt x="94758" y="142232"/>
                  </a:lnTo>
                  <a:lnTo>
                    <a:pt x="112024" y="96705"/>
                  </a:lnTo>
                  <a:lnTo>
                    <a:pt x="111976" y="57999"/>
                  </a:lnTo>
                  <a:lnTo>
                    <a:pt x="105020" y="97095"/>
                  </a:lnTo>
                  <a:lnTo>
                    <a:pt x="108280" y="141262"/>
                  </a:lnTo>
                  <a:lnTo>
                    <a:pt x="114345" y="188943"/>
                  </a:lnTo>
                  <a:lnTo>
                    <a:pt x="122263" y="230599"/>
                  </a:lnTo>
                  <a:lnTo>
                    <a:pt x="135952" y="271507"/>
                  </a:lnTo>
                  <a:lnTo>
                    <a:pt x="141485" y="273717"/>
                  </a:lnTo>
                  <a:lnTo>
                    <a:pt x="143520" y="267612"/>
                  </a:lnTo>
                  <a:lnTo>
                    <a:pt x="149116" y="251840"/>
                  </a:lnTo>
                  <a:lnTo>
                    <a:pt x="165786" y="202402"/>
                  </a:lnTo>
                  <a:lnTo>
                    <a:pt x="177901" y="158433"/>
                  </a:lnTo>
                  <a:lnTo>
                    <a:pt x="187966" y="113439"/>
                  </a:lnTo>
                  <a:lnTo>
                    <a:pt x="197068" y="63214"/>
                  </a:lnTo>
                  <a:lnTo>
                    <a:pt x="201519" y="31543"/>
                  </a:lnTo>
                  <a:lnTo>
                    <a:pt x="202537" y="24420"/>
                  </a:lnTo>
                  <a:lnTo>
                    <a:pt x="201519" y="22894"/>
                  </a:lnTo>
                  <a:lnTo>
                    <a:pt x="200502" y="21368"/>
                  </a:lnTo>
                  <a:lnTo>
                    <a:pt x="197449" y="25438"/>
                  </a:lnTo>
                  <a:lnTo>
                    <a:pt x="195414" y="38157"/>
                  </a:lnTo>
                  <a:lnTo>
                    <a:pt x="194111" y="49143"/>
                  </a:lnTo>
                  <a:lnTo>
                    <a:pt x="193379" y="62324"/>
                  </a:lnTo>
                  <a:lnTo>
                    <a:pt x="193411" y="76649"/>
                  </a:lnTo>
                  <a:lnTo>
                    <a:pt x="199166" y="117016"/>
                  </a:lnTo>
                  <a:lnTo>
                    <a:pt x="214238" y="157209"/>
                  </a:lnTo>
                  <a:lnTo>
                    <a:pt x="217800" y="161788"/>
                  </a:lnTo>
                  <a:lnTo>
                    <a:pt x="222888" y="165858"/>
                  </a:lnTo>
                  <a:lnTo>
                    <a:pt x="227975" y="167384"/>
                  </a:lnTo>
                  <a:lnTo>
                    <a:pt x="233063" y="168911"/>
                  </a:lnTo>
                  <a:lnTo>
                    <a:pt x="261363" y="142558"/>
                  </a:lnTo>
                  <a:lnTo>
                    <a:pt x="277835" y="99909"/>
                  </a:lnTo>
                  <a:lnTo>
                    <a:pt x="287509" y="59740"/>
                  </a:lnTo>
                  <a:lnTo>
                    <a:pt x="281905" y="26455"/>
                  </a:lnTo>
                  <a:lnTo>
                    <a:pt x="280887" y="32561"/>
                  </a:lnTo>
                  <a:lnTo>
                    <a:pt x="283304" y="74152"/>
                  </a:lnTo>
                  <a:lnTo>
                    <a:pt x="290427" y="115609"/>
                  </a:lnTo>
                  <a:lnTo>
                    <a:pt x="309378" y="153647"/>
                  </a:lnTo>
                  <a:lnTo>
                    <a:pt x="313957" y="155174"/>
                  </a:lnTo>
                  <a:lnTo>
                    <a:pt x="318536" y="156700"/>
                  </a:lnTo>
                  <a:lnTo>
                    <a:pt x="351606" y="126683"/>
                  </a:lnTo>
                  <a:lnTo>
                    <a:pt x="363697" y="88907"/>
                  </a:lnTo>
                  <a:lnTo>
                    <a:pt x="370438" y="44254"/>
                  </a:lnTo>
                  <a:lnTo>
                    <a:pt x="366360" y="94122"/>
                  </a:lnTo>
                  <a:lnTo>
                    <a:pt x="381313" y="132542"/>
                  </a:lnTo>
                  <a:lnTo>
                    <a:pt x="419781" y="152630"/>
                  </a:lnTo>
                  <a:lnTo>
                    <a:pt x="455466" y="117358"/>
                  </a:lnTo>
                  <a:lnTo>
                    <a:pt x="469131" y="74788"/>
                  </a:lnTo>
                  <a:lnTo>
                    <a:pt x="473782" y="38014"/>
                  </a:lnTo>
                  <a:lnTo>
                    <a:pt x="473710" y="28999"/>
                  </a:lnTo>
                  <a:lnTo>
                    <a:pt x="455903" y="1017"/>
                  </a:lnTo>
                  <a:lnTo>
                    <a:pt x="450816" y="0"/>
                  </a:lnTo>
                  <a:lnTo>
                    <a:pt x="444711" y="1017"/>
                  </a:lnTo>
                  <a:lnTo>
                    <a:pt x="441149" y="4578"/>
                  </a:lnTo>
                  <a:lnTo>
                    <a:pt x="437588" y="8140"/>
                  </a:lnTo>
                  <a:lnTo>
                    <a:pt x="436570" y="14245"/>
                  </a:lnTo>
                  <a:lnTo>
                    <a:pt x="437079" y="23912"/>
                  </a:lnTo>
                  <a:lnTo>
                    <a:pt x="451062" y="63015"/>
                  </a:lnTo>
                  <a:lnTo>
                    <a:pt x="475745" y="72245"/>
                  </a:lnTo>
                  <a:lnTo>
                    <a:pt x="486565" y="71171"/>
                  </a:lnTo>
                  <a:lnTo>
                    <a:pt x="525279" y="52522"/>
                  </a:lnTo>
                  <a:lnTo>
                    <a:pt x="539341" y="23403"/>
                  </a:lnTo>
                  <a:lnTo>
                    <a:pt x="539341" y="14245"/>
                  </a:lnTo>
                  <a:lnTo>
                    <a:pt x="537815" y="12719"/>
                  </a:lnTo>
                  <a:lnTo>
                    <a:pt x="536289" y="11192"/>
                  </a:lnTo>
                  <a:lnTo>
                    <a:pt x="533236" y="17298"/>
                  </a:lnTo>
                  <a:lnTo>
                    <a:pt x="531201" y="31543"/>
                  </a:lnTo>
                  <a:lnTo>
                    <a:pt x="529905" y="43571"/>
                  </a:lnTo>
                  <a:lnTo>
                    <a:pt x="529230" y="57554"/>
                  </a:lnTo>
                  <a:lnTo>
                    <a:pt x="529413" y="72396"/>
                  </a:lnTo>
                  <a:lnTo>
                    <a:pt x="536797" y="112374"/>
                  </a:lnTo>
                  <a:lnTo>
                    <a:pt x="559692" y="146525"/>
                  </a:lnTo>
                  <a:lnTo>
                    <a:pt x="565288" y="146016"/>
                  </a:lnTo>
                  <a:lnTo>
                    <a:pt x="570885" y="145507"/>
                  </a:lnTo>
                  <a:lnTo>
                    <a:pt x="574955" y="139402"/>
                  </a:lnTo>
                  <a:lnTo>
                    <a:pt x="579025" y="133297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13280" y="2236193"/>
              <a:ext cx="155801" cy="18079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398427" y="2059202"/>
              <a:ext cx="160020" cy="328930"/>
            </a:xfrm>
            <a:custGeom>
              <a:avLst/>
              <a:gdLst/>
              <a:ahLst/>
              <a:cxnLst/>
              <a:rect l="l" t="t" r="r" b="b"/>
              <a:pathLst>
                <a:path w="160020" h="328930">
                  <a:moveTo>
                    <a:pt x="95751" y="238103"/>
                  </a:moveTo>
                  <a:lnTo>
                    <a:pt x="79979" y="201980"/>
                  </a:lnTo>
                  <a:lnTo>
                    <a:pt x="41313" y="185191"/>
                  </a:lnTo>
                  <a:lnTo>
                    <a:pt x="6470" y="215836"/>
                  </a:lnTo>
                  <a:lnTo>
                    <a:pt x="0" y="248000"/>
                  </a:lnTo>
                  <a:lnTo>
                    <a:pt x="103" y="264559"/>
                  </a:lnTo>
                  <a:lnTo>
                    <a:pt x="14555" y="304696"/>
                  </a:lnTo>
                  <a:lnTo>
                    <a:pt x="46909" y="328664"/>
                  </a:lnTo>
                  <a:lnTo>
                    <a:pt x="53007" y="327837"/>
                  </a:lnTo>
                  <a:lnTo>
                    <a:pt x="81696" y="287899"/>
                  </a:lnTo>
                  <a:lnTo>
                    <a:pt x="90663" y="250822"/>
                  </a:lnTo>
                  <a:lnTo>
                    <a:pt x="96896" y="202044"/>
                  </a:lnTo>
                  <a:lnTo>
                    <a:pt x="100839" y="147542"/>
                  </a:lnTo>
                  <a:lnTo>
                    <a:pt x="102938" y="94630"/>
                  </a:lnTo>
                  <a:lnTo>
                    <a:pt x="103057" y="71132"/>
                  </a:lnTo>
                  <a:lnTo>
                    <a:pt x="102365" y="50876"/>
                  </a:lnTo>
                  <a:lnTo>
                    <a:pt x="95497" y="12886"/>
                  </a:lnTo>
                  <a:lnTo>
                    <a:pt x="87611" y="0"/>
                  </a:lnTo>
                  <a:lnTo>
                    <a:pt x="82523" y="0"/>
                  </a:lnTo>
                  <a:lnTo>
                    <a:pt x="77944" y="1526"/>
                  </a:lnTo>
                  <a:lnTo>
                    <a:pt x="73365" y="3052"/>
                  </a:lnTo>
                  <a:lnTo>
                    <a:pt x="57975" y="52085"/>
                  </a:lnTo>
                  <a:lnTo>
                    <a:pt x="53524" y="93104"/>
                  </a:lnTo>
                  <a:lnTo>
                    <a:pt x="53039" y="115116"/>
                  </a:lnTo>
                  <a:lnTo>
                    <a:pt x="53842" y="137558"/>
                  </a:lnTo>
                  <a:lnTo>
                    <a:pt x="59120" y="183156"/>
                  </a:lnTo>
                  <a:lnTo>
                    <a:pt x="68659" y="227610"/>
                  </a:lnTo>
                  <a:lnTo>
                    <a:pt x="80488" y="264050"/>
                  </a:lnTo>
                  <a:lnTo>
                    <a:pt x="106944" y="298646"/>
                  </a:lnTo>
                  <a:lnTo>
                    <a:pt x="131127" y="305229"/>
                  </a:lnTo>
                  <a:lnTo>
                    <a:pt x="138488" y="304752"/>
                  </a:lnTo>
                  <a:lnTo>
                    <a:pt x="147646" y="303225"/>
                  </a:lnTo>
                  <a:lnTo>
                    <a:pt x="153751" y="298138"/>
                  </a:lnTo>
                  <a:lnTo>
                    <a:pt x="159856" y="293050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921306" y="2193517"/>
              <a:ext cx="26034" cy="38735"/>
            </a:xfrm>
            <a:custGeom>
              <a:avLst/>
              <a:gdLst/>
              <a:ahLst/>
              <a:cxnLst/>
              <a:rect l="l" t="t" r="r" b="b"/>
              <a:pathLst>
                <a:path w="26035" h="38735">
                  <a:moveTo>
                    <a:pt x="14245" y="9157"/>
                  </a:moveTo>
                  <a:lnTo>
                    <a:pt x="17298" y="13227"/>
                  </a:lnTo>
                  <a:lnTo>
                    <a:pt x="20350" y="17298"/>
                  </a:lnTo>
                  <a:lnTo>
                    <a:pt x="22385" y="16789"/>
                  </a:lnTo>
                  <a:lnTo>
                    <a:pt x="24420" y="16280"/>
                  </a:lnTo>
                  <a:lnTo>
                    <a:pt x="25438" y="11192"/>
                  </a:lnTo>
                  <a:lnTo>
                    <a:pt x="23912" y="7122"/>
                  </a:lnTo>
                  <a:lnTo>
                    <a:pt x="22385" y="3052"/>
                  </a:lnTo>
                  <a:lnTo>
                    <a:pt x="18315" y="0"/>
                  </a:lnTo>
                  <a:lnTo>
                    <a:pt x="14245" y="1017"/>
                  </a:lnTo>
                  <a:lnTo>
                    <a:pt x="10175" y="2035"/>
                  </a:lnTo>
                  <a:lnTo>
                    <a:pt x="6105" y="7122"/>
                  </a:lnTo>
                  <a:lnTo>
                    <a:pt x="3561" y="12210"/>
                  </a:lnTo>
                  <a:lnTo>
                    <a:pt x="1017" y="17298"/>
                  </a:lnTo>
                  <a:lnTo>
                    <a:pt x="0" y="22385"/>
                  </a:lnTo>
                  <a:lnTo>
                    <a:pt x="0" y="27473"/>
                  </a:lnTo>
                  <a:lnTo>
                    <a:pt x="0" y="32561"/>
                  </a:lnTo>
                  <a:lnTo>
                    <a:pt x="1017" y="37648"/>
                  </a:lnTo>
                  <a:lnTo>
                    <a:pt x="3561" y="38157"/>
                  </a:lnTo>
                  <a:lnTo>
                    <a:pt x="6105" y="38666"/>
                  </a:lnTo>
                  <a:lnTo>
                    <a:pt x="10175" y="34596"/>
                  </a:lnTo>
                  <a:lnTo>
                    <a:pt x="12719" y="30017"/>
                  </a:lnTo>
                  <a:lnTo>
                    <a:pt x="15263" y="25438"/>
                  </a:lnTo>
                  <a:lnTo>
                    <a:pt x="16280" y="20350"/>
                  </a:lnTo>
                  <a:lnTo>
                    <a:pt x="17298" y="15263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/>
          <p:cNvGrpSpPr/>
          <p:nvPr/>
        </p:nvGrpSpPr>
        <p:grpSpPr>
          <a:xfrm>
            <a:off x="4690512" y="2079493"/>
            <a:ext cx="280035" cy="299720"/>
            <a:chOff x="4690512" y="2079493"/>
            <a:chExt cx="280035" cy="299720"/>
          </a:xfrm>
        </p:grpSpPr>
        <p:sp>
          <p:nvSpPr>
            <p:cNvPr id="20" name="object 20"/>
            <p:cNvSpPr/>
            <p:nvPr/>
          </p:nvSpPr>
          <p:spPr>
            <a:xfrm>
              <a:off x="4708887" y="2097868"/>
              <a:ext cx="173355" cy="262255"/>
            </a:xfrm>
            <a:custGeom>
              <a:avLst/>
              <a:gdLst/>
              <a:ahLst/>
              <a:cxnLst/>
              <a:rect l="l" t="t" r="r" b="b"/>
              <a:pathLst>
                <a:path w="173354" h="262255">
                  <a:moveTo>
                    <a:pt x="148552" y="34596"/>
                  </a:moveTo>
                  <a:lnTo>
                    <a:pt x="139394" y="0"/>
                  </a:lnTo>
                  <a:lnTo>
                    <a:pt x="127692" y="508"/>
                  </a:lnTo>
                  <a:lnTo>
                    <a:pt x="80377" y="14754"/>
                  </a:lnTo>
                  <a:lnTo>
                    <a:pt x="39811" y="50813"/>
                  </a:lnTo>
                  <a:lnTo>
                    <a:pt x="17814" y="86514"/>
                  </a:lnTo>
                  <a:lnTo>
                    <a:pt x="3791" y="127263"/>
                  </a:lnTo>
                  <a:lnTo>
                    <a:pt x="0" y="166780"/>
                  </a:lnTo>
                  <a:lnTo>
                    <a:pt x="2217" y="184682"/>
                  </a:lnTo>
                  <a:lnTo>
                    <a:pt x="23713" y="228492"/>
                  </a:lnTo>
                  <a:lnTo>
                    <a:pt x="62061" y="254892"/>
                  </a:lnTo>
                  <a:lnTo>
                    <a:pt x="107063" y="262190"/>
                  </a:lnTo>
                  <a:lnTo>
                    <a:pt x="121587" y="259980"/>
                  </a:lnTo>
                  <a:lnTo>
                    <a:pt x="135268" y="255409"/>
                  </a:lnTo>
                  <a:lnTo>
                    <a:pt x="148234" y="248978"/>
                  </a:lnTo>
                  <a:lnTo>
                    <a:pt x="160723" y="241307"/>
                  </a:lnTo>
                  <a:lnTo>
                    <a:pt x="172973" y="233015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936997" y="2112113"/>
              <a:ext cx="15240" cy="248285"/>
            </a:xfrm>
            <a:custGeom>
              <a:avLst/>
              <a:gdLst/>
              <a:ahLst/>
              <a:cxnLst/>
              <a:rect l="l" t="t" r="r" b="b"/>
              <a:pathLst>
                <a:path w="15239" h="248285">
                  <a:moveTo>
                    <a:pt x="8967" y="29508"/>
                  </a:moveTo>
                  <a:lnTo>
                    <a:pt x="6932" y="24420"/>
                  </a:lnTo>
                  <a:lnTo>
                    <a:pt x="4897" y="19333"/>
                  </a:lnTo>
                  <a:lnTo>
                    <a:pt x="3370" y="13227"/>
                  </a:lnTo>
                  <a:lnTo>
                    <a:pt x="1844" y="7122"/>
                  </a:lnTo>
                  <a:lnTo>
                    <a:pt x="826" y="0"/>
                  </a:lnTo>
                  <a:lnTo>
                    <a:pt x="318" y="508"/>
                  </a:lnTo>
                  <a:lnTo>
                    <a:pt x="39" y="2408"/>
                  </a:lnTo>
                  <a:lnTo>
                    <a:pt x="0" y="7695"/>
                  </a:lnTo>
                  <a:lnTo>
                    <a:pt x="246" y="16892"/>
                  </a:lnTo>
                  <a:lnTo>
                    <a:pt x="2989" y="70909"/>
                  </a:lnTo>
                  <a:lnTo>
                    <a:pt x="5914" y="121595"/>
                  </a:lnTo>
                  <a:lnTo>
                    <a:pt x="7424" y="147805"/>
                  </a:lnTo>
                  <a:lnTo>
                    <a:pt x="10064" y="195645"/>
                  </a:lnTo>
                  <a:lnTo>
                    <a:pt x="11956" y="238993"/>
                  </a:lnTo>
                  <a:lnTo>
                    <a:pt x="12218" y="244892"/>
                  </a:lnTo>
                  <a:lnTo>
                    <a:pt x="12528" y="247261"/>
                  </a:lnTo>
                  <a:lnTo>
                    <a:pt x="13037" y="248278"/>
                  </a:lnTo>
                  <a:lnTo>
                    <a:pt x="14054" y="241156"/>
                  </a:lnTo>
                  <a:lnTo>
                    <a:pt x="15072" y="234033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" name="object 22"/>
          <p:cNvGrpSpPr/>
          <p:nvPr/>
        </p:nvGrpSpPr>
        <p:grpSpPr>
          <a:xfrm>
            <a:off x="5031378" y="2161531"/>
            <a:ext cx="1224280" cy="216535"/>
            <a:chOff x="5031378" y="2161531"/>
            <a:chExt cx="1224280" cy="216535"/>
          </a:xfrm>
        </p:grpSpPr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31378" y="2190865"/>
              <a:ext cx="146643" cy="18678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209284" y="2192499"/>
              <a:ext cx="320040" cy="151130"/>
            </a:xfrm>
            <a:custGeom>
              <a:avLst/>
              <a:gdLst/>
              <a:ahLst/>
              <a:cxnLst/>
              <a:rect l="l" t="t" r="r" b="b"/>
              <a:pathLst>
                <a:path w="320039" h="151130">
                  <a:moveTo>
                    <a:pt x="96888" y="55964"/>
                  </a:moveTo>
                  <a:lnTo>
                    <a:pt x="61362" y="24897"/>
                  </a:lnTo>
                  <a:lnTo>
                    <a:pt x="49382" y="24293"/>
                  </a:lnTo>
                  <a:lnTo>
                    <a:pt x="37116" y="26551"/>
                  </a:lnTo>
                  <a:lnTo>
                    <a:pt x="8362" y="52657"/>
                  </a:lnTo>
                  <a:lnTo>
                    <a:pt x="0" y="95743"/>
                  </a:lnTo>
                  <a:lnTo>
                    <a:pt x="2257" y="110021"/>
                  </a:lnTo>
                  <a:lnTo>
                    <a:pt x="31575" y="147415"/>
                  </a:lnTo>
                  <a:lnTo>
                    <a:pt x="51608" y="151104"/>
                  </a:lnTo>
                  <a:lnTo>
                    <a:pt x="60662" y="149617"/>
                  </a:lnTo>
                  <a:lnTo>
                    <a:pt x="86411" y="116356"/>
                  </a:lnTo>
                  <a:lnTo>
                    <a:pt x="94853" y="74788"/>
                  </a:lnTo>
                  <a:lnTo>
                    <a:pt x="96888" y="60034"/>
                  </a:lnTo>
                  <a:lnTo>
                    <a:pt x="96888" y="54946"/>
                  </a:lnTo>
                  <a:lnTo>
                    <a:pt x="96379" y="49859"/>
                  </a:lnTo>
                  <a:lnTo>
                    <a:pt x="95871" y="44771"/>
                  </a:lnTo>
                  <a:lnTo>
                    <a:pt x="94853" y="39683"/>
                  </a:lnTo>
                  <a:lnTo>
                    <a:pt x="93327" y="39683"/>
                  </a:lnTo>
                  <a:lnTo>
                    <a:pt x="91800" y="39683"/>
                  </a:lnTo>
                  <a:lnTo>
                    <a:pt x="89765" y="44771"/>
                  </a:lnTo>
                  <a:lnTo>
                    <a:pt x="90783" y="60543"/>
                  </a:lnTo>
                  <a:lnTo>
                    <a:pt x="92134" y="74057"/>
                  </a:lnTo>
                  <a:lnTo>
                    <a:pt x="104011" y="119560"/>
                  </a:lnTo>
                  <a:lnTo>
                    <a:pt x="133011" y="147033"/>
                  </a:lnTo>
                  <a:lnTo>
                    <a:pt x="141660" y="150595"/>
                  </a:lnTo>
                  <a:lnTo>
                    <a:pt x="146747" y="150595"/>
                  </a:lnTo>
                  <a:lnTo>
                    <a:pt x="175238" y="119560"/>
                  </a:lnTo>
                  <a:lnTo>
                    <a:pt x="195843" y="72984"/>
                  </a:lnTo>
                  <a:lnTo>
                    <a:pt x="204365" y="35931"/>
                  </a:lnTo>
                  <a:lnTo>
                    <a:pt x="203968" y="28165"/>
                  </a:lnTo>
                  <a:lnTo>
                    <a:pt x="202712" y="21877"/>
                  </a:lnTo>
                  <a:lnTo>
                    <a:pt x="200677" y="14245"/>
                  </a:lnTo>
                  <a:lnTo>
                    <a:pt x="197624" y="9157"/>
                  </a:lnTo>
                  <a:lnTo>
                    <a:pt x="193045" y="5596"/>
                  </a:lnTo>
                  <a:lnTo>
                    <a:pt x="188466" y="2035"/>
                  </a:lnTo>
                  <a:lnTo>
                    <a:pt x="182361" y="0"/>
                  </a:lnTo>
                  <a:lnTo>
                    <a:pt x="177782" y="1017"/>
                  </a:lnTo>
                  <a:lnTo>
                    <a:pt x="173203" y="2035"/>
                  </a:lnTo>
                  <a:lnTo>
                    <a:pt x="170151" y="6105"/>
                  </a:lnTo>
                  <a:lnTo>
                    <a:pt x="169133" y="13227"/>
                  </a:lnTo>
                  <a:lnTo>
                    <a:pt x="168767" y="19102"/>
                  </a:lnTo>
                  <a:lnTo>
                    <a:pt x="169260" y="25883"/>
                  </a:lnTo>
                  <a:lnTo>
                    <a:pt x="187298" y="63961"/>
                  </a:lnTo>
                  <a:lnTo>
                    <a:pt x="227133" y="75806"/>
                  </a:lnTo>
                  <a:lnTo>
                    <a:pt x="260409" y="51727"/>
                  </a:lnTo>
                  <a:lnTo>
                    <a:pt x="269869" y="13736"/>
                  </a:lnTo>
                  <a:lnTo>
                    <a:pt x="261920" y="56282"/>
                  </a:lnTo>
                  <a:lnTo>
                    <a:pt x="260171" y="94591"/>
                  </a:lnTo>
                  <a:lnTo>
                    <a:pt x="280426" y="132661"/>
                  </a:lnTo>
                  <a:lnTo>
                    <a:pt x="295816" y="138893"/>
                  </a:lnTo>
                  <a:lnTo>
                    <a:pt x="302629" y="137788"/>
                  </a:lnTo>
                  <a:lnTo>
                    <a:pt x="308726" y="134251"/>
                  </a:lnTo>
                  <a:lnTo>
                    <a:pt x="314347" y="129091"/>
                  </a:lnTo>
                  <a:lnTo>
                    <a:pt x="319729" y="123121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5577855" y="2191481"/>
              <a:ext cx="330200" cy="146050"/>
            </a:xfrm>
            <a:custGeom>
              <a:avLst/>
              <a:gdLst/>
              <a:ahLst/>
              <a:cxnLst/>
              <a:rect l="l" t="t" r="r" b="b"/>
              <a:pathLst>
                <a:path w="330200" h="146050">
                  <a:moveTo>
                    <a:pt x="88525" y="38666"/>
                  </a:moveTo>
                  <a:lnTo>
                    <a:pt x="66370" y="7440"/>
                  </a:lnTo>
                  <a:lnTo>
                    <a:pt x="24929" y="12973"/>
                  </a:lnTo>
                  <a:lnTo>
                    <a:pt x="3942" y="61751"/>
                  </a:lnTo>
                  <a:lnTo>
                    <a:pt x="0" y="92595"/>
                  </a:lnTo>
                  <a:lnTo>
                    <a:pt x="1097" y="105052"/>
                  </a:lnTo>
                  <a:lnTo>
                    <a:pt x="30526" y="138702"/>
                  </a:lnTo>
                  <a:lnTo>
                    <a:pt x="73675" y="137597"/>
                  </a:lnTo>
                  <a:lnTo>
                    <a:pt x="95680" y="104329"/>
                  </a:lnTo>
                  <a:lnTo>
                    <a:pt x="108589" y="61274"/>
                  </a:lnTo>
                  <a:lnTo>
                    <a:pt x="101753" y="23403"/>
                  </a:lnTo>
                  <a:lnTo>
                    <a:pt x="101626" y="71163"/>
                  </a:lnTo>
                  <a:lnTo>
                    <a:pt x="115077" y="113503"/>
                  </a:lnTo>
                  <a:lnTo>
                    <a:pt x="147614" y="143607"/>
                  </a:lnTo>
                  <a:lnTo>
                    <a:pt x="155492" y="145571"/>
                  </a:lnTo>
                  <a:lnTo>
                    <a:pt x="163084" y="145340"/>
                  </a:lnTo>
                  <a:lnTo>
                    <a:pt x="195366" y="109385"/>
                  </a:lnTo>
                  <a:lnTo>
                    <a:pt x="204381" y="60161"/>
                  </a:lnTo>
                  <a:lnTo>
                    <a:pt x="204827" y="18307"/>
                  </a:lnTo>
                  <a:lnTo>
                    <a:pt x="198419" y="3052"/>
                  </a:lnTo>
                  <a:lnTo>
                    <a:pt x="196893" y="4070"/>
                  </a:lnTo>
                  <a:lnTo>
                    <a:pt x="199254" y="50972"/>
                  </a:lnTo>
                  <a:lnTo>
                    <a:pt x="203912" y="93517"/>
                  </a:lnTo>
                  <a:lnTo>
                    <a:pt x="208849" y="133678"/>
                  </a:lnTo>
                  <a:lnTo>
                    <a:pt x="210629" y="139402"/>
                  </a:lnTo>
                  <a:lnTo>
                    <a:pt x="210629" y="133297"/>
                  </a:lnTo>
                  <a:lnTo>
                    <a:pt x="213682" y="115490"/>
                  </a:lnTo>
                  <a:lnTo>
                    <a:pt x="224628" y="64263"/>
                  </a:lnTo>
                  <a:lnTo>
                    <a:pt x="239629" y="22131"/>
                  </a:lnTo>
                  <a:lnTo>
                    <a:pt x="262524" y="0"/>
                  </a:lnTo>
                  <a:lnTo>
                    <a:pt x="270664" y="3561"/>
                  </a:lnTo>
                  <a:lnTo>
                    <a:pt x="299155" y="30526"/>
                  </a:lnTo>
                  <a:lnTo>
                    <a:pt x="319903" y="72380"/>
                  </a:lnTo>
                  <a:lnTo>
                    <a:pt x="329045" y="113010"/>
                  </a:lnTo>
                  <a:lnTo>
                    <a:pt x="329602" y="124846"/>
                  </a:lnTo>
                  <a:lnTo>
                    <a:pt x="329681" y="136349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45953" y="2161531"/>
              <a:ext cx="309640" cy="201336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6612630" y="2101879"/>
            <a:ext cx="605155" cy="354330"/>
            <a:chOff x="6612630" y="2101879"/>
            <a:chExt cx="605155" cy="354330"/>
          </a:xfrm>
        </p:grpSpPr>
        <p:sp>
          <p:nvSpPr>
            <p:cNvPr id="28" name="object 28"/>
            <p:cNvSpPr/>
            <p:nvPr/>
          </p:nvSpPr>
          <p:spPr>
            <a:xfrm>
              <a:off x="6634376" y="2120254"/>
              <a:ext cx="8890" cy="317500"/>
            </a:xfrm>
            <a:custGeom>
              <a:avLst/>
              <a:gdLst/>
              <a:ahLst/>
              <a:cxnLst/>
              <a:rect l="l" t="t" r="r" b="b"/>
              <a:pathLst>
                <a:path w="8890" h="317500">
                  <a:moveTo>
                    <a:pt x="8839" y="0"/>
                  </a:moveTo>
                  <a:lnTo>
                    <a:pt x="4451" y="47697"/>
                  </a:lnTo>
                  <a:lnTo>
                    <a:pt x="1208" y="97683"/>
                  </a:lnTo>
                  <a:lnTo>
                    <a:pt x="0" y="150976"/>
                  </a:lnTo>
                  <a:lnTo>
                    <a:pt x="135" y="177671"/>
                  </a:lnTo>
                  <a:lnTo>
                    <a:pt x="1621" y="227816"/>
                  </a:lnTo>
                  <a:lnTo>
                    <a:pt x="3847" y="269186"/>
                  </a:lnTo>
                  <a:lnTo>
                    <a:pt x="4769" y="284910"/>
                  </a:lnTo>
                  <a:lnTo>
                    <a:pt x="5357" y="296723"/>
                  </a:lnTo>
                  <a:lnTo>
                    <a:pt x="5659" y="305388"/>
                  </a:lnTo>
                  <a:lnTo>
                    <a:pt x="5771" y="311954"/>
                  </a:lnTo>
                  <a:lnTo>
                    <a:pt x="5786" y="317471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12630" y="2106013"/>
              <a:ext cx="170047" cy="18966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92734" y="2123247"/>
              <a:ext cx="391870" cy="293678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7082791" y="2159938"/>
              <a:ext cx="17780" cy="230504"/>
            </a:xfrm>
            <a:custGeom>
              <a:avLst/>
              <a:gdLst/>
              <a:ahLst/>
              <a:cxnLst/>
              <a:rect l="l" t="t" r="r" b="b"/>
              <a:pathLst>
                <a:path w="17779" h="230505">
                  <a:moveTo>
                    <a:pt x="15262" y="0"/>
                  </a:moveTo>
                  <a:lnTo>
                    <a:pt x="16010" y="16105"/>
                  </a:lnTo>
                  <a:lnTo>
                    <a:pt x="16661" y="32688"/>
                  </a:lnTo>
                  <a:lnTo>
                    <a:pt x="17123" y="50224"/>
                  </a:lnTo>
                  <a:lnTo>
                    <a:pt x="17297" y="69192"/>
                  </a:lnTo>
                  <a:lnTo>
                    <a:pt x="17115" y="89789"/>
                  </a:lnTo>
                  <a:lnTo>
                    <a:pt x="15795" y="131937"/>
                  </a:lnTo>
                  <a:lnTo>
                    <a:pt x="12274" y="181757"/>
                  </a:lnTo>
                  <a:lnTo>
                    <a:pt x="11105" y="193745"/>
                  </a:lnTo>
                  <a:lnTo>
                    <a:pt x="10175" y="204016"/>
                  </a:lnTo>
                  <a:lnTo>
                    <a:pt x="9158" y="216735"/>
                  </a:lnTo>
                  <a:lnTo>
                    <a:pt x="9158" y="225893"/>
                  </a:lnTo>
                  <a:lnTo>
                    <a:pt x="7631" y="227928"/>
                  </a:lnTo>
                  <a:lnTo>
                    <a:pt x="6105" y="229963"/>
                  </a:lnTo>
                  <a:lnTo>
                    <a:pt x="3052" y="224875"/>
                  </a:lnTo>
                  <a:lnTo>
                    <a:pt x="0" y="219787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7012582" y="2398041"/>
              <a:ext cx="186690" cy="6350"/>
            </a:xfrm>
            <a:custGeom>
              <a:avLst/>
              <a:gdLst/>
              <a:ahLst/>
              <a:cxnLst/>
              <a:rect l="l" t="t" r="r" b="b"/>
              <a:pathLst>
                <a:path w="186690" h="6350">
                  <a:moveTo>
                    <a:pt x="0" y="6105"/>
                  </a:moveTo>
                  <a:lnTo>
                    <a:pt x="57737" y="3815"/>
                  </a:lnTo>
                  <a:lnTo>
                    <a:pt x="104289" y="2289"/>
                  </a:lnTo>
                  <a:lnTo>
                    <a:pt x="158076" y="763"/>
                  </a:lnTo>
                  <a:lnTo>
                    <a:pt x="186209" y="0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3" name="object 33"/>
          <p:cNvGrpSpPr/>
          <p:nvPr/>
        </p:nvGrpSpPr>
        <p:grpSpPr>
          <a:xfrm>
            <a:off x="1263969" y="1961459"/>
            <a:ext cx="7437755" cy="4620895"/>
            <a:chOff x="1263969" y="1961459"/>
            <a:chExt cx="7437755" cy="4620895"/>
          </a:xfrm>
        </p:grpSpPr>
        <p:sp>
          <p:nvSpPr>
            <p:cNvPr id="34" name="object 34"/>
            <p:cNvSpPr/>
            <p:nvPr/>
          </p:nvSpPr>
          <p:spPr>
            <a:xfrm>
              <a:off x="7349386" y="2120763"/>
              <a:ext cx="178435" cy="290830"/>
            </a:xfrm>
            <a:custGeom>
              <a:avLst/>
              <a:gdLst/>
              <a:ahLst/>
              <a:cxnLst/>
              <a:rect l="l" t="t" r="r" b="b"/>
              <a:pathLst>
                <a:path w="178434" h="290830">
                  <a:moveTo>
                    <a:pt x="127192" y="14754"/>
                  </a:moveTo>
                  <a:lnTo>
                    <a:pt x="127192" y="7631"/>
                  </a:lnTo>
                  <a:lnTo>
                    <a:pt x="127192" y="508"/>
                  </a:lnTo>
                  <a:lnTo>
                    <a:pt x="125665" y="0"/>
                  </a:lnTo>
                  <a:lnTo>
                    <a:pt x="104981" y="41726"/>
                  </a:lnTo>
                  <a:lnTo>
                    <a:pt x="85679" y="85814"/>
                  </a:lnTo>
                  <a:lnTo>
                    <a:pt x="63683" y="136612"/>
                  </a:lnTo>
                  <a:lnTo>
                    <a:pt x="52721" y="161979"/>
                  </a:lnTo>
                  <a:lnTo>
                    <a:pt x="42235" y="186105"/>
                  </a:lnTo>
                  <a:lnTo>
                    <a:pt x="32561" y="208086"/>
                  </a:lnTo>
                  <a:lnTo>
                    <a:pt x="23991" y="227196"/>
                  </a:lnTo>
                  <a:lnTo>
                    <a:pt x="16662" y="243445"/>
                  </a:lnTo>
                  <a:lnTo>
                    <a:pt x="10668" y="257023"/>
                  </a:lnTo>
                  <a:lnTo>
                    <a:pt x="6105" y="268120"/>
                  </a:lnTo>
                  <a:lnTo>
                    <a:pt x="1017" y="281348"/>
                  </a:lnTo>
                  <a:lnTo>
                    <a:pt x="0" y="288471"/>
                  </a:lnTo>
                  <a:lnTo>
                    <a:pt x="508" y="289489"/>
                  </a:lnTo>
                  <a:lnTo>
                    <a:pt x="1017" y="290506"/>
                  </a:lnTo>
                  <a:lnTo>
                    <a:pt x="3052" y="285418"/>
                  </a:lnTo>
                  <a:lnTo>
                    <a:pt x="9666" y="269138"/>
                  </a:lnTo>
                  <a:lnTo>
                    <a:pt x="30772" y="217482"/>
                  </a:lnTo>
                  <a:lnTo>
                    <a:pt x="49016" y="173426"/>
                  </a:lnTo>
                  <a:lnTo>
                    <a:pt x="68445" y="127764"/>
                  </a:lnTo>
                  <a:lnTo>
                    <a:pt x="88199" y="83700"/>
                  </a:lnTo>
                  <a:lnTo>
                    <a:pt x="106181" y="46003"/>
                  </a:lnTo>
                  <a:lnTo>
                    <a:pt x="126476" y="9650"/>
                  </a:lnTo>
                  <a:lnTo>
                    <a:pt x="128718" y="8140"/>
                  </a:lnTo>
                  <a:lnTo>
                    <a:pt x="130395" y="8967"/>
                  </a:lnTo>
                  <a:lnTo>
                    <a:pt x="137971" y="51894"/>
                  </a:lnTo>
                  <a:lnTo>
                    <a:pt x="141183" y="74407"/>
                  </a:lnTo>
                  <a:lnTo>
                    <a:pt x="144776" y="99400"/>
                  </a:lnTo>
                  <a:lnTo>
                    <a:pt x="152360" y="150126"/>
                  </a:lnTo>
                  <a:lnTo>
                    <a:pt x="159578" y="194341"/>
                  </a:lnTo>
                  <a:lnTo>
                    <a:pt x="168211" y="237785"/>
                  </a:lnTo>
                  <a:lnTo>
                    <a:pt x="172472" y="255401"/>
                  </a:lnTo>
                  <a:lnTo>
                    <a:pt x="175016" y="266085"/>
                  </a:lnTo>
                  <a:lnTo>
                    <a:pt x="177051" y="276261"/>
                  </a:lnTo>
                  <a:lnTo>
                    <a:pt x="177560" y="277787"/>
                  </a:lnTo>
                  <a:lnTo>
                    <a:pt x="178069" y="279313"/>
                  </a:lnTo>
                  <a:lnTo>
                    <a:pt x="177051" y="272191"/>
                  </a:lnTo>
                  <a:lnTo>
                    <a:pt x="176034" y="265068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7418577" y="2324270"/>
              <a:ext cx="52069" cy="6985"/>
            </a:xfrm>
            <a:custGeom>
              <a:avLst/>
              <a:gdLst/>
              <a:ahLst/>
              <a:cxnLst/>
              <a:rect l="l" t="t" r="r" b="b"/>
              <a:pathLst>
                <a:path w="52070" h="6985">
                  <a:moveTo>
                    <a:pt x="0" y="6614"/>
                  </a:moveTo>
                  <a:lnTo>
                    <a:pt x="4070" y="3561"/>
                  </a:lnTo>
                  <a:lnTo>
                    <a:pt x="8140" y="508"/>
                  </a:lnTo>
                  <a:lnTo>
                    <a:pt x="16789" y="0"/>
                  </a:lnTo>
                  <a:lnTo>
                    <a:pt x="24063" y="55"/>
                  </a:lnTo>
                  <a:lnTo>
                    <a:pt x="32624" y="826"/>
                  </a:lnTo>
                  <a:lnTo>
                    <a:pt x="42044" y="2074"/>
                  </a:lnTo>
                  <a:lnTo>
                    <a:pt x="51894" y="3561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570068" y="2251894"/>
              <a:ext cx="135514" cy="16217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727087" y="2261346"/>
              <a:ext cx="125021" cy="157359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7885874" y="2253551"/>
              <a:ext cx="351155" cy="180975"/>
            </a:xfrm>
            <a:custGeom>
              <a:avLst/>
              <a:gdLst/>
              <a:ahLst/>
              <a:cxnLst/>
              <a:rect l="l" t="t" r="r" b="b"/>
              <a:pathLst>
                <a:path w="351154" h="180975">
                  <a:moveTo>
                    <a:pt x="21121" y="98700"/>
                  </a:moveTo>
                  <a:lnTo>
                    <a:pt x="61131" y="83247"/>
                  </a:lnTo>
                  <a:lnTo>
                    <a:pt x="84781" y="47124"/>
                  </a:lnTo>
                  <a:lnTo>
                    <a:pt x="43300" y="24858"/>
                  </a:lnTo>
                  <a:lnTo>
                    <a:pt x="5326" y="56234"/>
                  </a:lnTo>
                  <a:lnTo>
                    <a:pt x="0" y="84956"/>
                  </a:lnTo>
                  <a:lnTo>
                    <a:pt x="1343" y="99654"/>
                  </a:lnTo>
                  <a:lnTo>
                    <a:pt x="18720" y="135483"/>
                  </a:lnTo>
                  <a:lnTo>
                    <a:pt x="50630" y="149577"/>
                  </a:lnTo>
                  <a:lnTo>
                    <a:pt x="63150" y="149045"/>
                  </a:lnTo>
                  <a:lnTo>
                    <a:pt x="100998" y="133805"/>
                  </a:lnTo>
                  <a:lnTo>
                    <a:pt x="132192" y="102254"/>
                  </a:lnTo>
                  <a:lnTo>
                    <a:pt x="154546" y="58126"/>
                  </a:lnTo>
                  <a:lnTo>
                    <a:pt x="166629" y="17298"/>
                  </a:lnTo>
                  <a:lnTo>
                    <a:pt x="165612" y="12210"/>
                  </a:lnTo>
                  <a:lnTo>
                    <a:pt x="163068" y="11192"/>
                  </a:lnTo>
                  <a:lnTo>
                    <a:pt x="160524" y="10175"/>
                  </a:lnTo>
                  <a:lnTo>
                    <a:pt x="156454" y="13227"/>
                  </a:lnTo>
                  <a:lnTo>
                    <a:pt x="153910" y="21368"/>
                  </a:lnTo>
                  <a:lnTo>
                    <a:pt x="152344" y="28355"/>
                  </a:lnTo>
                  <a:lnTo>
                    <a:pt x="151684" y="36822"/>
                  </a:lnTo>
                  <a:lnTo>
                    <a:pt x="152264" y="46337"/>
                  </a:lnTo>
                  <a:lnTo>
                    <a:pt x="169586" y="86736"/>
                  </a:lnTo>
                  <a:lnTo>
                    <a:pt x="186853" y="110339"/>
                  </a:lnTo>
                  <a:lnTo>
                    <a:pt x="191098" y="116325"/>
                  </a:lnTo>
                  <a:lnTo>
                    <a:pt x="194102" y="121595"/>
                  </a:lnTo>
                  <a:lnTo>
                    <a:pt x="197155" y="128209"/>
                  </a:lnTo>
                  <a:lnTo>
                    <a:pt x="196138" y="133297"/>
                  </a:lnTo>
                  <a:lnTo>
                    <a:pt x="191559" y="138384"/>
                  </a:lnTo>
                  <a:lnTo>
                    <a:pt x="186980" y="143472"/>
                  </a:lnTo>
                  <a:lnTo>
                    <a:pt x="178839" y="148560"/>
                  </a:lnTo>
                  <a:lnTo>
                    <a:pt x="177313" y="150595"/>
                  </a:lnTo>
                  <a:lnTo>
                    <a:pt x="175787" y="152630"/>
                  </a:lnTo>
                  <a:lnTo>
                    <a:pt x="216743" y="129354"/>
                  </a:lnTo>
                  <a:lnTo>
                    <a:pt x="251458" y="91315"/>
                  </a:lnTo>
                  <a:lnTo>
                    <a:pt x="270418" y="47315"/>
                  </a:lnTo>
                  <a:lnTo>
                    <a:pt x="277540" y="12719"/>
                  </a:lnTo>
                  <a:lnTo>
                    <a:pt x="278558" y="5087"/>
                  </a:lnTo>
                  <a:lnTo>
                    <a:pt x="279575" y="0"/>
                  </a:lnTo>
                  <a:lnTo>
                    <a:pt x="279066" y="0"/>
                  </a:lnTo>
                  <a:lnTo>
                    <a:pt x="278558" y="0"/>
                  </a:lnTo>
                  <a:lnTo>
                    <a:pt x="276523" y="5087"/>
                  </a:lnTo>
                  <a:lnTo>
                    <a:pt x="276523" y="17298"/>
                  </a:lnTo>
                  <a:lnTo>
                    <a:pt x="286189" y="68683"/>
                  </a:lnTo>
                  <a:lnTo>
                    <a:pt x="309370" y="110967"/>
                  </a:lnTo>
                  <a:lnTo>
                    <a:pt x="337479" y="142852"/>
                  </a:lnTo>
                  <a:lnTo>
                    <a:pt x="342154" y="147542"/>
                  </a:lnTo>
                  <a:lnTo>
                    <a:pt x="347750" y="153647"/>
                  </a:lnTo>
                  <a:lnTo>
                    <a:pt x="350803" y="159753"/>
                  </a:lnTo>
                  <a:lnTo>
                    <a:pt x="348768" y="164840"/>
                  </a:lnTo>
                  <a:lnTo>
                    <a:pt x="346733" y="169928"/>
                  </a:lnTo>
                  <a:lnTo>
                    <a:pt x="305189" y="180700"/>
                  </a:lnTo>
                  <a:lnTo>
                    <a:pt x="296365" y="179595"/>
                  </a:lnTo>
                  <a:lnTo>
                    <a:pt x="287676" y="176900"/>
                  </a:lnTo>
                  <a:lnTo>
                    <a:pt x="279130" y="172917"/>
                  </a:lnTo>
                  <a:lnTo>
                    <a:pt x="270680" y="168076"/>
                  </a:lnTo>
                  <a:lnTo>
                    <a:pt x="262277" y="162805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63969" y="1961459"/>
              <a:ext cx="7437706" cy="46206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48347" y="1098161"/>
            <a:ext cx="3271445" cy="554861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273982" y="1987204"/>
            <a:ext cx="1266190" cy="789940"/>
            <a:chOff x="1273982" y="1987204"/>
            <a:chExt cx="1266190" cy="789940"/>
          </a:xfrm>
        </p:grpSpPr>
        <p:sp>
          <p:nvSpPr>
            <p:cNvPr id="4" name="object 4"/>
            <p:cNvSpPr/>
            <p:nvPr/>
          </p:nvSpPr>
          <p:spPr>
            <a:xfrm>
              <a:off x="1293893" y="2138893"/>
              <a:ext cx="151765" cy="257810"/>
            </a:xfrm>
            <a:custGeom>
              <a:avLst/>
              <a:gdLst/>
              <a:ahLst/>
              <a:cxnLst/>
              <a:rect l="l" t="t" r="r" b="b"/>
              <a:pathLst>
                <a:path w="151765" h="257810">
                  <a:moveTo>
                    <a:pt x="69238" y="14896"/>
                  </a:moveTo>
                  <a:lnTo>
                    <a:pt x="35730" y="37656"/>
                  </a:lnTo>
                  <a:lnTo>
                    <a:pt x="13681" y="78108"/>
                  </a:lnTo>
                  <a:lnTo>
                    <a:pt x="3378" y="116773"/>
                  </a:lnTo>
                  <a:lnTo>
                    <a:pt x="0" y="159309"/>
                  </a:lnTo>
                  <a:lnTo>
                    <a:pt x="2222" y="179274"/>
                  </a:lnTo>
                  <a:lnTo>
                    <a:pt x="24538" y="225505"/>
                  </a:lnTo>
                  <a:lnTo>
                    <a:pt x="53985" y="250636"/>
                  </a:lnTo>
                  <a:lnTo>
                    <a:pt x="82524" y="257511"/>
                  </a:lnTo>
                  <a:lnTo>
                    <a:pt x="92077" y="255614"/>
                  </a:lnTo>
                  <a:lnTo>
                    <a:pt x="121554" y="228873"/>
                  </a:lnTo>
                  <a:lnTo>
                    <a:pt x="139335" y="193410"/>
                  </a:lnTo>
                  <a:lnTo>
                    <a:pt x="149688" y="151940"/>
                  </a:lnTo>
                  <a:lnTo>
                    <a:pt x="151268" y="130988"/>
                  </a:lnTo>
                  <a:lnTo>
                    <a:pt x="150715" y="110628"/>
                  </a:lnTo>
                  <a:lnTo>
                    <a:pt x="138703" y="57966"/>
                  </a:lnTo>
                  <a:lnTo>
                    <a:pt x="117089" y="23293"/>
                  </a:lnTo>
                  <a:lnTo>
                    <a:pt x="78721" y="671"/>
                  </a:lnTo>
                  <a:lnTo>
                    <a:pt x="71569" y="0"/>
                  </a:lnTo>
                  <a:lnTo>
                    <a:pt x="64180" y="987"/>
                  </a:lnTo>
                  <a:lnTo>
                    <a:pt x="31304" y="25012"/>
                  </a:lnTo>
                  <a:lnTo>
                    <a:pt x="31304" y="31334"/>
                  </a:lnTo>
                  <a:lnTo>
                    <a:pt x="31304" y="37656"/>
                  </a:lnTo>
                </a:path>
              </a:pathLst>
            </a:custGeom>
            <a:ln w="398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84838" y="2217332"/>
              <a:ext cx="137183" cy="18270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681770" y="2247359"/>
              <a:ext cx="19050" cy="154305"/>
            </a:xfrm>
            <a:custGeom>
              <a:avLst/>
              <a:gdLst/>
              <a:ahLst/>
              <a:cxnLst/>
              <a:rect l="l" t="t" r="r" b="b"/>
              <a:pathLst>
                <a:path w="19050" h="154305">
                  <a:moveTo>
                    <a:pt x="0" y="20231"/>
                  </a:moveTo>
                  <a:lnTo>
                    <a:pt x="1264" y="10115"/>
                  </a:lnTo>
                  <a:lnTo>
                    <a:pt x="2528" y="0"/>
                  </a:lnTo>
                  <a:lnTo>
                    <a:pt x="4425" y="632"/>
                  </a:lnTo>
                  <a:lnTo>
                    <a:pt x="13256" y="50617"/>
                  </a:lnTo>
                  <a:lnTo>
                    <a:pt x="17702" y="104316"/>
                  </a:lnTo>
                  <a:lnTo>
                    <a:pt x="18966" y="140353"/>
                  </a:lnTo>
                  <a:lnTo>
                    <a:pt x="18966" y="147939"/>
                  </a:lnTo>
                  <a:lnTo>
                    <a:pt x="18966" y="154261"/>
                  </a:lnTo>
                  <a:lnTo>
                    <a:pt x="17069" y="152365"/>
                  </a:lnTo>
                  <a:lnTo>
                    <a:pt x="15173" y="150468"/>
                  </a:lnTo>
                  <a:lnTo>
                    <a:pt x="11379" y="140353"/>
                  </a:lnTo>
                  <a:lnTo>
                    <a:pt x="7586" y="130237"/>
                  </a:lnTo>
                </a:path>
              </a:pathLst>
            </a:custGeom>
            <a:ln w="398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670391" y="2153790"/>
              <a:ext cx="0" cy="15240"/>
            </a:xfrm>
            <a:custGeom>
              <a:avLst/>
              <a:gdLst/>
              <a:ahLst/>
              <a:cxnLst/>
              <a:rect l="l" t="t" r="r" b="b"/>
              <a:pathLst>
                <a:path w="0" h="15239">
                  <a:moveTo>
                    <a:pt x="0" y="15173"/>
                  </a:moveTo>
                  <a:lnTo>
                    <a:pt x="0" y="10115"/>
                  </a:lnTo>
                  <a:lnTo>
                    <a:pt x="0" y="5057"/>
                  </a:lnTo>
                  <a:lnTo>
                    <a:pt x="0" y="0"/>
                  </a:lnTo>
                </a:path>
              </a:pathLst>
            </a:custGeom>
            <a:ln w="398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755830" y="2234714"/>
              <a:ext cx="123189" cy="522605"/>
            </a:xfrm>
            <a:custGeom>
              <a:avLst/>
              <a:gdLst/>
              <a:ahLst/>
              <a:cxnLst/>
              <a:rect l="l" t="t" r="r" b="b"/>
              <a:pathLst>
                <a:path w="123189" h="522605">
                  <a:moveTo>
                    <a:pt x="108020" y="55635"/>
                  </a:moveTo>
                  <a:lnTo>
                    <a:pt x="94596" y="12002"/>
                  </a:lnTo>
                  <a:lnTo>
                    <a:pt x="62500" y="0"/>
                  </a:lnTo>
                  <a:lnTo>
                    <a:pt x="48720" y="1699"/>
                  </a:lnTo>
                  <a:lnTo>
                    <a:pt x="11291" y="29082"/>
                  </a:lnTo>
                  <a:lnTo>
                    <a:pt x="0" y="84470"/>
                  </a:lnTo>
                  <a:lnTo>
                    <a:pt x="3072" y="101787"/>
                  </a:lnTo>
                  <a:lnTo>
                    <a:pt x="27965" y="132193"/>
                  </a:lnTo>
                  <a:lnTo>
                    <a:pt x="48671" y="136964"/>
                  </a:lnTo>
                  <a:lnTo>
                    <a:pt x="58391" y="135216"/>
                  </a:lnTo>
                  <a:lnTo>
                    <a:pt x="92057" y="99100"/>
                  </a:lnTo>
                  <a:lnTo>
                    <a:pt x="107388" y="58243"/>
                  </a:lnTo>
                  <a:lnTo>
                    <a:pt x="108020" y="46152"/>
                  </a:lnTo>
                  <a:lnTo>
                    <a:pt x="108020" y="37933"/>
                  </a:lnTo>
                  <a:lnTo>
                    <a:pt x="108020" y="27817"/>
                  </a:lnTo>
                  <a:lnTo>
                    <a:pt x="106756" y="25921"/>
                  </a:lnTo>
                  <a:lnTo>
                    <a:pt x="105600" y="26167"/>
                  </a:lnTo>
                  <a:lnTo>
                    <a:pt x="104148" y="30267"/>
                  </a:lnTo>
                  <a:lnTo>
                    <a:pt x="99782" y="73001"/>
                  </a:lnTo>
                  <a:lnTo>
                    <a:pt x="98399" y="125120"/>
                  </a:lnTo>
                  <a:lnTo>
                    <a:pt x="98537" y="154261"/>
                  </a:lnTo>
                  <a:lnTo>
                    <a:pt x="100750" y="213216"/>
                  </a:lnTo>
                  <a:lnTo>
                    <a:pt x="104859" y="273119"/>
                  </a:lnTo>
                  <a:lnTo>
                    <a:pt x="109917" y="334286"/>
                  </a:lnTo>
                  <a:lnTo>
                    <a:pt x="112505" y="364692"/>
                  </a:lnTo>
                  <a:lnTo>
                    <a:pt x="114975" y="394505"/>
                  </a:lnTo>
                  <a:lnTo>
                    <a:pt x="119163" y="449825"/>
                  </a:lnTo>
                  <a:lnTo>
                    <a:pt x="121929" y="491868"/>
                  </a:lnTo>
                  <a:lnTo>
                    <a:pt x="122601" y="505312"/>
                  </a:lnTo>
                  <a:lnTo>
                    <a:pt x="122561" y="514074"/>
                  </a:lnTo>
                  <a:lnTo>
                    <a:pt x="121574" y="519162"/>
                  </a:lnTo>
                  <a:lnTo>
                    <a:pt x="119400" y="521582"/>
                  </a:lnTo>
                  <a:lnTo>
                    <a:pt x="115824" y="522066"/>
                  </a:lnTo>
                  <a:lnTo>
                    <a:pt x="110707" y="520238"/>
                  </a:lnTo>
                  <a:lnTo>
                    <a:pt x="73722" y="478275"/>
                  </a:lnTo>
                  <a:lnTo>
                    <a:pt x="51120" y="436232"/>
                  </a:lnTo>
                  <a:lnTo>
                    <a:pt x="33576" y="385812"/>
                  </a:lnTo>
                  <a:lnTo>
                    <a:pt x="24567" y="336341"/>
                  </a:lnTo>
                  <a:lnTo>
                    <a:pt x="24034" y="314994"/>
                  </a:lnTo>
                  <a:lnTo>
                    <a:pt x="25990" y="296432"/>
                  </a:lnTo>
                  <a:lnTo>
                    <a:pt x="43237" y="256770"/>
                  </a:lnTo>
                  <a:lnTo>
                    <a:pt x="60663" y="240668"/>
                  </a:lnTo>
                  <a:lnTo>
                    <a:pt x="70087" y="233921"/>
                  </a:lnTo>
                </a:path>
              </a:pathLst>
            </a:custGeom>
            <a:ln w="398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947303" y="2237243"/>
              <a:ext cx="21590" cy="151765"/>
            </a:xfrm>
            <a:custGeom>
              <a:avLst/>
              <a:gdLst/>
              <a:ahLst/>
              <a:cxnLst/>
              <a:rect l="l" t="t" r="r" b="b"/>
              <a:pathLst>
                <a:path w="21589" h="151764">
                  <a:moveTo>
                    <a:pt x="0" y="0"/>
                  </a:moveTo>
                  <a:lnTo>
                    <a:pt x="9088" y="56741"/>
                  </a:lnTo>
                  <a:lnTo>
                    <a:pt x="15805" y="101155"/>
                  </a:lnTo>
                  <a:lnTo>
                    <a:pt x="19183" y="131561"/>
                  </a:lnTo>
                  <a:lnTo>
                    <a:pt x="19598" y="136559"/>
                  </a:lnTo>
                  <a:lnTo>
                    <a:pt x="20231" y="142881"/>
                  </a:lnTo>
                  <a:lnTo>
                    <a:pt x="21495" y="149204"/>
                  </a:lnTo>
                  <a:lnTo>
                    <a:pt x="19598" y="150468"/>
                  </a:lnTo>
                  <a:lnTo>
                    <a:pt x="5057" y="128973"/>
                  </a:lnTo>
                  <a:lnTo>
                    <a:pt x="3793" y="121386"/>
                  </a:lnTo>
                </a:path>
              </a:pathLst>
            </a:custGeom>
            <a:ln w="398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935924" y="2165170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w="0" h="3810">
                  <a:moveTo>
                    <a:pt x="0" y="3793"/>
                  </a:moveTo>
                  <a:lnTo>
                    <a:pt x="0" y="2528"/>
                  </a:lnTo>
                  <a:lnTo>
                    <a:pt x="0" y="1264"/>
                  </a:lnTo>
                  <a:lnTo>
                    <a:pt x="0" y="0"/>
                  </a:lnTo>
                </a:path>
              </a:pathLst>
            </a:custGeom>
            <a:ln w="398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18432" y="2214626"/>
              <a:ext cx="163736" cy="20627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96241" y="2007115"/>
              <a:ext cx="323850" cy="383540"/>
            </a:xfrm>
            <a:custGeom>
              <a:avLst/>
              <a:gdLst/>
              <a:ahLst/>
              <a:cxnLst/>
              <a:rect l="l" t="t" r="r" b="b"/>
              <a:pathLst>
                <a:path w="323850" h="383539">
                  <a:moveTo>
                    <a:pt x="119015" y="283235"/>
                  </a:moveTo>
                  <a:lnTo>
                    <a:pt x="103457" y="236292"/>
                  </a:lnTo>
                  <a:lnTo>
                    <a:pt x="69682" y="213957"/>
                  </a:lnTo>
                  <a:lnTo>
                    <a:pt x="30662" y="237557"/>
                  </a:lnTo>
                  <a:lnTo>
                    <a:pt x="2291" y="284459"/>
                  </a:lnTo>
                  <a:lnTo>
                    <a:pt x="0" y="301727"/>
                  </a:lnTo>
                  <a:lnTo>
                    <a:pt x="1264" y="318283"/>
                  </a:lnTo>
                  <a:lnTo>
                    <a:pt x="23471" y="355150"/>
                  </a:lnTo>
                  <a:lnTo>
                    <a:pt x="61592" y="364376"/>
                  </a:lnTo>
                  <a:lnTo>
                    <a:pt x="96887" y="338238"/>
                  </a:lnTo>
                  <a:lnTo>
                    <a:pt x="110085" y="300305"/>
                  </a:lnTo>
                  <a:lnTo>
                    <a:pt x="115222" y="262371"/>
                  </a:lnTo>
                  <a:lnTo>
                    <a:pt x="117988" y="302438"/>
                  </a:lnTo>
                  <a:lnTo>
                    <a:pt x="129763" y="343296"/>
                  </a:lnTo>
                  <a:lnTo>
                    <a:pt x="155101" y="377524"/>
                  </a:lnTo>
                  <a:lnTo>
                    <a:pt x="174008" y="383214"/>
                  </a:lnTo>
                  <a:lnTo>
                    <a:pt x="183423" y="381308"/>
                  </a:lnTo>
                  <a:lnTo>
                    <a:pt x="210677" y="351969"/>
                  </a:lnTo>
                  <a:lnTo>
                    <a:pt x="226463" y="310756"/>
                  </a:lnTo>
                  <a:lnTo>
                    <a:pt x="237784" y="253184"/>
                  </a:lnTo>
                  <a:lnTo>
                    <a:pt x="243217" y="185892"/>
                  </a:lnTo>
                  <a:lnTo>
                    <a:pt x="243563" y="152365"/>
                  </a:lnTo>
                  <a:lnTo>
                    <a:pt x="242338" y="120862"/>
                  </a:lnTo>
                  <a:lnTo>
                    <a:pt x="236806" y="67815"/>
                  </a:lnTo>
                  <a:lnTo>
                    <a:pt x="227125" y="23629"/>
                  </a:lnTo>
                  <a:lnTo>
                    <a:pt x="205629" y="1264"/>
                  </a:lnTo>
                  <a:lnTo>
                    <a:pt x="199939" y="0"/>
                  </a:lnTo>
                  <a:lnTo>
                    <a:pt x="182474" y="38881"/>
                  </a:lnTo>
                  <a:lnTo>
                    <a:pt x="181180" y="56840"/>
                  </a:lnTo>
                  <a:lnTo>
                    <a:pt x="181605" y="77763"/>
                  </a:lnTo>
                  <a:lnTo>
                    <a:pt x="188559" y="126997"/>
                  </a:lnTo>
                  <a:lnTo>
                    <a:pt x="203101" y="183344"/>
                  </a:lnTo>
                  <a:lnTo>
                    <a:pt x="223332" y="242219"/>
                  </a:lnTo>
                  <a:lnTo>
                    <a:pt x="243563" y="293982"/>
                  </a:lnTo>
                  <a:lnTo>
                    <a:pt x="258657" y="330256"/>
                  </a:lnTo>
                  <a:lnTo>
                    <a:pt x="278256" y="365581"/>
                  </a:lnTo>
                  <a:lnTo>
                    <a:pt x="292244" y="374274"/>
                  </a:lnTo>
                  <a:lnTo>
                    <a:pt x="298566" y="374274"/>
                  </a:lnTo>
                  <a:lnTo>
                    <a:pt x="304888" y="368584"/>
                  </a:lnTo>
                  <a:lnTo>
                    <a:pt x="309630" y="363339"/>
                  </a:lnTo>
                  <a:lnTo>
                    <a:pt x="314371" y="356493"/>
                  </a:lnTo>
                  <a:lnTo>
                    <a:pt x="319113" y="348580"/>
                  </a:lnTo>
                  <a:lnTo>
                    <a:pt x="323855" y="340134"/>
                  </a:lnTo>
                </a:path>
              </a:pathLst>
            </a:custGeom>
            <a:ln w="398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59506" y="2118706"/>
            <a:ext cx="70167" cy="7901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70885" y="2264117"/>
            <a:ext cx="77754" cy="95456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1149761" y="2867255"/>
            <a:ext cx="1553845" cy="648970"/>
            <a:chOff x="1149761" y="2867255"/>
            <a:chExt cx="1553845" cy="648970"/>
          </a:xfrm>
        </p:grpSpPr>
        <p:sp>
          <p:nvSpPr>
            <p:cNvPr id="16" name="object 16"/>
            <p:cNvSpPr/>
            <p:nvPr/>
          </p:nvSpPr>
          <p:spPr>
            <a:xfrm>
              <a:off x="1169672" y="2972072"/>
              <a:ext cx="194310" cy="307975"/>
            </a:xfrm>
            <a:custGeom>
              <a:avLst/>
              <a:gdLst/>
              <a:ahLst/>
              <a:cxnLst/>
              <a:rect l="l" t="t" r="r" b="b"/>
              <a:pathLst>
                <a:path w="194309" h="307975">
                  <a:moveTo>
                    <a:pt x="166906" y="80736"/>
                  </a:moveTo>
                  <a:lnTo>
                    <a:pt x="169613" y="68437"/>
                  </a:lnTo>
                  <a:lnTo>
                    <a:pt x="171489" y="56317"/>
                  </a:lnTo>
                  <a:lnTo>
                    <a:pt x="171707" y="44551"/>
                  </a:lnTo>
                  <a:lnTo>
                    <a:pt x="169435" y="33320"/>
                  </a:lnTo>
                  <a:lnTo>
                    <a:pt x="134030" y="1708"/>
                  </a:lnTo>
                  <a:lnTo>
                    <a:pt x="121287" y="0"/>
                  </a:lnTo>
                  <a:lnTo>
                    <a:pt x="107951" y="1788"/>
                  </a:lnTo>
                  <a:lnTo>
                    <a:pt x="67983" y="31838"/>
                  </a:lnTo>
                  <a:lnTo>
                    <a:pt x="45895" y="65701"/>
                  </a:lnTo>
                  <a:lnTo>
                    <a:pt x="30504" y="100493"/>
                  </a:lnTo>
                  <a:lnTo>
                    <a:pt x="31354" y="107230"/>
                  </a:lnTo>
                  <a:lnTo>
                    <a:pt x="66343" y="136460"/>
                  </a:lnTo>
                  <a:lnTo>
                    <a:pt x="119015" y="160317"/>
                  </a:lnTo>
                  <a:lnTo>
                    <a:pt x="137132" y="167973"/>
                  </a:lnTo>
                  <a:lnTo>
                    <a:pt x="174730" y="190901"/>
                  </a:lnTo>
                  <a:lnTo>
                    <a:pt x="192669" y="225041"/>
                  </a:lnTo>
                  <a:lnTo>
                    <a:pt x="194091" y="243849"/>
                  </a:lnTo>
                  <a:lnTo>
                    <a:pt x="192965" y="253313"/>
                  </a:lnTo>
                  <a:lnTo>
                    <a:pt x="169583" y="288737"/>
                  </a:lnTo>
                  <a:lnTo>
                    <a:pt x="127708" y="305807"/>
                  </a:lnTo>
                  <a:lnTo>
                    <a:pt x="109858" y="307476"/>
                  </a:lnTo>
                  <a:lnTo>
                    <a:pt x="91118" y="306834"/>
                  </a:lnTo>
                  <a:lnTo>
                    <a:pt x="39385" y="291710"/>
                  </a:lnTo>
                  <a:lnTo>
                    <a:pt x="12417" y="273158"/>
                  </a:lnTo>
                  <a:lnTo>
                    <a:pt x="0" y="262816"/>
                  </a:lnTo>
                </a:path>
              </a:pathLst>
            </a:custGeom>
            <a:ln w="398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428615" y="2955446"/>
              <a:ext cx="896619" cy="541020"/>
            </a:xfrm>
            <a:custGeom>
              <a:avLst/>
              <a:gdLst/>
              <a:ahLst/>
              <a:cxnLst/>
              <a:rect l="l" t="t" r="r" b="b"/>
              <a:pathLst>
                <a:path w="896619" h="541020">
                  <a:moveTo>
                    <a:pt x="109008" y="218748"/>
                  </a:moveTo>
                  <a:lnTo>
                    <a:pt x="109008" y="212426"/>
                  </a:lnTo>
                  <a:lnTo>
                    <a:pt x="109008" y="206104"/>
                  </a:lnTo>
                  <a:lnTo>
                    <a:pt x="102686" y="199149"/>
                  </a:lnTo>
                  <a:lnTo>
                    <a:pt x="96799" y="193943"/>
                  </a:lnTo>
                  <a:lnTo>
                    <a:pt x="88777" y="189271"/>
                  </a:lnTo>
                  <a:lnTo>
                    <a:pt x="78859" y="185902"/>
                  </a:lnTo>
                  <a:lnTo>
                    <a:pt x="67282" y="184608"/>
                  </a:lnTo>
                  <a:lnTo>
                    <a:pt x="54410" y="186031"/>
                  </a:lnTo>
                  <a:lnTo>
                    <a:pt x="17336" y="207368"/>
                  </a:lnTo>
                  <a:lnTo>
                    <a:pt x="0" y="250843"/>
                  </a:lnTo>
                  <a:lnTo>
                    <a:pt x="266" y="267429"/>
                  </a:lnTo>
                  <a:lnTo>
                    <a:pt x="18225" y="311882"/>
                  </a:lnTo>
                  <a:lnTo>
                    <a:pt x="50291" y="329861"/>
                  </a:lnTo>
                  <a:lnTo>
                    <a:pt x="61779" y="327846"/>
                  </a:lnTo>
                  <a:lnTo>
                    <a:pt x="92887" y="298961"/>
                  </a:lnTo>
                  <a:lnTo>
                    <a:pt x="111320" y="252048"/>
                  </a:lnTo>
                  <a:lnTo>
                    <a:pt x="114758" y="222630"/>
                  </a:lnTo>
                  <a:lnTo>
                    <a:pt x="114698" y="210529"/>
                  </a:lnTo>
                  <a:lnTo>
                    <a:pt x="114066" y="195988"/>
                  </a:lnTo>
                  <a:lnTo>
                    <a:pt x="111537" y="188401"/>
                  </a:lnTo>
                  <a:lnTo>
                    <a:pt x="109008" y="187769"/>
                  </a:lnTo>
                  <a:lnTo>
                    <a:pt x="106479" y="187137"/>
                  </a:lnTo>
                  <a:lnTo>
                    <a:pt x="103951" y="193459"/>
                  </a:lnTo>
                  <a:lnTo>
                    <a:pt x="103318" y="210529"/>
                  </a:lnTo>
                  <a:lnTo>
                    <a:pt x="103210" y="225060"/>
                  </a:lnTo>
                  <a:lnTo>
                    <a:pt x="103871" y="241903"/>
                  </a:lnTo>
                  <a:lnTo>
                    <a:pt x="111073" y="289438"/>
                  </a:lnTo>
                  <a:lnTo>
                    <a:pt x="135028" y="320664"/>
                  </a:lnTo>
                  <a:lnTo>
                    <a:pt x="143780" y="322195"/>
                  </a:lnTo>
                  <a:lnTo>
                    <a:pt x="153481" y="319577"/>
                  </a:lnTo>
                  <a:lnTo>
                    <a:pt x="185981" y="279836"/>
                  </a:lnTo>
                  <a:lnTo>
                    <a:pt x="203209" y="238979"/>
                  </a:lnTo>
                  <a:lnTo>
                    <a:pt x="211033" y="188569"/>
                  </a:lnTo>
                  <a:lnTo>
                    <a:pt x="208899" y="154261"/>
                  </a:lnTo>
                  <a:lnTo>
                    <a:pt x="208267" y="154261"/>
                  </a:lnTo>
                  <a:lnTo>
                    <a:pt x="211250" y="199228"/>
                  </a:lnTo>
                  <a:lnTo>
                    <a:pt x="213325" y="218748"/>
                  </a:lnTo>
                  <a:lnTo>
                    <a:pt x="215399" y="238268"/>
                  </a:lnTo>
                  <a:lnTo>
                    <a:pt x="218778" y="278019"/>
                  </a:lnTo>
                  <a:lnTo>
                    <a:pt x="219015" y="292086"/>
                  </a:lnTo>
                  <a:lnTo>
                    <a:pt x="219015" y="300937"/>
                  </a:lnTo>
                  <a:lnTo>
                    <a:pt x="219015" y="311052"/>
                  </a:lnTo>
                  <a:lnTo>
                    <a:pt x="219647" y="311685"/>
                  </a:lnTo>
                  <a:lnTo>
                    <a:pt x="220319" y="310331"/>
                  </a:lnTo>
                  <a:lnTo>
                    <a:pt x="221702" y="305125"/>
                  </a:lnTo>
                  <a:lnTo>
                    <a:pt x="224270" y="295770"/>
                  </a:lnTo>
                  <a:lnTo>
                    <a:pt x="242328" y="243168"/>
                  </a:lnTo>
                  <a:lnTo>
                    <a:pt x="259477" y="202943"/>
                  </a:lnTo>
                  <a:lnTo>
                    <a:pt x="283215" y="166580"/>
                  </a:lnTo>
                  <a:lnTo>
                    <a:pt x="303970" y="155447"/>
                  </a:lnTo>
                  <a:lnTo>
                    <a:pt x="309926" y="155694"/>
                  </a:lnTo>
                  <a:lnTo>
                    <a:pt x="333052" y="197331"/>
                  </a:lnTo>
                  <a:lnTo>
                    <a:pt x="342298" y="247830"/>
                  </a:lnTo>
                  <a:lnTo>
                    <a:pt x="346091" y="276201"/>
                  </a:lnTo>
                  <a:lnTo>
                    <a:pt x="347810" y="287393"/>
                  </a:lnTo>
                  <a:lnTo>
                    <a:pt x="349885" y="296511"/>
                  </a:lnTo>
                  <a:lnTo>
                    <a:pt x="353046" y="307259"/>
                  </a:lnTo>
                  <a:lnTo>
                    <a:pt x="358103" y="312317"/>
                  </a:lnTo>
                  <a:lnTo>
                    <a:pt x="363793" y="314846"/>
                  </a:lnTo>
                  <a:lnTo>
                    <a:pt x="369483" y="317375"/>
                  </a:lnTo>
                  <a:lnTo>
                    <a:pt x="375806" y="317375"/>
                  </a:lnTo>
                  <a:lnTo>
                    <a:pt x="385921" y="311052"/>
                  </a:lnTo>
                  <a:lnTo>
                    <a:pt x="418797" y="270590"/>
                  </a:lnTo>
                  <a:lnTo>
                    <a:pt x="431510" y="215824"/>
                  </a:lnTo>
                  <a:lnTo>
                    <a:pt x="434405" y="172043"/>
                  </a:lnTo>
                  <a:lnTo>
                    <a:pt x="423064" y="215330"/>
                  </a:lnTo>
                  <a:lnTo>
                    <a:pt x="435551" y="261502"/>
                  </a:lnTo>
                  <a:lnTo>
                    <a:pt x="452285" y="296077"/>
                  </a:lnTo>
                  <a:lnTo>
                    <a:pt x="493112" y="277347"/>
                  </a:lnTo>
                  <a:lnTo>
                    <a:pt x="504947" y="238544"/>
                  </a:lnTo>
                  <a:lnTo>
                    <a:pt x="511545" y="185784"/>
                  </a:lnTo>
                  <a:lnTo>
                    <a:pt x="511960" y="127362"/>
                  </a:lnTo>
                  <a:lnTo>
                    <a:pt x="510153" y="77338"/>
                  </a:lnTo>
                  <a:lnTo>
                    <a:pt x="507308" y="27817"/>
                  </a:lnTo>
                  <a:lnTo>
                    <a:pt x="504146" y="0"/>
                  </a:lnTo>
                  <a:lnTo>
                    <a:pt x="503830" y="829"/>
                  </a:lnTo>
                  <a:lnTo>
                    <a:pt x="509599" y="51140"/>
                  </a:lnTo>
                  <a:lnTo>
                    <a:pt x="518055" y="103871"/>
                  </a:lnTo>
                  <a:lnTo>
                    <a:pt x="528408" y="159408"/>
                  </a:lnTo>
                  <a:lnTo>
                    <a:pt x="538761" y="207793"/>
                  </a:lnTo>
                  <a:lnTo>
                    <a:pt x="550694" y="256760"/>
                  </a:lnTo>
                  <a:lnTo>
                    <a:pt x="570530" y="292718"/>
                  </a:lnTo>
                  <a:lnTo>
                    <a:pt x="611229" y="269721"/>
                  </a:lnTo>
                  <a:lnTo>
                    <a:pt x="628694" y="217642"/>
                  </a:lnTo>
                  <a:lnTo>
                    <a:pt x="633515" y="176547"/>
                  </a:lnTo>
                  <a:lnTo>
                    <a:pt x="634068" y="137745"/>
                  </a:lnTo>
                  <a:lnTo>
                    <a:pt x="629326" y="187295"/>
                  </a:lnTo>
                  <a:lnTo>
                    <a:pt x="635016" y="225070"/>
                  </a:lnTo>
                  <a:lnTo>
                    <a:pt x="649064" y="269523"/>
                  </a:lnTo>
                  <a:lnTo>
                    <a:pt x="671053" y="296511"/>
                  </a:lnTo>
                  <a:lnTo>
                    <a:pt x="676743" y="298408"/>
                  </a:lnTo>
                  <a:lnTo>
                    <a:pt x="683065" y="298408"/>
                  </a:lnTo>
                  <a:lnTo>
                    <a:pt x="690652" y="292718"/>
                  </a:lnTo>
                  <a:lnTo>
                    <a:pt x="715308" y="255417"/>
                  </a:lnTo>
                  <a:lnTo>
                    <a:pt x="730867" y="202162"/>
                  </a:lnTo>
                  <a:lnTo>
                    <a:pt x="734651" y="171075"/>
                  </a:lnTo>
                  <a:lnTo>
                    <a:pt x="734117" y="159635"/>
                  </a:lnTo>
                  <a:lnTo>
                    <a:pt x="732398" y="150567"/>
                  </a:lnTo>
                  <a:lnTo>
                    <a:pt x="729849" y="143514"/>
                  </a:lnTo>
                  <a:lnTo>
                    <a:pt x="726056" y="135295"/>
                  </a:lnTo>
                  <a:lnTo>
                    <a:pt x="720998" y="131501"/>
                  </a:lnTo>
                  <a:lnTo>
                    <a:pt x="715940" y="131501"/>
                  </a:lnTo>
                  <a:lnTo>
                    <a:pt x="710883" y="131501"/>
                  </a:lnTo>
                  <a:lnTo>
                    <a:pt x="705825" y="135295"/>
                  </a:lnTo>
                  <a:lnTo>
                    <a:pt x="702032" y="140985"/>
                  </a:lnTo>
                  <a:lnTo>
                    <a:pt x="698238" y="146675"/>
                  </a:lnTo>
                  <a:lnTo>
                    <a:pt x="695710" y="154261"/>
                  </a:lnTo>
                  <a:lnTo>
                    <a:pt x="699503" y="158055"/>
                  </a:lnTo>
                  <a:lnTo>
                    <a:pt x="703573" y="160228"/>
                  </a:lnTo>
                  <a:lnTo>
                    <a:pt x="710251" y="161216"/>
                  </a:lnTo>
                  <a:lnTo>
                    <a:pt x="719773" y="161255"/>
                  </a:lnTo>
                  <a:lnTo>
                    <a:pt x="732378" y="160584"/>
                  </a:lnTo>
                  <a:lnTo>
                    <a:pt x="747966" y="159438"/>
                  </a:lnTo>
                  <a:lnTo>
                    <a:pt x="765096" y="158055"/>
                  </a:lnTo>
                  <a:lnTo>
                    <a:pt x="781988" y="156672"/>
                  </a:lnTo>
                  <a:lnTo>
                    <a:pt x="796865" y="155526"/>
                  </a:lnTo>
                  <a:lnTo>
                    <a:pt x="808393" y="154795"/>
                  </a:lnTo>
                  <a:lnTo>
                    <a:pt x="817017" y="154419"/>
                  </a:lnTo>
                  <a:lnTo>
                    <a:pt x="823626" y="154281"/>
                  </a:lnTo>
                  <a:lnTo>
                    <a:pt x="829108" y="154261"/>
                  </a:lnTo>
                  <a:lnTo>
                    <a:pt x="836063" y="154261"/>
                  </a:lnTo>
                  <a:lnTo>
                    <a:pt x="842385" y="154261"/>
                  </a:lnTo>
                  <a:lnTo>
                    <a:pt x="844281" y="157422"/>
                  </a:lnTo>
                  <a:lnTo>
                    <a:pt x="844835" y="160514"/>
                  </a:lnTo>
                  <a:lnTo>
                    <a:pt x="843491" y="165562"/>
                  </a:lnTo>
                  <a:lnTo>
                    <a:pt x="840014" y="173337"/>
                  </a:lnTo>
                  <a:lnTo>
                    <a:pt x="834166" y="184608"/>
                  </a:lnTo>
                  <a:lnTo>
                    <a:pt x="825977" y="199663"/>
                  </a:lnTo>
                  <a:lnTo>
                    <a:pt x="816543" y="216851"/>
                  </a:lnTo>
                  <a:lnTo>
                    <a:pt x="807227" y="234040"/>
                  </a:lnTo>
                  <a:lnTo>
                    <a:pt x="790859" y="268535"/>
                  </a:lnTo>
                  <a:lnTo>
                    <a:pt x="785485" y="292086"/>
                  </a:lnTo>
                  <a:lnTo>
                    <a:pt x="786749" y="292718"/>
                  </a:lnTo>
                  <a:lnTo>
                    <a:pt x="788014" y="293350"/>
                  </a:lnTo>
                  <a:lnTo>
                    <a:pt x="791807" y="288292"/>
                  </a:lnTo>
                  <a:lnTo>
                    <a:pt x="801290" y="281970"/>
                  </a:lnTo>
                  <a:lnTo>
                    <a:pt x="836695" y="264900"/>
                  </a:lnTo>
                  <a:lnTo>
                    <a:pt x="844015" y="263428"/>
                  </a:lnTo>
                  <a:lnTo>
                    <a:pt x="850209" y="264031"/>
                  </a:lnTo>
                  <a:lnTo>
                    <a:pt x="873285" y="295089"/>
                  </a:lnTo>
                  <a:lnTo>
                    <a:pt x="889545" y="354764"/>
                  </a:lnTo>
                  <a:lnTo>
                    <a:pt x="895590" y="407654"/>
                  </a:lnTo>
                  <a:lnTo>
                    <a:pt x="896124" y="434335"/>
                  </a:lnTo>
                  <a:lnTo>
                    <a:pt x="894563" y="459466"/>
                  </a:lnTo>
                  <a:lnTo>
                    <a:pt x="884566" y="501904"/>
                  </a:lnTo>
                  <a:lnTo>
                    <a:pt x="851315" y="536755"/>
                  </a:lnTo>
                  <a:lnTo>
                    <a:pt x="819625" y="540548"/>
                  </a:lnTo>
                  <a:lnTo>
                    <a:pt x="802229" y="537595"/>
                  </a:lnTo>
                  <a:lnTo>
                    <a:pt x="753242" y="510834"/>
                  </a:lnTo>
                  <a:lnTo>
                    <a:pt x="723725" y="463003"/>
                  </a:lnTo>
                  <a:lnTo>
                    <a:pt x="716810" y="416475"/>
                  </a:lnTo>
                  <a:lnTo>
                    <a:pt x="717946" y="402784"/>
                  </a:lnTo>
                  <a:lnTo>
                    <a:pt x="719734" y="389448"/>
                  </a:lnTo>
                </a:path>
              </a:pathLst>
            </a:custGeom>
            <a:ln w="398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26314" y="3060557"/>
              <a:ext cx="137825" cy="18440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502551" y="2887166"/>
              <a:ext cx="180975" cy="340360"/>
            </a:xfrm>
            <a:custGeom>
              <a:avLst/>
              <a:gdLst/>
              <a:ahLst/>
              <a:cxnLst/>
              <a:rect l="l" t="t" r="r" b="b"/>
              <a:pathLst>
                <a:path w="180975" h="340360">
                  <a:moveTo>
                    <a:pt x="93410" y="230128"/>
                  </a:moveTo>
                  <a:lnTo>
                    <a:pt x="63557" y="192432"/>
                  </a:lnTo>
                  <a:lnTo>
                    <a:pt x="22750" y="187088"/>
                  </a:lnTo>
                  <a:lnTo>
                    <a:pt x="810" y="237952"/>
                  </a:lnTo>
                  <a:lnTo>
                    <a:pt x="0" y="260633"/>
                  </a:lnTo>
                  <a:lnTo>
                    <a:pt x="1323" y="283551"/>
                  </a:lnTo>
                  <a:lnTo>
                    <a:pt x="18729" y="331362"/>
                  </a:lnTo>
                  <a:lnTo>
                    <a:pt x="39671" y="340134"/>
                  </a:lnTo>
                  <a:lnTo>
                    <a:pt x="51980" y="338100"/>
                  </a:lnTo>
                  <a:lnTo>
                    <a:pt x="87720" y="312317"/>
                  </a:lnTo>
                  <a:lnTo>
                    <a:pt x="109058" y="265463"/>
                  </a:lnTo>
                  <a:lnTo>
                    <a:pt x="115726" y="220971"/>
                  </a:lnTo>
                  <a:lnTo>
                    <a:pt x="117365" y="167410"/>
                  </a:lnTo>
                  <a:lnTo>
                    <a:pt x="113651" y="110875"/>
                  </a:lnTo>
                  <a:lnTo>
                    <a:pt x="106479" y="60140"/>
                  </a:lnTo>
                  <a:lnTo>
                    <a:pt x="97203" y="16200"/>
                  </a:lnTo>
                  <a:lnTo>
                    <a:pt x="80766" y="0"/>
                  </a:lnTo>
                  <a:lnTo>
                    <a:pt x="75076" y="3161"/>
                  </a:lnTo>
                  <a:lnTo>
                    <a:pt x="58045" y="50301"/>
                  </a:lnTo>
                  <a:lnTo>
                    <a:pt x="57334" y="93608"/>
                  </a:lnTo>
                  <a:lnTo>
                    <a:pt x="66807" y="143593"/>
                  </a:lnTo>
                  <a:lnTo>
                    <a:pt x="86228" y="193617"/>
                  </a:lnTo>
                  <a:lnTo>
                    <a:pt x="109710" y="238011"/>
                  </a:lnTo>
                  <a:lnTo>
                    <a:pt x="131798" y="272507"/>
                  </a:lnTo>
                  <a:lnTo>
                    <a:pt x="158074" y="303179"/>
                  </a:lnTo>
                  <a:lnTo>
                    <a:pt x="174334" y="294615"/>
                  </a:lnTo>
                  <a:lnTo>
                    <a:pt x="180657" y="287028"/>
                  </a:lnTo>
                </a:path>
              </a:pathLst>
            </a:custGeom>
            <a:ln w="398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04633" y="2964618"/>
              <a:ext cx="180174" cy="9292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772810" y="2976941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19" h="7619">
                  <a:moveTo>
                    <a:pt x="0" y="7586"/>
                  </a:moveTo>
                  <a:lnTo>
                    <a:pt x="2528" y="5057"/>
                  </a:lnTo>
                  <a:lnTo>
                    <a:pt x="5057" y="2528"/>
                  </a:lnTo>
                  <a:lnTo>
                    <a:pt x="7586" y="0"/>
                  </a:lnTo>
                </a:path>
              </a:pathLst>
            </a:custGeom>
            <a:ln w="398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/>
          <p:nvPr/>
        </p:nvSpPr>
        <p:spPr>
          <a:xfrm>
            <a:off x="2778042" y="2985793"/>
            <a:ext cx="15240" cy="17780"/>
          </a:xfrm>
          <a:custGeom>
            <a:avLst/>
            <a:gdLst/>
            <a:ahLst/>
            <a:cxnLst/>
            <a:rect l="l" t="t" r="r" b="b"/>
            <a:pathLst>
              <a:path w="15239" h="17780">
                <a:moveTo>
                  <a:pt x="15173" y="17702"/>
                </a:moveTo>
                <a:lnTo>
                  <a:pt x="12644" y="8851"/>
                </a:lnTo>
                <a:lnTo>
                  <a:pt x="10115" y="0"/>
                </a:lnTo>
                <a:lnTo>
                  <a:pt x="7586" y="0"/>
                </a:lnTo>
                <a:lnTo>
                  <a:pt x="5057" y="0"/>
                </a:lnTo>
                <a:lnTo>
                  <a:pt x="2528" y="8851"/>
                </a:lnTo>
                <a:lnTo>
                  <a:pt x="0" y="17702"/>
                </a:lnTo>
              </a:path>
            </a:pathLst>
          </a:custGeom>
          <a:ln w="398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791951" y="3095800"/>
            <a:ext cx="19050" cy="36830"/>
          </a:xfrm>
          <a:custGeom>
            <a:avLst/>
            <a:gdLst/>
            <a:ahLst/>
            <a:cxnLst/>
            <a:rect l="l" t="t" r="r" b="b"/>
            <a:pathLst>
              <a:path w="19050" h="36830">
                <a:moveTo>
                  <a:pt x="5057" y="13908"/>
                </a:moveTo>
                <a:lnTo>
                  <a:pt x="2528" y="20231"/>
                </a:lnTo>
                <a:lnTo>
                  <a:pt x="0" y="26553"/>
                </a:lnTo>
                <a:lnTo>
                  <a:pt x="1896" y="29714"/>
                </a:lnTo>
                <a:lnTo>
                  <a:pt x="3793" y="32875"/>
                </a:lnTo>
                <a:lnTo>
                  <a:pt x="10115" y="32875"/>
                </a:lnTo>
                <a:lnTo>
                  <a:pt x="13908" y="29714"/>
                </a:lnTo>
                <a:lnTo>
                  <a:pt x="17702" y="26553"/>
                </a:lnTo>
                <a:lnTo>
                  <a:pt x="18966" y="20231"/>
                </a:lnTo>
                <a:lnTo>
                  <a:pt x="18966" y="13908"/>
                </a:lnTo>
                <a:lnTo>
                  <a:pt x="18966" y="7586"/>
                </a:lnTo>
                <a:lnTo>
                  <a:pt x="17702" y="1264"/>
                </a:lnTo>
                <a:lnTo>
                  <a:pt x="15173" y="632"/>
                </a:lnTo>
                <a:lnTo>
                  <a:pt x="12644" y="0"/>
                </a:lnTo>
                <a:lnTo>
                  <a:pt x="8851" y="5057"/>
                </a:lnTo>
                <a:lnTo>
                  <a:pt x="6954" y="12012"/>
                </a:lnTo>
                <a:lnTo>
                  <a:pt x="5057" y="18966"/>
                </a:lnTo>
                <a:lnTo>
                  <a:pt x="5057" y="27817"/>
                </a:lnTo>
                <a:lnTo>
                  <a:pt x="5057" y="36668"/>
                </a:lnTo>
              </a:path>
            </a:pathLst>
          </a:custGeom>
          <a:ln w="398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4" name="object 24"/>
          <p:cNvGrpSpPr/>
          <p:nvPr/>
        </p:nvGrpSpPr>
        <p:grpSpPr>
          <a:xfrm>
            <a:off x="3016711" y="2056749"/>
            <a:ext cx="767715" cy="493395"/>
            <a:chOff x="3016711" y="2056749"/>
            <a:chExt cx="767715" cy="493395"/>
          </a:xfrm>
        </p:grpSpPr>
        <p:sp>
          <p:nvSpPr>
            <p:cNvPr id="25" name="object 25"/>
            <p:cNvSpPr/>
            <p:nvPr/>
          </p:nvSpPr>
          <p:spPr>
            <a:xfrm>
              <a:off x="3036621" y="2094845"/>
              <a:ext cx="128905" cy="298450"/>
            </a:xfrm>
            <a:custGeom>
              <a:avLst/>
              <a:gdLst/>
              <a:ahLst/>
              <a:cxnLst/>
              <a:rect l="l" t="t" r="r" b="b"/>
              <a:pathLst>
                <a:path w="128905" h="298450">
                  <a:moveTo>
                    <a:pt x="18334" y="5838"/>
                  </a:moveTo>
                  <a:lnTo>
                    <a:pt x="9483" y="3309"/>
                  </a:lnTo>
                  <a:lnTo>
                    <a:pt x="632" y="780"/>
                  </a:lnTo>
                  <a:lnTo>
                    <a:pt x="0" y="148"/>
                  </a:lnTo>
                  <a:lnTo>
                    <a:pt x="1086" y="0"/>
                  </a:lnTo>
                  <a:lnTo>
                    <a:pt x="5373" y="385"/>
                  </a:lnTo>
                  <a:lnTo>
                    <a:pt x="12980" y="1126"/>
                  </a:lnTo>
                  <a:lnTo>
                    <a:pt x="24024" y="2044"/>
                  </a:lnTo>
                  <a:lnTo>
                    <a:pt x="70166" y="4623"/>
                  </a:lnTo>
                  <a:lnTo>
                    <a:pt x="100523" y="5838"/>
                  </a:lnTo>
                  <a:lnTo>
                    <a:pt x="106845" y="5838"/>
                  </a:lnTo>
                  <a:lnTo>
                    <a:pt x="106213" y="6470"/>
                  </a:lnTo>
                  <a:lnTo>
                    <a:pt x="105581" y="7102"/>
                  </a:lnTo>
                  <a:lnTo>
                    <a:pt x="97994" y="8367"/>
                  </a:lnTo>
                  <a:lnTo>
                    <a:pt x="84717" y="7734"/>
                  </a:lnTo>
                  <a:lnTo>
                    <a:pt x="73851" y="6954"/>
                  </a:lnTo>
                  <a:lnTo>
                    <a:pt x="61799" y="5759"/>
                  </a:lnTo>
                  <a:lnTo>
                    <a:pt x="49510" y="4445"/>
                  </a:lnTo>
                  <a:lnTo>
                    <a:pt x="37933" y="3309"/>
                  </a:lnTo>
                  <a:lnTo>
                    <a:pt x="27867" y="2637"/>
                  </a:lnTo>
                  <a:lnTo>
                    <a:pt x="19519" y="2677"/>
                  </a:lnTo>
                  <a:lnTo>
                    <a:pt x="12950" y="3664"/>
                  </a:lnTo>
                  <a:lnTo>
                    <a:pt x="3161" y="46300"/>
                  </a:lnTo>
                  <a:lnTo>
                    <a:pt x="3161" y="71678"/>
                  </a:lnTo>
                  <a:lnTo>
                    <a:pt x="3161" y="102330"/>
                  </a:lnTo>
                  <a:lnTo>
                    <a:pt x="3161" y="265681"/>
                  </a:lnTo>
                  <a:lnTo>
                    <a:pt x="3210" y="278957"/>
                  </a:lnTo>
                  <a:lnTo>
                    <a:pt x="3556" y="287966"/>
                  </a:lnTo>
                  <a:lnTo>
                    <a:pt x="4494" y="293419"/>
                  </a:lnTo>
                  <a:lnTo>
                    <a:pt x="6322" y="296027"/>
                  </a:lnTo>
                  <a:lnTo>
                    <a:pt x="9483" y="297924"/>
                  </a:lnTo>
                  <a:lnTo>
                    <a:pt x="15805" y="294131"/>
                  </a:lnTo>
                  <a:lnTo>
                    <a:pt x="29082" y="289073"/>
                  </a:lnTo>
                  <a:lnTo>
                    <a:pt x="40195" y="285052"/>
                  </a:lnTo>
                  <a:lnTo>
                    <a:pt x="53027" y="280617"/>
                  </a:lnTo>
                  <a:lnTo>
                    <a:pt x="66689" y="275826"/>
                  </a:lnTo>
                  <a:lnTo>
                    <a:pt x="80292" y="270738"/>
                  </a:lnTo>
                  <a:lnTo>
                    <a:pt x="93134" y="265414"/>
                  </a:lnTo>
                  <a:lnTo>
                    <a:pt x="105265" y="259912"/>
                  </a:lnTo>
                  <a:lnTo>
                    <a:pt x="116921" y="254291"/>
                  </a:lnTo>
                  <a:lnTo>
                    <a:pt x="128341" y="248611"/>
                  </a:lnTo>
                </a:path>
              </a:pathLst>
            </a:custGeom>
            <a:ln w="398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049897" y="2260004"/>
              <a:ext cx="66040" cy="11430"/>
            </a:xfrm>
            <a:custGeom>
              <a:avLst/>
              <a:gdLst/>
              <a:ahLst/>
              <a:cxnLst/>
              <a:rect l="l" t="t" r="r" b="b"/>
              <a:pathLst>
                <a:path w="66039" h="11430">
                  <a:moveTo>
                    <a:pt x="12644" y="11379"/>
                  </a:moveTo>
                  <a:lnTo>
                    <a:pt x="6322" y="8851"/>
                  </a:lnTo>
                  <a:lnTo>
                    <a:pt x="0" y="6322"/>
                  </a:lnTo>
                  <a:lnTo>
                    <a:pt x="0" y="5057"/>
                  </a:lnTo>
                  <a:lnTo>
                    <a:pt x="0" y="3793"/>
                  </a:lnTo>
                  <a:lnTo>
                    <a:pt x="6322" y="3793"/>
                  </a:lnTo>
                  <a:lnTo>
                    <a:pt x="18334" y="3161"/>
                  </a:lnTo>
                  <a:lnTo>
                    <a:pt x="28321" y="2578"/>
                  </a:lnTo>
                  <a:lnTo>
                    <a:pt x="39909" y="1817"/>
                  </a:lnTo>
                  <a:lnTo>
                    <a:pt x="52563" y="938"/>
                  </a:lnTo>
                  <a:lnTo>
                    <a:pt x="65751" y="0"/>
                  </a:lnTo>
                </a:path>
              </a:pathLst>
            </a:custGeom>
            <a:ln w="398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210482" y="2177183"/>
              <a:ext cx="474345" cy="353060"/>
            </a:xfrm>
            <a:custGeom>
              <a:avLst/>
              <a:gdLst/>
              <a:ahLst/>
              <a:cxnLst/>
              <a:rect l="l" t="t" r="r" b="b"/>
              <a:pathLst>
                <a:path w="474345" h="353060">
                  <a:moveTo>
                    <a:pt x="7586" y="60060"/>
                  </a:moveTo>
                  <a:lnTo>
                    <a:pt x="3793" y="53738"/>
                  </a:lnTo>
                  <a:lnTo>
                    <a:pt x="0" y="47416"/>
                  </a:lnTo>
                  <a:lnTo>
                    <a:pt x="1896" y="39197"/>
                  </a:lnTo>
                  <a:lnTo>
                    <a:pt x="38012" y="18808"/>
                  </a:lnTo>
                  <a:lnTo>
                    <a:pt x="62668" y="47969"/>
                  </a:lnTo>
                  <a:lnTo>
                    <a:pt x="79027" y="99890"/>
                  </a:lnTo>
                  <a:lnTo>
                    <a:pt x="82850" y="140343"/>
                  </a:lnTo>
                  <a:lnTo>
                    <a:pt x="78395" y="167538"/>
                  </a:lnTo>
                  <a:lnTo>
                    <a:pt x="76498" y="167538"/>
                  </a:lnTo>
                  <a:lnTo>
                    <a:pt x="77219" y="123599"/>
                  </a:lnTo>
                  <a:lnTo>
                    <a:pt x="84035" y="82662"/>
                  </a:lnTo>
                  <a:lnTo>
                    <a:pt x="98705" y="37380"/>
                  </a:lnTo>
                  <a:lnTo>
                    <a:pt x="122650" y="13276"/>
                  </a:lnTo>
                  <a:lnTo>
                    <a:pt x="128340" y="13908"/>
                  </a:lnTo>
                  <a:lnTo>
                    <a:pt x="147900" y="53916"/>
                  </a:lnTo>
                  <a:lnTo>
                    <a:pt x="154459" y="93311"/>
                  </a:lnTo>
                  <a:lnTo>
                    <a:pt x="159003" y="132292"/>
                  </a:lnTo>
                  <a:lnTo>
                    <a:pt x="159319" y="143514"/>
                  </a:lnTo>
                  <a:lnTo>
                    <a:pt x="159319" y="149836"/>
                  </a:lnTo>
                  <a:lnTo>
                    <a:pt x="159319" y="156158"/>
                  </a:lnTo>
                  <a:lnTo>
                    <a:pt x="159319" y="149836"/>
                  </a:lnTo>
                  <a:lnTo>
                    <a:pt x="162480" y="131501"/>
                  </a:lnTo>
                  <a:lnTo>
                    <a:pt x="174394" y="79047"/>
                  </a:lnTo>
                  <a:lnTo>
                    <a:pt x="193459" y="37142"/>
                  </a:lnTo>
                  <a:lnTo>
                    <a:pt x="227599" y="12012"/>
                  </a:lnTo>
                  <a:lnTo>
                    <a:pt x="233921" y="10747"/>
                  </a:lnTo>
                  <a:lnTo>
                    <a:pt x="240244" y="10747"/>
                  </a:lnTo>
                  <a:lnTo>
                    <a:pt x="245933" y="19598"/>
                  </a:lnTo>
                  <a:lnTo>
                    <a:pt x="259842" y="68912"/>
                  </a:lnTo>
                  <a:lnTo>
                    <a:pt x="264554" y="121989"/>
                  </a:lnTo>
                  <a:lnTo>
                    <a:pt x="265532" y="136559"/>
                  </a:lnTo>
                  <a:lnTo>
                    <a:pt x="266510" y="147495"/>
                  </a:lnTo>
                  <a:lnTo>
                    <a:pt x="285131" y="174492"/>
                  </a:lnTo>
                  <a:lnTo>
                    <a:pt x="289576" y="174255"/>
                  </a:lnTo>
                  <a:lnTo>
                    <a:pt x="325910" y="132529"/>
                  </a:lnTo>
                  <a:lnTo>
                    <a:pt x="342031" y="96729"/>
                  </a:lnTo>
                  <a:lnTo>
                    <a:pt x="349697" y="59270"/>
                  </a:lnTo>
                  <a:lnTo>
                    <a:pt x="350655" y="42497"/>
                  </a:lnTo>
                  <a:lnTo>
                    <a:pt x="350250" y="28449"/>
                  </a:lnTo>
                  <a:lnTo>
                    <a:pt x="348986" y="12012"/>
                  </a:lnTo>
                  <a:lnTo>
                    <a:pt x="345192" y="5689"/>
                  </a:lnTo>
                  <a:lnTo>
                    <a:pt x="341399" y="5689"/>
                  </a:lnTo>
                  <a:lnTo>
                    <a:pt x="337606" y="5689"/>
                  </a:lnTo>
                  <a:lnTo>
                    <a:pt x="333812" y="12012"/>
                  </a:lnTo>
                  <a:lnTo>
                    <a:pt x="331283" y="28449"/>
                  </a:lnTo>
                  <a:lnTo>
                    <a:pt x="329703" y="42684"/>
                  </a:lnTo>
                  <a:lnTo>
                    <a:pt x="329070" y="60772"/>
                  </a:lnTo>
                  <a:lnTo>
                    <a:pt x="329861" y="82771"/>
                  </a:lnTo>
                  <a:lnTo>
                    <a:pt x="337388" y="138436"/>
                  </a:lnTo>
                  <a:lnTo>
                    <a:pt x="350863" y="202804"/>
                  </a:lnTo>
                  <a:lnTo>
                    <a:pt x="357837" y="233921"/>
                  </a:lnTo>
                  <a:lnTo>
                    <a:pt x="363991" y="262193"/>
                  </a:lnTo>
                  <a:lnTo>
                    <a:pt x="373218" y="308069"/>
                  </a:lnTo>
                  <a:lnTo>
                    <a:pt x="378858" y="345982"/>
                  </a:lnTo>
                  <a:lnTo>
                    <a:pt x="378700" y="352779"/>
                  </a:lnTo>
                  <a:lnTo>
                    <a:pt x="378058" y="351781"/>
                  </a:lnTo>
                  <a:lnTo>
                    <a:pt x="367340" y="301984"/>
                  </a:lnTo>
                  <a:lnTo>
                    <a:pt x="356632" y="246072"/>
                  </a:lnTo>
                  <a:lnTo>
                    <a:pt x="347296" y="182010"/>
                  </a:lnTo>
                  <a:lnTo>
                    <a:pt x="342890" y="119993"/>
                  </a:lnTo>
                  <a:lnTo>
                    <a:pt x="343295" y="92304"/>
                  </a:lnTo>
                  <a:lnTo>
                    <a:pt x="349618" y="47416"/>
                  </a:lnTo>
                  <a:lnTo>
                    <a:pt x="364880" y="8712"/>
                  </a:lnTo>
                  <a:lnTo>
                    <a:pt x="381861" y="0"/>
                  </a:lnTo>
                  <a:lnTo>
                    <a:pt x="388993" y="1313"/>
                  </a:lnTo>
                  <a:lnTo>
                    <a:pt x="429169" y="24241"/>
                  </a:lnTo>
                  <a:lnTo>
                    <a:pt x="462153" y="55003"/>
                  </a:lnTo>
                  <a:lnTo>
                    <a:pt x="473800" y="85231"/>
                  </a:lnTo>
                  <a:lnTo>
                    <a:pt x="472901" y="95465"/>
                  </a:lnTo>
                  <a:lnTo>
                    <a:pt x="448244" y="134663"/>
                  </a:lnTo>
                  <a:lnTo>
                    <a:pt x="409926" y="149954"/>
                  </a:lnTo>
                  <a:lnTo>
                    <a:pt x="368219" y="143958"/>
                  </a:lnTo>
                  <a:lnTo>
                    <a:pt x="356572" y="120754"/>
                  </a:lnTo>
                </a:path>
              </a:pathLst>
            </a:custGeom>
            <a:ln w="398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741863" y="2076660"/>
              <a:ext cx="22860" cy="241935"/>
            </a:xfrm>
            <a:custGeom>
              <a:avLst/>
              <a:gdLst/>
              <a:ahLst/>
              <a:cxnLst/>
              <a:rect l="l" t="t" r="r" b="b"/>
              <a:pathLst>
                <a:path w="22860" h="241935">
                  <a:moveTo>
                    <a:pt x="7270" y="31611"/>
                  </a:moveTo>
                  <a:lnTo>
                    <a:pt x="7270" y="31611"/>
                  </a:lnTo>
                  <a:lnTo>
                    <a:pt x="7270" y="0"/>
                  </a:lnTo>
                  <a:lnTo>
                    <a:pt x="6006" y="632"/>
                  </a:lnTo>
                  <a:lnTo>
                    <a:pt x="237" y="50054"/>
                  </a:lnTo>
                  <a:lnTo>
                    <a:pt x="0" y="73100"/>
                  </a:lnTo>
                  <a:lnTo>
                    <a:pt x="237" y="98636"/>
                  </a:lnTo>
                  <a:lnTo>
                    <a:pt x="2094" y="151298"/>
                  </a:lnTo>
                  <a:lnTo>
                    <a:pt x="4860" y="197371"/>
                  </a:lnTo>
                  <a:lnTo>
                    <a:pt x="6006" y="214955"/>
                  </a:lnTo>
                  <a:lnTo>
                    <a:pt x="6756" y="227639"/>
                  </a:lnTo>
                  <a:lnTo>
                    <a:pt x="7270" y="235818"/>
                  </a:lnTo>
                  <a:lnTo>
                    <a:pt x="7784" y="240204"/>
                  </a:lnTo>
                  <a:lnTo>
                    <a:pt x="8534" y="241508"/>
                  </a:lnTo>
                  <a:lnTo>
                    <a:pt x="9799" y="241508"/>
                  </a:lnTo>
                  <a:lnTo>
                    <a:pt x="12328" y="235186"/>
                  </a:lnTo>
                  <a:lnTo>
                    <a:pt x="14857" y="228864"/>
                  </a:lnTo>
                  <a:lnTo>
                    <a:pt x="17386" y="222541"/>
                  </a:lnTo>
                  <a:lnTo>
                    <a:pt x="19914" y="216219"/>
                  </a:lnTo>
                  <a:lnTo>
                    <a:pt x="22443" y="209897"/>
                  </a:lnTo>
                </a:path>
              </a:pathLst>
            </a:custGeom>
            <a:ln w="398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" name="object 29"/>
          <p:cNvGrpSpPr/>
          <p:nvPr/>
        </p:nvGrpSpPr>
        <p:grpSpPr>
          <a:xfrm>
            <a:off x="3829747" y="2104165"/>
            <a:ext cx="724535" cy="646430"/>
            <a:chOff x="3829747" y="2104165"/>
            <a:chExt cx="724535" cy="646430"/>
          </a:xfrm>
        </p:grpSpPr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29747" y="2145259"/>
              <a:ext cx="164497" cy="195979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4043018" y="2165170"/>
              <a:ext cx="145415" cy="565785"/>
            </a:xfrm>
            <a:custGeom>
              <a:avLst/>
              <a:gdLst/>
              <a:ahLst/>
              <a:cxnLst/>
              <a:rect l="l" t="t" r="r" b="b"/>
              <a:pathLst>
                <a:path w="145414" h="565785">
                  <a:moveTo>
                    <a:pt x="5788" y="34139"/>
                  </a:moveTo>
                  <a:lnTo>
                    <a:pt x="5788" y="34139"/>
                  </a:lnTo>
                  <a:lnTo>
                    <a:pt x="5788" y="0"/>
                  </a:lnTo>
                  <a:lnTo>
                    <a:pt x="4524" y="632"/>
                  </a:lnTo>
                  <a:lnTo>
                    <a:pt x="0" y="44897"/>
                  </a:lnTo>
                  <a:lnTo>
                    <a:pt x="731" y="62668"/>
                  </a:lnTo>
                  <a:lnTo>
                    <a:pt x="9078" y="109690"/>
                  </a:lnTo>
                  <a:lnTo>
                    <a:pt x="37706" y="130593"/>
                  </a:lnTo>
                  <a:lnTo>
                    <a:pt x="47752" y="128498"/>
                  </a:lnTo>
                  <a:lnTo>
                    <a:pt x="77921" y="99416"/>
                  </a:lnTo>
                  <a:lnTo>
                    <a:pt x="98725" y="52474"/>
                  </a:lnTo>
                  <a:lnTo>
                    <a:pt x="104415" y="22127"/>
                  </a:lnTo>
                  <a:lnTo>
                    <a:pt x="104415" y="15173"/>
                  </a:lnTo>
                  <a:lnTo>
                    <a:pt x="104415" y="7586"/>
                  </a:lnTo>
                  <a:lnTo>
                    <a:pt x="101886" y="5690"/>
                  </a:lnTo>
                  <a:lnTo>
                    <a:pt x="99357" y="3793"/>
                  </a:lnTo>
                  <a:lnTo>
                    <a:pt x="94299" y="7586"/>
                  </a:lnTo>
                  <a:lnTo>
                    <a:pt x="83867" y="44255"/>
                  </a:lnTo>
                  <a:lnTo>
                    <a:pt x="79758" y="84085"/>
                  </a:lnTo>
                  <a:lnTo>
                    <a:pt x="78494" y="139957"/>
                  </a:lnTo>
                  <a:lnTo>
                    <a:pt x="79225" y="171835"/>
                  </a:lnTo>
                  <a:lnTo>
                    <a:pt x="83966" y="237991"/>
                  </a:lnTo>
                  <a:lnTo>
                    <a:pt x="92936" y="303347"/>
                  </a:lnTo>
                  <a:lnTo>
                    <a:pt x="105185" y="365848"/>
                  </a:lnTo>
                  <a:lnTo>
                    <a:pt x="118817" y="423360"/>
                  </a:lnTo>
                  <a:lnTo>
                    <a:pt x="125278" y="449509"/>
                  </a:lnTo>
                  <a:lnTo>
                    <a:pt x="131067" y="473523"/>
                  </a:lnTo>
                  <a:lnTo>
                    <a:pt x="140036" y="513966"/>
                  </a:lnTo>
                  <a:lnTo>
                    <a:pt x="145351" y="552008"/>
                  </a:lnTo>
                  <a:lnTo>
                    <a:pt x="144758" y="558873"/>
                  </a:lnTo>
                  <a:lnTo>
                    <a:pt x="142980" y="563309"/>
                  </a:lnTo>
                  <a:lnTo>
                    <a:pt x="139957" y="565482"/>
                  </a:lnTo>
                  <a:lnTo>
                    <a:pt x="135393" y="565047"/>
                  </a:lnTo>
                  <a:lnTo>
                    <a:pt x="96196" y="529169"/>
                  </a:lnTo>
                  <a:lnTo>
                    <a:pt x="68378" y="492500"/>
                  </a:lnTo>
                  <a:lnTo>
                    <a:pt x="43405" y="449351"/>
                  </a:lnTo>
                  <a:lnTo>
                    <a:pt x="27916" y="405253"/>
                  </a:lnTo>
                  <a:lnTo>
                    <a:pt x="25545" y="384528"/>
                  </a:lnTo>
                  <a:lnTo>
                    <a:pt x="26493" y="365107"/>
                  </a:lnTo>
                  <a:lnTo>
                    <a:pt x="42210" y="315764"/>
                  </a:lnTo>
                  <a:lnTo>
                    <a:pt x="57996" y="289310"/>
                  </a:lnTo>
                  <a:lnTo>
                    <a:pt x="66481" y="276912"/>
                  </a:lnTo>
                </a:path>
              </a:pathLst>
            </a:custGeom>
            <a:ln w="398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07815" y="2124080"/>
              <a:ext cx="152988" cy="205858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381043" y="2104165"/>
              <a:ext cx="173220" cy="201679"/>
            </a:xfrm>
            <a:prstGeom prst="rect">
              <a:avLst/>
            </a:prstGeom>
          </p:spPr>
        </p:pic>
      </p:grpSp>
      <p:grpSp>
        <p:nvGrpSpPr>
          <p:cNvPr id="34" name="object 34"/>
          <p:cNvGrpSpPr/>
          <p:nvPr/>
        </p:nvGrpSpPr>
        <p:grpSpPr>
          <a:xfrm>
            <a:off x="4686407" y="2022411"/>
            <a:ext cx="410845" cy="260985"/>
            <a:chOff x="4686407" y="2022411"/>
            <a:chExt cx="410845" cy="260985"/>
          </a:xfrm>
        </p:grpSpPr>
        <p:sp>
          <p:nvSpPr>
            <p:cNvPr id="35" name="object 35"/>
            <p:cNvSpPr/>
            <p:nvPr/>
          </p:nvSpPr>
          <p:spPr>
            <a:xfrm>
              <a:off x="4706318" y="2042322"/>
              <a:ext cx="173355" cy="214629"/>
            </a:xfrm>
            <a:custGeom>
              <a:avLst/>
              <a:gdLst/>
              <a:ahLst/>
              <a:cxnLst/>
              <a:rect l="l" t="t" r="r" b="b"/>
              <a:pathLst>
                <a:path w="173354" h="214630">
                  <a:moveTo>
                    <a:pt x="161848" y="46981"/>
                  </a:moveTo>
                  <a:lnTo>
                    <a:pt x="146675" y="10313"/>
                  </a:lnTo>
                  <a:lnTo>
                    <a:pt x="121870" y="0"/>
                  </a:lnTo>
                  <a:lnTo>
                    <a:pt x="109374" y="1462"/>
                  </a:lnTo>
                  <a:lnTo>
                    <a:pt x="63587" y="19598"/>
                  </a:lnTo>
                  <a:lnTo>
                    <a:pt x="35088" y="45401"/>
                  </a:lnTo>
                  <a:lnTo>
                    <a:pt x="32440" y="54687"/>
                  </a:lnTo>
                  <a:lnTo>
                    <a:pt x="32875" y="64684"/>
                  </a:lnTo>
                  <a:lnTo>
                    <a:pt x="64486" y="105778"/>
                  </a:lnTo>
                  <a:lnTo>
                    <a:pt x="113829" y="121692"/>
                  </a:lnTo>
                  <a:lnTo>
                    <a:pt x="147149" y="126562"/>
                  </a:lnTo>
                  <a:lnTo>
                    <a:pt x="152878" y="127402"/>
                  </a:lnTo>
                  <a:lnTo>
                    <a:pt x="157422" y="128538"/>
                  </a:lnTo>
                  <a:lnTo>
                    <a:pt x="163112" y="130435"/>
                  </a:lnTo>
                  <a:lnTo>
                    <a:pt x="168170" y="134228"/>
                  </a:lnTo>
                  <a:lnTo>
                    <a:pt x="170699" y="139918"/>
                  </a:lnTo>
                  <a:lnTo>
                    <a:pt x="173228" y="145608"/>
                  </a:lnTo>
                  <a:lnTo>
                    <a:pt x="173228" y="153195"/>
                  </a:lnTo>
                  <a:lnTo>
                    <a:pt x="169435" y="162046"/>
                  </a:lnTo>
                  <a:lnTo>
                    <a:pt x="141617" y="191128"/>
                  </a:lnTo>
                  <a:lnTo>
                    <a:pt x="95030" y="210687"/>
                  </a:lnTo>
                  <a:lnTo>
                    <a:pt x="63004" y="214480"/>
                  </a:lnTo>
                  <a:lnTo>
                    <a:pt x="49155" y="212939"/>
                  </a:lnTo>
                  <a:lnTo>
                    <a:pt x="11300" y="198635"/>
                  </a:lnTo>
                  <a:lnTo>
                    <a:pt x="0" y="184806"/>
                  </a:lnTo>
                  <a:lnTo>
                    <a:pt x="1264" y="178483"/>
                  </a:lnTo>
                  <a:lnTo>
                    <a:pt x="2528" y="172161"/>
                  </a:lnTo>
                </a:path>
              </a:pathLst>
            </a:custGeom>
            <a:ln w="398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901362" y="2035885"/>
              <a:ext cx="195347" cy="246952"/>
            </a:xfrm>
            <a:prstGeom prst="rect">
              <a:avLst/>
            </a:prstGeom>
          </p:spPr>
        </p:pic>
      </p:grpSp>
      <p:pic>
        <p:nvPicPr>
          <p:cNvPr id="37" name="object 3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155751" y="2027666"/>
            <a:ext cx="196325" cy="253512"/>
          </a:xfrm>
          <a:prstGeom prst="rect">
            <a:avLst/>
          </a:prstGeom>
        </p:spPr>
      </p:pic>
      <p:sp>
        <p:nvSpPr>
          <p:cNvPr id="38" name="object 38"/>
          <p:cNvSpPr/>
          <p:nvPr/>
        </p:nvSpPr>
        <p:spPr>
          <a:xfrm>
            <a:off x="5520617" y="2074130"/>
            <a:ext cx="0" cy="7620"/>
          </a:xfrm>
          <a:custGeom>
            <a:avLst/>
            <a:gdLst/>
            <a:ahLst/>
            <a:cxnLst/>
            <a:rect l="l" t="t" r="r" b="b"/>
            <a:pathLst>
              <a:path w="0" h="7619">
                <a:moveTo>
                  <a:pt x="0" y="7586"/>
                </a:moveTo>
                <a:lnTo>
                  <a:pt x="0" y="5057"/>
                </a:lnTo>
                <a:lnTo>
                  <a:pt x="0" y="2528"/>
                </a:lnTo>
                <a:lnTo>
                  <a:pt x="0" y="0"/>
                </a:lnTo>
              </a:path>
            </a:pathLst>
          </a:custGeom>
          <a:ln w="398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5524411" y="2168964"/>
            <a:ext cx="0" cy="3810"/>
          </a:xfrm>
          <a:custGeom>
            <a:avLst/>
            <a:gdLst/>
            <a:ahLst/>
            <a:cxnLst/>
            <a:rect l="l" t="t" r="r" b="b"/>
            <a:pathLst>
              <a:path w="0" h="3810">
                <a:moveTo>
                  <a:pt x="0" y="0"/>
                </a:moveTo>
                <a:lnTo>
                  <a:pt x="0" y="1264"/>
                </a:lnTo>
                <a:lnTo>
                  <a:pt x="0" y="2528"/>
                </a:lnTo>
                <a:lnTo>
                  <a:pt x="0" y="3793"/>
                </a:lnTo>
              </a:path>
            </a:pathLst>
          </a:custGeom>
          <a:ln w="398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831671" y="1986884"/>
            <a:ext cx="19050" cy="221615"/>
          </a:xfrm>
          <a:custGeom>
            <a:avLst/>
            <a:gdLst/>
            <a:ahLst/>
            <a:cxnLst/>
            <a:rect l="l" t="t" r="r" b="b"/>
            <a:pathLst>
              <a:path w="19050" h="221614">
                <a:moveTo>
                  <a:pt x="0" y="34139"/>
                </a:moveTo>
                <a:lnTo>
                  <a:pt x="0" y="34139"/>
                </a:lnTo>
                <a:lnTo>
                  <a:pt x="0" y="0"/>
                </a:lnTo>
                <a:lnTo>
                  <a:pt x="632" y="1896"/>
                </a:lnTo>
                <a:lnTo>
                  <a:pt x="4425" y="39829"/>
                </a:lnTo>
                <a:lnTo>
                  <a:pt x="7586" y="83769"/>
                </a:lnTo>
                <a:lnTo>
                  <a:pt x="9226" y="107576"/>
                </a:lnTo>
                <a:lnTo>
                  <a:pt x="10747" y="129605"/>
                </a:lnTo>
                <a:lnTo>
                  <a:pt x="14214" y="176369"/>
                </a:lnTo>
                <a:lnTo>
                  <a:pt x="18334" y="218116"/>
                </a:lnTo>
                <a:lnTo>
                  <a:pt x="18966" y="221277"/>
                </a:lnTo>
                <a:lnTo>
                  <a:pt x="18966" y="214955"/>
                </a:lnTo>
                <a:lnTo>
                  <a:pt x="18966" y="208000"/>
                </a:lnTo>
                <a:lnTo>
                  <a:pt x="18966" y="201046"/>
                </a:lnTo>
                <a:lnTo>
                  <a:pt x="18966" y="193459"/>
                </a:lnTo>
                <a:lnTo>
                  <a:pt x="18966" y="185873"/>
                </a:lnTo>
              </a:path>
            </a:pathLst>
          </a:custGeom>
          <a:ln w="398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1" name="object 41"/>
          <p:cNvGrpSpPr/>
          <p:nvPr/>
        </p:nvGrpSpPr>
        <p:grpSpPr>
          <a:xfrm>
            <a:off x="5926824" y="1956857"/>
            <a:ext cx="383540" cy="261620"/>
            <a:chOff x="5926824" y="1956857"/>
            <a:chExt cx="383540" cy="261620"/>
          </a:xfrm>
        </p:grpSpPr>
        <p:pic>
          <p:nvPicPr>
            <p:cNvPr id="42" name="object 4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926824" y="1966104"/>
              <a:ext cx="197876" cy="248375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6161690" y="1976768"/>
              <a:ext cx="128905" cy="221615"/>
            </a:xfrm>
            <a:custGeom>
              <a:avLst/>
              <a:gdLst/>
              <a:ahLst/>
              <a:cxnLst/>
              <a:rect l="l" t="t" r="r" b="b"/>
              <a:pathLst>
                <a:path w="128904" h="221614">
                  <a:moveTo>
                    <a:pt x="18966" y="40462"/>
                  </a:moveTo>
                  <a:lnTo>
                    <a:pt x="15173" y="35404"/>
                  </a:lnTo>
                  <a:lnTo>
                    <a:pt x="11380" y="30346"/>
                  </a:lnTo>
                  <a:lnTo>
                    <a:pt x="8851" y="24024"/>
                  </a:lnTo>
                  <a:lnTo>
                    <a:pt x="6322" y="17702"/>
                  </a:lnTo>
                  <a:lnTo>
                    <a:pt x="5057" y="10115"/>
                  </a:lnTo>
                  <a:lnTo>
                    <a:pt x="8219" y="5689"/>
                  </a:lnTo>
                  <a:lnTo>
                    <a:pt x="11380" y="1264"/>
                  </a:lnTo>
                  <a:lnTo>
                    <a:pt x="18966" y="0"/>
                  </a:lnTo>
                  <a:lnTo>
                    <a:pt x="32243" y="0"/>
                  </a:lnTo>
                  <a:lnTo>
                    <a:pt x="79659" y="6954"/>
                  </a:lnTo>
                  <a:lnTo>
                    <a:pt x="105581" y="37933"/>
                  </a:lnTo>
                  <a:lnTo>
                    <a:pt x="103101" y="50064"/>
                  </a:lnTo>
                  <a:lnTo>
                    <a:pt x="83453" y="85982"/>
                  </a:lnTo>
                  <a:lnTo>
                    <a:pt x="49313" y="116328"/>
                  </a:lnTo>
                  <a:lnTo>
                    <a:pt x="48681" y="116328"/>
                  </a:lnTo>
                  <a:lnTo>
                    <a:pt x="48048" y="116328"/>
                  </a:lnTo>
                  <a:lnTo>
                    <a:pt x="87858" y="103595"/>
                  </a:lnTo>
                  <a:lnTo>
                    <a:pt x="104948" y="101155"/>
                  </a:lnTo>
                  <a:lnTo>
                    <a:pt x="111270" y="101155"/>
                  </a:lnTo>
                  <a:lnTo>
                    <a:pt x="128498" y="135848"/>
                  </a:lnTo>
                  <a:lnTo>
                    <a:pt x="128143" y="145104"/>
                  </a:lnTo>
                  <a:lnTo>
                    <a:pt x="119074" y="184499"/>
                  </a:lnTo>
                  <a:lnTo>
                    <a:pt x="93717" y="213996"/>
                  </a:lnTo>
                  <a:lnTo>
                    <a:pt x="64407" y="221593"/>
                  </a:lnTo>
                  <a:lnTo>
                    <a:pt x="53867" y="221139"/>
                  </a:lnTo>
                  <a:lnTo>
                    <a:pt x="12012" y="203575"/>
                  </a:lnTo>
                  <a:lnTo>
                    <a:pt x="2528" y="190930"/>
                  </a:lnTo>
                  <a:lnTo>
                    <a:pt x="0" y="184608"/>
                  </a:lnTo>
                </a:path>
              </a:pathLst>
            </a:custGeom>
            <a:ln w="398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/>
          <p:nvPr/>
        </p:nvSpPr>
        <p:spPr>
          <a:xfrm>
            <a:off x="6412049" y="2112064"/>
            <a:ext cx="83820" cy="15240"/>
          </a:xfrm>
          <a:custGeom>
            <a:avLst/>
            <a:gdLst/>
            <a:ahLst/>
            <a:cxnLst/>
            <a:rect l="l" t="t" r="r" b="b"/>
            <a:pathLst>
              <a:path w="83820" h="15239">
                <a:moveTo>
                  <a:pt x="0" y="15173"/>
                </a:moveTo>
                <a:lnTo>
                  <a:pt x="48680" y="316"/>
                </a:lnTo>
                <a:lnTo>
                  <a:pt x="65592" y="39"/>
                </a:lnTo>
                <a:lnTo>
                  <a:pt x="83453" y="0"/>
                </a:lnTo>
              </a:path>
            </a:pathLst>
          </a:custGeom>
          <a:ln w="398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5" name="object 45"/>
          <p:cNvGrpSpPr/>
          <p:nvPr/>
        </p:nvGrpSpPr>
        <p:grpSpPr>
          <a:xfrm>
            <a:off x="6589392" y="1937891"/>
            <a:ext cx="358775" cy="247650"/>
            <a:chOff x="6589392" y="1937891"/>
            <a:chExt cx="358775" cy="247650"/>
          </a:xfrm>
        </p:grpSpPr>
        <p:pic>
          <p:nvPicPr>
            <p:cNvPr id="46" name="object 4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589392" y="1937891"/>
              <a:ext cx="176380" cy="24466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789174" y="1951799"/>
              <a:ext cx="158619" cy="233557"/>
            </a:xfrm>
            <a:prstGeom prst="rect">
              <a:avLst/>
            </a:prstGeom>
          </p:spPr>
        </p:pic>
      </p:grpSp>
      <p:sp>
        <p:nvSpPr>
          <p:cNvPr id="48" name="object 48"/>
          <p:cNvSpPr/>
          <p:nvPr/>
        </p:nvSpPr>
        <p:spPr>
          <a:xfrm>
            <a:off x="7053122" y="2100683"/>
            <a:ext cx="64769" cy="11430"/>
          </a:xfrm>
          <a:custGeom>
            <a:avLst/>
            <a:gdLst/>
            <a:ahLst/>
            <a:cxnLst/>
            <a:rect l="l" t="t" r="r" b="b"/>
            <a:pathLst>
              <a:path w="64770" h="11430">
                <a:moveTo>
                  <a:pt x="0" y="11380"/>
                </a:moveTo>
                <a:lnTo>
                  <a:pt x="5057" y="7586"/>
                </a:lnTo>
                <a:lnTo>
                  <a:pt x="10115" y="3793"/>
                </a:lnTo>
                <a:lnTo>
                  <a:pt x="20863" y="1896"/>
                </a:lnTo>
                <a:lnTo>
                  <a:pt x="29901" y="800"/>
                </a:lnTo>
                <a:lnTo>
                  <a:pt x="40540" y="237"/>
                </a:lnTo>
                <a:lnTo>
                  <a:pt x="52246" y="29"/>
                </a:lnTo>
                <a:lnTo>
                  <a:pt x="64486" y="0"/>
                </a:lnTo>
              </a:path>
            </a:pathLst>
          </a:custGeom>
          <a:ln w="398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9" name="object 4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7243691" y="1942317"/>
            <a:ext cx="166947" cy="234555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487146" y="1957608"/>
            <a:ext cx="139079" cy="213563"/>
          </a:xfrm>
          <a:prstGeom prst="rect">
            <a:avLst/>
          </a:prstGeom>
        </p:spPr>
      </p:pic>
      <p:grpSp>
        <p:nvGrpSpPr>
          <p:cNvPr id="51" name="object 51"/>
          <p:cNvGrpSpPr/>
          <p:nvPr/>
        </p:nvGrpSpPr>
        <p:grpSpPr>
          <a:xfrm>
            <a:off x="7671675" y="1940143"/>
            <a:ext cx="418465" cy="304800"/>
            <a:chOff x="7671675" y="1940143"/>
            <a:chExt cx="418465" cy="304800"/>
          </a:xfrm>
        </p:grpSpPr>
        <p:sp>
          <p:nvSpPr>
            <p:cNvPr id="52" name="object 52"/>
            <p:cNvSpPr/>
            <p:nvPr/>
          </p:nvSpPr>
          <p:spPr>
            <a:xfrm>
              <a:off x="7691586" y="1967285"/>
              <a:ext cx="132080" cy="230504"/>
            </a:xfrm>
            <a:custGeom>
              <a:avLst/>
              <a:gdLst/>
              <a:ahLst/>
              <a:cxnLst/>
              <a:rect l="l" t="t" r="r" b="b"/>
              <a:pathLst>
                <a:path w="132079" h="230505">
                  <a:moveTo>
                    <a:pt x="120200" y="42358"/>
                  </a:moveTo>
                  <a:lnTo>
                    <a:pt x="92383" y="5373"/>
                  </a:lnTo>
                  <a:lnTo>
                    <a:pt x="65829" y="0"/>
                  </a:lnTo>
                  <a:lnTo>
                    <a:pt x="51525" y="800"/>
                  </a:lnTo>
                  <a:lnTo>
                    <a:pt x="15252" y="17069"/>
                  </a:lnTo>
                  <a:lnTo>
                    <a:pt x="5769" y="37538"/>
                  </a:lnTo>
                  <a:lnTo>
                    <a:pt x="7784" y="49876"/>
                  </a:lnTo>
                  <a:lnTo>
                    <a:pt x="45282" y="91039"/>
                  </a:lnTo>
                  <a:lnTo>
                    <a:pt x="81003" y="115064"/>
                  </a:lnTo>
                  <a:lnTo>
                    <a:pt x="95524" y="123875"/>
                  </a:lnTo>
                  <a:lnTo>
                    <a:pt x="107082" y="131027"/>
                  </a:lnTo>
                  <a:lnTo>
                    <a:pt x="131531" y="170018"/>
                  </a:lnTo>
                  <a:lnTo>
                    <a:pt x="130948" y="180183"/>
                  </a:lnTo>
                  <a:lnTo>
                    <a:pt x="113246" y="218116"/>
                  </a:lnTo>
                  <a:lnTo>
                    <a:pt x="66590" y="230197"/>
                  </a:lnTo>
                  <a:lnTo>
                    <a:pt x="55793" y="229259"/>
                  </a:lnTo>
                  <a:lnTo>
                    <a:pt x="16833" y="210450"/>
                  </a:lnTo>
                  <a:lnTo>
                    <a:pt x="0" y="175125"/>
                  </a:lnTo>
                  <a:lnTo>
                    <a:pt x="503" y="165898"/>
                  </a:lnTo>
                  <a:lnTo>
                    <a:pt x="20211" y="130296"/>
                  </a:lnTo>
                  <a:lnTo>
                    <a:pt x="63142" y="103447"/>
                  </a:lnTo>
                  <a:lnTo>
                    <a:pt x="79521" y="95159"/>
                  </a:lnTo>
                  <a:lnTo>
                    <a:pt x="93647" y="87878"/>
                  </a:lnTo>
                  <a:lnTo>
                    <a:pt x="119104" y="57877"/>
                  </a:lnTo>
                  <a:lnTo>
                    <a:pt x="119647" y="49866"/>
                  </a:lnTo>
                  <a:lnTo>
                    <a:pt x="119361" y="41736"/>
                  </a:lnTo>
                  <a:lnTo>
                    <a:pt x="87404" y="10668"/>
                  </a:lnTo>
                  <a:lnTo>
                    <a:pt x="77713" y="10006"/>
                  </a:lnTo>
                  <a:lnTo>
                    <a:pt x="67726" y="10115"/>
                  </a:lnTo>
                  <a:lnTo>
                    <a:pt x="28183" y="22562"/>
                  </a:lnTo>
                  <a:lnTo>
                    <a:pt x="20695" y="32915"/>
                  </a:lnTo>
                  <a:lnTo>
                    <a:pt x="17781" y="38565"/>
                  </a:lnTo>
                </a:path>
              </a:pathLst>
            </a:custGeom>
            <a:ln w="398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7894609" y="1960054"/>
              <a:ext cx="175260" cy="264795"/>
            </a:xfrm>
            <a:custGeom>
              <a:avLst/>
              <a:gdLst/>
              <a:ahLst/>
              <a:cxnLst/>
              <a:rect l="l" t="t" r="r" b="b"/>
              <a:pathLst>
                <a:path w="175259" h="264794">
                  <a:moveTo>
                    <a:pt x="125811" y="64763"/>
                  </a:moveTo>
                  <a:lnTo>
                    <a:pt x="108790" y="19865"/>
                  </a:lnTo>
                  <a:lnTo>
                    <a:pt x="72072" y="2173"/>
                  </a:lnTo>
                  <a:lnTo>
                    <a:pt x="58302" y="0"/>
                  </a:lnTo>
                  <a:lnTo>
                    <a:pt x="44887" y="434"/>
                  </a:lnTo>
                  <a:lnTo>
                    <a:pt x="12624" y="21851"/>
                  </a:lnTo>
                  <a:lnTo>
                    <a:pt x="0" y="66659"/>
                  </a:lnTo>
                  <a:lnTo>
                    <a:pt x="839" y="81882"/>
                  </a:lnTo>
                  <a:lnTo>
                    <a:pt x="19598" y="119134"/>
                  </a:lnTo>
                  <a:lnTo>
                    <a:pt x="59962" y="134514"/>
                  </a:lnTo>
                  <a:lnTo>
                    <a:pt x="104000" y="116684"/>
                  </a:lnTo>
                  <a:lnTo>
                    <a:pt x="135433" y="82919"/>
                  </a:lnTo>
                  <a:lnTo>
                    <a:pt x="153629" y="43267"/>
                  </a:lnTo>
                  <a:lnTo>
                    <a:pt x="151426" y="81714"/>
                  </a:lnTo>
                  <a:lnTo>
                    <a:pt x="149786" y="128656"/>
                  </a:lnTo>
                  <a:lnTo>
                    <a:pt x="148838" y="178513"/>
                  </a:lnTo>
                  <a:lnTo>
                    <a:pt x="148581" y="221563"/>
                  </a:lnTo>
                  <a:lnTo>
                    <a:pt x="149371" y="262263"/>
                  </a:lnTo>
                  <a:lnTo>
                    <a:pt x="152364" y="264545"/>
                  </a:lnTo>
                  <a:lnTo>
                    <a:pt x="156158" y="259487"/>
                  </a:lnTo>
                  <a:lnTo>
                    <a:pt x="160583" y="254429"/>
                  </a:lnTo>
                  <a:lnTo>
                    <a:pt x="165009" y="249371"/>
                  </a:lnTo>
                  <a:lnTo>
                    <a:pt x="170067" y="244313"/>
                  </a:lnTo>
                  <a:lnTo>
                    <a:pt x="175125" y="239256"/>
                  </a:lnTo>
                </a:path>
              </a:pathLst>
            </a:custGeom>
            <a:ln w="398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4" name="object 54"/>
          <p:cNvGrpSpPr/>
          <p:nvPr/>
        </p:nvGrpSpPr>
        <p:grpSpPr>
          <a:xfrm>
            <a:off x="3105853" y="2912933"/>
            <a:ext cx="1505585" cy="723900"/>
            <a:chOff x="3105853" y="2912933"/>
            <a:chExt cx="1505585" cy="723900"/>
          </a:xfrm>
        </p:grpSpPr>
        <p:sp>
          <p:nvSpPr>
            <p:cNvPr id="55" name="object 55"/>
            <p:cNvSpPr/>
            <p:nvPr/>
          </p:nvSpPr>
          <p:spPr>
            <a:xfrm>
              <a:off x="3125764" y="2961769"/>
              <a:ext cx="138430" cy="303530"/>
            </a:xfrm>
            <a:custGeom>
              <a:avLst/>
              <a:gdLst/>
              <a:ahLst/>
              <a:cxnLst/>
              <a:rect l="l" t="t" r="r" b="b"/>
              <a:pathLst>
                <a:path w="138429" h="303529">
                  <a:moveTo>
                    <a:pt x="27817" y="7586"/>
                  </a:moveTo>
                  <a:lnTo>
                    <a:pt x="0" y="0"/>
                  </a:lnTo>
                  <a:lnTo>
                    <a:pt x="6322" y="0"/>
                  </a:lnTo>
                  <a:lnTo>
                    <a:pt x="17702" y="0"/>
                  </a:lnTo>
                  <a:lnTo>
                    <a:pt x="49313" y="0"/>
                  </a:lnTo>
                  <a:lnTo>
                    <a:pt x="36668" y="0"/>
                  </a:lnTo>
                  <a:lnTo>
                    <a:pt x="27185" y="632"/>
                  </a:lnTo>
                  <a:lnTo>
                    <a:pt x="3052" y="28035"/>
                  </a:lnTo>
                  <a:lnTo>
                    <a:pt x="3161" y="40462"/>
                  </a:lnTo>
                  <a:lnTo>
                    <a:pt x="7517" y="98606"/>
                  </a:lnTo>
                  <a:lnTo>
                    <a:pt x="13158" y="151347"/>
                  </a:lnTo>
                  <a:lnTo>
                    <a:pt x="19717" y="205975"/>
                  </a:lnTo>
                  <a:lnTo>
                    <a:pt x="25367" y="248482"/>
                  </a:lnTo>
                  <a:lnTo>
                    <a:pt x="29161" y="274838"/>
                  </a:lnTo>
                  <a:lnTo>
                    <a:pt x="30346" y="283867"/>
                  </a:lnTo>
                  <a:lnTo>
                    <a:pt x="31611" y="294615"/>
                  </a:lnTo>
                  <a:lnTo>
                    <a:pt x="31611" y="300937"/>
                  </a:lnTo>
                  <a:lnTo>
                    <a:pt x="35404" y="302833"/>
                  </a:lnTo>
                  <a:lnTo>
                    <a:pt x="79501" y="286840"/>
                  </a:lnTo>
                  <a:lnTo>
                    <a:pt x="117118" y="268288"/>
                  </a:lnTo>
                  <a:lnTo>
                    <a:pt x="137824" y="257946"/>
                  </a:lnTo>
                </a:path>
              </a:pathLst>
            </a:custGeom>
            <a:ln w="398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3161168" y="3117295"/>
              <a:ext cx="45720" cy="7620"/>
            </a:xfrm>
            <a:custGeom>
              <a:avLst/>
              <a:gdLst/>
              <a:ahLst/>
              <a:cxnLst/>
              <a:rect l="l" t="t" r="r" b="b"/>
              <a:pathLst>
                <a:path w="45719" h="7619">
                  <a:moveTo>
                    <a:pt x="0" y="7586"/>
                  </a:moveTo>
                  <a:lnTo>
                    <a:pt x="11379" y="5689"/>
                  </a:lnTo>
                  <a:lnTo>
                    <a:pt x="22759" y="3793"/>
                  </a:lnTo>
                  <a:lnTo>
                    <a:pt x="34139" y="1896"/>
                  </a:lnTo>
                  <a:lnTo>
                    <a:pt x="45519" y="0"/>
                  </a:lnTo>
                </a:path>
              </a:pathLst>
            </a:custGeom>
            <a:ln w="398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3127029" y="2961769"/>
              <a:ext cx="118110" cy="7620"/>
            </a:xfrm>
            <a:custGeom>
              <a:avLst/>
              <a:gdLst/>
              <a:ahLst/>
              <a:cxnLst/>
              <a:rect l="l" t="t" r="r" b="b"/>
              <a:pathLst>
                <a:path w="118110" h="7619">
                  <a:moveTo>
                    <a:pt x="0" y="7586"/>
                  </a:moveTo>
                  <a:lnTo>
                    <a:pt x="29398" y="5689"/>
                  </a:lnTo>
                  <a:lnTo>
                    <a:pt x="58796" y="3793"/>
                  </a:lnTo>
                  <a:lnTo>
                    <a:pt x="88194" y="1896"/>
                  </a:lnTo>
                  <a:lnTo>
                    <a:pt x="117592" y="0"/>
                  </a:lnTo>
                </a:path>
              </a:pathLst>
            </a:custGeom>
            <a:ln w="398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3301521" y="3049429"/>
              <a:ext cx="488315" cy="335280"/>
            </a:xfrm>
            <a:custGeom>
              <a:avLst/>
              <a:gdLst/>
              <a:ahLst/>
              <a:cxnLst/>
              <a:rect l="l" t="t" r="r" b="b"/>
              <a:pathLst>
                <a:path w="488314" h="335279">
                  <a:moveTo>
                    <a:pt x="0" y="41311"/>
                  </a:moveTo>
                  <a:lnTo>
                    <a:pt x="0" y="41311"/>
                  </a:lnTo>
                  <a:lnTo>
                    <a:pt x="0" y="9700"/>
                  </a:lnTo>
                  <a:lnTo>
                    <a:pt x="6322" y="5275"/>
                  </a:lnTo>
                  <a:lnTo>
                    <a:pt x="12120" y="2390"/>
                  </a:lnTo>
                  <a:lnTo>
                    <a:pt x="19519" y="691"/>
                  </a:lnTo>
                  <a:lnTo>
                    <a:pt x="27748" y="651"/>
                  </a:lnTo>
                  <a:lnTo>
                    <a:pt x="36036" y="2746"/>
                  </a:lnTo>
                  <a:lnTo>
                    <a:pt x="62590" y="41943"/>
                  </a:lnTo>
                  <a:lnTo>
                    <a:pt x="71441" y="82801"/>
                  </a:lnTo>
                  <a:lnTo>
                    <a:pt x="76499" y="122235"/>
                  </a:lnTo>
                  <a:lnTo>
                    <a:pt x="73337" y="165226"/>
                  </a:lnTo>
                  <a:lnTo>
                    <a:pt x="70809" y="171549"/>
                  </a:lnTo>
                  <a:lnTo>
                    <a:pt x="69544" y="171549"/>
                  </a:lnTo>
                  <a:lnTo>
                    <a:pt x="74365" y="126384"/>
                  </a:lnTo>
                  <a:lnTo>
                    <a:pt x="82821" y="83551"/>
                  </a:lnTo>
                  <a:lnTo>
                    <a:pt x="93183" y="46873"/>
                  </a:lnTo>
                  <a:lnTo>
                    <a:pt x="115064" y="7171"/>
                  </a:lnTo>
                  <a:lnTo>
                    <a:pt x="153392" y="30089"/>
                  </a:lnTo>
                  <a:lnTo>
                    <a:pt x="164189" y="81813"/>
                  </a:lnTo>
                  <a:lnTo>
                    <a:pt x="168240" y="123776"/>
                  </a:lnTo>
                  <a:lnTo>
                    <a:pt x="170541" y="162065"/>
                  </a:lnTo>
                  <a:lnTo>
                    <a:pt x="170699" y="167755"/>
                  </a:lnTo>
                  <a:lnTo>
                    <a:pt x="170699" y="161433"/>
                  </a:lnTo>
                  <a:lnTo>
                    <a:pt x="172596" y="143731"/>
                  </a:lnTo>
                  <a:lnTo>
                    <a:pt x="181131" y="91899"/>
                  </a:lnTo>
                  <a:lnTo>
                    <a:pt x="201441" y="43050"/>
                  </a:lnTo>
                  <a:lnTo>
                    <a:pt x="234712" y="14284"/>
                  </a:lnTo>
                  <a:lnTo>
                    <a:pt x="241686" y="13375"/>
                  </a:lnTo>
                  <a:lnTo>
                    <a:pt x="247830" y="14126"/>
                  </a:lnTo>
                  <a:lnTo>
                    <a:pt x="268091" y="51693"/>
                  </a:lnTo>
                  <a:lnTo>
                    <a:pt x="275648" y="102637"/>
                  </a:lnTo>
                  <a:lnTo>
                    <a:pt x="277347" y="117030"/>
                  </a:lnTo>
                  <a:lnTo>
                    <a:pt x="278809" y="129111"/>
                  </a:lnTo>
                  <a:lnTo>
                    <a:pt x="293983" y="167755"/>
                  </a:lnTo>
                  <a:lnTo>
                    <a:pt x="299673" y="171549"/>
                  </a:lnTo>
                  <a:lnTo>
                    <a:pt x="333704" y="142052"/>
                  </a:lnTo>
                  <a:lnTo>
                    <a:pt x="346536" y="92837"/>
                  </a:lnTo>
                  <a:lnTo>
                    <a:pt x="351959" y="47732"/>
                  </a:lnTo>
                  <a:lnTo>
                    <a:pt x="347721" y="8436"/>
                  </a:lnTo>
                  <a:lnTo>
                    <a:pt x="345192" y="7171"/>
                  </a:lnTo>
                  <a:lnTo>
                    <a:pt x="343306" y="7705"/>
                  </a:lnTo>
                  <a:lnTo>
                    <a:pt x="336341" y="64308"/>
                  </a:lnTo>
                  <a:lnTo>
                    <a:pt x="338238" y="111488"/>
                  </a:lnTo>
                  <a:lnTo>
                    <a:pt x="345588" y="166491"/>
                  </a:lnTo>
                  <a:lnTo>
                    <a:pt x="355308" y="221494"/>
                  </a:lnTo>
                  <a:lnTo>
                    <a:pt x="359803" y="246447"/>
                  </a:lnTo>
                  <a:lnTo>
                    <a:pt x="367132" y="288529"/>
                  </a:lnTo>
                  <a:lnTo>
                    <a:pt x="373247" y="327154"/>
                  </a:lnTo>
                  <a:lnTo>
                    <a:pt x="374275" y="334662"/>
                  </a:lnTo>
                  <a:lnTo>
                    <a:pt x="374037" y="332726"/>
                  </a:lnTo>
                  <a:lnTo>
                    <a:pt x="368387" y="282484"/>
                  </a:lnTo>
                  <a:lnTo>
                    <a:pt x="363724" y="232973"/>
                  </a:lnTo>
                  <a:lnTo>
                    <a:pt x="359980" y="174562"/>
                  </a:lnTo>
                  <a:lnTo>
                    <a:pt x="358341" y="116496"/>
                  </a:lnTo>
                  <a:lnTo>
                    <a:pt x="359279" y="70186"/>
                  </a:lnTo>
                  <a:lnTo>
                    <a:pt x="364791" y="28667"/>
                  </a:lnTo>
                  <a:lnTo>
                    <a:pt x="394506" y="217"/>
                  </a:lnTo>
                  <a:lnTo>
                    <a:pt x="399336" y="0"/>
                  </a:lnTo>
                  <a:lnTo>
                    <a:pt x="404700" y="849"/>
                  </a:lnTo>
                  <a:lnTo>
                    <a:pt x="440104" y="28983"/>
                  </a:lnTo>
                  <a:lnTo>
                    <a:pt x="470076" y="66995"/>
                  </a:lnTo>
                  <a:lnTo>
                    <a:pt x="487630" y="104909"/>
                  </a:lnTo>
                  <a:lnTo>
                    <a:pt x="487995" y="111172"/>
                  </a:lnTo>
                  <a:lnTo>
                    <a:pt x="486346" y="116960"/>
                  </a:lnTo>
                  <a:lnTo>
                    <a:pt x="456335" y="142960"/>
                  </a:lnTo>
                  <a:lnTo>
                    <a:pt x="415843" y="160090"/>
                  </a:lnTo>
                  <a:lnTo>
                    <a:pt x="374828" y="167597"/>
                  </a:lnTo>
                  <a:lnTo>
                    <a:pt x="358321" y="140353"/>
                  </a:lnTo>
                  <a:lnTo>
                    <a:pt x="358706" y="134090"/>
                  </a:lnTo>
                  <a:lnTo>
                    <a:pt x="359447" y="127590"/>
                  </a:lnTo>
                  <a:lnTo>
                    <a:pt x="360366" y="120971"/>
                  </a:lnTo>
                </a:path>
              </a:pathLst>
            </a:custGeom>
            <a:ln w="398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3840569" y="2932844"/>
              <a:ext cx="30480" cy="257810"/>
            </a:xfrm>
            <a:custGeom>
              <a:avLst/>
              <a:gdLst/>
              <a:ahLst/>
              <a:cxnLst/>
              <a:rect l="l" t="t" r="r" b="b"/>
              <a:pathLst>
                <a:path w="30479" h="257810">
                  <a:moveTo>
                    <a:pt x="7191" y="28924"/>
                  </a:moveTo>
                  <a:lnTo>
                    <a:pt x="167" y="0"/>
                  </a:lnTo>
                  <a:lnTo>
                    <a:pt x="0" y="3793"/>
                  </a:lnTo>
                  <a:lnTo>
                    <a:pt x="3259" y="47446"/>
                  </a:lnTo>
                  <a:lnTo>
                    <a:pt x="8436" y="99663"/>
                  </a:lnTo>
                  <a:lnTo>
                    <a:pt x="15005" y="154232"/>
                  </a:lnTo>
                  <a:lnTo>
                    <a:pt x="21307" y="200720"/>
                  </a:lnTo>
                  <a:lnTo>
                    <a:pt x="23629" y="219222"/>
                  </a:lnTo>
                  <a:lnTo>
                    <a:pt x="25091" y="233832"/>
                  </a:lnTo>
                  <a:lnTo>
                    <a:pt x="25841" y="244590"/>
                  </a:lnTo>
                  <a:lnTo>
                    <a:pt x="26118" y="251673"/>
                  </a:lnTo>
                  <a:lnTo>
                    <a:pt x="26158" y="255259"/>
                  </a:lnTo>
                  <a:lnTo>
                    <a:pt x="26158" y="257788"/>
                  </a:lnTo>
                  <a:lnTo>
                    <a:pt x="26158" y="251465"/>
                  </a:lnTo>
                  <a:lnTo>
                    <a:pt x="26790" y="245143"/>
                  </a:lnTo>
                  <a:lnTo>
                    <a:pt x="27422" y="238821"/>
                  </a:lnTo>
                  <a:lnTo>
                    <a:pt x="28686" y="232499"/>
                  </a:lnTo>
                  <a:lnTo>
                    <a:pt x="29951" y="226177"/>
                  </a:lnTo>
                </a:path>
              </a:pathLst>
            </a:custGeom>
            <a:ln w="398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0" name="object 6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920925" y="3013299"/>
              <a:ext cx="153087" cy="190922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4109500" y="3022462"/>
              <a:ext cx="177800" cy="594360"/>
            </a:xfrm>
            <a:custGeom>
              <a:avLst/>
              <a:gdLst/>
              <a:ahLst/>
              <a:cxnLst/>
              <a:rect l="l" t="t" r="r" b="b"/>
              <a:pathLst>
                <a:path w="177800" h="594360">
                  <a:moveTo>
                    <a:pt x="0" y="34139"/>
                  </a:moveTo>
                  <a:lnTo>
                    <a:pt x="5867" y="8663"/>
                  </a:lnTo>
                  <a:lnTo>
                    <a:pt x="5689" y="12091"/>
                  </a:lnTo>
                  <a:lnTo>
                    <a:pt x="5512" y="19430"/>
                  </a:lnTo>
                  <a:lnTo>
                    <a:pt x="8376" y="64960"/>
                  </a:lnTo>
                  <a:lnTo>
                    <a:pt x="21831" y="116812"/>
                  </a:lnTo>
                  <a:lnTo>
                    <a:pt x="60090" y="142467"/>
                  </a:lnTo>
                  <a:lnTo>
                    <a:pt x="96097" y="116328"/>
                  </a:lnTo>
                  <a:lnTo>
                    <a:pt x="116486" y="73969"/>
                  </a:lnTo>
                  <a:lnTo>
                    <a:pt x="130237" y="31611"/>
                  </a:lnTo>
                  <a:lnTo>
                    <a:pt x="131502" y="0"/>
                  </a:lnTo>
                  <a:lnTo>
                    <a:pt x="126444" y="3793"/>
                  </a:lnTo>
                  <a:lnTo>
                    <a:pt x="112535" y="53896"/>
                  </a:lnTo>
                  <a:lnTo>
                    <a:pt x="108109" y="103684"/>
                  </a:lnTo>
                  <a:lnTo>
                    <a:pt x="111033" y="165562"/>
                  </a:lnTo>
                  <a:lnTo>
                    <a:pt x="120122" y="230760"/>
                  </a:lnTo>
                  <a:lnTo>
                    <a:pt x="132924" y="292086"/>
                  </a:lnTo>
                  <a:lnTo>
                    <a:pt x="139859" y="322334"/>
                  </a:lnTo>
                  <a:lnTo>
                    <a:pt x="146675" y="353411"/>
                  </a:lnTo>
                  <a:lnTo>
                    <a:pt x="158845" y="418372"/>
                  </a:lnTo>
                  <a:lnTo>
                    <a:pt x="168170" y="478591"/>
                  </a:lnTo>
                  <a:lnTo>
                    <a:pt x="174018" y="524901"/>
                  </a:lnTo>
                  <a:lnTo>
                    <a:pt x="177703" y="568317"/>
                  </a:lnTo>
                  <a:lnTo>
                    <a:pt x="177733" y="576980"/>
                  </a:lnTo>
                  <a:lnTo>
                    <a:pt x="176933" y="583391"/>
                  </a:lnTo>
                  <a:lnTo>
                    <a:pt x="175125" y="587965"/>
                  </a:lnTo>
                  <a:lnTo>
                    <a:pt x="171964" y="593023"/>
                  </a:lnTo>
                  <a:lnTo>
                    <a:pt x="165642" y="594287"/>
                  </a:lnTo>
                  <a:lnTo>
                    <a:pt x="156158" y="589229"/>
                  </a:lnTo>
                  <a:lnTo>
                    <a:pt x="116328" y="546871"/>
                  </a:lnTo>
                  <a:lnTo>
                    <a:pt x="87799" y="499849"/>
                  </a:lnTo>
                  <a:lnTo>
                    <a:pt x="62589" y="447612"/>
                  </a:lnTo>
                  <a:lnTo>
                    <a:pt x="50024" y="402961"/>
                  </a:lnTo>
                  <a:lnTo>
                    <a:pt x="49520" y="382977"/>
                  </a:lnTo>
                  <a:lnTo>
                    <a:pt x="53106" y="363527"/>
                  </a:lnTo>
                  <a:lnTo>
                    <a:pt x="60752" y="343977"/>
                  </a:lnTo>
                  <a:lnTo>
                    <a:pt x="71598" y="324250"/>
                  </a:lnTo>
                  <a:lnTo>
                    <a:pt x="84579" y="304404"/>
                  </a:lnTo>
                  <a:lnTo>
                    <a:pt x="98626" y="284499"/>
                  </a:lnTo>
                </a:path>
              </a:pathLst>
            </a:custGeom>
            <a:ln w="398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281606" y="3008350"/>
              <a:ext cx="144315" cy="177961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453117" y="2981262"/>
              <a:ext cx="158046" cy="195308"/>
            </a:xfrm>
            <a:prstGeom prst="rect">
              <a:avLst/>
            </a:prstGeom>
          </p:spPr>
        </p:pic>
      </p:grpSp>
      <p:grpSp>
        <p:nvGrpSpPr>
          <p:cNvPr id="64" name="object 64"/>
          <p:cNvGrpSpPr/>
          <p:nvPr/>
        </p:nvGrpSpPr>
        <p:grpSpPr>
          <a:xfrm>
            <a:off x="4726869" y="2860933"/>
            <a:ext cx="661670" cy="292100"/>
            <a:chOff x="4726869" y="2860933"/>
            <a:chExt cx="661670" cy="292100"/>
          </a:xfrm>
        </p:grpSpPr>
        <p:sp>
          <p:nvSpPr>
            <p:cNvPr id="65" name="object 65"/>
            <p:cNvSpPr/>
            <p:nvPr/>
          </p:nvSpPr>
          <p:spPr>
            <a:xfrm>
              <a:off x="4746779" y="2891750"/>
              <a:ext cx="159385" cy="241300"/>
            </a:xfrm>
            <a:custGeom>
              <a:avLst/>
              <a:gdLst/>
              <a:ahLst/>
              <a:cxnLst/>
              <a:rect l="l" t="t" r="r" b="b"/>
              <a:pathLst>
                <a:path w="159385" h="241300">
                  <a:moveTo>
                    <a:pt x="147939" y="54845"/>
                  </a:moveTo>
                  <a:lnTo>
                    <a:pt x="150468" y="48523"/>
                  </a:lnTo>
                  <a:lnTo>
                    <a:pt x="152997" y="42200"/>
                  </a:lnTo>
                  <a:lnTo>
                    <a:pt x="147939" y="32717"/>
                  </a:lnTo>
                  <a:lnTo>
                    <a:pt x="112535" y="4267"/>
                  </a:lnTo>
                  <a:lnTo>
                    <a:pt x="83295" y="0"/>
                  </a:lnTo>
                  <a:lnTo>
                    <a:pt x="67904" y="2311"/>
                  </a:lnTo>
                  <a:lnTo>
                    <a:pt x="28212" y="29161"/>
                  </a:lnTo>
                  <a:lnTo>
                    <a:pt x="10895" y="67706"/>
                  </a:lnTo>
                  <a:lnTo>
                    <a:pt x="12723" y="78869"/>
                  </a:lnTo>
                  <a:lnTo>
                    <a:pt x="49372" y="107082"/>
                  </a:lnTo>
                  <a:lnTo>
                    <a:pt x="91533" y="121228"/>
                  </a:lnTo>
                  <a:lnTo>
                    <a:pt x="123510" y="129822"/>
                  </a:lnTo>
                  <a:lnTo>
                    <a:pt x="132687" y="132292"/>
                  </a:lnTo>
                  <a:lnTo>
                    <a:pt x="156790" y="150310"/>
                  </a:lnTo>
                  <a:lnTo>
                    <a:pt x="159319" y="156000"/>
                  </a:lnTo>
                  <a:lnTo>
                    <a:pt x="159319" y="162322"/>
                  </a:lnTo>
                  <a:lnTo>
                    <a:pt x="157423" y="171806"/>
                  </a:lnTo>
                  <a:lnTo>
                    <a:pt x="131739" y="214767"/>
                  </a:lnTo>
                  <a:lnTo>
                    <a:pt x="95465" y="235660"/>
                  </a:lnTo>
                  <a:lnTo>
                    <a:pt x="70413" y="241192"/>
                  </a:lnTo>
                  <a:lnTo>
                    <a:pt x="58391" y="240817"/>
                  </a:lnTo>
                  <a:lnTo>
                    <a:pt x="16911" y="219607"/>
                  </a:lnTo>
                  <a:lnTo>
                    <a:pt x="1047" y="193331"/>
                  </a:lnTo>
                  <a:lnTo>
                    <a:pt x="0" y="187611"/>
                  </a:lnTo>
                </a:path>
              </a:pathLst>
            </a:custGeom>
            <a:ln w="398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6" name="object 6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939294" y="2890648"/>
              <a:ext cx="197323" cy="245747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5198185" y="2880844"/>
              <a:ext cx="170180" cy="221615"/>
            </a:xfrm>
            <a:custGeom>
              <a:avLst/>
              <a:gdLst/>
              <a:ahLst/>
              <a:cxnLst/>
              <a:rect l="l" t="t" r="r" b="b"/>
              <a:pathLst>
                <a:path w="170179" h="221614">
                  <a:moveTo>
                    <a:pt x="3793" y="50577"/>
                  </a:moveTo>
                  <a:lnTo>
                    <a:pt x="3793" y="39197"/>
                  </a:lnTo>
                  <a:lnTo>
                    <a:pt x="3793" y="27817"/>
                  </a:lnTo>
                  <a:lnTo>
                    <a:pt x="3813" y="29981"/>
                  </a:lnTo>
                  <a:lnTo>
                    <a:pt x="3951" y="36589"/>
                  </a:lnTo>
                  <a:lnTo>
                    <a:pt x="4326" y="47821"/>
                  </a:lnTo>
                  <a:lnTo>
                    <a:pt x="5057" y="63854"/>
                  </a:lnTo>
                  <a:lnTo>
                    <a:pt x="6203" y="84441"/>
                  </a:lnTo>
                  <a:lnTo>
                    <a:pt x="7586" y="107635"/>
                  </a:lnTo>
                  <a:lnTo>
                    <a:pt x="8969" y="131067"/>
                  </a:lnTo>
                  <a:lnTo>
                    <a:pt x="10115" y="152365"/>
                  </a:lnTo>
                  <a:lnTo>
                    <a:pt x="10856" y="169692"/>
                  </a:lnTo>
                  <a:lnTo>
                    <a:pt x="11300" y="183344"/>
                  </a:lnTo>
                  <a:lnTo>
                    <a:pt x="11626" y="194151"/>
                  </a:lnTo>
                  <a:lnTo>
                    <a:pt x="12012" y="202942"/>
                  </a:lnTo>
                  <a:lnTo>
                    <a:pt x="12644" y="213690"/>
                  </a:lnTo>
                  <a:lnTo>
                    <a:pt x="13908" y="221277"/>
                  </a:lnTo>
                  <a:lnTo>
                    <a:pt x="14541" y="220645"/>
                  </a:lnTo>
                  <a:lnTo>
                    <a:pt x="14886" y="218560"/>
                  </a:lnTo>
                  <a:lnTo>
                    <a:pt x="14936" y="212979"/>
                  </a:lnTo>
                  <a:lnTo>
                    <a:pt x="14629" y="203486"/>
                  </a:lnTo>
                  <a:lnTo>
                    <a:pt x="11221" y="150389"/>
                  </a:lnTo>
                  <a:lnTo>
                    <a:pt x="7586" y="106845"/>
                  </a:lnTo>
                  <a:lnTo>
                    <a:pt x="2430" y="57413"/>
                  </a:lnTo>
                  <a:lnTo>
                    <a:pt x="1264" y="46152"/>
                  </a:lnTo>
                  <a:lnTo>
                    <a:pt x="0" y="32875"/>
                  </a:lnTo>
                  <a:lnTo>
                    <a:pt x="0" y="26553"/>
                  </a:lnTo>
                  <a:lnTo>
                    <a:pt x="2528" y="25921"/>
                  </a:lnTo>
                  <a:lnTo>
                    <a:pt x="5057" y="26691"/>
                  </a:lnTo>
                  <a:lnTo>
                    <a:pt x="43119" y="71786"/>
                  </a:lnTo>
                  <a:lnTo>
                    <a:pt x="61088" y="94596"/>
                  </a:lnTo>
                  <a:lnTo>
                    <a:pt x="79649" y="117998"/>
                  </a:lnTo>
                  <a:lnTo>
                    <a:pt x="110737" y="155635"/>
                  </a:lnTo>
                  <a:lnTo>
                    <a:pt x="139720" y="185240"/>
                  </a:lnTo>
                  <a:lnTo>
                    <a:pt x="165642" y="201046"/>
                  </a:lnTo>
                  <a:lnTo>
                    <a:pt x="168536" y="198408"/>
                  </a:lnTo>
                  <a:lnTo>
                    <a:pt x="169830" y="192274"/>
                  </a:lnTo>
                  <a:lnTo>
                    <a:pt x="169820" y="182464"/>
                  </a:lnTo>
                  <a:lnTo>
                    <a:pt x="164772" y="131976"/>
                  </a:lnTo>
                  <a:lnTo>
                    <a:pt x="159319" y="94201"/>
                  </a:lnTo>
                  <a:lnTo>
                    <a:pt x="149984" y="55349"/>
                  </a:lnTo>
                  <a:lnTo>
                    <a:pt x="137112" y="21416"/>
                  </a:lnTo>
                  <a:lnTo>
                    <a:pt x="133507" y="11982"/>
                  </a:lnTo>
                  <a:lnTo>
                    <a:pt x="131501" y="5690"/>
                  </a:lnTo>
                  <a:lnTo>
                    <a:pt x="130237" y="0"/>
                  </a:lnTo>
                  <a:lnTo>
                    <a:pt x="135295" y="6322"/>
                  </a:lnTo>
                  <a:lnTo>
                    <a:pt x="139720" y="12644"/>
                  </a:lnTo>
                  <a:lnTo>
                    <a:pt x="144146" y="18966"/>
                  </a:lnTo>
                  <a:lnTo>
                    <a:pt x="147939" y="25288"/>
                  </a:lnTo>
                  <a:lnTo>
                    <a:pt x="151733" y="31611"/>
                  </a:lnTo>
                </a:path>
              </a:pathLst>
            </a:custGeom>
            <a:ln w="398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8" name="object 68"/>
          <p:cNvGrpSpPr/>
          <p:nvPr/>
        </p:nvGrpSpPr>
        <p:grpSpPr>
          <a:xfrm>
            <a:off x="5531055" y="2859669"/>
            <a:ext cx="57785" cy="181610"/>
            <a:chOff x="5531055" y="2859669"/>
            <a:chExt cx="57785" cy="181610"/>
          </a:xfrm>
        </p:grpSpPr>
        <p:sp>
          <p:nvSpPr>
            <p:cNvPr id="69" name="object 69"/>
            <p:cNvSpPr/>
            <p:nvPr/>
          </p:nvSpPr>
          <p:spPr>
            <a:xfrm>
              <a:off x="5550965" y="2879580"/>
              <a:ext cx="17780" cy="39370"/>
            </a:xfrm>
            <a:custGeom>
              <a:avLst/>
              <a:gdLst/>
              <a:ahLst/>
              <a:cxnLst/>
              <a:rect l="l" t="t" r="r" b="b"/>
              <a:pathLst>
                <a:path w="17779" h="39369">
                  <a:moveTo>
                    <a:pt x="15173" y="29082"/>
                  </a:moveTo>
                  <a:lnTo>
                    <a:pt x="16437" y="22759"/>
                  </a:lnTo>
                  <a:lnTo>
                    <a:pt x="17702" y="16437"/>
                  </a:lnTo>
                  <a:lnTo>
                    <a:pt x="15805" y="15805"/>
                  </a:lnTo>
                  <a:lnTo>
                    <a:pt x="13908" y="15173"/>
                  </a:lnTo>
                  <a:lnTo>
                    <a:pt x="8851" y="20231"/>
                  </a:lnTo>
                  <a:lnTo>
                    <a:pt x="5689" y="25921"/>
                  </a:lnTo>
                  <a:lnTo>
                    <a:pt x="2528" y="31611"/>
                  </a:lnTo>
                  <a:lnTo>
                    <a:pt x="1264" y="37933"/>
                  </a:lnTo>
                  <a:lnTo>
                    <a:pt x="2528" y="38565"/>
                  </a:lnTo>
                  <a:lnTo>
                    <a:pt x="3793" y="39197"/>
                  </a:lnTo>
                  <a:lnTo>
                    <a:pt x="7586" y="34139"/>
                  </a:lnTo>
                  <a:lnTo>
                    <a:pt x="9483" y="25921"/>
                  </a:lnTo>
                  <a:lnTo>
                    <a:pt x="11379" y="17702"/>
                  </a:lnTo>
                  <a:lnTo>
                    <a:pt x="11379" y="6322"/>
                  </a:lnTo>
                  <a:lnTo>
                    <a:pt x="9483" y="3161"/>
                  </a:lnTo>
                  <a:lnTo>
                    <a:pt x="7586" y="0"/>
                  </a:lnTo>
                  <a:lnTo>
                    <a:pt x="3793" y="5057"/>
                  </a:lnTo>
                  <a:lnTo>
                    <a:pt x="1896" y="10747"/>
                  </a:lnTo>
                  <a:lnTo>
                    <a:pt x="0" y="16437"/>
                  </a:lnTo>
                  <a:lnTo>
                    <a:pt x="0" y="22759"/>
                  </a:lnTo>
                  <a:lnTo>
                    <a:pt x="0" y="29082"/>
                  </a:lnTo>
                </a:path>
              </a:pathLst>
            </a:custGeom>
            <a:ln w="398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5559816" y="2994643"/>
              <a:ext cx="8890" cy="26670"/>
            </a:xfrm>
            <a:custGeom>
              <a:avLst/>
              <a:gdLst/>
              <a:ahLst/>
              <a:cxnLst/>
              <a:rect l="l" t="t" r="r" b="b"/>
              <a:pathLst>
                <a:path w="8889" h="26669">
                  <a:moveTo>
                    <a:pt x="2528" y="12644"/>
                  </a:moveTo>
                  <a:lnTo>
                    <a:pt x="1264" y="18966"/>
                  </a:lnTo>
                  <a:lnTo>
                    <a:pt x="0" y="25288"/>
                  </a:lnTo>
                  <a:lnTo>
                    <a:pt x="1264" y="25921"/>
                  </a:lnTo>
                  <a:lnTo>
                    <a:pt x="2528" y="26553"/>
                  </a:lnTo>
                  <a:lnTo>
                    <a:pt x="6322" y="21495"/>
                  </a:lnTo>
                  <a:lnTo>
                    <a:pt x="7586" y="15173"/>
                  </a:lnTo>
                  <a:lnTo>
                    <a:pt x="8851" y="8851"/>
                  </a:lnTo>
                  <a:lnTo>
                    <a:pt x="7586" y="1264"/>
                  </a:lnTo>
                  <a:lnTo>
                    <a:pt x="6322" y="632"/>
                  </a:lnTo>
                  <a:lnTo>
                    <a:pt x="5057" y="0"/>
                  </a:lnTo>
                  <a:lnTo>
                    <a:pt x="3793" y="6322"/>
                  </a:lnTo>
                  <a:lnTo>
                    <a:pt x="2528" y="12644"/>
                  </a:lnTo>
                </a:path>
              </a:pathLst>
            </a:custGeom>
            <a:ln w="398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1" name="object 71"/>
          <p:cNvGrpSpPr/>
          <p:nvPr/>
        </p:nvGrpSpPr>
        <p:grpSpPr>
          <a:xfrm>
            <a:off x="5786470" y="2718388"/>
            <a:ext cx="542290" cy="436880"/>
            <a:chOff x="5786470" y="2718388"/>
            <a:chExt cx="542290" cy="436880"/>
          </a:xfrm>
        </p:grpSpPr>
        <p:sp>
          <p:nvSpPr>
            <p:cNvPr id="72" name="object 72"/>
            <p:cNvSpPr/>
            <p:nvPr/>
          </p:nvSpPr>
          <p:spPr>
            <a:xfrm>
              <a:off x="5806381" y="2738299"/>
              <a:ext cx="138430" cy="396875"/>
            </a:xfrm>
            <a:custGeom>
              <a:avLst/>
              <a:gdLst/>
              <a:ahLst/>
              <a:cxnLst/>
              <a:rect l="l" t="t" r="r" b="b"/>
              <a:pathLst>
                <a:path w="138429" h="396875">
                  <a:moveTo>
                    <a:pt x="32875" y="33804"/>
                  </a:moveTo>
                  <a:lnTo>
                    <a:pt x="26553" y="31275"/>
                  </a:lnTo>
                  <a:lnTo>
                    <a:pt x="20231" y="28746"/>
                  </a:lnTo>
                  <a:lnTo>
                    <a:pt x="20863" y="26849"/>
                  </a:lnTo>
                  <a:lnTo>
                    <a:pt x="21495" y="24952"/>
                  </a:lnTo>
                  <a:lnTo>
                    <a:pt x="29082" y="23688"/>
                  </a:lnTo>
                  <a:lnTo>
                    <a:pt x="41726" y="21791"/>
                  </a:lnTo>
                  <a:lnTo>
                    <a:pt x="51990" y="20250"/>
                  </a:lnTo>
                  <a:lnTo>
                    <a:pt x="96097" y="11044"/>
                  </a:lnTo>
                  <a:lnTo>
                    <a:pt x="102420" y="7250"/>
                  </a:lnTo>
                  <a:lnTo>
                    <a:pt x="102420" y="4721"/>
                  </a:lnTo>
                  <a:lnTo>
                    <a:pt x="102420" y="2193"/>
                  </a:lnTo>
                  <a:lnTo>
                    <a:pt x="96097" y="928"/>
                  </a:lnTo>
                  <a:lnTo>
                    <a:pt x="82821" y="296"/>
                  </a:lnTo>
                  <a:lnTo>
                    <a:pt x="71747" y="0"/>
                  </a:lnTo>
                  <a:lnTo>
                    <a:pt x="59191" y="296"/>
                  </a:lnTo>
                  <a:lnTo>
                    <a:pt x="15410" y="13810"/>
                  </a:lnTo>
                  <a:lnTo>
                    <a:pt x="4494" y="37943"/>
                  </a:lnTo>
                  <a:lnTo>
                    <a:pt x="5136" y="49214"/>
                  </a:lnTo>
                  <a:lnTo>
                    <a:pt x="6845" y="63686"/>
                  </a:lnTo>
                  <a:lnTo>
                    <a:pt x="8851" y="82485"/>
                  </a:lnTo>
                  <a:lnTo>
                    <a:pt x="10510" y="106311"/>
                  </a:lnTo>
                  <a:lnTo>
                    <a:pt x="11696" y="134169"/>
                  </a:lnTo>
                  <a:lnTo>
                    <a:pt x="12407" y="164634"/>
                  </a:lnTo>
                  <a:lnTo>
                    <a:pt x="12644" y="196284"/>
                  </a:lnTo>
                  <a:lnTo>
                    <a:pt x="12417" y="227757"/>
                  </a:lnTo>
                  <a:lnTo>
                    <a:pt x="10777" y="285724"/>
                  </a:lnTo>
                  <a:lnTo>
                    <a:pt x="7962" y="330216"/>
                  </a:lnTo>
                  <a:lnTo>
                    <a:pt x="3161" y="369513"/>
                  </a:lnTo>
                  <a:lnTo>
                    <a:pt x="0" y="387847"/>
                  </a:lnTo>
                  <a:lnTo>
                    <a:pt x="2528" y="391641"/>
                  </a:lnTo>
                  <a:lnTo>
                    <a:pt x="5057" y="395434"/>
                  </a:lnTo>
                  <a:lnTo>
                    <a:pt x="11380" y="396698"/>
                  </a:lnTo>
                  <a:lnTo>
                    <a:pt x="26553" y="395434"/>
                  </a:lnTo>
                  <a:lnTo>
                    <a:pt x="68695" y="389655"/>
                  </a:lnTo>
                  <a:lnTo>
                    <a:pt x="102024" y="383027"/>
                  </a:lnTo>
                  <a:lnTo>
                    <a:pt x="109305" y="381436"/>
                  </a:lnTo>
                  <a:lnTo>
                    <a:pt x="115696" y="380261"/>
                  </a:lnTo>
                  <a:lnTo>
                    <a:pt x="123915" y="378996"/>
                  </a:lnTo>
                  <a:lnTo>
                    <a:pt x="131502" y="378996"/>
                  </a:lnTo>
                  <a:lnTo>
                    <a:pt x="134663" y="377732"/>
                  </a:lnTo>
                  <a:lnTo>
                    <a:pt x="137824" y="376467"/>
                  </a:lnTo>
                  <a:lnTo>
                    <a:pt x="136560" y="373938"/>
                  </a:lnTo>
                  <a:lnTo>
                    <a:pt x="135295" y="371410"/>
                  </a:lnTo>
                </a:path>
              </a:pathLst>
            </a:custGeom>
            <a:ln w="398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3" name="object 7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967287" y="2815414"/>
              <a:ext cx="360988" cy="250271"/>
            </a:xfrm>
            <a:prstGeom prst="rect">
              <a:avLst/>
            </a:prstGeom>
          </p:spPr>
        </p:pic>
      </p:grpSp>
      <p:pic>
        <p:nvPicPr>
          <p:cNvPr id="74" name="object 74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6373172" y="2805298"/>
            <a:ext cx="202223" cy="234545"/>
          </a:xfrm>
          <a:prstGeom prst="rect">
            <a:avLst/>
          </a:prstGeom>
        </p:spPr>
      </p:pic>
      <p:sp>
        <p:nvSpPr>
          <p:cNvPr id="75" name="object 75"/>
          <p:cNvSpPr/>
          <p:nvPr/>
        </p:nvSpPr>
        <p:spPr>
          <a:xfrm>
            <a:off x="6688963" y="2920042"/>
            <a:ext cx="57150" cy="15240"/>
          </a:xfrm>
          <a:custGeom>
            <a:avLst/>
            <a:gdLst/>
            <a:ahLst/>
            <a:cxnLst/>
            <a:rect l="l" t="t" r="r" b="b"/>
            <a:pathLst>
              <a:path w="57150" h="15239">
                <a:moveTo>
                  <a:pt x="0" y="15173"/>
                </a:moveTo>
                <a:lnTo>
                  <a:pt x="45608" y="39"/>
                </a:lnTo>
                <a:lnTo>
                  <a:pt x="56899" y="0"/>
                </a:lnTo>
              </a:path>
            </a:pathLst>
          </a:custGeom>
          <a:ln w="398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6" name="object 76"/>
          <p:cNvGrpSpPr/>
          <p:nvPr/>
        </p:nvGrpSpPr>
        <p:grpSpPr>
          <a:xfrm>
            <a:off x="6847338" y="2747528"/>
            <a:ext cx="374015" cy="275590"/>
            <a:chOff x="6847338" y="2747528"/>
            <a:chExt cx="374015" cy="275590"/>
          </a:xfrm>
        </p:grpSpPr>
        <p:sp>
          <p:nvSpPr>
            <p:cNvPr id="77" name="object 77"/>
            <p:cNvSpPr/>
            <p:nvPr/>
          </p:nvSpPr>
          <p:spPr>
            <a:xfrm>
              <a:off x="6867249" y="2767439"/>
              <a:ext cx="170815" cy="229870"/>
            </a:xfrm>
            <a:custGeom>
              <a:avLst/>
              <a:gdLst/>
              <a:ahLst/>
              <a:cxnLst/>
              <a:rect l="l" t="t" r="r" b="b"/>
              <a:pathLst>
                <a:path w="170815" h="229869">
                  <a:moveTo>
                    <a:pt x="0" y="65355"/>
                  </a:moveTo>
                  <a:lnTo>
                    <a:pt x="9246" y="115459"/>
                  </a:lnTo>
                  <a:lnTo>
                    <a:pt x="17069" y="158924"/>
                  </a:lnTo>
                  <a:lnTo>
                    <a:pt x="24359" y="202488"/>
                  </a:lnTo>
                  <a:lnTo>
                    <a:pt x="25920" y="212031"/>
                  </a:lnTo>
                  <a:lnTo>
                    <a:pt x="27817" y="223411"/>
                  </a:lnTo>
                  <a:lnTo>
                    <a:pt x="29082" y="229733"/>
                  </a:lnTo>
                  <a:lnTo>
                    <a:pt x="29714" y="229733"/>
                  </a:lnTo>
                  <a:lnTo>
                    <a:pt x="30020" y="228419"/>
                  </a:lnTo>
                  <a:lnTo>
                    <a:pt x="29793" y="223964"/>
                  </a:lnTo>
                  <a:lnTo>
                    <a:pt x="28736" y="215597"/>
                  </a:lnTo>
                  <a:lnTo>
                    <a:pt x="26553" y="202547"/>
                  </a:lnTo>
                  <a:lnTo>
                    <a:pt x="23105" y="184499"/>
                  </a:lnTo>
                  <a:lnTo>
                    <a:pt x="18887" y="162954"/>
                  </a:lnTo>
                  <a:lnTo>
                    <a:pt x="14550" y="139869"/>
                  </a:lnTo>
                  <a:lnTo>
                    <a:pt x="7981" y="96581"/>
                  </a:lnTo>
                  <a:lnTo>
                    <a:pt x="4425" y="49550"/>
                  </a:lnTo>
                  <a:lnTo>
                    <a:pt x="4089" y="38921"/>
                  </a:lnTo>
                  <a:lnTo>
                    <a:pt x="4109" y="30425"/>
                  </a:lnTo>
                  <a:lnTo>
                    <a:pt x="25604" y="0"/>
                  </a:lnTo>
                  <a:lnTo>
                    <a:pt x="32084" y="721"/>
                  </a:lnTo>
                  <a:lnTo>
                    <a:pt x="76380" y="23579"/>
                  </a:lnTo>
                  <a:lnTo>
                    <a:pt x="114669" y="53817"/>
                  </a:lnTo>
                  <a:lnTo>
                    <a:pt x="142961" y="89459"/>
                  </a:lnTo>
                  <a:lnTo>
                    <a:pt x="122749" y="131788"/>
                  </a:lnTo>
                  <a:lnTo>
                    <a:pt x="89143" y="151970"/>
                  </a:lnTo>
                  <a:lnTo>
                    <a:pt x="50291" y="165839"/>
                  </a:lnTo>
                  <a:lnTo>
                    <a:pt x="91039" y="173465"/>
                  </a:lnTo>
                  <a:lnTo>
                    <a:pt x="128024" y="193617"/>
                  </a:lnTo>
                  <a:lnTo>
                    <a:pt x="149006" y="206805"/>
                  </a:lnTo>
                  <a:lnTo>
                    <a:pt x="170699" y="220882"/>
                  </a:lnTo>
                </a:path>
              </a:pathLst>
            </a:custGeom>
            <a:ln w="398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8" name="object 7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081418" y="2786331"/>
              <a:ext cx="139553" cy="236441"/>
            </a:xfrm>
            <a:prstGeom prst="rect">
              <a:avLst/>
            </a:prstGeom>
          </p:spPr>
        </p:pic>
      </p:grpSp>
      <p:grpSp>
        <p:nvGrpSpPr>
          <p:cNvPr id="79" name="object 79"/>
          <p:cNvGrpSpPr/>
          <p:nvPr/>
        </p:nvGrpSpPr>
        <p:grpSpPr>
          <a:xfrm>
            <a:off x="7277248" y="2589553"/>
            <a:ext cx="1336040" cy="603885"/>
            <a:chOff x="7277248" y="2589553"/>
            <a:chExt cx="1336040" cy="603885"/>
          </a:xfrm>
        </p:grpSpPr>
        <p:sp>
          <p:nvSpPr>
            <p:cNvPr id="80" name="object 80"/>
            <p:cNvSpPr/>
            <p:nvPr/>
          </p:nvSpPr>
          <p:spPr>
            <a:xfrm>
              <a:off x="7297159" y="2779214"/>
              <a:ext cx="172720" cy="220345"/>
            </a:xfrm>
            <a:custGeom>
              <a:avLst/>
              <a:gdLst/>
              <a:ahLst/>
              <a:cxnLst/>
              <a:rect l="l" t="t" r="r" b="b"/>
              <a:pathLst>
                <a:path w="172720" h="220344">
                  <a:moveTo>
                    <a:pt x="2529" y="27027"/>
                  </a:moveTo>
                  <a:lnTo>
                    <a:pt x="1264" y="20705"/>
                  </a:lnTo>
                  <a:lnTo>
                    <a:pt x="0" y="14383"/>
                  </a:lnTo>
                  <a:lnTo>
                    <a:pt x="632" y="15015"/>
                  </a:lnTo>
                  <a:lnTo>
                    <a:pt x="9414" y="66699"/>
                  </a:lnTo>
                  <a:lnTo>
                    <a:pt x="14333" y="114195"/>
                  </a:lnTo>
                  <a:lnTo>
                    <a:pt x="18107" y="154696"/>
                  </a:lnTo>
                  <a:lnTo>
                    <a:pt x="21238" y="201520"/>
                  </a:lnTo>
                  <a:lnTo>
                    <a:pt x="21495" y="209581"/>
                  </a:lnTo>
                  <a:lnTo>
                    <a:pt x="21752" y="215508"/>
                  </a:lnTo>
                  <a:lnTo>
                    <a:pt x="22127" y="218590"/>
                  </a:lnTo>
                  <a:lnTo>
                    <a:pt x="22710" y="218145"/>
                  </a:lnTo>
                  <a:lnTo>
                    <a:pt x="23471" y="213611"/>
                  </a:lnTo>
                  <a:lnTo>
                    <a:pt x="26197" y="170571"/>
                  </a:lnTo>
                  <a:lnTo>
                    <a:pt x="27066" y="122660"/>
                  </a:lnTo>
                  <a:lnTo>
                    <a:pt x="26553" y="98468"/>
                  </a:lnTo>
                  <a:lnTo>
                    <a:pt x="25199" y="76567"/>
                  </a:lnTo>
                  <a:lnTo>
                    <a:pt x="23313" y="57453"/>
                  </a:lnTo>
                  <a:lnTo>
                    <a:pt x="21307" y="41301"/>
                  </a:lnTo>
                  <a:lnTo>
                    <a:pt x="19598" y="28291"/>
                  </a:lnTo>
                  <a:lnTo>
                    <a:pt x="18561" y="18472"/>
                  </a:lnTo>
                  <a:lnTo>
                    <a:pt x="30425" y="0"/>
                  </a:lnTo>
                  <a:lnTo>
                    <a:pt x="37765" y="1402"/>
                  </a:lnTo>
                  <a:lnTo>
                    <a:pt x="73416" y="22680"/>
                  </a:lnTo>
                  <a:lnTo>
                    <a:pt x="103684" y="47890"/>
                  </a:lnTo>
                  <a:lnTo>
                    <a:pt x="132292" y="76261"/>
                  </a:lnTo>
                  <a:lnTo>
                    <a:pt x="161463" y="116931"/>
                  </a:lnTo>
                  <a:lnTo>
                    <a:pt x="172349" y="155101"/>
                  </a:lnTo>
                  <a:lnTo>
                    <a:pt x="172359" y="161295"/>
                  </a:lnTo>
                  <a:lnTo>
                    <a:pt x="171065" y="166896"/>
                  </a:lnTo>
                  <a:lnTo>
                    <a:pt x="133398" y="197094"/>
                  </a:lnTo>
                  <a:lnTo>
                    <a:pt x="82100" y="213186"/>
                  </a:lnTo>
                  <a:lnTo>
                    <a:pt x="41321" y="219894"/>
                  </a:lnTo>
                  <a:lnTo>
                    <a:pt x="36036" y="219222"/>
                  </a:lnTo>
                  <a:lnTo>
                    <a:pt x="26553" y="202784"/>
                  </a:lnTo>
                  <a:lnTo>
                    <a:pt x="32875" y="197727"/>
                  </a:lnTo>
                </a:path>
              </a:pathLst>
            </a:custGeom>
            <a:ln w="398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1" name="object 8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495997" y="2754721"/>
              <a:ext cx="185686" cy="250983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713482" y="2752745"/>
              <a:ext cx="353402" cy="241579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8088625" y="2738806"/>
              <a:ext cx="164131" cy="252988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8303655" y="2710777"/>
              <a:ext cx="159385" cy="239395"/>
            </a:xfrm>
            <a:custGeom>
              <a:avLst/>
              <a:gdLst/>
              <a:ahLst/>
              <a:cxnLst/>
              <a:rect l="l" t="t" r="r" b="b"/>
              <a:pathLst>
                <a:path w="159384" h="239394">
                  <a:moveTo>
                    <a:pt x="8850" y="61325"/>
                  </a:moveTo>
                  <a:lnTo>
                    <a:pt x="8850" y="52474"/>
                  </a:lnTo>
                  <a:lnTo>
                    <a:pt x="8850" y="43623"/>
                  </a:lnTo>
                  <a:lnTo>
                    <a:pt x="8850" y="42358"/>
                  </a:lnTo>
                  <a:lnTo>
                    <a:pt x="8880" y="42990"/>
                  </a:lnTo>
                  <a:lnTo>
                    <a:pt x="12466" y="92274"/>
                  </a:lnTo>
                  <a:lnTo>
                    <a:pt x="14540" y="116723"/>
                  </a:lnTo>
                  <a:lnTo>
                    <a:pt x="16615" y="141765"/>
                  </a:lnTo>
                  <a:lnTo>
                    <a:pt x="19430" y="182237"/>
                  </a:lnTo>
                  <a:lnTo>
                    <a:pt x="20231" y="214955"/>
                  </a:lnTo>
                  <a:lnTo>
                    <a:pt x="20231" y="225702"/>
                  </a:lnTo>
                  <a:lnTo>
                    <a:pt x="20231" y="234554"/>
                  </a:lnTo>
                  <a:lnTo>
                    <a:pt x="20201" y="232874"/>
                  </a:lnTo>
                  <a:lnTo>
                    <a:pt x="19993" y="227757"/>
                  </a:lnTo>
                  <a:lnTo>
                    <a:pt x="19430" y="219084"/>
                  </a:lnTo>
                  <a:lnTo>
                    <a:pt x="18334" y="206736"/>
                  </a:lnTo>
                  <a:lnTo>
                    <a:pt x="16625" y="190703"/>
                  </a:lnTo>
                  <a:lnTo>
                    <a:pt x="14619" y="171410"/>
                  </a:lnTo>
                  <a:lnTo>
                    <a:pt x="11379" y="125179"/>
                  </a:lnTo>
                  <a:lnTo>
                    <a:pt x="11458" y="74048"/>
                  </a:lnTo>
                  <a:lnTo>
                    <a:pt x="15805" y="30978"/>
                  </a:lnTo>
                  <a:lnTo>
                    <a:pt x="34772" y="0"/>
                  </a:lnTo>
                  <a:lnTo>
                    <a:pt x="40057" y="898"/>
                  </a:lnTo>
                  <a:lnTo>
                    <a:pt x="80815" y="38545"/>
                  </a:lnTo>
                  <a:lnTo>
                    <a:pt x="115449" y="75491"/>
                  </a:lnTo>
                  <a:lnTo>
                    <a:pt x="142684" y="111300"/>
                  </a:lnTo>
                  <a:lnTo>
                    <a:pt x="158687" y="152997"/>
                  </a:lnTo>
                  <a:lnTo>
                    <a:pt x="159062" y="164288"/>
                  </a:lnTo>
                  <a:lnTo>
                    <a:pt x="157422" y="174571"/>
                  </a:lnTo>
                  <a:lnTo>
                    <a:pt x="132608" y="208790"/>
                  </a:lnTo>
                  <a:lnTo>
                    <a:pt x="92373" y="227125"/>
                  </a:lnTo>
                  <a:lnTo>
                    <a:pt x="45519" y="237082"/>
                  </a:lnTo>
                  <a:lnTo>
                    <a:pt x="21337" y="239305"/>
                  </a:lnTo>
                  <a:lnTo>
                    <a:pt x="16437" y="238979"/>
                  </a:lnTo>
                  <a:lnTo>
                    <a:pt x="10115" y="238347"/>
                  </a:lnTo>
                  <a:lnTo>
                    <a:pt x="3793" y="237082"/>
                  </a:lnTo>
                  <a:lnTo>
                    <a:pt x="1896" y="233289"/>
                  </a:lnTo>
                  <a:lnTo>
                    <a:pt x="0" y="229496"/>
                  </a:lnTo>
                  <a:lnTo>
                    <a:pt x="2528" y="223174"/>
                  </a:lnTo>
                  <a:lnTo>
                    <a:pt x="5057" y="219380"/>
                  </a:lnTo>
                  <a:lnTo>
                    <a:pt x="7586" y="215587"/>
                  </a:lnTo>
                  <a:lnTo>
                    <a:pt x="10115" y="214322"/>
                  </a:lnTo>
                  <a:lnTo>
                    <a:pt x="12644" y="213058"/>
                  </a:lnTo>
                </a:path>
              </a:pathLst>
            </a:custGeom>
            <a:ln w="398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8365613" y="2609464"/>
              <a:ext cx="227965" cy="563880"/>
            </a:xfrm>
            <a:custGeom>
              <a:avLst/>
              <a:gdLst/>
              <a:ahLst/>
              <a:cxnLst/>
              <a:rect l="l" t="t" r="r" b="b"/>
              <a:pathLst>
                <a:path w="227965" h="563880">
                  <a:moveTo>
                    <a:pt x="91039" y="14699"/>
                  </a:moveTo>
                  <a:lnTo>
                    <a:pt x="87246" y="9641"/>
                  </a:lnTo>
                  <a:lnTo>
                    <a:pt x="83452" y="4583"/>
                  </a:lnTo>
                  <a:lnTo>
                    <a:pt x="87878" y="2054"/>
                  </a:lnTo>
                  <a:lnTo>
                    <a:pt x="92738" y="612"/>
                  </a:lnTo>
                  <a:lnTo>
                    <a:pt x="100680" y="0"/>
                  </a:lnTo>
                  <a:lnTo>
                    <a:pt x="111705" y="98"/>
                  </a:lnTo>
                  <a:lnTo>
                    <a:pt x="160820" y="3398"/>
                  </a:lnTo>
                  <a:lnTo>
                    <a:pt x="204750" y="7833"/>
                  </a:lnTo>
                  <a:lnTo>
                    <a:pt x="227599" y="31304"/>
                  </a:lnTo>
                  <a:lnTo>
                    <a:pt x="226967" y="44413"/>
                  </a:lnTo>
                  <a:lnTo>
                    <a:pt x="224793" y="62639"/>
                  </a:lnTo>
                  <a:lnTo>
                    <a:pt x="221435" y="85428"/>
                  </a:lnTo>
                  <a:lnTo>
                    <a:pt x="217365" y="111893"/>
                  </a:lnTo>
                  <a:lnTo>
                    <a:pt x="213058" y="141143"/>
                  </a:lnTo>
                  <a:lnTo>
                    <a:pt x="205076" y="204839"/>
                  </a:lnTo>
                  <a:lnTo>
                    <a:pt x="198517" y="271380"/>
                  </a:lnTo>
                  <a:lnTo>
                    <a:pt x="194012" y="337289"/>
                  </a:lnTo>
                  <a:lnTo>
                    <a:pt x="192827" y="404147"/>
                  </a:lnTo>
                  <a:lnTo>
                    <a:pt x="193824" y="438395"/>
                  </a:lnTo>
                  <a:lnTo>
                    <a:pt x="195593" y="471399"/>
                  </a:lnTo>
                  <a:lnTo>
                    <a:pt x="197717" y="500966"/>
                  </a:lnTo>
                  <a:lnTo>
                    <a:pt x="199781" y="524901"/>
                  </a:lnTo>
                  <a:lnTo>
                    <a:pt x="201401" y="541655"/>
                  </a:lnTo>
                  <a:lnTo>
                    <a:pt x="202310" y="552245"/>
                  </a:lnTo>
                  <a:lnTo>
                    <a:pt x="202271" y="558330"/>
                  </a:lnTo>
                  <a:lnTo>
                    <a:pt x="201046" y="561570"/>
                  </a:lnTo>
                  <a:lnTo>
                    <a:pt x="198181" y="563319"/>
                  </a:lnTo>
                  <a:lnTo>
                    <a:pt x="192353" y="563704"/>
                  </a:lnTo>
                  <a:lnTo>
                    <a:pt x="182020" y="562548"/>
                  </a:lnTo>
                  <a:lnTo>
                    <a:pt x="142546" y="555060"/>
                  </a:lnTo>
                  <a:lnTo>
                    <a:pt x="88293" y="543226"/>
                  </a:lnTo>
                  <a:lnTo>
                    <a:pt x="46902" y="532873"/>
                  </a:lnTo>
                  <a:lnTo>
                    <a:pt x="6322" y="515418"/>
                  </a:lnTo>
                  <a:lnTo>
                    <a:pt x="0" y="509095"/>
                  </a:lnTo>
                  <a:lnTo>
                    <a:pt x="0" y="506567"/>
                  </a:lnTo>
                  <a:lnTo>
                    <a:pt x="0" y="504038"/>
                  </a:lnTo>
                </a:path>
              </a:pathLst>
            </a:custGeom>
            <a:ln w="398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6" name="object 86"/>
          <p:cNvGrpSpPr/>
          <p:nvPr/>
        </p:nvGrpSpPr>
        <p:grpSpPr>
          <a:xfrm>
            <a:off x="2617778" y="4191126"/>
            <a:ext cx="66675" cy="186690"/>
            <a:chOff x="2617778" y="4191126"/>
            <a:chExt cx="66675" cy="186690"/>
          </a:xfrm>
        </p:grpSpPr>
        <p:pic>
          <p:nvPicPr>
            <p:cNvPr id="87" name="object 87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617778" y="4191126"/>
              <a:ext cx="66374" cy="94192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2645276" y="4328631"/>
              <a:ext cx="15240" cy="29209"/>
            </a:xfrm>
            <a:custGeom>
              <a:avLst/>
              <a:gdLst/>
              <a:ahLst/>
              <a:cxnLst/>
              <a:rect l="l" t="t" r="r" b="b"/>
              <a:pathLst>
                <a:path w="15239" h="29210">
                  <a:moveTo>
                    <a:pt x="0" y="29082"/>
                  </a:moveTo>
                  <a:lnTo>
                    <a:pt x="5057" y="24024"/>
                  </a:lnTo>
                  <a:lnTo>
                    <a:pt x="10115" y="18966"/>
                  </a:lnTo>
                  <a:lnTo>
                    <a:pt x="12644" y="13276"/>
                  </a:lnTo>
                  <a:lnTo>
                    <a:pt x="15173" y="7586"/>
                  </a:lnTo>
                  <a:lnTo>
                    <a:pt x="15173" y="1264"/>
                  </a:lnTo>
                  <a:lnTo>
                    <a:pt x="13276" y="632"/>
                  </a:lnTo>
                  <a:lnTo>
                    <a:pt x="11379" y="0"/>
                  </a:lnTo>
                  <a:lnTo>
                    <a:pt x="7586" y="5057"/>
                  </a:lnTo>
                  <a:lnTo>
                    <a:pt x="5689" y="10747"/>
                  </a:lnTo>
                  <a:lnTo>
                    <a:pt x="3793" y="16437"/>
                  </a:lnTo>
                  <a:lnTo>
                    <a:pt x="3793" y="22759"/>
                  </a:lnTo>
                  <a:lnTo>
                    <a:pt x="3793" y="29082"/>
                  </a:lnTo>
                </a:path>
              </a:pathLst>
            </a:custGeom>
            <a:ln w="39821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9" name="object 89"/>
          <p:cNvGrpSpPr/>
          <p:nvPr/>
        </p:nvGrpSpPr>
        <p:grpSpPr>
          <a:xfrm>
            <a:off x="2977384" y="4008415"/>
            <a:ext cx="970280" cy="381000"/>
            <a:chOff x="2977384" y="4008415"/>
            <a:chExt cx="970280" cy="381000"/>
          </a:xfrm>
        </p:grpSpPr>
        <p:sp>
          <p:nvSpPr>
            <p:cNvPr id="90" name="object 90"/>
            <p:cNvSpPr/>
            <p:nvPr/>
          </p:nvSpPr>
          <p:spPr>
            <a:xfrm>
              <a:off x="2997294" y="4085857"/>
              <a:ext cx="170815" cy="283845"/>
            </a:xfrm>
            <a:custGeom>
              <a:avLst/>
              <a:gdLst/>
              <a:ahLst/>
              <a:cxnLst/>
              <a:rect l="l" t="t" r="r" b="b"/>
              <a:pathLst>
                <a:path w="170814" h="283845">
                  <a:moveTo>
                    <a:pt x="167667" y="40462"/>
                  </a:moveTo>
                  <a:lnTo>
                    <a:pt x="168931" y="32875"/>
                  </a:lnTo>
                  <a:lnTo>
                    <a:pt x="170196" y="25288"/>
                  </a:lnTo>
                  <a:lnTo>
                    <a:pt x="168931" y="18966"/>
                  </a:lnTo>
                  <a:lnTo>
                    <a:pt x="135898" y="0"/>
                  </a:lnTo>
                  <a:lnTo>
                    <a:pt x="123451" y="592"/>
                  </a:lnTo>
                  <a:lnTo>
                    <a:pt x="74730" y="20072"/>
                  </a:lnTo>
                  <a:lnTo>
                    <a:pt x="40590" y="50577"/>
                  </a:lnTo>
                  <a:lnTo>
                    <a:pt x="14274" y="94595"/>
                  </a:lnTo>
                  <a:lnTo>
                    <a:pt x="760" y="144778"/>
                  </a:lnTo>
                  <a:lnTo>
                    <a:pt x="0" y="169454"/>
                  </a:lnTo>
                  <a:lnTo>
                    <a:pt x="3210" y="192827"/>
                  </a:lnTo>
                  <a:lnTo>
                    <a:pt x="20359" y="233289"/>
                  </a:lnTo>
                  <a:lnTo>
                    <a:pt x="48572" y="262213"/>
                  </a:lnTo>
                  <a:lnTo>
                    <a:pt x="92501" y="282503"/>
                  </a:lnTo>
                  <a:lnTo>
                    <a:pt x="104365" y="283234"/>
                  </a:lnTo>
                  <a:lnTo>
                    <a:pt x="115163" y="281120"/>
                  </a:lnTo>
                  <a:lnTo>
                    <a:pt x="154380" y="248986"/>
                  </a:lnTo>
                  <a:lnTo>
                    <a:pt x="163873" y="237715"/>
                  </a:lnTo>
                </a:path>
              </a:pathLst>
            </a:custGeom>
            <a:ln w="39821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1" name="object 91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166546" y="4189863"/>
              <a:ext cx="291445" cy="186496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3505591" y="4028326"/>
              <a:ext cx="422275" cy="316865"/>
            </a:xfrm>
            <a:custGeom>
              <a:avLst/>
              <a:gdLst/>
              <a:ahLst/>
              <a:cxnLst/>
              <a:rect l="l" t="t" r="r" b="b"/>
              <a:pathLst>
                <a:path w="422275" h="316864">
                  <a:moveTo>
                    <a:pt x="110777" y="215587"/>
                  </a:moveTo>
                  <a:lnTo>
                    <a:pt x="94339" y="178918"/>
                  </a:lnTo>
                  <a:lnTo>
                    <a:pt x="56406" y="168170"/>
                  </a:lnTo>
                  <a:lnTo>
                    <a:pt x="14047" y="193459"/>
                  </a:lnTo>
                  <a:lnTo>
                    <a:pt x="0" y="238090"/>
                  </a:lnTo>
                  <a:lnTo>
                    <a:pt x="138" y="254152"/>
                  </a:lnTo>
                  <a:lnTo>
                    <a:pt x="14541" y="294160"/>
                  </a:lnTo>
                  <a:lnTo>
                    <a:pt x="53126" y="315379"/>
                  </a:lnTo>
                  <a:lnTo>
                    <a:pt x="63360" y="313581"/>
                  </a:lnTo>
                  <a:lnTo>
                    <a:pt x="95603" y="271223"/>
                  </a:lnTo>
                  <a:lnTo>
                    <a:pt x="104217" y="225466"/>
                  </a:lnTo>
                  <a:lnTo>
                    <a:pt x="107616" y="170699"/>
                  </a:lnTo>
                  <a:lnTo>
                    <a:pt x="106667" y="117040"/>
                  </a:lnTo>
                  <a:lnTo>
                    <a:pt x="103822" y="75234"/>
                  </a:lnTo>
                  <a:lnTo>
                    <a:pt x="95603" y="36036"/>
                  </a:lnTo>
                  <a:lnTo>
                    <a:pt x="91810" y="30978"/>
                  </a:lnTo>
                  <a:lnTo>
                    <a:pt x="88649" y="31611"/>
                  </a:lnTo>
                  <a:lnTo>
                    <a:pt x="85488" y="32243"/>
                  </a:lnTo>
                  <a:lnTo>
                    <a:pt x="82959" y="38565"/>
                  </a:lnTo>
                  <a:lnTo>
                    <a:pt x="81695" y="55635"/>
                  </a:lnTo>
                  <a:lnTo>
                    <a:pt x="81062" y="70354"/>
                  </a:lnTo>
                  <a:lnTo>
                    <a:pt x="81378" y="88510"/>
                  </a:lnTo>
                  <a:lnTo>
                    <a:pt x="86752" y="132766"/>
                  </a:lnTo>
                  <a:lnTo>
                    <a:pt x="99871" y="182870"/>
                  </a:lnTo>
                  <a:lnTo>
                    <a:pt x="115834" y="230128"/>
                  </a:lnTo>
                  <a:lnTo>
                    <a:pt x="129190" y="266718"/>
                  </a:lnTo>
                  <a:lnTo>
                    <a:pt x="146734" y="305442"/>
                  </a:lnTo>
                  <a:lnTo>
                    <a:pt x="165148" y="316742"/>
                  </a:lnTo>
                  <a:lnTo>
                    <a:pt x="170838" y="315478"/>
                  </a:lnTo>
                  <a:lnTo>
                    <a:pt x="194022" y="284361"/>
                  </a:lnTo>
                  <a:lnTo>
                    <a:pt x="209403" y="235818"/>
                  </a:lnTo>
                  <a:lnTo>
                    <a:pt x="215449" y="189409"/>
                  </a:lnTo>
                  <a:lnTo>
                    <a:pt x="203713" y="225851"/>
                  </a:lnTo>
                  <a:lnTo>
                    <a:pt x="215409" y="271380"/>
                  </a:lnTo>
                  <a:lnTo>
                    <a:pt x="235956" y="307259"/>
                  </a:lnTo>
                  <a:lnTo>
                    <a:pt x="276715" y="301866"/>
                  </a:lnTo>
                  <a:lnTo>
                    <a:pt x="295385" y="263636"/>
                  </a:lnTo>
                  <a:lnTo>
                    <a:pt x="305264" y="217247"/>
                  </a:lnTo>
                  <a:lnTo>
                    <a:pt x="309926" y="158055"/>
                  </a:lnTo>
                  <a:lnTo>
                    <a:pt x="307477" y="94042"/>
                  </a:lnTo>
                  <a:lnTo>
                    <a:pt x="301708" y="40462"/>
                  </a:lnTo>
                  <a:lnTo>
                    <a:pt x="294121" y="0"/>
                  </a:lnTo>
                  <a:lnTo>
                    <a:pt x="293400" y="227"/>
                  </a:lnTo>
                  <a:lnTo>
                    <a:pt x="294121" y="44640"/>
                  </a:lnTo>
                  <a:lnTo>
                    <a:pt x="297045" y="93223"/>
                  </a:lnTo>
                  <a:lnTo>
                    <a:pt x="303644" y="146922"/>
                  </a:lnTo>
                  <a:lnTo>
                    <a:pt x="312969" y="197203"/>
                  </a:lnTo>
                  <a:lnTo>
                    <a:pt x="317513" y="219380"/>
                  </a:lnTo>
                  <a:lnTo>
                    <a:pt x="321445" y="238831"/>
                  </a:lnTo>
                  <a:lnTo>
                    <a:pt x="330157" y="280706"/>
                  </a:lnTo>
                  <a:lnTo>
                    <a:pt x="340905" y="303466"/>
                  </a:lnTo>
                  <a:lnTo>
                    <a:pt x="345963" y="306627"/>
                  </a:lnTo>
                  <a:lnTo>
                    <a:pt x="353550" y="306627"/>
                  </a:lnTo>
                  <a:lnTo>
                    <a:pt x="363033" y="302201"/>
                  </a:lnTo>
                  <a:lnTo>
                    <a:pt x="394012" y="276913"/>
                  </a:lnTo>
                  <a:lnTo>
                    <a:pt x="415171" y="245884"/>
                  </a:lnTo>
                  <a:lnTo>
                    <a:pt x="421829" y="234553"/>
                  </a:lnTo>
                </a:path>
              </a:pathLst>
            </a:custGeom>
            <a:ln w="39821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3775688" y="4145287"/>
              <a:ext cx="125730" cy="7620"/>
            </a:xfrm>
            <a:custGeom>
              <a:avLst/>
              <a:gdLst/>
              <a:ahLst/>
              <a:cxnLst/>
              <a:rect l="l" t="t" r="r" b="b"/>
              <a:pathLst>
                <a:path w="125729" h="7620">
                  <a:moveTo>
                    <a:pt x="0" y="7586"/>
                  </a:moveTo>
                  <a:lnTo>
                    <a:pt x="31294" y="5689"/>
                  </a:lnTo>
                  <a:lnTo>
                    <a:pt x="62589" y="3793"/>
                  </a:lnTo>
                  <a:lnTo>
                    <a:pt x="93884" y="1896"/>
                  </a:lnTo>
                  <a:lnTo>
                    <a:pt x="125179" y="0"/>
                  </a:lnTo>
                </a:path>
              </a:pathLst>
            </a:custGeom>
            <a:ln w="39821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3692234" y="4080800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20" h="0">
                  <a:moveTo>
                    <a:pt x="0" y="0"/>
                  </a:moveTo>
                  <a:lnTo>
                    <a:pt x="2528" y="0"/>
                  </a:lnTo>
                  <a:lnTo>
                    <a:pt x="5057" y="0"/>
                  </a:lnTo>
                  <a:lnTo>
                    <a:pt x="7586" y="0"/>
                  </a:lnTo>
                </a:path>
              </a:pathLst>
            </a:custGeom>
            <a:ln w="39821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5" name="object 95"/>
          <p:cNvGrpSpPr/>
          <p:nvPr/>
        </p:nvGrpSpPr>
        <p:grpSpPr>
          <a:xfrm>
            <a:off x="4007806" y="3939503"/>
            <a:ext cx="755650" cy="410209"/>
            <a:chOff x="4007806" y="3939503"/>
            <a:chExt cx="755650" cy="410209"/>
          </a:xfrm>
        </p:grpSpPr>
        <p:sp>
          <p:nvSpPr>
            <p:cNvPr id="96" name="object 96"/>
            <p:cNvSpPr/>
            <p:nvPr/>
          </p:nvSpPr>
          <p:spPr>
            <a:xfrm>
              <a:off x="4027717" y="4078271"/>
              <a:ext cx="161925" cy="252095"/>
            </a:xfrm>
            <a:custGeom>
              <a:avLst/>
              <a:gdLst/>
              <a:ahLst/>
              <a:cxnLst/>
              <a:rect l="l" t="t" r="r" b="b"/>
              <a:pathLst>
                <a:path w="161925" h="252095">
                  <a:moveTo>
                    <a:pt x="161443" y="51842"/>
                  </a:moveTo>
                  <a:lnTo>
                    <a:pt x="134890" y="14541"/>
                  </a:lnTo>
                  <a:lnTo>
                    <a:pt x="91266" y="0"/>
                  </a:lnTo>
                  <a:lnTo>
                    <a:pt x="78177" y="1106"/>
                  </a:lnTo>
                  <a:lnTo>
                    <a:pt x="38792" y="25288"/>
                  </a:lnTo>
                  <a:lnTo>
                    <a:pt x="16743" y="64802"/>
                  </a:lnTo>
                  <a:lnTo>
                    <a:pt x="2756" y="113799"/>
                  </a:lnTo>
                  <a:lnTo>
                    <a:pt x="0" y="137893"/>
                  </a:lnTo>
                  <a:lnTo>
                    <a:pt x="148" y="160505"/>
                  </a:lnTo>
                  <a:lnTo>
                    <a:pt x="8446" y="199149"/>
                  </a:lnTo>
                  <a:lnTo>
                    <a:pt x="36895" y="236134"/>
                  </a:lnTo>
                  <a:lnTo>
                    <a:pt x="74038" y="251229"/>
                  </a:lnTo>
                  <a:lnTo>
                    <a:pt x="86426" y="251495"/>
                  </a:lnTo>
                  <a:lnTo>
                    <a:pt x="98221" y="249095"/>
                  </a:lnTo>
                  <a:lnTo>
                    <a:pt x="109166" y="243997"/>
                  </a:lnTo>
                  <a:lnTo>
                    <a:pt x="119400" y="236766"/>
                  </a:lnTo>
                  <a:lnTo>
                    <a:pt x="129160" y="228113"/>
                  </a:lnTo>
                  <a:lnTo>
                    <a:pt x="138683" y="218748"/>
                  </a:lnTo>
                </a:path>
              </a:pathLst>
            </a:custGeom>
            <a:ln w="39821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4211288" y="4152873"/>
              <a:ext cx="330835" cy="162560"/>
            </a:xfrm>
            <a:custGeom>
              <a:avLst/>
              <a:gdLst/>
              <a:ahLst/>
              <a:cxnLst/>
              <a:rect l="l" t="t" r="r" b="b"/>
              <a:pathLst>
                <a:path w="330835" h="162560">
                  <a:moveTo>
                    <a:pt x="118225" y="72073"/>
                  </a:moveTo>
                  <a:lnTo>
                    <a:pt x="104948" y="34772"/>
                  </a:lnTo>
                  <a:lnTo>
                    <a:pt x="78188" y="21969"/>
                  </a:lnTo>
                  <a:lnTo>
                    <a:pt x="66383" y="22127"/>
                  </a:lnTo>
                  <a:lnTo>
                    <a:pt x="28865" y="38930"/>
                  </a:lnTo>
                  <a:lnTo>
                    <a:pt x="4188" y="81793"/>
                  </a:lnTo>
                  <a:lnTo>
                    <a:pt x="0" y="114431"/>
                  </a:lnTo>
                  <a:lnTo>
                    <a:pt x="1758" y="127866"/>
                  </a:lnTo>
                  <a:lnTo>
                    <a:pt x="32431" y="160060"/>
                  </a:lnTo>
                  <a:lnTo>
                    <a:pt x="44966" y="162559"/>
                  </a:lnTo>
                  <a:lnTo>
                    <a:pt x="58569" y="161384"/>
                  </a:lnTo>
                  <a:lnTo>
                    <a:pt x="100049" y="129526"/>
                  </a:lnTo>
                  <a:lnTo>
                    <a:pt x="120754" y="95465"/>
                  </a:lnTo>
                  <a:lnTo>
                    <a:pt x="131245" y="53679"/>
                  </a:lnTo>
                  <a:lnTo>
                    <a:pt x="130869" y="43623"/>
                  </a:lnTo>
                  <a:lnTo>
                    <a:pt x="129605" y="31611"/>
                  </a:lnTo>
                  <a:lnTo>
                    <a:pt x="125812" y="25288"/>
                  </a:lnTo>
                  <a:lnTo>
                    <a:pt x="122650" y="25288"/>
                  </a:lnTo>
                  <a:lnTo>
                    <a:pt x="119489" y="25288"/>
                  </a:lnTo>
                  <a:lnTo>
                    <a:pt x="116960" y="31611"/>
                  </a:lnTo>
                  <a:lnTo>
                    <a:pt x="115696" y="45519"/>
                  </a:lnTo>
                  <a:lnTo>
                    <a:pt x="115044" y="57215"/>
                  </a:lnTo>
                  <a:lnTo>
                    <a:pt x="115222" y="70808"/>
                  </a:lnTo>
                  <a:lnTo>
                    <a:pt x="124182" y="113582"/>
                  </a:lnTo>
                  <a:lnTo>
                    <a:pt x="146675" y="145410"/>
                  </a:lnTo>
                  <a:lnTo>
                    <a:pt x="165799" y="154578"/>
                  </a:lnTo>
                  <a:lnTo>
                    <a:pt x="175836" y="153234"/>
                  </a:lnTo>
                  <a:lnTo>
                    <a:pt x="204444" y="117830"/>
                  </a:lnTo>
                  <a:lnTo>
                    <a:pt x="216851" y="79027"/>
                  </a:lnTo>
                  <a:lnTo>
                    <a:pt x="219459" y="43307"/>
                  </a:lnTo>
                  <a:lnTo>
                    <a:pt x="217829" y="28706"/>
                  </a:lnTo>
                  <a:lnTo>
                    <a:pt x="214955" y="17069"/>
                  </a:lnTo>
                  <a:lnTo>
                    <a:pt x="210529" y="3793"/>
                  </a:lnTo>
                  <a:lnTo>
                    <a:pt x="204207" y="0"/>
                  </a:lnTo>
                  <a:lnTo>
                    <a:pt x="199149" y="1264"/>
                  </a:lnTo>
                  <a:lnTo>
                    <a:pt x="194091" y="2528"/>
                  </a:lnTo>
                  <a:lnTo>
                    <a:pt x="190298" y="8851"/>
                  </a:lnTo>
                  <a:lnTo>
                    <a:pt x="189034" y="19598"/>
                  </a:lnTo>
                  <a:lnTo>
                    <a:pt x="188540" y="28351"/>
                  </a:lnTo>
                  <a:lnTo>
                    <a:pt x="188876" y="37933"/>
                  </a:lnTo>
                  <a:lnTo>
                    <a:pt x="206736" y="77763"/>
                  </a:lnTo>
                  <a:lnTo>
                    <a:pt x="223016" y="82267"/>
                  </a:lnTo>
                  <a:lnTo>
                    <a:pt x="232519" y="82119"/>
                  </a:lnTo>
                  <a:lnTo>
                    <a:pt x="267923" y="58144"/>
                  </a:lnTo>
                  <a:lnTo>
                    <a:pt x="289863" y="19687"/>
                  </a:lnTo>
                  <a:lnTo>
                    <a:pt x="292086" y="14541"/>
                  </a:lnTo>
                  <a:lnTo>
                    <a:pt x="292767" y="13256"/>
                  </a:lnTo>
                  <a:lnTo>
                    <a:pt x="289241" y="68437"/>
                  </a:lnTo>
                  <a:lnTo>
                    <a:pt x="289478" y="86693"/>
                  </a:lnTo>
                  <a:lnTo>
                    <a:pt x="293113" y="125653"/>
                  </a:lnTo>
                  <a:lnTo>
                    <a:pt x="319271" y="158055"/>
                  </a:lnTo>
                  <a:lnTo>
                    <a:pt x="323065" y="152997"/>
                  </a:lnTo>
                  <a:lnTo>
                    <a:pt x="325593" y="149204"/>
                  </a:lnTo>
                  <a:lnTo>
                    <a:pt x="328122" y="145410"/>
                  </a:lnTo>
                  <a:lnTo>
                    <a:pt x="329387" y="142881"/>
                  </a:lnTo>
                  <a:lnTo>
                    <a:pt x="330651" y="140352"/>
                  </a:lnTo>
                </a:path>
              </a:pathLst>
            </a:custGeom>
            <a:ln w="39821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4581927" y="3959414"/>
              <a:ext cx="161290" cy="332740"/>
            </a:xfrm>
            <a:custGeom>
              <a:avLst/>
              <a:gdLst/>
              <a:ahLst/>
              <a:cxnLst/>
              <a:rect l="l" t="t" r="r" b="b"/>
              <a:pathLst>
                <a:path w="161289" h="332739">
                  <a:moveTo>
                    <a:pt x="107951" y="254152"/>
                  </a:moveTo>
                  <a:lnTo>
                    <a:pt x="102706" y="206143"/>
                  </a:lnTo>
                  <a:lnTo>
                    <a:pt x="74285" y="172655"/>
                  </a:lnTo>
                  <a:lnTo>
                    <a:pt x="26167" y="190812"/>
                  </a:lnTo>
                  <a:lnTo>
                    <a:pt x="2054" y="243009"/>
                  </a:lnTo>
                  <a:lnTo>
                    <a:pt x="0" y="263606"/>
                  </a:lnTo>
                  <a:lnTo>
                    <a:pt x="1738" y="282602"/>
                  </a:lnTo>
                  <a:lnTo>
                    <a:pt x="26454" y="320298"/>
                  </a:lnTo>
                  <a:lnTo>
                    <a:pt x="56267" y="332152"/>
                  </a:lnTo>
                  <a:lnTo>
                    <a:pt x="64703" y="331036"/>
                  </a:lnTo>
                  <a:lnTo>
                    <a:pt x="92640" y="300996"/>
                  </a:lnTo>
                  <a:lnTo>
                    <a:pt x="105502" y="244511"/>
                  </a:lnTo>
                  <a:lnTo>
                    <a:pt x="109848" y="190930"/>
                  </a:lnTo>
                  <a:lnTo>
                    <a:pt x="111192" y="130079"/>
                  </a:lnTo>
                  <a:lnTo>
                    <a:pt x="109216" y="75866"/>
                  </a:lnTo>
                  <a:lnTo>
                    <a:pt x="100059" y="28924"/>
                  </a:lnTo>
                  <a:lnTo>
                    <a:pt x="71283" y="0"/>
                  </a:lnTo>
                  <a:lnTo>
                    <a:pt x="64960" y="0"/>
                  </a:lnTo>
                  <a:lnTo>
                    <a:pt x="49787" y="42358"/>
                  </a:lnTo>
                  <a:lnTo>
                    <a:pt x="50103" y="88985"/>
                  </a:lnTo>
                  <a:lnTo>
                    <a:pt x="56109" y="146043"/>
                  </a:lnTo>
                  <a:lnTo>
                    <a:pt x="68437" y="201283"/>
                  </a:lnTo>
                  <a:lnTo>
                    <a:pt x="82663" y="246566"/>
                  </a:lnTo>
                  <a:lnTo>
                    <a:pt x="99644" y="286929"/>
                  </a:lnTo>
                  <a:lnTo>
                    <a:pt x="136253" y="304177"/>
                  </a:lnTo>
                  <a:lnTo>
                    <a:pt x="152553" y="296748"/>
                  </a:lnTo>
                  <a:lnTo>
                    <a:pt x="161058" y="292086"/>
                  </a:lnTo>
                </a:path>
              </a:pathLst>
            </a:custGeom>
            <a:ln w="39821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9" name="object 99"/>
          <p:cNvSpPr/>
          <p:nvPr/>
        </p:nvSpPr>
        <p:spPr>
          <a:xfrm>
            <a:off x="5043923" y="4060569"/>
            <a:ext cx="2540" cy="12700"/>
          </a:xfrm>
          <a:custGeom>
            <a:avLst/>
            <a:gdLst/>
            <a:ahLst/>
            <a:cxnLst/>
            <a:rect l="l" t="t" r="r" b="b"/>
            <a:pathLst>
              <a:path w="2539" h="12700">
                <a:moveTo>
                  <a:pt x="2528" y="12644"/>
                </a:moveTo>
                <a:lnTo>
                  <a:pt x="1264" y="6322"/>
                </a:lnTo>
                <a:lnTo>
                  <a:pt x="0" y="0"/>
                </a:lnTo>
                <a:lnTo>
                  <a:pt x="1264" y="6322"/>
                </a:lnTo>
                <a:lnTo>
                  <a:pt x="2528" y="12644"/>
                </a:lnTo>
              </a:path>
            </a:pathLst>
          </a:custGeom>
          <a:ln w="39821">
            <a:solidFill>
              <a:srgbClr val="005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5065419" y="4171840"/>
            <a:ext cx="0" cy="19050"/>
          </a:xfrm>
          <a:custGeom>
            <a:avLst/>
            <a:gdLst/>
            <a:ahLst/>
            <a:cxnLst/>
            <a:rect l="l" t="t" r="r" b="b"/>
            <a:pathLst>
              <a:path w="0" h="19050">
                <a:moveTo>
                  <a:pt x="0" y="0"/>
                </a:moveTo>
                <a:lnTo>
                  <a:pt x="0" y="6322"/>
                </a:lnTo>
                <a:lnTo>
                  <a:pt x="0" y="12644"/>
                </a:lnTo>
                <a:lnTo>
                  <a:pt x="0" y="18966"/>
                </a:lnTo>
              </a:path>
            </a:pathLst>
          </a:custGeom>
          <a:ln w="39821">
            <a:solidFill>
              <a:srgbClr val="005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5322099" y="3985601"/>
            <a:ext cx="168275" cy="252095"/>
          </a:xfrm>
          <a:custGeom>
            <a:avLst/>
            <a:gdLst/>
            <a:ahLst/>
            <a:cxnLst/>
            <a:rect l="l" t="t" r="r" b="b"/>
            <a:pathLst>
              <a:path w="168275" h="252095">
                <a:moveTo>
                  <a:pt x="126444" y="23125"/>
                </a:moveTo>
                <a:lnTo>
                  <a:pt x="130237" y="13009"/>
                </a:lnTo>
                <a:lnTo>
                  <a:pt x="134030" y="2894"/>
                </a:lnTo>
                <a:lnTo>
                  <a:pt x="133398" y="365"/>
                </a:lnTo>
                <a:lnTo>
                  <a:pt x="99525" y="39533"/>
                </a:lnTo>
                <a:lnTo>
                  <a:pt x="68526" y="80726"/>
                </a:lnTo>
                <a:lnTo>
                  <a:pt x="53738" y="100256"/>
                </a:lnTo>
                <a:lnTo>
                  <a:pt x="41222" y="116496"/>
                </a:lnTo>
                <a:lnTo>
                  <a:pt x="30899" y="129654"/>
                </a:lnTo>
                <a:lnTo>
                  <a:pt x="22355" y="140442"/>
                </a:lnTo>
                <a:lnTo>
                  <a:pt x="15173" y="149569"/>
                </a:lnTo>
                <a:lnTo>
                  <a:pt x="9068" y="157600"/>
                </a:lnTo>
                <a:lnTo>
                  <a:pt x="4267" y="164505"/>
                </a:lnTo>
                <a:lnTo>
                  <a:pt x="1126" y="170107"/>
                </a:lnTo>
                <a:lnTo>
                  <a:pt x="0" y="174226"/>
                </a:lnTo>
                <a:lnTo>
                  <a:pt x="1313" y="176755"/>
                </a:lnTo>
                <a:lnTo>
                  <a:pt x="5769" y="177861"/>
                </a:lnTo>
                <a:lnTo>
                  <a:pt x="14136" y="177782"/>
                </a:lnTo>
                <a:lnTo>
                  <a:pt x="65830" y="172882"/>
                </a:lnTo>
                <a:lnTo>
                  <a:pt x="104948" y="168536"/>
                </a:lnTo>
                <a:lnTo>
                  <a:pt x="150468" y="160949"/>
                </a:lnTo>
                <a:lnTo>
                  <a:pt x="163113" y="153995"/>
                </a:lnTo>
                <a:lnTo>
                  <a:pt x="166906" y="149569"/>
                </a:lnTo>
                <a:lnTo>
                  <a:pt x="164377" y="108475"/>
                </a:lnTo>
                <a:lnTo>
                  <a:pt x="164377" y="100256"/>
                </a:lnTo>
                <a:lnTo>
                  <a:pt x="164377" y="93934"/>
                </a:lnTo>
                <a:lnTo>
                  <a:pt x="164377" y="95317"/>
                </a:lnTo>
                <a:lnTo>
                  <a:pt x="164377" y="220378"/>
                </a:lnTo>
                <a:lnTo>
                  <a:pt x="164387" y="235986"/>
                </a:lnTo>
                <a:lnTo>
                  <a:pt x="164456" y="245667"/>
                </a:lnTo>
                <a:lnTo>
                  <a:pt x="164644" y="250606"/>
                </a:lnTo>
                <a:lnTo>
                  <a:pt x="165009" y="251989"/>
                </a:lnTo>
                <a:lnTo>
                  <a:pt x="165641" y="251989"/>
                </a:lnTo>
                <a:lnTo>
                  <a:pt x="168160" y="216555"/>
                </a:lnTo>
                <a:lnTo>
                  <a:pt x="168170" y="208998"/>
                </a:lnTo>
              </a:path>
            </a:pathLst>
          </a:custGeom>
          <a:ln w="39821">
            <a:solidFill>
              <a:srgbClr val="0056D6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02" name="object 102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167967" y="4078591"/>
            <a:ext cx="1508599" cy="1349674"/>
          </a:xfrm>
          <a:prstGeom prst="rect">
            <a:avLst/>
          </a:prstGeom>
        </p:spPr>
      </p:pic>
      <p:pic>
        <p:nvPicPr>
          <p:cNvPr id="103" name="object 103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5557608" y="4021168"/>
            <a:ext cx="173852" cy="228954"/>
          </a:xfrm>
          <a:prstGeom prst="rect">
            <a:avLst/>
          </a:prstGeom>
        </p:spPr>
      </p:pic>
      <p:pic>
        <p:nvPicPr>
          <p:cNvPr id="104" name="object 104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5751067" y="4011891"/>
            <a:ext cx="203220" cy="231779"/>
          </a:xfrm>
          <a:prstGeom prst="rect">
            <a:avLst/>
          </a:prstGeom>
        </p:spPr>
      </p:pic>
      <p:pic>
        <p:nvPicPr>
          <p:cNvPr id="105" name="object 105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6014604" y="3994299"/>
            <a:ext cx="216310" cy="249610"/>
          </a:xfrm>
          <a:prstGeom prst="rect">
            <a:avLst/>
          </a:prstGeom>
        </p:spPr>
      </p:pic>
      <p:sp>
        <p:nvSpPr>
          <p:cNvPr id="106" name="object 106"/>
          <p:cNvSpPr/>
          <p:nvPr/>
        </p:nvSpPr>
        <p:spPr>
          <a:xfrm>
            <a:off x="6313422" y="4126321"/>
            <a:ext cx="91440" cy="7620"/>
          </a:xfrm>
          <a:custGeom>
            <a:avLst/>
            <a:gdLst/>
            <a:ahLst/>
            <a:cxnLst/>
            <a:rect l="l" t="t" r="r" b="b"/>
            <a:pathLst>
              <a:path w="91439" h="7620">
                <a:moveTo>
                  <a:pt x="0" y="7586"/>
                </a:moveTo>
                <a:lnTo>
                  <a:pt x="22760" y="5689"/>
                </a:lnTo>
                <a:lnTo>
                  <a:pt x="45520" y="3793"/>
                </a:lnTo>
                <a:lnTo>
                  <a:pt x="68280" y="1896"/>
                </a:lnTo>
                <a:lnTo>
                  <a:pt x="91040" y="0"/>
                </a:lnTo>
              </a:path>
            </a:pathLst>
          </a:custGeom>
          <a:ln w="39821">
            <a:solidFill>
              <a:srgbClr val="005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6567576" y="4001141"/>
            <a:ext cx="22860" cy="172085"/>
          </a:xfrm>
          <a:custGeom>
            <a:avLst/>
            <a:gdLst/>
            <a:ahLst/>
            <a:cxnLst/>
            <a:rect l="l" t="t" r="r" b="b"/>
            <a:pathLst>
              <a:path w="22859" h="172085">
                <a:moveTo>
                  <a:pt x="0" y="0"/>
                </a:moveTo>
                <a:lnTo>
                  <a:pt x="3872" y="45045"/>
                </a:lnTo>
                <a:lnTo>
                  <a:pt x="8218" y="87246"/>
                </a:lnTo>
                <a:lnTo>
                  <a:pt x="15331" y="138723"/>
                </a:lnTo>
                <a:lnTo>
                  <a:pt x="17069" y="151100"/>
                </a:lnTo>
                <a:lnTo>
                  <a:pt x="18966" y="165642"/>
                </a:lnTo>
                <a:lnTo>
                  <a:pt x="18966" y="171964"/>
                </a:lnTo>
                <a:lnTo>
                  <a:pt x="19598" y="171964"/>
                </a:lnTo>
                <a:lnTo>
                  <a:pt x="20230" y="171964"/>
                </a:lnTo>
                <a:lnTo>
                  <a:pt x="21495" y="165642"/>
                </a:lnTo>
                <a:lnTo>
                  <a:pt x="22759" y="159319"/>
                </a:lnTo>
              </a:path>
            </a:pathLst>
          </a:custGeom>
          <a:ln w="39821">
            <a:solidFill>
              <a:srgbClr val="0056D6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08" name="object 108"/>
          <p:cNvGrpSpPr/>
          <p:nvPr/>
        </p:nvGrpSpPr>
        <p:grpSpPr>
          <a:xfrm>
            <a:off x="6662571" y="3939503"/>
            <a:ext cx="611505" cy="265430"/>
            <a:chOff x="6662571" y="3939503"/>
            <a:chExt cx="611505" cy="265430"/>
          </a:xfrm>
        </p:grpSpPr>
        <p:pic>
          <p:nvPicPr>
            <p:cNvPr id="109" name="object 109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6662571" y="3980597"/>
              <a:ext cx="186654" cy="223797"/>
            </a:xfrm>
            <a:prstGeom prst="rect">
              <a:avLst/>
            </a:prstGeom>
          </p:spPr>
        </p:pic>
        <p:sp>
          <p:nvSpPr>
            <p:cNvPr id="110" name="object 110"/>
            <p:cNvSpPr/>
            <p:nvPr/>
          </p:nvSpPr>
          <p:spPr>
            <a:xfrm>
              <a:off x="6886215" y="3959414"/>
              <a:ext cx="149225" cy="223520"/>
            </a:xfrm>
            <a:custGeom>
              <a:avLst/>
              <a:gdLst/>
              <a:ahLst/>
              <a:cxnLst/>
              <a:rect l="l" t="t" r="r" b="b"/>
              <a:pathLst>
                <a:path w="149225" h="223520">
                  <a:moveTo>
                    <a:pt x="30346" y="37933"/>
                  </a:moveTo>
                  <a:lnTo>
                    <a:pt x="29467" y="30395"/>
                  </a:lnTo>
                  <a:lnTo>
                    <a:pt x="29003" y="23155"/>
                  </a:lnTo>
                  <a:lnTo>
                    <a:pt x="29368" y="16506"/>
                  </a:lnTo>
                  <a:lnTo>
                    <a:pt x="57532" y="0"/>
                  </a:lnTo>
                  <a:lnTo>
                    <a:pt x="70680" y="701"/>
                  </a:lnTo>
                  <a:lnTo>
                    <a:pt x="113800" y="10747"/>
                  </a:lnTo>
                  <a:lnTo>
                    <a:pt x="139721" y="41726"/>
                  </a:lnTo>
                  <a:lnTo>
                    <a:pt x="138743" y="52740"/>
                  </a:lnTo>
                  <a:lnTo>
                    <a:pt x="114689" y="95771"/>
                  </a:lnTo>
                  <a:lnTo>
                    <a:pt x="82188" y="121386"/>
                  </a:lnTo>
                  <a:lnTo>
                    <a:pt x="77131" y="125179"/>
                  </a:lnTo>
                  <a:lnTo>
                    <a:pt x="82188" y="121386"/>
                  </a:lnTo>
                  <a:lnTo>
                    <a:pt x="92304" y="118857"/>
                  </a:lnTo>
                  <a:lnTo>
                    <a:pt x="100681" y="117217"/>
                  </a:lnTo>
                  <a:lnTo>
                    <a:pt x="110006" y="116170"/>
                  </a:lnTo>
                  <a:lnTo>
                    <a:pt x="119331" y="115834"/>
                  </a:lnTo>
                  <a:lnTo>
                    <a:pt x="127708" y="116328"/>
                  </a:lnTo>
                  <a:lnTo>
                    <a:pt x="149155" y="153698"/>
                  </a:lnTo>
                  <a:lnTo>
                    <a:pt x="147940" y="163113"/>
                  </a:lnTo>
                  <a:lnTo>
                    <a:pt x="125179" y="199149"/>
                  </a:lnTo>
                  <a:lnTo>
                    <a:pt x="85349" y="218531"/>
                  </a:lnTo>
                  <a:lnTo>
                    <a:pt x="57097" y="223193"/>
                  </a:lnTo>
                  <a:lnTo>
                    <a:pt x="44571" y="222225"/>
                  </a:lnTo>
                  <a:lnTo>
                    <a:pt x="10115" y="194487"/>
                  </a:lnTo>
                  <a:lnTo>
                    <a:pt x="4820" y="182919"/>
                  </a:lnTo>
                  <a:lnTo>
                    <a:pt x="0" y="170699"/>
                  </a:lnTo>
                </a:path>
              </a:pathLst>
            </a:custGeom>
            <a:ln w="39821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7116345" y="3961942"/>
              <a:ext cx="138430" cy="215265"/>
            </a:xfrm>
            <a:custGeom>
              <a:avLst/>
              <a:gdLst/>
              <a:ahLst/>
              <a:cxnLst/>
              <a:rect l="l" t="t" r="r" b="b"/>
              <a:pathLst>
                <a:path w="138429" h="215264">
                  <a:moveTo>
                    <a:pt x="42990" y="12644"/>
                  </a:moveTo>
                  <a:lnTo>
                    <a:pt x="42990" y="6322"/>
                  </a:lnTo>
                  <a:lnTo>
                    <a:pt x="42990" y="0"/>
                  </a:lnTo>
                  <a:lnTo>
                    <a:pt x="42902" y="1323"/>
                  </a:lnTo>
                  <a:lnTo>
                    <a:pt x="42279" y="5848"/>
                  </a:lnTo>
                  <a:lnTo>
                    <a:pt x="32134" y="46320"/>
                  </a:lnTo>
                  <a:lnTo>
                    <a:pt x="19430" y="89251"/>
                  </a:lnTo>
                  <a:lnTo>
                    <a:pt x="13908" y="108109"/>
                  </a:lnTo>
                  <a:lnTo>
                    <a:pt x="10026" y="122196"/>
                  </a:lnTo>
                  <a:lnTo>
                    <a:pt x="7507" y="132134"/>
                  </a:lnTo>
                  <a:lnTo>
                    <a:pt x="5818" y="139227"/>
                  </a:lnTo>
                  <a:lnTo>
                    <a:pt x="4425" y="144778"/>
                  </a:lnTo>
                  <a:lnTo>
                    <a:pt x="2528" y="151733"/>
                  </a:lnTo>
                  <a:lnTo>
                    <a:pt x="0" y="158055"/>
                  </a:lnTo>
                  <a:lnTo>
                    <a:pt x="1896" y="160584"/>
                  </a:lnTo>
                  <a:lnTo>
                    <a:pt x="3793" y="163113"/>
                  </a:lnTo>
                  <a:lnTo>
                    <a:pt x="10115" y="161848"/>
                  </a:lnTo>
                  <a:lnTo>
                    <a:pt x="25288" y="160584"/>
                  </a:lnTo>
                  <a:lnTo>
                    <a:pt x="38061" y="159635"/>
                  </a:lnTo>
                  <a:lnTo>
                    <a:pt x="52553" y="158687"/>
                  </a:lnTo>
                  <a:lnTo>
                    <a:pt x="67163" y="157739"/>
                  </a:lnTo>
                  <a:lnTo>
                    <a:pt x="80291" y="156790"/>
                  </a:lnTo>
                  <a:lnTo>
                    <a:pt x="121386" y="145410"/>
                  </a:lnTo>
                  <a:lnTo>
                    <a:pt x="129605" y="103051"/>
                  </a:lnTo>
                  <a:lnTo>
                    <a:pt x="127708" y="54370"/>
                  </a:lnTo>
                  <a:lnTo>
                    <a:pt x="125485" y="51654"/>
                  </a:lnTo>
                  <a:lnTo>
                    <a:pt x="124468" y="55082"/>
                  </a:lnTo>
                  <a:lnTo>
                    <a:pt x="119094" y="108030"/>
                  </a:lnTo>
                  <a:lnTo>
                    <a:pt x="118027" y="161117"/>
                  </a:lnTo>
                  <a:lnTo>
                    <a:pt x="125179" y="206104"/>
                  </a:lnTo>
                  <a:lnTo>
                    <a:pt x="132766" y="214955"/>
                  </a:lnTo>
                  <a:lnTo>
                    <a:pt x="135295" y="208632"/>
                  </a:lnTo>
                  <a:lnTo>
                    <a:pt x="137824" y="202310"/>
                  </a:lnTo>
                </a:path>
              </a:pathLst>
            </a:custGeom>
            <a:ln w="39821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2" name="object 112"/>
          <p:cNvSpPr/>
          <p:nvPr/>
        </p:nvSpPr>
        <p:spPr>
          <a:xfrm>
            <a:off x="7367968" y="4084594"/>
            <a:ext cx="87630" cy="19050"/>
          </a:xfrm>
          <a:custGeom>
            <a:avLst/>
            <a:gdLst/>
            <a:ahLst/>
            <a:cxnLst/>
            <a:rect l="l" t="t" r="r" b="b"/>
            <a:pathLst>
              <a:path w="87629" h="19050">
                <a:moveTo>
                  <a:pt x="0" y="18966"/>
                </a:moveTo>
                <a:lnTo>
                  <a:pt x="37300" y="5689"/>
                </a:lnTo>
                <a:lnTo>
                  <a:pt x="74019" y="977"/>
                </a:lnTo>
                <a:lnTo>
                  <a:pt x="87246" y="0"/>
                </a:lnTo>
              </a:path>
            </a:pathLst>
          </a:custGeom>
          <a:ln w="39821">
            <a:solidFill>
              <a:srgbClr val="0056D6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13" name="object 113"/>
          <p:cNvGrpSpPr/>
          <p:nvPr/>
        </p:nvGrpSpPr>
        <p:grpSpPr>
          <a:xfrm>
            <a:off x="7571864" y="3928124"/>
            <a:ext cx="412750" cy="273685"/>
            <a:chOff x="7571864" y="3928124"/>
            <a:chExt cx="412750" cy="273685"/>
          </a:xfrm>
        </p:grpSpPr>
        <p:sp>
          <p:nvSpPr>
            <p:cNvPr id="114" name="object 114"/>
            <p:cNvSpPr/>
            <p:nvPr/>
          </p:nvSpPr>
          <p:spPr>
            <a:xfrm>
              <a:off x="7591775" y="3948034"/>
              <a:ext cx="164465" cy="233679"/>
            </a:xfrm>
            <a:custGeom>
              <a:avLst/>
              <a:gdLst/>
              <a:ahLst/>
              <a:cxnLst/>
              <a:rect l="l" t="t" r="r" b="b"/>
              <a:pathLst>
                <a:path w="164465" h="233679">
                  <a:moveTo>
                    <a:pt x="37933" y="7586"/>
                  </a:moveTo>
                  <a:lnTo>
                    <a:pt x="92857" y="3951"/>
                  </a:lnTo>
                  <a:lnTo>
                    <a:pt x="135927" y="1264"/>
                  </a:lnTo>
                  <a:lnTo>
                    <a:pt x="164377" y="0"/>
                  </a:lnTo>
                  <a:lnTo>
                    <a:pt x="163083" y="19"/>
                  </a:lnTo>
                  <a:lnTo>
                    <a:pt x="158766" y="158"/>
                  </a:lnTo>
                  <a:lnTo>
                    <a:pt x="102182" y="3951"/>
                  </a:lnTo>
                  <a:lnTo>
                    <a:pt x="50350" y="9483"/>
                  </a:lnTo>
                  <a:lnTo>
                    <a:pt x="10115" y="20231"/>
                  </a:lnTo>
                  <a:lnTo>
                    <a:pt x="8850" y="27817"/>
                  </a:lnTo>
                  <a:lnTo>
                    <a:pt x="13908" y="32875"/>
                  </a:lnTo>
                  <a:lnTo>
                    <a:pt x="17701" y="44887"/>
                  </a:lnTo>
                  <a:lnTo>
                    <a:pt x="20289" y="55013"/>
                  </a:lnTo>
                  <a:lnTo>
                    <a:pt x="22285" y="66620"/>
                  </a:lnTo>
                  <a:lnTo>
                    <a:pt x="23569" y="78582"/>
                  </a:lnTo>
                  <a:lnTo>
                    <a:pt x="24024" y="89775"/>
                  </a:lnTo>
                  <a:lnTo>
                    <a:pt x="24024" y="103684"/>
                  </a:lnTo>
                  <a:lnTo>
                    <a:pt x="21495" y="112535"/>
                  </a:lnTo>
                  <a:lnTo>
                    <a:pt x="21495" y="113799"/>
                  </a:lnTo>
                  <a:lnTo>
                    <a:pt x="21495" y="115064"/>
                  </a:lnTo>
                  <a:lnTo>
                    <a:pt x="24024" y="108741"/>
                  </a:lnTo>
                  <a:lnTo>
                    <a:pt x="30978" y="103051"/>
                  </a:lnTo>
                  <a:lnTo>
                    <a:pt x="37014" y="98981"/>
                  </a:lnTo>
                  <a:lnTo>
                    <a:pt x="44650" y="95623"/>
                  </a:lnTo>
                  <a:lnTo>
                    <a:pt x="53827" y="93450"/>
                  </a:lnTo>
                  <a:lnTo>
                    <a:pt x="64486" y="92936"/>
                  </a:lnTo>
                  <a:lnTo>
                    <a:pt x="76439" y="94457"/>
                  </a:lnTo>
                  <a:lnTo>
                    <a:pt x="112535" y="110638"/>
                  </a:lnTo>
                  <a:lnTo>
                    <a:pt x="139088" y="151100"/>
                  </a:lnTo>
                  <a:lnTo>
                    <a:pt x="140965" y="161888"/>
                  </a:lnTo>
                  <a:lnTo>
                    <a:pt x="140827" y="172438"/>
                  </a:lnTo>
                  <a:lnTo>
                    <a:pt x="118304" y="211636"/>
                  </a:lnTo>
                  <a:lnTo>
                    <a:pt x="82228" y="229911"/>
                  </a:lnTo>
                  <a:lnTo>
                    <a:pt x="55990" y="233348"/>
                  </a:lnTo>
                  <a:lnTo>
                    <a:pt x="44887" y="233289"/>
                  </a:lnTo>
                  <a:lnTo>
                    <a:pt x="9483" y="204049"/>
                  </a:lnTo>
                  <a:lnTo>
                    <a:pt x="4741" y="193360"/>
                  </a:lnTo>
                  <a:lnTo>
                    <a:pt x="0" y="182079"/>
                  </a:lnTo>
                </a:path>
              </a:pathLst>
            </a:custGeom>
            <a:ln w="39821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5" name="object 115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7820327" y="3929703"/>
              <a:ext cx="163815" cy="252958"/>
            </a:xfrm>
            <a:prstGeom prst="rect">
              <a:avLst/>
            </a:prstGeom>
          </p:spPr>
        </p:pic>
      </p:grpSp>
      <p:grpSp>
        <p:nvGrpSpPr>
          <p:cNvPr id="116" name="object 116"/>
          <p:cNvGrpSpPr/>
          <p:nvPr/>
        </p:nvGrpSpPr>
        <p:grpSpPr>
          <a:xfrm>
            <a:off x="8044765" y="3920842"/>
            <a:ext cx="398780" cy="300990"/>
            <a:chOff x="8044765" y="3920842"/>
            <a:chExt cx="398780" cy="300990"/>
          </a:xfrm>
        </p:grpSpPr>
        <p:sp>
          <p:nvSpPr>
            <p:cNvPr id="117" name="object 117"/>
            <p:cNvSpPr/>
            <p:nvPr/>
          </p:nvSpPr>
          <p:spPr>
            <a:xfrm>
              <a:off x="8064676" y="3940753"/>
              <a:ext cx="123189" cy="224790"/>
            </a:xfrm>
            <a:custGeom>
              <a:avLst/>
              <a:gdLst/>
              <a:ahLst/>
              <a:cxnLst/>
              <a:rect l="l" t="t" r="r" b="b"/>
              <a:pathLst>
                <a:path w="123190" h="224789">
                  <a:moveTo>
                    <a:pt x="12644" y="14867"/>
                  </a:moveTo>
                  <a:lnTo>
                    <a:pt x="6322" y="11073"/>
                  </a:lnTo>
                  <a:lnTo>
                    <a:pt x="0" y="7280"/>
                  </a:lnTo>
                  <a:lnTo>
                    <a:pt x="0" y="5383"/>
                  </a:lnTo>
                  <a:lnTo>
                    <a:pt x="0" y="3487"/>
                  </a:lnTo>
                  <a:lnTo>
                    <a:pt x="6322" y="3487"/>
                  </a:lnTo>
                  <a:lnTo>
                    <a:pt x="24024" y="2854"/>
                  </a:lnTo>
                  <a:lnTo>
                    <a:pt x="39109" y="2281"/>
                  </a:lnTo>
                  <a:lnTo>
                    <a:pt x="56505" y="1590"/>
                  </a:lnTo>
                  <a:lnTo>
                    <a:pt x="74256" y="898"/>
                  </a:lnTo>
                  <a:lnTo>
                    <a:pt x="90407" y="325"/>
                  </a:lnTo>
                  <a:lnTo>
                    <a:pt x="103358" y="0"/>
                  </a:lnTo>
                  <a:lnTo>
                    <a:pt x="112930" y="88"/>
                  </a:lnTo>
                  <a:lnTo>
                    <a:pt x="119302" y="770"/>
                  </a:lnTo>
                  <a:lnTo>
                    <a:pt x="122651" y="2222"/>
                  </a:lnTo>
                  <a:lnTo>
                    <a:pt x="123194" y="4751"/>
                  </a:lnTo>
                  <a:lnTo>
                    <a:pt x="121307" y="9177"/>
                  </a:lnTo>
                  <a:lnTo>
                    <a:pt x="117405" y="16447"/>
                  </a:lnTo>
                  <a:lnTo>
                    <a:pt x="111903" y="27511"/>
                  </a:lnTo>
                  <a:lnTo>
                    <a:pt x="90477" y="83877"/>
                  </a:lnTo>
                  <a:lnTo>
                    <a:pt x="77299" y="130909"/>
                  </a:lnTo>
                  <a:lnTo>
                    <a:pt x="68072" y="174828"/>
                  </a:lnTo>
                  <a:lnTo>
                    <a:pt x="62432" y="215360"/>
                  </a:lnTo>
                  <a:lnTo>
                    <a:pt x="62274" y="221060"/>
                  </a:lnTo>
                  <a:lnTo>
                    <a:pt x="62590" y="223500"/>
                  </a:lnTo>
                  <a:lnTo>
                    <a:pt x="63222" y="224764"/>
                  </a:lnTo>
                  <a:lnTo>
                    <a:pt x="64486" y="218442"/>
                  </a:lnTo>
                  <a:lnTo>
                    <a:pt x="65751" y="212120"/>
                  </a:lnTo>
                  <a:lnTo>
                    <a:pt x="67015" y="205797"/>
                  </a:lnTo>
                  <a:lnTo>
                    <a:pt x="68280" y="199475"/>
                  </a:lnTo>
                  <a:lnTo>
                    <a:pt x="69544" y="193153"/>
                  </a:lnTo>
                </a:path>
              </a:pathLst>
            </a:custGeom>
            <a:ln w="39821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8258876" y="3947797"/>
              <a:ext cx="165100" cy="254000"/>
            </a:xfrm>
            <a:custGeom>
              <a:avLst/>
              <a:gdLst/>
              <a:ahLst/>
              <a:cxnLst/>
              <a:rect l="l" t="t" r="r" b="b"/>
              <a:pathLst>
                <a:path w="165100" h="254000">
                  <a:moveTo>
                    <a:pt x="106736" y="60930"/>
                  </a:moveTo>
                  <a:lnTo>
                    <a:pt x="101046" y="17307"/>
                  </a:lnTo>
                  <a:lnTo>
                    <a:pt x="55655" y="0"/>
                  </a:lnTo>
                  <a:lnTo>
                    <a:pt x="42487" y="1185"/>
                  </a:lnTo>
                  <a:lnTo>
                    <a:pt x="2815" y="20626"/>
                  </a:lnTo>
                  <a:lnTo>
                    <a:pt x="0" y="30050"/>
                  </a:lnTo>
                  <a:lnTo>
                    <a:pt x="1155" y="41963"/>
                  </a:lnTo>
                  <a:lnTo>
                    <a:pt x="28983" y="89795"/>
                  </a:lnTo>
                  <a:lnTo>
                    <a:pt x="62806" y="121909"/>
                  </a:lnTo>
                  <a:lnTo>
                    <a:pt x="100522" y="149747"/>
                  </a:lnTo>
                  <a:lnTo>
                    <a:pt x="117484" y="162717"/>
                  </a:lnTo>
                  <a:lnTo>
                    <a:pt x="151624" y="198191"/>
                  </a:lnTo>
                  <a:lnTo>
                    <a:pt x="164525" y="227076"/>
                  </a:lnTo>
                  <a:lnTo>
                    <a:pt x="163004" y="232262"/>
                  </a:lnTo>
                  <a:lnTo>
                    <a:pt x="120803" y="253520"/>
                  </a:lnTo>
                  <a:lnTo>
                    <a:pt x="108337" y="252997"/>
                  </a:lnTo>
                  <a:lnTo>
                    <a:pt x="61532" y="244274"/>
                  </a:lnTo>
                  <a:lnTo>
                    <a:pt x="19015" y="226977"/>
                  </a:lnTo>
                  <a:lnTo>
                    <a:pt x="58" y="190199"/>
                  </a:lnTo>
                  <a:lnTo>
                    <a:pt x="2498" y="178049"/>
                  </a:lnTo>
                  <a:lnTo>
                    <a:pt x="27629" y="138772"/>
                  </a:lnTo>
                  <a:lnTo>
                    <a:pt x="68171" y="103921"/>
                  </a:lnTo>
                  <a:lnTo>
                    <a:pt x="107368" y="78000"/>
                  </a:lnTo>
                  <a:lnTo>
                    <a:pt x="123174" y="68516"/>
                  </a:lnTo>
                  <a:lnTo>
                    <a:pt x="126335" y="63459"/>
                  </a:lnTo>
                  <a:lnTo>
                    <a:pt x="129496" y="58401"/>
                  </a:lnTo>
                  <a:lnTo>
                    <a:pt x="129496" y="52079"/>
                  </a:lnTo>
                  <a:lnTo>
                    <a:pt x="126967" y="47021"/>
                  </a:lnTo>
                  <a:lnTo>
                    <a:pt x="124439" y="41963"/>
                  </a:lnTo>
                  <a:lnTo>
                    <a:pt x="86980" y="17939"/>
                  </a:lnTo>
                  <a:lnTo>
                    <a:pt x="48078" y="8742"/>
                  </a:lnTo>
                  <a:lnTo>
                    <a:pt x="35769" y="11063"/>
                  </a:lnTo>
                  <a:lnTo>
                    <a:pt x="8248" y="41993"/>
                  </a:lnTo>
                  <a:lnTo>
                    <a:pt x="8109" y="49550"/>
                  </a:lnTo>
                </a:path>
              </a:pathLst>
            </a:custGeom>
            <a:ln w="39821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9" name="object 119"/>
          <p:cNvSpPr/>
          <p:nvPr/>
        </p:nvSpPr>
        <p:spPr>
          <a:xfrm>
            <a:off x="8543899" y="4061834"/>
            <a:ext cx="76200" cy="7620"/>
          </a:xfrm>
          <a:custGeom>
            <a:avLst/>
            <a:gdLst/>
            <a:ahLst/>
            <a:cxnLst/>
            <a:rect l="l" t="t" r="r" b="b"/>
            <a:pathLst>
              <a:path w="76200" h="7620">
                <a:moveTo>
                  <a:pt x="0" y="7586"/>
                </a:moveTo>
                <a:lnTo>
                  <a:pt x="18966" y="5689"/>
                </a:lnTo>
                <a:lnTo>
                  <a:pt x="37933" y="3793"/>
                </a:lnTo>
                <a:lnTo>
                  <a:pt x="56899" y="1896"/>
                </a:lnTo>
                <a:lnTo>
                  <a:pt x="75866" y="0"/>
                </a:lnTo>
              </a:path>
            </a:pathLst>
          </a:custGeom>
          <a:ln w="39821">
            <a:solidFill>
              <a:srgbClr val="0056D6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20" name="object 120"/>
          <p:cNvGrpSpPr/>
          <p:nvPr/>
        </p:nvGrpSpPr>
        <p:grpSpPr>
          <a:xfrm>
            <a:off x="8768026" y="3923065"/>
            <a:ext cx="482600" cy="260350"/>
            <a:chOff x="8768026" y="3923065"/>
            <a:chExt cx="482600" cy="260350"/>
          </a:xfrm>
        </p:grpSpPr>
        <p:sp>
          <p:nvSpPr>
            <p:cNvPr id="121" name="object 121"/>
            <p:cNvSpPr/>
            <p:nvPr/>
          </p:nvSpPr>
          <p:spPr>
            <a:xfrm>
              <a:off x="8787937" y="3942976"/>
              <a:ext cx="145415" cy="220345"/>
            </a:xfrm>
            <a:custGeom>
              <a:avLst/>
              <a:gdLst/>
              <a:ahLst/>
              <a:cxnLst/>
              <a:rect l="l" t="t" r="r" b="b"/>
              <a:pathLst>
                <a:path w="145415" h="220345">
                  <a:moveTo>
                    <a:pt x="139088" y="42990"/>
                  </a:moveTo>
                  <a:lnTo>
                    <a:pt x="141617" y="36668"/>
                  </a:lnTo>
                  <a:lnTo>
                    <a:pt x="144146" y="30346"/>
                  </a:lnTo>
                  <a:lnTo>
                    <a:pt x="137191" y="21495"/>
                  </a:lnTo>
                  <a:lnTo>
                    <a:pt x="130267" y="14580"/>
                  </a:lnTo>
                  <a:lnTo>
                    <a:pt x="120200" y="7902"/>
                  </a:lnTo>
                  <a:lnTo>
                    <a:pt x="107408" y="2647"/>
                  </a:lnTo>
                  <a:lnTo>
                    <a:pt x="92304" y="0"/>
                  </a:lnTo>
                  <a:lnTo>
                    <a:pt x="75451" y="889"/>
                  </a:lnTo>
                  <a:lnTo>
                    <a:pt x="26553" y="22759"/>
                  </a:lnTo>
                  <a:lnTo>
                    <a:pt x="1659" y="62500"/>
                  </a:lnTo>
                  <a:lnTo>
                    <a:pt x="0" y="75234"/>
                  </a:lnTo>
                  <a:lnTo>
                    <a:pt x="1620" y="86070"/>
                  </a:lnTo>
                  <a:lnTo>
                    <a:pt x="36441" y="113858"/>
                  </a:lnTo>
                  <a:lnTo>
                    <a:pt x="79027" y="117592"/>
                  </a:lnTo>
                  <a:lnTo>
                    <a:pt x="114411" y="97055"/>
                  </a:lnTo>
                  <a:lnTo>
                    <a:pt x="136164" y="64170"/>
                  </a:lnTo>
                  <a:lnTo>
                    <a:pt x="145410" y="31611"/>
                  </a:lnTo>
                  <a:lnTo>
                    <a:pt x="144146" y="24024"/>
                  </a:lnTo>
                  <a:lnTo>
                    <a:pt x="135838" y="75145"/>
                  </a:lnTo>
                  <a:lnTo>
                    <a:pt x="135581" y="126019"/>
                  </a:lnTo>
                  <a:lnTo>
                    <a:pt x="136510" y="167430"/>
                  </a:lnTo>
                  <a:lnTo>
                    <a:pt x="140352" y="211161"/>
                  </a:lnTo>
                  <a:lnTo>
                    <a:pt x="141617" y="220012"/>
                  </a:lnTo>
                  <a:lnTo>
                    <a:pt x="141617" y="218748"/>
                  </a:lnTo>
                  <a:lnTo>
                    <a:pt x="141617" y="217484"/>
                  </a:lnTo>
                  <a:lnTo>
                    <a:pt x="140352" y="206104"/>
                  </a:lnTo>
                  <a:lnTo>
                    <a:pt x="139088" y="194724"/>
                  </a:lnTo>
                </a:path>
              </a:pathLst>
            </a:custGeom>
            <a:ln w="39821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2" name="object 122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8994361" y="3964792"/>
              <a:ext cx="176360" cy="195980"/>
            </a:xfrm>
            <a:prstGeom prst="rect">
              <a:avLst/>
            </a:prstGeom>
          </p:spPr>
        </p:pic>
        <p:sp>
          <p:nvSpPr>
            <p:cNvPr id="123" name="object 123"/>
            <p:cNvSpPr/>
            <p:nvPr/>
          </p:nvSpPr>
          <p:spPr>
            <a:xfrm>
              <a:off x="9222904" y="3953723"/>
              <a:ext cx="7620" cy="181610"/>
            </a:xfrm>
            <a:custGeom>
              <a:avLst/>
              <a:gdLst/>
              <a:ahLst/>
              <a:cxnLst/>
              <a:rect l="l" t="t" r="r" b="b"/>
              <a:pathLst>
                <a:path w="7620" h="181610">
                  <a:moveTo>
                    <a:pt x="0" y="24656"/>
                  </a:moveTo>
                  <a:lnTo>
                    <a:pt x="1264" y="13276"/>
                  </a:lnTo>
                  <a:lnTo>
                    <a:pt x="2528" y="1896"/>
                  </a:lnTo>
                  <a:lnTo>
                    <a:pt x="3160" y="0"/>
                  </a:lnTo>
                  <a:lnTo>
                    <a:pt x="3516" y="493"/>
                  </a:lnTo>
                  <a:lnTo>
                    <a:pt x="3634" y="5373"/>
                  </a:lnTo>
                  <a:lnTo>
                    <a:pt x="3516" y="15469"/>
                  </a:lnTo>
                  <a:lnTo>
                    <a:pt x="3160" y="31611"/>
                  </a:lnTo>
                  <a:lnTo>
                    <a:pt x="2587" y="53916"/>
                  </a:lnTo>
                  <a:lnTo>
                    <a:pt x="1896" y="79659"/>
                  </a:lnTo>
                  <a:lnTo>
                    <a:pt x="1205" y="105403"/>
                  </a:lnTo>
                  <a:lnTo>
                    <a:pt x="632" y="127708"/>
                  </a:lnTo>
                  <a:lnTo>
                    <a:pt x="276" y="143988"/>
                  </a:lnTo>
                  <a:lnTo>
                    <a:pt x="158" y="155052"/>
                  </a:lnTo>
                  <a:lnTo>
                    <a:pt x="276" y="162559"/>
                  </a:lnTo>
                  <a:lnTo>
                    <a:pt x="632" y="168170"/>
                  </a:lnTo>
                  <a:lnTo>
                    <a:pt x="1264" y="175125"/>
                  </a:lnTo>
                  <a:lnTo>
                    <a:pt x="2528" y="181447"/>
                  </a:lnTo>
                  <a:lnTo>
                    <a:pt x="3793" y="181447"/>
                  </a:lnTo>
                  <a:lnTo>
                    <a:pt x="5057" y="181447"/>
                  </a:lnTo>
                  <a:lnTo>
                    <a:pt x="6322" y="175125"/>
                  </a:lnTo>
                  <a:lnTo>
                    <a:pt x="7586" y="168803"/>
                  </a:lnTo>
                </a:path>
              </a:pathLst>
            </a:custGeom>
            <a:ln w="39821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24" name="object 124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9306047" y="3934811"/>
            <a:ext cx="196997" cy="225961"/>
          </a:xfrm>
          <a:prstGeom prst="rect">
            <a:avLst/>
          </a:prstGeom>
        </p:spPr>
      </p:pic>
      <p:sp>
        <p:nvSpPr>
          <p:cNvPr id="125" name="object 125"/>
          <p:cNvSpPr/>
          <p:nvPr/>
        </p:nvSpPr>
        <p:spPr>
          <a:xfrm>
            <a:off x="1143118" y="4914700"/>
            <a:ext cx="199390" cy="299720"/>
          </a:xfrm>
          <a:custGeom>
            <a:avLst/>
            <a:gdLst/>
            <a:ahLst/>
            <a:cxnLst/>
            <a:rect l="l" t="t" r="r" b="b"/>
            <a:pathLst>
              <a:path w="199390" h="299720">
                <a:moveTo>
                  <a:pt x="174493" y="53739"/>
                </a:moveTo>
                <a:lnTo>
                  <a:pt x="171964" y="13908"/>
                </a:lnTo>
                <a:lnTo>
                  <a:pt x="146675" y="0"/>
                </a:lnTo>
                <a:lnTo>
                  <a:pt x="131334" y="138"/>
                </a:lnTo>
                <a:lnTo>
                  <a:pt x="75234" y="8851"/>
                </a:lnTo>
                <a:lnTo>
                  <a:pt x="34070" y="30633"/>
                </a:lnTo>
                <a:lnTo>
                  <a:pt x="11330" y="68546"/>
                </a:lnTo>
                <a:lnTo>
                  <a:pt x="7586" y="87878"/>
                </a:lnTo>
                <a:lnTo>
                  <a:pt x="7586" y="95465"/>
                </a:lnTo>
                <a:lnTo>
                  <a:pt x="37301" y="122018"/>
                </a:lnTo>
                <a:lnTo>
                  <a:pt x="75076" y="137982"/>
                </a:lnTo>
                <a:lnTo>
                  <a:pt x="97401" y="147801"/>
                </a:lnTo>
                <a:lnTo>
                  <a:pt x="139701" y="170502"/>
                </a:lnTo>
                <a:lnTo>
                  <a:pt x="172299" y="196028"/>
                </a:lnTo>
                <a:lnTo>
                  <a:pt x="197173" y="235265"/>
                </a:lnTo>
                <a:lnTo>
                  <a:pt x="199179" y="247228"/>
                </a:lnTo>
                <a:lnTo>
                  <a:pt x="198517" y="257946"/>
                </a:lnTo>
                <a:lnTo>
                  <a:pt x="169435" y="287660"/>
                </a:lnTo>
                <a:lnTo>
                  <a:pt x="118936" y="299129"/>
                </a:lnTo>
                <a:lnTo>
                  <a:pt x="99890" y="298408"/>
                </a:lnTo>
                <a:lnTo>
                  <a:pt x="48325" y="280360"/>
                </a:lnTo>
                <a:lnTo>
                  <a:pt x="13000" y="253461"/>
                </a:lnTo>
                <a:lnTo>
                  <a:pt x="0" y="237082"/>
                </a:lnTo>
                <a:lnTo>
                  <a:pt x="0" y="232025"/>
                </a:lnTo>
                <a:lnTo>
                  <a:pt x="0" y="226967"/>
                </a:lnTo>
                <a:lnTo>
                  <a:pt x="3793" y="221909"/>
                </a:lnTo>
                <a:lnTo>
                  <a:pt x="7586" y="216851"/>
                </a:lnTo>
              </a:path>
            </a:pathLst>
          </a:custGeom>
          <a:ln w="39821">
            <a:solidFill>
              <a:srgbClr val="005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2812182" y="4953265"/>
            <a:ext cx="3810" cy="11430"/>
          </a:xfrm>
          <a:custGeom>
            <a:avLst/>
            <a:gdLst/>
            <a:ahLst/>
            <a:cxnLst/>
            <a:rect l="l" t="t" r="r" b="b"/>
            <a:pathLst>
              <a:path w="3810" h="11429">
                <a:moveTo>
                  <a:pt x="3793" y="11379"/>
                </a:moveTo>
                <a:lnTo>
                  <a:pt x="2528" y="7586"/>
                </a:lnTo>
                <a:lnTo>
                  <a:pt x="1264" y="3793"/>
                </a:lnTo>
                <a:lnTo>
                  <a:pt x="0" y="0"/>
                </a:lnTo>
              </a:path>
            </a:pathLst>
          </a:custGeom>
          <a:ln w="39821">
            <a:solidFill>
              <a:srgbClr val="005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2814711" y="5067064"/>
            <a:ext cx="12700" cy="16510"/>
          </a:xfrm>
          <a:custGeom>
            <a:avLst/>
            <a:gdLst/>
            <a:ahLst/>
            <a:cxnLst/>
            <a:rect l="l" t="t" r="r" b="b"/>
            <a:pathLst>
              <a:path w="12700" h="16510">
                <a:moveTo>
                  <a:pt x="5057" y="3793"/>
                </a:moveTo>
                <a:lnTo>
                  <a:pt x="2528" y="10115"/>
                </a:lnTo>
                <a:lnTo>
                  <a:pt x="0" y="16437"/>
                </a:lnTo>
                <a:lnTo>
                  <a:pt x="1264" y="15805"/>
                </a:lnTo>
                <a:lnTo>
                  <a:pt x="2528" y="15173"/>
                </a:lnTo>
                <a:lnTo>
                  <a:pt x="7586" y="7586"/>
                </a:lnTo>
                <a:lnTo>
                  <a:pt x="12644" y="0"/>
                </a:lnTo>
              </a:path>
            </a:pathLst>
          </a:custGeom>
          <a:ln w="39821">
            <a:solidFill>
              <a:srgbClr val="0056D6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28" name="object 128"/>
          <p:cNvGrpSpPr/>
          <p:nvPr/>
        </p:nvGrpSpPr>
        <p:grpSpPr>
          <a:xfrm>
            <a:off x="3037968" y="4750010"/>
            <a:ext cx="1004569" cy="358775"/>
            <a:chOff x="3037968" y="4750010"/>
            <a:chExt cx="1004569" cy="358775"/>
          </a:xfrm>
        </p:grpSpPr>
        <p:sp>
          <p:nvSpPr>
            <p:cNvPr id="129" name="object 129"/>
            <p:cNvSpPr/>
            <p:nvPr/>
          </p:nvSpPr>
          <p:spPr>
            <a:xfrm>
              <a:off x="3057878" y="4797659"/>
              <a:ext cx="193675" cy="291465"/>
            </a:xfrm>
            <a:custGeom>
              <a:avLst/>
              <a:gdLst/>
              <a:ahLst/>
              <a:cxnLst/>
              <a:rect l="l" t="t" r="r" b="b"/>
              <a:pathLst>
                <a:path w="193675" h="291464">
                  <a:moveTo>
                    <a:pt x="190535" y="49392"/>
                  </a:moveTo>
                  <a:lnTo>
                    <a:pt x="191800" y="43069"/>
                  </a:lnTo>
                  <a:lnTo>
                    <a:pt x="193064" y="36747"/>
                  </a:lnTo>
                  <a:lnTo>
                    <a:pt x="190535" y="28528"/>
                  </a:lnTo>
                  <a:lnTo>
                    <a:pt x="152424" y="1155"/>
                  </a:lnTo>
                  <a:lnTo>
                    <a:pt x="136480" y="0"/>
                  </a:lnTo>
                  <a:lnTo>
                    <a:pt x="119114" y="1570"/>
                  </a:lnTo>
                  <a:lnTo>
                    <a:pt x="67963" y="26869"/>
                  </a:lnTo>
                  <a:lnTo>
                    <a:pt x="38802" y="60139"/>
                  </a:lnTo>
                  <a:lnTo>
                    <a:pt x="15726" y="102972"/>
                  </a:lnTo>
                  <a:lnTo>
                    <a:pt x="2133" y="148650"/>
                  </a:lnTo>
                  <a:lnTo>
                    <a:pt x="0" y="170334"/>
                  </a:lnTo>
                  <a:lnTo>
                    <a:pt x="1185" y="190772"/>
                  </a:lnTo>
                  <a:lnTo>
                    <a:pt x="13513" y="227678"/>
                  </a:lnTo>
                  <a:lnTo>
                    <a:pt x="37617" y="258420"/>
                  </a:lnTo>
                  <a:lnTo>
                    <a:pt x="79195" y="286692"/>
                  </a:lnTo>
                  <a:lnTo>
                    <a:pt x="103239" y="290999"/>
                  </a:lnTo>
                  <a:lnTo>
                    <a:pt x="114669" y="289003"/>
                  </a:lnTo>
                  <a:lnTo>
                    <a:pt x="126049" y="284489"/>
                  </a:lnTo>
                  <a:lnTo>
                    <a:pt x="137429" y="278019"/>
                  </a:lnTo>
                  <a:lnTo>
                    <a:pt x="148809" y="270244"/>
                  </a:lnTo>
                  <a:lnTo>
                    <a:pt x="160189" y="261818"/>
                  </a:lnTo>
                </a:path>
              </a:pathLst>
            </a:custGeom>
            <a:ln w="39821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0" name="object 130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239884" y="4903007"/>
              <a:ext cx="153621" cy="183967"/>
            </a:xfrm>
            <a:prstGeom prst="rect">
              <a:avLst/>
            </a:prstGeom>
          </p:spPr>
        </p:pic>
        <p:pic>
          <p:nvPicPr>
            <p:cNvPr id="131" name="object 131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426844" y="4904905"/>
              <a:ext cx="122187" cy="167490"/>
            </a:xfrm>
            <a:prstGeom prst="rect">
              <a:avLst/>
            </a:prstGeom>
          </p:spPr>
        </p:pic>
        <p:sp>
          <p:nvSpPr>
            <p:cNvPr id="132" name="object 132"/>
            <p:cNvSpPr/>
            <p:nvPr/>
          </p:nvSpPr>
          <p:spPr>
            <a:xfrm>
              <a:off x="3591711" y="4769921"/>
              <a:ext cx="431165" cy="295910"/>
            </a:xfrm>
            <a:custGeom>
              <a:avLst/>
              <a:gdLst/>
              <a:ahLst/>
              <a:cxnLst/>
              <a:rect l="l" t="t" r="r" b="b"/>
              <a:pathLst>
                <a:path w="431164" h="295910">
                  <a:moveTo>
                    <a:pt x="111902" y="183343"/>
                  </a:moveTo>
                  <a:lnTo>
                    <a:pt x="82188" y="154261"/>
                  </a:lnTo>
                  <a:lnTo>
                    <a:pt x="42803" y="150972"/>
                  </a:lnTo>
                  <a:lnTo>
                    <a:pt x="9404" y="177258"/>
                  </a:lnTo>
                  <a:lnTo>
                    <a:pt x="0" y="207368"/>
                  </a:lnTo>
                  <a:lnTo>
                    <a:pt x="256" y="223579"/>
                  </a:lnTo>
                  <a:lnTo>
                    <a:pt x="16437" y="266164"/>
                  </a:lnTo>
                  <a:lnTo>
                    <a:pt x="55003" y="288924"/>
                  </a:lnTo>
                  <a:lnTo>
                    <a:pt x="94833" y="271854"/>
                  </a:lnTo>
                  <a:lnTo>
                    <a:pt x="116526" y="215132"/>
                  </a:lnTo>
                  <a:lnTo>
                    <a:pt x="121297" y="162441"/>
                  </a:lnTo>
                  <a:lnTo>
                    <a:pt x="118432" y="108939"/>
                  </a:lnTo>
                  <a:lnTo>
                    <a:pt x="112841" y="67380"/>
                  </a:lnTo>
                  <a:lnTo>
                    <a:pt x="99258" y="24024"/>
                  </a:lnTo>
                  <a:lnTo>
                    <a:pt x="94200" y="20231"/>
                  </a:lnTo>
                  <a:lnTo>
                    <a:pt x="90407" y="24656"/>
                  </a:lnTo>
                  <a:lnTo>
                    <a:pt x="83453" y="67015"/>
                  </a:lnTo>
                  <a:lnTo>
                    <a:pt x="84243" y="112219"/>
                  </a:lnTo>
                  <a:lnTo>
                    <a:pt x="89775" y="163112"/>
                  </a:lnTo>
                  <a:lnTo>
                    <a:pt x="101076" y="208474"/>
                  </a:lnTo>
                  <a:lnTo>
                    <a:pt x="115696" y="245301"/>
                  </a:lnTo>
                  <a:lnTo>
                    <a:pt x="137922" y="282464"/>
                  </a:lnTo>
                  <a:lnTo>
                    <a:pt x="157343" y="295563"/>
                  </a:lnTo>
                  <a:lnTo>
                    <a:pt x="163359" y="294891"/>
                  </a:lnTo>
                  <a:lnTo>
                    <a:pt x="194091" y="262371"/>
                  </a:lnTo>
                  <a:lnTo>
                    <a:pt x="208761" y="224853"/>
                  </a:lnTo>
                  <a:lnTo>
                    <a:pt x="219183" y="177653"/>
                  </a:lnTo>
                  <a:lnTo>
                    <a:pt x="220645" y="158054"/>
                  </a:lnTo>
                  <a:lnTo>
                    <a:pt x="219380" y="151732"/>
                  </a:lnTo>
                  <a:lnTo>
                    <a:pt x="216851" y="151100"/>
                  </a:lnTo>
                  <a:lnTo>
                    <a:pt x="214323" y="150468"/>
                  </a:lnTo>
                  <a:lnTo>
                    <a:pt x="210529" y="155526"/>
                  </a:lnTo>
                  <a:lnTo>
                    <a:pt x="209897" y="170067"/>
                  </a:lnTo>
                  <a:lnTo>
                    <a:pt x="210015" y="182563"/>
                  </a:lnTo>
                  <a:lnTo>
                    <a:pt x="217484" y="230128"/>
                  </a:lnTo>
                  <a:lnTo>
                    <a:pt x="233753" y="271825"/>
                  </a:lnTo>
                  <a:lnTo>
                    <a:pt x="256415" y="293251"/>
                  </a:lnTo>
                  <a:lnTo>
                    <a:pt x="263003" y="292718"/>
                  </a:lnTo>
                  <a:lnTo>
                    <a:pt x="295879" y="268061"/>
                  </a:lnTo>
                  <a:lnTo>
                    <a:pt x="315260" y="215073"/>
                  </a:lnTo>
                  <a:lnTo>
                    <a:pt x="320032" y="164229"/>
                  </a:lnTo>
                  <a:lnTo>
                    <a:pt x="318550" y="110115"/>
                  </a:lnTo>
                  <a:lnTo>
                    <a:pt x="314826" y="67578"/>
                  </a:lnTo>
                  <a:lnTo>
                    <a:pt x="307891" y="29082"/>
                  </a:lnTo>
                  <a:lnTo>
                    <a:pt x="295879" y="0"/>
                  </a:lnTo>
                  <a:lnTo>
                    <a:pt x="293864" y="88"/>
                  </a:lnTo>
                  <a:lnTo>
                    <a:pt x="292925" y="48700"/>
                  </a:lnTo>
                  <a:lnTo>
                    <a:pt x="296975" y="100819"/>
                  </a:lnTo>
                  <a:lnTo>
                    <a:pt x="304493" y="158183"/>
                  </a:lnTo>
                  <a:lnTo>
                    <a:pt x="313818" y="209176"/>
                  </a:lnTo>
                  <a:lnTo>
                    <a:pt x="324092" y="253362"/>
                  </a:lnTo>
                  <a:lnTo>
                    <a:pt x="358735" y="276408"/>
                  </a:lnTo>
                  <a:lnTo>
                    <a:pt x="399504" y="247850"/>
                  </a:lnTo>
                  <a:lnTo>
                    <a:pt x="426650" y="216575"/>
                  </a:lnTo>
                  <a:lnTo>
                    <a:pt x="430542" y="209897"/>
                  </a:lnTo>
                </a:path>
              </a:pathLst>
            </a:custGeom>
            <a:ln w="39821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3875578" y="4867806"/>
              <a:ext cx="124460" cy="21590"/>
            </a:xfrm>
            <a:custGeom>
              <a:avLst/>
              <a:gdLst/>
              <a:ahLst/>
              <a:cxnLst/>
              <a:rect l="l" t="t" r="r" b="b"/>
              <a:pathLst>
                <a:path w="124460" h="21589">
                  <a:moveTo>
                    <a:pt x="2528" y="20971"/>
                  </a:moveTo>
                  <a:lnTo>
                    <a:pt x="1264" y="14649"/>
                  </a:lnTo>
                  <a:lnTo>
                    <a:pt x="0" y="8327"/>
                  </a:lnTo>
                  <a:lnTo>
                    <a:pt x="2528" y="4534"/>
                  </a:lnTo>
                  <a:lnTo>
                    <a:pt x="5275" y="2153"/>
                  </a:lnTo>
                  <a:lnTo>
                    <a:pt x="10273" y="661"/>
                  </a:lnTo>
                  <a:lnTo>
                    <a:pt x="18354" y="0"/>
                  </a:lnTo>
                  <a:lnTo>
                    <a:pt x="30346" y="108"/>
                  </a:lnTo>
                  <a:lnTo>
                    <a:pt x="46527" y="889"/>
                  </a:lnTo>
                  <a:lnTo>
                    <a:pt x="64960" y="2084"/>
                  </a:lnTo>
                  <a:lnTo>
                    <a:pt x="83156" y="3398"/>
                  </a:lnTo>
                  <a:lnTo>
                    <a:pt x="98626" y="4534"/>
                  </a:lnTo>
                  <a:lnTo>
                    <a:pt x="116328" y="5798"/>
                  </a:lnTo>
                  <a:lnTo>
                    <a:pt x="120122" y="5798"/>
                  </a:lnTo>
                  <a:lnTo>
                    <a:pt x="123915" y="5798"/>
                  </a:lnTo>
                </a:path>
              </a:pathLst>
            </a:custGeom>
            <a:ln w="39821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/>
            <p:cNvSpPr/>
            <p:nvPr/>
          </p:nvSpPr>
          <p:spPr>
            <a:xfrm>
              <a:off x="3760514" y="4786359"/>
              <a:ext cx="26670" cy="3810"/>
            </a:xfrm>
            <a:custGeom>
              <a:avLst/>
              <a:gdLst/>
              <a:ahLst/>
              <a:cxnLst/>
              <a:rect l="l" t="t" r="r" b="b"/>
              <a:pathLst>
                <a:path w="26670" h="3810">
                  <a:moveTo>
                    <a:pt x="0" y="3793"/>
                  </a:moveTo>
                  <a:lnTo>
                    <a:pt x="6638" y="2844"/>
                  </a:lnTo>
                  <a:lnTo>
                    <a:pt x="13276" y="1896"/>
                  </a:lnTo>
                  <a:lnTo>
                    <a:pt x="19915" y="948"/>
                  </a:lnTo>
                  <a:lnTo>
                    <a:pt x="26553" y="0"/>
                  </a:lnTo>
                </a:path>
              </a:pathLst>
            </a:custGeom>
            <a:ln w="39821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5" name="object 135"/>
          <p:cNvGrpSpPr/>
          <p:nvPr/>
        </p:nvGrpSpPr>
        <p:grpSpPr>
          <a:xfrm>
            <a:off x="4108635" y="4676673"/>
            <a:ext cx="795020" cy="371475"/>
            <a:chOff x="4108635" y="4676673"/>
            <a:chExt cx="795020" cy="371475"/>
          </a:xfrm>
        </p:grpSpPr>
        <p:sp>
          <p:nvSpPr>
            <p:cNvPr id="136" name="object 136"/>
            <p:cNvSpPr/>
            <p:nvPr/>
          </p:nvSpPr>
          <p:spPr>
            <a:xfrm>
              <a:off x="4128545" y="4768656"/>
              <a:ext cx="159385" cy="259079"/>
            </a:xfrm>
            <a:custGeom>
              <a:avLst/>
              <a:gdLst/>
              <a:ahLst/>
              <a:cxnLst/>
              <a:rect l="l" t="t" r="r" b="b"/>
              <a:pathLst>
                <a:path w="159385" h="259079">
                  <a:moveTo>
                    <a:pt x="159240" y="78395"/>
                  </a:moveTo>
                  <a:lnTo>
                    <a:pt x="156573" y="37587"/>
                  </a:lnTo>
                  <a:lnTo>
                    <a:pt x="128558" y="2538"/>
                  </a:lnTo>
                  <a:lnTo>
                    <a:pt x="116249" y="0"/>
                  </a:lnTo>
                  <a:lnTo>
                    <a:pt x="102143" y="691"/>
                  </a:lnTo>
                  <a:lnTo>
                    <a:pt x="55556" y="21495"/>
                  </a:lnTo>
                  <a:lnTo>
                    <a:pt x="27817" y="49313"/>
                  </a:lnTo>
                  <a:lnTo>
                    <a:pt x="8139" y="84717"/>
                  </a:lnTo>
                  <a:lnTo>
                    <a:pt x="0" y="124073"/>
                  </a:lnTo>
                  <a:lnTo>
                    <a:pt x="405" y="144284"/>
                  </a:lnTo>
                  <a:lnTo>
                    <a:pt x="9789" y="183936"/>
                  </a:lnTo>
                  <a:lnTo>
                    <a:pt x="28341" y="218787"/>
                  </a:lnTo>
                  <a:lnTo>
                    <a:pt x="64328" y="251070"/>
                  </a:lnTo>
                  <a:lnTo>
                    <a:pt x="99318" y="259022"/>
                  </a:lnTo>
                  <a:lnTo>
                    <a:pt x="109137" y="257867"/>
                  </a:lnTo>
                  <a:lnTo>
                    <a:pt x="144067" y="241508"/>
                  </a:lnTo>
                </a:path>
              </a:pathLst>
            </a:custGeom>
            <a:ln w="39821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4323062" y="4861554"/>
              <a:ext cx="336550" cy="161290"/>
            </a:xfrm>
            <a:custGeom>
              <a:avLst/>
              <a:gdLst/>
              <a:ahLst/>
              <a:cxnLst/>
              <a:rect l="l" t="t" r="r" b="b"/>
              <a:pathLst>
                <a:path w="336550" h="161289">
                  <a:moveTo>
                    <a:pt x="116457" y="57571"/>
                  </a:moveTo>
                  <a:lnTo>
                    <a:pt x="117721" y="51249"/>
                  </a:lnTo>
                  <a:lnTo>
                    <a:pt x="118986" y="44927"/>
                  </a:lnTo>
                  <a:lnTo>
                    <a:pt x="111399" y="36076"/>
                  </a:lnTo>
                  <a:lnTo>
                    <a:pt x="104148" y="29180"/>
                  </a:lnTo>
                  <a:lnTo>
                    <a:pt x="94171" y="22641"/>
                  </a:lnTo>
                  <a:lnTo>
                    <a:pt x="82060" y="17761"/>
                  </a:lnTo>
                  <a:lnTo>
                    <a:pt x="68408" y="15845"/>
                  </a:lnTo>
                  <a:lnTo>
                    <a:pt x="53877" y="17909"/>
                  </a:lnTo>
                  <a:lnTo>
                    <a:pt x="14669" y="45559"/>
                  </a:lnTo>
                  <a:lnTo>
                    <a:pt x="0" y="93213"/>
                  </a:lnTo>
                  <a:lnTo>
                    <a:pt x="2657" y="108781"/>
                  </a:lnTo>
                  <a:lnTo>
                    <a:pt x="31285" y="141676"/>
                  </a:lnTo>
                  <a:lnTo>
                    <a:pt x="57581" y="148246"/>
                  </a:lnTo>
                  <a:lnTo>
                    <a:pt x="70304" y="146161"/>
                  </a:lnTo>
                  <a:lnTo>
                    <a:pt x="100987" y="117938"/>
                  </a:lnTo>
                  <a:lnTo>
                    <a:pt x="116457" y="74641"/>
                  </a:lnTo>
                  <a:lnTo>
                    <a:pt x="120250" y="46191"/>
                  </a:lnTo>
                  <a:lnTo>
                    <a:pt x="120250" y="39869"/>
                  </a:lnTo>
                  <a:lnTo>
                    <a:pt x="120250" y="33547"/>
                  </a:lnTo>
                  <a:lnTo>
                    <a:pt x="117721" y="32914"/>
                  </a:lnTo>
                  <a:lnTo>
                    <a:pt x="115192" y="32282"/>
                  </a:lnTo>
                  <a:lnTo>
                    <a:pt x="110134" y="37340"/>
                  </a:lnTo>
                  <a:lnTo>
                    <a:pt x="106973" y="51249"/>
                  </a:lnTo>
                  <a:lnTo>
                    <a:pt x="105067" y="63172"/>
                  </a:lnTo>
                  <a:lnTo>
                    <a:pt x="104523" y="77407"/>
                  </a:lnTo>
                  <a:lnTo>
                    <a:pt x="105995" y="92946"/>
                  </a:lnTo>
                  <a:lnTo>
                    <a:pt x="126809" y="137547"/>
                  </a:lnTo>
                  <a:lnTo>
                    <a:pt x="159280" y="160900"/>
                  </a:lnTo>
                  <a:lnTo>
                    <a:pt x="169326" y="160465"/>
                  </a:lnTo>
                  <a:lnTo>
                    <a:pt x="197895" y="127866"/>
                  </a:lnTo>
                  <a:lnTo>
                    <a:pt x="213779" y="86930"/>
                  </a:lnTo>
                  <a:lnTo>
                    <a:pt x="221563" y="36629"/>
                  </a:lnTo>
                  <a:lnTo>
                    <a:pt x="220121" y="25713"/>
                  </a:lnTo>
                  <a:lnTo>
                    <a:pt x="217612" y="17109"/>
                  </a:lnTo>
                  <a:lnTo>
                    <a:pt x="213819" y="6993"/>
                  </a:lnTo>
                  <a:lnTo>
                    <a:pt x="208761" y="1936"/>
                  </a:lnTo>
                  <a:lnTo>
                    <a:pt x="203703" y="1303"/>
                  </a:lnTo>
                  <a:lnTo>
                    <a:pt x="198645" y="671"/>
                  </a:lnTo>
                  <a:lnTo>
                    <a:pt x="193588" y="4465"/>
                  </a:lnTo>
                  <a:lnTo>
                    <a:pt x="191691" y="15845"/>
                  </a:lnTo>
                  <a:lnTo>
                    <a:pt x="190841" y="25585"/>
                  </a:lnTo>
                  <a:lnTo>
                    <a:pt x="191059" y="36866"/>
                  </a:lnTo>
                  <a:lnTo>
                    <a:pt x="205333" y="78217"/>
                  </a:lnTo>
                  <a:lnTo>
                    <a:pt x="248591" y="79699"/>
                  </a:lnTo>
                  <a:lnTo>
                    <a:pt x="285220" y="55250"/>
                  </a:lnTo>
                  <a:lnTo>
                    <a:pt x="312534" y="25120"/>
                  </a:lnTo>
                  <a:lnTo>
                    <a:pt x="313858" y="0"/>
                  </a:lnTo>
                  <a:lnTo>
                    <a:pt x="311576" y="3042"/>
                  </a:lnTo>
                  <a:lnTo>
                    <a:pt x="300828" y="52513"/>
                  </a:lnTo>
                  <a:lnTo>
                    <a:pt x="297983" y="103871"/>
                  </a:lnTo>
                  <a:lnTo>
                    <a:pt x="306123" y="146082"/>
                  </a:lnTo>
                  <a:lnTo>
                    <a:pt x="309916" y="151140"/>
                  </a:lnTo>
                  <a:lnTo>
                    <a:pt x="315606" y="149876"/>
                  </a:lnTo>
                  <a:lnTo>
                    <a:pt x="320200" y="147841"/>
                  </a:lnTo>
                  <a:lnTo>
                    <a:pt x="325327" y="144027"/>
                  </a:lnTo>
                  <a:lnTo>
                    <a:pt x="330809" y="139029"/>
                  </a:lnTo>
                  <a:lnTo>
                    <a:pt x="336470" y="133438"/>
                  </a:lnTo>
                </a:path>
              </a:pathLst>
            </a:custGeom>
            <a:ln w="39821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4717114" y="4696583"/>
              <a:ext cx="166370" cy="322580"/>
            </a:xfrm>
            <a:custGeom>
              <a:avLst/>
              <a:gdLst/>
              <a:ahLst/>
              <a:cxnLst/>
              <a:rect l="l" t="t" r="r" b="b"/>
              <a:pathLst>
                <a:path w="166370" h="322579">
                  <a:moveTo>
                    <a:pt x="109324" y="226335"/>
                  </a:moveTo>
                  <a:lnTo>
                    <a:pt x="104266" y="177654"/>
                  </a:lnTo>
                  <a:lnTo>
                    <a:pt x="71391" y="157423"/>
                  </a:lnTo>
                  <a:lnTo>
                    <a:pt x="26760" y="179294"/>
                  </a:lnTo>
                  <a:lnTo>
                    <a:pt x="6104" y="212189"/>
                  </a:lnTo>
                  <a:lnTo>
                    <a:pt x="0" y="252414"/>
                  </a:lnTo>
                  <a:lnTo>
                    <a:pt x="1215" y="271223"/>
                  </a:lnTo>
                  <a:lnTo>
                    <a:pt x="17395" y="309986"/>
                  </a:lnTo>
                  <a:lnTo>
                    <a:pt x="61177" y="316387"/>
                  </a:lnTo>
                  <a:lnTo>
                    <a:pt x="95099" y="276833"/>
                  </a:lnTo>
                  <a:lnTo>
                    <a:pt x="111221" y="230128"/>
                  </a:lnTo>
                  <a:lnTo>
                    <a:pt x="119519" y="173307"/>
                  </a:lnTo>
                  <a:lnTo>
                    <a:pt x="120704" y="116961"/>
                  </a:lnTo>
                  <a:lnTo>
                    <a:pt x="116200" y="70966"/>
                  </a:lnTo>
                  <a:lnTo>
                    <a:pt x="101905" y="25051"/>
                  </a:lnTo>
                  <a:lnTo>
                    <a:pt x="76449" y="0"/>
                  </a:lnTo>
                  <a:lnTo>
                    <a:pt x="70127" y="1264"/>
                  </a:lnTo>
                  <a:lnTo>
                    <a:pt x="54953" y="41094"/>
                  </a:lnTo>
                  <a:lnTo>
                    <a:pt x="55348" y="86140"/>
                  </a:lnTo>
                  <a:lnTo>
                    <a:pt x="61908" y="143514"/>
                  </a:lnTo>
                  <a:lnTo>
                    <a:pt x="75817" y="202231"/>
                  </a:lnTo>
                  <a:lnTo>
                    <a:pt x="93519" y="252888"/>
                  </a:lnTo>
                  <a:lnTo>
                    <a:pt x="110826" y="288450"/>
                  </a:lnTo>
                  <a:lnTo>
                    <a:pt x="134613" y="319904"/>
                  </a:lnTo>
                  <a:lnTo>
                    <a:pt x="140935" y="322432"/>
                  </a:lnTo>
                  <a:lnTo>
                    <a:pt x="146625" y="321800"/>
                  </a:lnTo>
                  <a:lnTo>
                    <a:pt x="152315" y="321168"/>
                  </a:lnTo>
                  <a:lnTo>
                    <a:pt x="157373" y="317375"/>
                  </a:lnTo>
                  <a:lnTo>
                    <a:pt x="160534" y="314214"/>
                  </a:lnTo>
                  <a:lnTo>
                    <a:pt x="163695" y="311053"/>
                  </a:lnTo>
                  <a:lnTo>
                    <a:pt x="164960" y="308524"/>
                  </a:lnTo>
                  <a:lnTo>
                    <a:pt x="166224" y="305995"/>
                  </a:lnTo>
                </a:path>
              </a:pathLst>
            </a:custGeom>
            <a:ln w="39821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9" name="object 139"/>
          <p:cNvSpPr/>
          <p:nvPr/>
        </p:nvSpPr>
        <p:spPr>
          <a:xfrm>
            <a:off x="5038866" y="4809118"/>
            <a:ext cx="7620" cy="11430"/>
          </a:xfrm>
          <a:custGeom>
            <a:avLst/>
            <a:gdLst/>
            <a:ahLst/>
            <a:cxnLst/>
            <a:rect l="l" t="t" r="r" b="b"/>
            <a:pathLst>
              <a:path w="7620" h="11429">
                <a:moveTo>
                  <a:pt x="0" y="0"/>
                </a:moveTo>
                <a:lnTo>
                  <a:pt x="2528" y="3793"/>
                </a:lnTo>
                <a:lnTo>
                  <a:pt x="5057" y="7586"/>
                </a:lnTo>
                <a:lnTo>
                  <a:pt x="7586" y="11379"/>
                </a:lnTo>
              </a:path>
            </a:pathLst>
          </a:custGeom>
          <a:ln w="39821">
            <a:solidFill>
              <a:srgbClr val="0056D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/>
          <p:nvPr/>
        </p:nvSpPr>
        <p:spPr>
          <a:xfrm>
            <a:off x="5031278" y="4919124"/>
            <a:ext cx="3810" cy="3810"/>
          </a:xfrm>
          <a:custGeom>
            <a:avLst/>
            <a:gdLst/>
            <a:ahLst/>
            <a:cxnLst/>
            <a:rect l="l" t="t" r="r" b="b"/>
            <a:pathLst>
              <a:path w="3810" h="3810">
                <a:moveTo>
                  <a:pt x="0" y="3793"/>
                </a:moveTo>
                <a:lnTo>
                  <a:pt x="1264" y="2528"/>
                </a:lnTo>
                <a:lnTo>
                  <a:pt x="2528" y="1264"/>
                </a:lnTo>
                <a:lnTo>
                  <a:pt x="3793" y="0"/>
                </a:lnTo>
              </a:path>
            </a:pathLst>
          </a:custGeom>
          <a:ln w="39821">
            <a:solidFill>
              <a:srgbClr val="0056D6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41" name="object 141"/>
          <p:cNvGrpSpPr/>
          <p:nvPr/>
        </p:nvGrpSpPr>
        <p:grpSpPr>
          <a:xfrm>
            <a:off x="5328901" y="4675408"/>
            <a:ext cx="1082040" cy="477520"/>
            <a:chOff x="5328901" y="4675408"/>
            <a:chExt cx="1082040" cy="477520"/>
          </a:xfrm>
        </p:grpSpPr>
        <p:sp>
          <p:nvSpPr>
            <p:cNvPr id="142" name="object 142"/>
            <p:cNvSpPr/>
            <p:nvPr/>
          </p:nvSpPr>
          <p:spPr>
            <a:xfrm>
              <a:off x="5348812" y="4695319"/>
              <a:ext cx="121285" cy="437515"/>
            </a:xfrm>
            <a:custGeom>
              <a:avLst/>
              <a:gdLst/>
              <a:ahLst/>
              <a:cxnLst/>
              <a:rect l="l" t="t" r="r" b="b"/>
              <a:pathLst>
                <a:path w="121285" h="437514">
                  <a:moveTo>
                    <a:pt x="27659" y="11379"/>
                  </a:moveTo>
                  <a:lnTo>
                    <a:pt x="22601" y="7586"/>
                  </a:lnTo>
                  <a:lnTo>
                    <a:pt x="17544" y="3793"/>
                  </a:lnTo>
                  <a:lnTo>
                    <a:pt x="18176" y="1896"/>
                  </a:lnTo>
                  <a:lnTo>
                    <a:pt x="18808" y="0"/>
                  </a:lnTo>
                  <a:lnTo>
                    <a:pt x="25130" y="0"/>
                  </a:lnTo>
                  <a:lnTo>
                    <a:pt x="34614" y="632"/>
                  </a:lnTo>
                  <a:lnTo>
                    <a:pt x="44097" y="1264"/>
                  </a:lnTo>
                  <a:lnTo>
                    <a:pt x="56741" y="2528"/>
                  </a:lnTo>
                  <a:lnTo>
                    <a:pt x="56109" y="3161"/>
                  </a:lnTo>
                  <a:lnTo>
                    <a:pt x="53383" y="3556"/>
                  </a:lnTo>
                  <a:lnTo>
                    <a:pt x="47100" y="3951"/>
                  </a:lnTo>
                  <a:lnTo>
                    <a:pt x="38683" y="4583"/>
                  </a:lnTo>
                  <a:lnTo>
                    <a:pt x="671" y="20705"/>
                  </a:lnTo>
                  <a:lnTo>
                    <a:pt x="0" y="26869"/>
                  </a:lnTo>
                  <a:lnTo>
                    <a:pt x="513" y="36352"/>
                  </a:lnTo>
                  <a:lnTo>
                    <a:pt x="1738" y="50577"/>
                  </a:lnTo>
                  <a:lnTo>
                    <a:pt x="3259" y="70512"/>
                  </a:lnTo>
                  <a:lnTo>
                    <a:pt x="6539" y="123658"/>
                  </a:lnTo>
                  <a:lnTo>
                    <a:pt x="9354" y="185922"/>
                  </a:lnTo>
                  <a:lnTo>
                    <a:pt x="10994" y="249480"/>
                  </a:lnTo>
                  <a:lnTo>
                    <a:pt x="11221" y="280074"/>
                  </a:lnTo>
                  <a:lnTo>
                    <a:pt x="11004" y="308968"/>
                  </a:lnTo>
                  <a:lnTo>
                    <a:pt x="9621" y="358222"/>
                  </a:lnTo>
                  <a:lnTo>
                    <a:pt x="6875" y="400433"/>
                  </a:lnTo>
                  <a:lnTo>
                    <a:pt x="6114" y="407832"/>
                  </a:lnTo>
                  <a:lnTo>
                    <a:pt x="5531" y="414104"/>
                  </a:lnTo>
                  <a:lnTo>
                    <a:pt x="4899" y="422323"/>
                  </a:lnTo>
                  <a:lnTo>
                    <a:pt x="4899" y="431174"/>
                  </a:lnTo>
                  <a:lnTo>
                    <a:pt x="8060" y="434968"/>
                  </a:lnTo>
                  <a:lnTo>
                    <a:pt x="11182" y="436924"/>
                  </a:lnTo>
                  <a:lnTo>
                    <a:pt x="16437" y="437338"/>
                  </a:lnTo>
                  <a:lnTo>
                    <a:pt x="24775" y="436568"/>
                  </a:lnTo>
                  <a:lnTo>
                    <a:pt x="37142" y="434968"/>
                  </a:lnTo>
                  <a:lnTo>
                    <a:pt x="53857" y="432883"/>
                  </a:lnTo>
                  <a:lnTo>
                    <a:pt x="72705" y="430621"/>
                  </a:lnTo>
                  <a:lnTo>
                    <a:pt x="90842" y="428477"/>
                  </a:lnTo>
                  <a:lnTo>
                    <a:pt x="105422" y="426749"/>
                  </a:lnTo>
                  <a:lnTo>
                    <a:pt x="121228" y="424852"/>
                  </a:lnTo>
                  <a:lnTo>
                    <a:pt x="119963" y="424852"/>
                  </a:lnTo>
                  <a:lnTo>
                    <a:pt x="118699" y="424852"/>
                  </a:lnTo>
                </a:path>
              </a:pathLst>
            </a:custGeom>
            <a:ln w="39821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3" name="object 143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5530856" y="4763919"/>
              <a:ext cx="410501" cy="241560"/>
            </a:xfrm>
            <a:prstGeom prst="rect">
              <a:avLst/>
            </a:prstGeom>
          </p:spPr>
        </p:pic>
        <p:sp>
          <p:nvSpPr>
            <p:cNvPr id="144" name="object 144"/>
            <p:cNvSpPr/>
            <p:nvPr/>
          </p:nvSpPr>
          <p:spPr>
            <a:xfrm>
              <a:off x="5983404" y="4752219"/>
              <a:ext cx="167005" cy="220979"/>
            </a:xfrm>
            <a:custGeom>
              <a:avLst/>
              <a:gdLst/>
              <a:ahLst/>
              <a:cxnLst/>
              <a:rect l="l" t="t" r="r" b="b"/>
              <a:pathLst>
                <a:path w="167004" h="220979">
                  <a:moveTo>
                    <a:pt x="0" y="56899"/>
                  </a:moveTo>
                  <a:lnTo>
                    <a:pt x="3378" y="98063"/>
                  </a:lnTo>
                  <a:lnTo>
                    <a:pt x="9641" y="145963"/>
                  </a:lnTo>
                  <a:lnTo>
                    <a:pt x="17988" y="192619"/>
                  </a:lnTo>
                  <a:lnTo>
                    <a:pt x="25713" y="220457"/>
                  </a:lnTo>
                  <a:lnTo>
                    <a:pt x="26000" y="217088"/>
                  </a:lnTo>
                  <a:lnTo>
                    <a:pt x="25457" y="209334"/>
                  </a:lnTo>
                  <a:lnTo>
                    <a:pt x="24024" y="197252"/>
                  </a:lnTo>
                  <a:lnTo>
                    <a:pt x="21732" y="181071"/>
                  </a:lnTo>
                  <a:lnTo>
                    <a:pt x="18966" y="161690"/>
                  </a:lnTo>
                  <a:lnTo>
                    <a:pt x="16200" y="140175"/>
                  </a:lnTo>
                  <a:lnTo>
                    <a:pt x="13909" y="117592"/>
                  </a:lnTo>
                  <a:lnTo>
                    <a:pt x="12466" y="95020"/>
                  </a:lnTo>
                  <a:lnTo>
                    <a:pt x="11854" y="73574"/>
                  </a:lnTo>
                  <a:lnTo>
                    <a:pt x="11953" y="54380"/>
                  </a:lnTo>
                  <a:lnTo>
                    <a:pt x="17623" y="13049"/>
                  </a:lnTo>
                  <a:lnTo>
                    <a:pt x="29082" y="0"/>
                  </a:lnTo>
                  <a:lnTo>
                    <a:pt x="41094" y="632"/>
                  </a:lnTo>
                  <a:lnTo>
                    <a:pt x="91039" y="16437"/>
                  </a:lnTo>
                  <a:lnTo>
                    <a:pt x="130514" y="43731"/>
                  </a:lnTo>
                  <a:lnTo>
                    <a:pt x="157423" y="75866"/>
                  </a:lnTo>
                  <a:lnTo>
                    <a:pt x="158322" y="80647"/>
                  </a:lnTo>
                  <a:lnTo>
                    <a:pt x="157502" y="85665"/>
                  </a:lnTo>
                  <a:lnTo>
                    <a:pt x="120280" y="111665"/>
                  </a:lnTo>
                  <a:lnTo>
                    <a:pt x="71865" y="128982"/>
                  </a:lnTo>
                  <a:lnTo>
                    <a:pt x="24024" y="136559"/>
                  </a:lnTo>
                  <a:lnTo>
                    <a:pt x="17702" y="136559"/>
                  </a:lnTo>
                  <a:lnTo>
                    <a:pt x="24024" y="136559"/>
                  </a:lnTo>
                  <a:lnTo>
                    <a:pt x="42358" y="141617"/>
                  </a:lnTo>
                  <a:lnTo>
                    <a:pt x="93746" y="158064"/>
                  </a:lnTo>
                  <a:lnTo>
                    <a:pt x="129447" y="172200"/>
                  </a:lnTo>
                  <a:lnTo>
                    <a:pt x="140985" y="178286"/>
                  </a:lnTo>
                  <a:lnTo>
                    <a:pt x="147939" y="182079"/>
                  </a:lnTo>
                  <a:lnTo>
                    <a:pt x="155526" y="185872"/>
                  </a:lnTo>
                  <a:lnTo>
                    <a:pt x="159952" y="187137"/>
                  </a:lnTo>
                  <a:lnTo>
                    <a:pt x="164377" y="188401"/>
                  </a:lnTo>
                  <a:lnTo>
                    <a:pt x="165642" y="187137"/>
                  </a:lnTo>
                  <a:lnTo>
                    <a:pt x="166906" y="185872"/>
                  </a:lnTo>
                </a:path>
              </a:pathLst>
            </a:custGeom>
            <a:ln w="39821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6226571" y="4730723"/>
              <a:ext cx="164465" cy="231140"/>
            </a:xfrm>
            <a:custGeom>
              <a:avLst/>
              <a:gdLst/>
              <a:ahLst/>
              <a:cxnLst/>
              <a:rect l="l" t="t" r="r" b="b"/>
              <a:pathLst>
                <a:path w="164464" h="231139">
                  <a:moveTo>
                    <a:pt x="3397" y="70809"/>
                  </a:moveTo>
                  <a:lnTo>
                    <a:pt x="3397" y="70809"/>
                  </a:lnTo>
                  <a:lnTo>
                    <a:pt x="3397" y="36669"/>
                  </a:lnTo>
                  <a:lnTo>
                    <a:pt x="2765" y="36036"/>
                  </a:lnTo>
                  <a:lnTo>
                    <a:pt x="2202" y="37054"/>
                  </a:lnTo>
                  <a:lnTo>
                    <a:pt x="1580" y="41805"/>
                  </a:lnTo>
                  <a:lnTo>
                    <a:pt x="1076" y="51417"/>
                  </a:lnTo>
                  <a:lnTo>
                    <a:pt x="869" y="67015"/>
                  </a:lnTo>
                  <a:lnTo>
                    <a:pt x="1096" y="88975"/>
                  </a:lnTo>
                  <a:lnTo>
                    <a:pt x="2736" y="140718"/>
                  </a:lnTo>
                  <a:lnTo>
                    <a:pt x="5561" y="181170"/>
                  </a:lnTo>
                  <a:lnTo>
                    <a:pt x="16042" y="223806"/>
                  </a:lnTo>
                  <a:lnTo>
                    <a:pt x="17306" y="223806"/>
                  </a:lnTo>
                  <a:lnTo>
                    <a:pt x="18008" y="222492"/>
                  </a:lnTo>
                  <a:lnTo>
                    <a:pt x="18175" y="218037"/>
                  </a:lnTo>
                  <a:lnTo>
                    <a:pt x="17751" y="209670"/>
                  </a:lnTo>
                  <a:lnTo>
                    <a:pt x="12723" y="156869"/>
                  </a:lnTo>
                  <a:lnTo>
                    <a:pt x="7823" y="110006"/>
                  </a:lnTo>
                  <a:lnTo>
                    <a:pt x="5581" y="88264"/>
                  </a:lnTo>
                  <a:lnTo>
                    <a:pt x="869" y="38565"/>
                  </a:lnTo>
                  <a:lnTo>
                    <a:pt x="0" y="20863"/>
                  </a:lnTo>
                  <a:lnTo>
                    <a:pt x="424" y="15272"/>
                  </a:lnTo>
                  <a:lnTo>
                    <a:pt x="1501" y="10747"/>
                  </a:lnTo>
                  <a:lnTo>
                    <a:pt x="3398" y="5057"/>
                  </a:lnTo>
                  <a:lnTo>
                    <a:pt x="7191" y="0"/>
                  </a:lnTo>
                  <a:lnTo>
                    <a:pt x="17938" y="4425"/>
                  </a:lnTo>
                  <a:lnTo>
                    <a:pt x="52256" y="27719"/>
                  </a:lnTo>
                  <a:lnTo>
                    <a:pt x="83344" y="53175"/>
                  </a:lnTo>
                  <a:lnTo>
                    <a:pt x="115528" y="82238"/>
                  </a:lnTo>
                  <a:lnTo>
                    <a:pt x="141913" y="112476"/>
                  </a:lnTo>
                  <a:lnTo>
                    <a:pt x="162717" y="154262"/>
                  </a:lnTo>
                  <a:lnTo>
                    <a:pt x="164209" y="165908"/>
                  </a:lnTo>
                  <a:lnTo>
                    <a:pt x="163271" y="176310"/>
                  </a:lnTo>
                  <a:lnTo>
                    <a:pt x="142644" y="208712"/>
                  </a:lnTo>
                  <a:lnTo>
                    <a:pt x="96334" y="227520"/>
                  </a:lnTo>
                  <a:lnTo>
                    <a:pt x="69781" y="230760"/>
                  </a:lnTo>
                  <a:lnTo>
                    <a:pt x="58904" y="230691"/>
                  </a:lnTo>
                  <a:lnTo>
                    <a:pt x="49628" y="229733"/>
                  </a:lnTo>
                  <a:lnTo>
                    <a:pt x="41419" y="228182"/>
                  </a:lnTo>
                  <a:lnTo>
                    <a:pt x="33744" y="226335"/>
                  </a:lnTo>
                </a:path>
              </a:pathLst>
            </a:custGeom>
            <a:ln w="39821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6" name="object 146"/>
          <p:cNvSpPr/>
          <p:nvPr/>
        </p:nvSpPr>
        <p:spPr>
          <a:xfrm>
            <a:off x="6514469" y="4873605"/>
            <a:ext cx="83820" cy="15240"/>
          </a:xfrm>
          <a:custGeom>
            <a:avLst/>
            <a:gdLst/>
            <a:ahLst/>
            <a:cxnLst/>
            <a:rect l="l" t="t" r="r" b="b"/>
            <a:pathLst>
              <a:path w="83820" h="15239">
                <a:moveTo>
                  <a:pt x="0" y="15173"/>
                </a:moveTo>
                <a:lnTo>
                  <a:pt x="20863" y="11379"/>
                </a:lnTo>
                <a:lnTo>
                  <a:pt x="41726" y="7586"/>
                </a:lnTo>
                <a:lnTo>
                  <a:pt x="62590" y="3793"/>
                </a:lnTo>
                <a:lnTo>
                  <a:pt x="83453" y="0"/>
                </a:lnTo>
              </a:path>
            </a:pathLst>
          </a:custGeom>
          <a:ln w="39821">
            <a:solidFill>
              <a:srgbClr val="0056D6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47" name="object 147"/>
          <p:cNvGrpSpPr/>
          <p:nvPr/>
        </p:nvGrpSpPr>
        <p:grpSpPr>
          <a:xfrm>
            <a:off x="6752505" y="4695640"/>
            <a:ext cx="409575" cy="320675"/>
            <a:chOff x="6752505" y="4695640"/>
            <a:chExt cx="409575" cy="320675"/>
          </a:xfrm>
        </p:grpSpPr>
        <p:sp>
          <p:nvSpPr>
            <p:cNvPr id="148" name="object 148"/>
            <p:cNvSpPr/>
            <p:nvPr/>
          </p:nvSpPr>
          <p:spPr>
            <a:xfrm>
              <a:off x="6772416" y="4715550"/>
              <a:ext cx="189865" cy="281305"/>
            </a:xfrm>
            <a:custGeom>
              <a:avLst/>
              <a:gdLst/>
              <a:ahLst/>
              <a:cxnLst/>
              <a:rect l="l" t="t" r="r" b="b"/>
              <a:pathLst>
                <a:path w="189865" h="281304">
                  <a:moveTo>
                    <a:pt x="3793" y="59429"/>
                  </a:moveTo>
                  <a:lnTo>
                    <a:pt x="2529" y="53106"/>
                  </a:lnTo>
                  <a:lnTo>
                    <a:pt x="1264" y="46784"/>
                  </a:lnTo>
                  <a:lnTo>
                    <a:pt x="632" y="47416"/>
                  </a:lnTo>
                  <a:lnTo>
                    <a:pt x="266" y="49402"/>
                  </a:lnTo>
                  <a:lnTo>
                    <a:pt x="79" y="55240"/>
                  </a:lnTo>
                  <a:lnTo>
                    <a:pt x="9" y="66176"/>
                  </a:lnTo>
                  <a:lnTo>
                    <a:pt x="0" y="83453"/>
                  </a:lnTo>
                  <a:lnTo>
                    <a:pt x="0" y="107576"/>
                  </a:lnTo>
                  <a:lnTo>
                    <a:pt x="0" y="136085"/>
                  </a:lnTo>
                  <a:lnTo>
                    <a:pt x="0" y="165780"/>
                  </a:lnTo>
                  <a:lnTo>
                    <a:pt x="0" y="193459"/>
                  </a:lnTo>
                  <a:lnTo>
                    <a:pt x="0" y="216565"/>
                  </a:lnTo>
                  <a:lnTo>
                    <a:pt x="0" y="235107"/>
                  </a:lnTo>
                  <a:lnTo>
                    <a:pt x="0" y="249737"/>
                  </a:lnTo>
                  <a:lnTo>
                    <a:pt x="0" y="261107"/>
                  </a:lnTo>
                  <a:lnTo>
                    <a:pt x="0" y="274384"/>
                  </a:lnTo>
                  <a:lnTo>
                    <a:pt x="0" y="280706"/>
                  </a:lnTo>
                  <a:lnTo>
                    <a:pt x="9" y="279362"/>
                  </a:lnTo>
                  <a:lnTo>
                    <a:pt x="79" y="274700"/>
                  </a:lnTo>
                  <a:lnTo>
                    <a:pt x="1215" y="231719"/>
                  </a:lnTo>
                  <a:lnTo>
                    <a:pt x="2855" y="179343"/>
                  </a:lnTo>
                  <a:lnTo>
                    <a:pt x="4761" y="120102"/>
                  </a:lnTo>
                  <a:lnTo>
                    <a:pt x="7171" y="66087"/>
                  </a:lnTo>
                  <a:lnTo>
                    <a:pt x="13671" y="18255"/>
                  </a:lnTo>
                  <a:lnTo>
                    <a:pt x="34140" y="0"/>
                  </a:lnTo>
                  <a:lnTo>
                    <a:pt x="44887" y="1264"/>
                  </a:lnTo>
                  <a:lnTo>
                    <a:pt x="85982" y="15805"/>
                  </a:lnTo>
                  <a:lnTo>
                    <a:pt x="123233" y="44611"/>
                  </a:lnTo>
                  <a:lnTo>
                    <a:pt x="145806" y="80371"/>
                  </a:lnTo>
                  <a:lnTo>
                    <a:pt x="131106" y="128973"/>
                  </a:lnTo>
                  <a:lnTo>
                    <a:pt x="92650" y="156800"/>
                  </a:lnTo>
                  <a:lnTo>
                    <a:pt x="51842" y="168803"/>
                  </a:lnTo>
                  <a:lnTo>
                    <a:pt x="99890" y="194724"/>
                  </a:lnTo>
                  <a:lnTo>
                    <a:pt x="144077" y="224240"/>
                  </a:lnTo>
                  <a:lnTo>
                    <a:pt x="156158" y="232657"/>
                  </a:lnTo>
                  <a:lnTo>
                    <a:pt x="165819" y="239285"/>
                  </a:lnTo>
                  <a:lnTo>
                    <a:pt x="173228" y="243958"/>
                  </a:lnTo>
                  <a:lnTo>
                    <a:pt x="178740" y="246615"/>
                  </a:lnTo>
                  <a:lnTo>
                    <a:pt x="182711" y="247198"/>
                  </a:lnTo>
                  <a:lnTo>
                    <a:pt x="187137" y="246566"/>
                  </a:lnTo>
                  <a:lnTo>
                    <a:pt x="188401" y="240244"/>
                  </a:lnTo>
                  <a:lnTo>
                    <a:pt x="189666" y="233921"/>
                  </a:lnTo>
                </a:path>
              </a:pathLst>
            </a:custGeom>
            <a:ln w="39821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9" name="object 149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6988926" y="4743688"/>
              <a:ext cx="172617" cy="239602"/>
            </a:xfrm>
            <a:prstGeom prst="rect">
              <a:avLst/>
            </a:prstGeom>
          </p:spPr>
        </p:pic>
      </p:grpSp>
      <p:grpSp>
        <p:nvGrpSpPr>
          <p:cNvPr id="150" name="object 150"/>
          <p:cNvGrpSpPr/>
          <p:nvPr/>
        </p:nvGrpSpPr>
        <p:grpSpPr>
          <a:xfrm>
            <a:off x="7208968" y="4575023"/>
            <a:ext cx="1343025" cy="674370"/>
            <a:chOff x="7208968" y="4575023"/>
            <a:chExt cx="1343025" cy="674370"/>
          </a:xfrm>
        </p:grpSpPr>
        <p:sp>
          <p:nvSpPr>
            <p:cNvPr id="151" name="object 151"/>
            <p:cNvSpPr/>
            <p:nvPr/>
          </p:nvSpPr>
          <p:spPr>
            <a:xfrm>
              <a:off x="7228879" y="4738310"/>
              <a:ext cx="155575" cy="219075"/>
            </a:xfrm>
            <a:custGeom>
              <a:avLst/>
              <a:gdLst/>
              <a:ahLst/>
              <a:cxnLst/>
              <a:rect l="l" t="t" r="r" b="b"/>
              <a:pathLst>
                <a:path w="155575" h="219075">
                  <a:moveTo>
                    <a:pt x="25288" y="25289"/>
                  </a:moveTo>
                  <a:lnTo>
                    <a:pt x="22759" y="18966"/>
                  </a:lnTo>
                  <a:lnTo>
                    <a:pt x="20231" y="12644"/>
                  </a:lnTo>
                  <a:lnTo>
                    <a:pt x="18966" y="14541"/>
                  </a:lnTo>
                  <a:lnTo>
                    <a:pt x="18255" y="17593"/>
                  </a:lnTo>
                  <a:lnTo>
                    <a:pt x="18018" y="24261"/>
                  </a:lnTo>
                  <a:lnTo>
                    <a:pt x="18255" y="35078"/>
                  </a:lnTo>
                  <a:lnTo>
                    <a:pt x="18966" y="50577"/>
                  </a:lnTo>
                  <a:lnTo>
                    <a:pt x="20102" y="70690"/>
                  </a:lnTo>
                  <a:lnTo>
                    <a:pt x="21416" y="92936"/>
                  </a:lnTo>
                  <a:lnTo>
                    <a:pt x="22611" y="114234"/>
                  </a:lnTo>
                  <a:lnTo>
                    <a:pt x="21505" y="61137"/>
                  </a:lnTo>
                  <a:lnTo>
                    <a:pt x="21890" y="14620"/>
                  </a:lnTo>
                  <a:lnTo>
                    <a:pt x="34139" y="0"/>
                  </a:lnTo>
                  <a:lnTo>
                    <a:pt x="43623" y="2528"/>
                  </a:lnTo>
                  <a:lnTo>
                    <a:pt x="82188" y="24656"/>
                  </a:lnTo>
                  <a:lnTo>
                    <a:pt x="121573" y="63864"/>
                  </a:lnTo>
                  <a:lnTo>
                    <a:pt x="143168" y="95959"/>
                  </a:lnTo>
                  <a:lnTo>
                    <a:pt x="155525" y="144146"/>
                  </a:lnTo>
                  <a:lnTo>
                    <a:pt x="152779" y="158806"/>
                  </a:lnTo>
                  <a:lnTo>
                    <a:pt x="127708" y="194724"/>
                  </a:lnTo>
                  <a:lnTo>
                    <a:pt x="88767" y="214639"/>
                  </a:lnTo>
                  <a:lnTo>
                    <a:pt x="60465" y="218491"/>
                  </a:lnTo>
                  <a:lnTo>
                    <a:pt x="46863" y="217958"/>
                  </a:lnTo>
                  <a:lnTo>
                    <a:pt x="7823" y="207210"/>
                  </a:lnTo>
                  <a:lnTo>
                    <a:pt x="0" y="194724"/>
                  </a:lnTo>
                  <a:lnTo>
                    <a:pt x="5057" y="189666"/>
                  </a:lnTo>
                  <a:lnTo>
                    <a:pt x="10115" y="184608"/>
                  </a:lnTo>
                </a:path>
              </a:pathLst>
            </a:custGeom>
            <a:ln w="39821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7242788" y="4911539"/>
              <a:ext cx="7620" cy="53340"/>
            </a:xfrm>
            <a:custGeom>
              <a:avLst/>
              <a:gdLst/>
              <a:ahLst/>
              <a:cxnLst/>
              <a:rect l="l" t="t" r="r" b="b"/>
              <a:pathLst>
                <a:path w="7620" h="53339">
                  <a:moveTo>
                    <a:pt x="7586" y="0"/>
                  </a:moveTo>
                  <a:lnTo>
                    <a:pt x="5689" y="13276"/>
                  </a:lnTo>
                  <a:lnTo>
                    <a:pt x="3793" y="26553"/>
                  </a:lnTo>
                  <a:lnTo>
                    <a:pt x="1896" y="39829"/>
                  </a:lnTo>
                  <a:lnTo>
                    <a:pt x="0" y="53106"/>
                  </a:lnTo>
                </a:path>
              </a:pathLst>
            </a:custGeom>
            <a:ln w="39821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3" name="object 153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7427717" y="4747482"/>
              <a:ext cx="201669" cy="247189"/>
            </a:xfrm>
            <a:prstGeom prst="rect">
              <a:avLst/>
            </a:prstGeom>
          </p:spPr>
        </p:pic>
        <p:pic>
          <p:nvPicPr>
            <p:cNvPr id="154" name="object 154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7650248" y="4725018"/>
              <a:ext cx="376173" cy="241272"/>
            </a:xfrm>
            <a:prstGeom prst="rect">
              <a:avLst/>
            </a:prstGeom>
          </p:spPr>
        </p:pic>
        <p:sp>
          <p:nvSpPr>
            <p:cNvPr id="155" name="object 155"/>
            <p:cNvSpPr/>
            <p:nvPr/>
          </p:nvSpPr>
          <p:spPr>
            <a:xfrm>
              <a:off x="8044395" y="4752693"/>
              <a:ext cx="139065" cy="226695"/>
            </a:xfrm>
            <a:custGeom>
              <a:avLst/>
              <a:gdLst/>
              <a:ahLst/>
              <a:cxnLst/>
              <a:rect l="l" t="t" r="r" b="b"/>
              <a:pathLst>
                <a:path w="139065" h="226695">
                  <a:moveTo>
                    <a:pt x="25338" y="14699"/>
                  </a:moveTo>
                  <a:lnTo>
                    <a:pt x="16487" y="10905"/>
                  </a:lnTo>
                  <a:lnTo>
                    <a:pt x="7635" y="7112"/>
                  </a:lnTo>
                  <a:lnTo>
                    <a:pt x="6371" y="5215"/>
                  </a:lnTo>
                  <a:lnTo>
                    <a:pt x="6964" y="4119"/>
                  </a:lnTo>
                  <a:lnTo>
                    <a:pt x="51417" y="3329"/>
                  </a:lnTo>
                  <a:lnTo>
                    <a:pt x="94092" y="3585"/>
                  </a:lnTo>
                  <a:lnTo>
                    <a:pt x="134317" y="5215"/>
                  </a:lnTo>
                  <a:lnTo>
                    <a:pt x="138505" y="6480"/>
                  </a:lnTo>
                  <a:lnTo>
                    <a:pt x="135482" y="6825"/>
                  </a:lnTo>
                  <a:lnTo>
                    <a:pt x="85922" y="4702"/>
                  </a:lnTo>
                  <a:lnTo>
                    <a:pt x="45243" y="1936"/>
                  </a:lnTo>
                  <a:lnTo>
                    <a:pt x="27866" y="790"/>
                  </a:lnTo>
                  <a:lnTo>
                    <a:pt x="15163" y="98"/>
                  </a:lnTo>
                  <a:lnTo>
                    <a:pt x="6845" y="0"/>
                  </a:lnTo>
                  <a:lnTo>
                    <a:pt x="2084" y="612"/>
                  </a:lnTo>
                  <a:lnTo>
                    <a:pt x="49" y="2054"/>
                  </a:lnTo>
                  <a:lnTo>
                    <a:pt x="0" y="4563"/>
                  </a:lnTo>
                  <a:lnTo>
                    <a:pt x="1550" y="8851"/>
                  </a:lnTo>
                  <a:lnTo>
                    <a:pt x="4405" y="15746"/>
                  </a:lnTo>
                  <a:lnTo>
                    <a:pt x="8268" y="26079"/>
                  </a:lnTo>
                  <a:lnTo>
                    <a:pt x="22404" y="78800"/>
                  </a:lnTo>
                  <a:lnTo>
                    <a:pt x="29941" y="124902"/>
                  </a:lnTo>
                  <a:lnTo>
                    <a:pt x="34248" y="169948"/>
                  </a:lnTo>
                  <a:lnTo>
                    <a:pt x="36233" y="202992"/>
                  </a:lnTo>
                  <a:lnTo>
                    <a:pt x="36955" y="213453"/>
                  </a:lnTo>
                  <a:lnTo>
                    <a:pt x="38031" y="220477"/>
                  </a:lnTo>
                  <a:lnTo>
                    <a:pt x="39879" y="224596"/>
                  </a:lnTo>
                  <a:lnTo>
                    <a:pt x="42931" y="226305"/>
                  </a:lnTo>
                  <a:lnTo>
                    <a:pt x="47702" y="225939"/>
                  </a:lnTo>
                  <a:lnTo>
                    <a:pt x="54726" y="223796"/>
                  </a:lnTo>
                  <a:lnTo>
                    <a:pt x="64535" y="220170"/>
                  </a:lnTo>
                  <a:lnTo>
                    <a:pt x="77437" y="215360"/>
                  </a:lnTo>
                  <a:lnTo>
                    <a:pt x="92828" y="209660"/>
                  </a:lnTo>
                  <a:lnTo>
                    <a:pt x="109878" y="203367"/>
                  </a:lnTo>
                  <a:lnTo>
                    <a:pt x="127758" y="196778"/>
                  </a:lnTo>
                </a:path>
              </a:pathLst>
            </a:custGeom>
            <a:ln w="39821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8062146" y="4851477"/>
              <a:ext cx="87630" cy="10795"/>
            </a:xfrm>
            <a:custGeom>
              <a:avLst/>
              <a:gdLst/>
              <a:ahLst/>
              <a:cxnLst/>
              <a:rect l="l" t="t" r="r" b="b"/>
              <a:pathLst>
                <a:path w="87629" h="10795">
                  <a:moveTo>
                    <a:pt x="0" y="10747"/>
                  </a:moveTo>
                  <a:lnTo>
                    <a:pt x="3793" y="5689"/>
                  </a:lnTo>
                  <a:lnTo>
                    <a:pt x="7586" y="632"/>
                  </a:lnTo>
                  <a:lnTo>
                    <a:pt x="22127" y="0"/>
                  </a:lnTo>
                  <a:lnTo>
                    <a:pt x="34880" y="286"/>
                  </a:lnTo>
                  <a:lnTo>
                    <a:pt x="50656" y="1817"/>
                  </a:lnTo>
                  <a:lnTo>
                    <a:pt x="68447" y="4178"/>
                  </a:lnTo>
                  <a:lnTo>
                    <a:pt x="87246" y="6954"/>
                  </a:lnTo>
                </a:path>
              </a:pathLst>
            </a:custGeom>
            <a:ln w="39821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8249283" y="4717446"/>
              <a:ext cx="165735" cy="264795"/>
            </a:xfrm>
            <a:custGeom>
              <a:avLst/>
              <a:gdLst/>
              <a:ahLst/>
              <a:cxnLst/>
              <a:rect l="l" t="t" r="r" b="b"/>
              <a:pathLst>
                <a:path w="165734" h="264795">
                  <a:moveTo>
                    <a:pt x="21495" y="38565"/>
                  </a:moveTo>
                  <a:lnTo>
                    <a:pt x="22759" y="32243"/>
                  </a:lnTo>
                  <a:lnTo>
                    <a:pt x="24024" y="25921"/>
                  </a:lnTo>
                  <a:lnTo>
                    <a:pt x="24656" y="26553"/>
                  </a:lnTo>
                  <a:lnTo>
                    <a:pt x="25051" y="28538"/>
                  </a:lnTo>
                  <a:lnTo>
                    <a:pt x="25446" y="34377"/>
                  </a:lnTo>
                  <a:lnTo>
                    <a:pt x="26078" y="45312"/>
                  </a:lnTo>
                  <a:lnTo>
                    <a:pt x="27185" y="62590"/>
                  </a:lnTo>
                  <a:lnTo>
                    <a:pt x="28904" y="86663"/>
                  </a:lnTo>
                  <a:lnTo>
                    <a:pt x="30978" y="114827"/>
                  </a:lnTo>
                  <a:lnTo>
                    <a:pt x="33053" y="143583"/>
                  </a:lnTo>
                  <a:lnTo>
                    <a:pt x="34772" y="169435"/>
                  </a:lnTo>
                  <a:lnTo>
                    <a:pt x="35878" y="189676"/>
                  </a:lnTo>
                  <a:lnTo>
                    <a:pt x="36510" y="204760"/>
                  </a:lnTo>
                  <a:lnTo>
                    <a:pt x="36905" y="215933"/>
                  </a:lnTo>
                  <a:lnTo>
                    <a:pt x="37301" y="224438"/>
                  </a:lnTo>
                  <a:lnTo>
                    <a:pt x="37933" y="234554"/>
                  </a:lnTo>
                  <a:lnTo>
                    <a:pt x="39197" y="240876"/>
                  </a:lnTo>
                  <a:lnTo>
                    <a:pt x="39829" y="240876"/>
                  </a:lnTo>
                  <a:lnTo>
                    <a:pt x="40155" y="239592"/>
                  </a:lnTo>
                  <a:lnTo>
                    <a:pt x="40066" y="235344"/>
                  </a:lnTo>
                  <a:lnTo>
                    <a:pt x="39385" y="227540"/>
                  </a:lnTo>
                  <a:lnTo>
                    <a:pt x="37932" y="215587"/>
                  </a:lnTo>
                  <a:lnTo>
                    <a:pt x="35631" y="199169"/>
                  </a:lnTo>
                  <a:lnTo>
                    <a:pt x="32796" y="179076"/>
                  </a:lnTo>
                  <a:lnTo>
                    <a:pt x="29842" y="156376"/>
                  </a:lnTo>
                  <a:lnTo>
                    <a:pt x="25150" y="107467"/>
                  </a:lnTo>
                  <a:lnTo>
                    <a:pt x="22740" y="62165"/>
                  </a:lnTo>
                  <a:lnTo>
                    <a:pt x="21890" y="21495"/>
                  </a:lnTo>
                  <a:lnTo>
                    <a:pt x="40462" y="0"/>
                  </a:lnTo>
                  <a:lnTo>
                    <a:pt x="47841" y="197"/>
                  </a:lnTo>
                  <a:lnTo>
                    <a:pt x="94912" y="22196"/>
                  </a:lnTo>
                  <a:lnTo>
                    <a:pt x="125812" y="49362"/>
                  </a:lnTo>
                  <a:lnTo>
                    <a:pt x="151150" y="85241"/>
                  </a:lnTo>
                  <a:lnTo>
                    <a:pt x="164525" y="126039"/>
                  </a:lnTo>
                  <a:lnTo>
                    <a:pt x="165642" y="146675"/>
                  </a:lnTo>
                  <a:lnTo>
                    <a:pt x="162648" y="166639"/>
                  </a:lnTo>
                  <a:lnTo>
                    <a:pt x="145993" y="202775"/>
                  </a:lnTo>
                  <a:lnTo>
                    <a:pt x="118749" y="231165"/>
                  </a:lnTo>
                  <a:lnTo>
                    <a:pt x="72073" y="256682"/>
                  </a:lnTo>
                  <a:lnTo>
                    <a:pt x="37132" y="264327"/>
                  </a:lnTo>
                  <a:lnTo>
                    <a:pt x="28449" y="264268"/>
                  </a:lnTo>
                  <a:lnTo>
                    <a:pt x="0" y="245934"/>
                  </a:lnTo>
                  <a:lnTo>
                    <a:pt x="632" y="240876"/>
                  </a:lnTo>
                  <a:lnTo>
                    <a:pt x="1264" y="235818"/>
                  </a:lnTo>
                  <a:lnTo>
                    <a:pt x="3793" y="232025"/>
                  </a:lnTo>
                  <a:lnTo>
                    <a:pt x="6322" y="228231"/>
                  </a:lnTo>
                </a:path>
              </a:pathLst>
            </a:custGeom>
            <a:ln w="39821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8282159" y="4594934"/>
              <a:ext cx="250190" cy="634365"/>
            </a:xfrm>
            <a:custGeom>
              <a:avLst/>
              <a:gdLst/>
              <a:ahLst/>
              <a:cxnLst/>
              <a:rect l="l" t="t" r="r" b="b"/>
              <a:pathLst>
                <a:path w="250190" h="634364">
                  <a:moveTo>
                    <a:pt x="128973" y="9345"/>
                  </a:moveTo>
                  <a:lnTo>
                    <a:pt x="175737" y="1876"/>
                  </a:lnTo>
                  <a:lnTo>
                    <a:pt x="202222" y="0"/>
                  </a:lnTo>
                  <a:lnTo>
                    <a:pt x="213295" y="335"/>
                  </a:lnTo>
                  <a:lnTo>
                    <a:pt x="247831" y="22621"/>
                  </a:lnTo>
                  <a:lnTo>
                    <a:pt x="249885" y="49490"/>
                  </a:lnTo>
                  <a:lnTo>
                    <a:pt x="249786" y="67963"/>
                  </a:lnTo>
                  <a:lnTo>
                    <a:pt x="249095" y="89637"/>
                  </a:lnTo>
                  <a:lnTo>
                    <a:pt x="247949" y="114392"/>
                  </a:lnTo>
                  <a:lnTo>
                    <a:pt x="246566" y="142111"/>
                  </a:lnTo>
                  <a:lnTo>
                    <a:pt x="245183" y="172675"/>
                  </a:lnTo>
                  <a:lnTo>
                    <a:pt x="244037" y="205965"/>
                  </a:lnTo>
                  <a:lnTo>
                    <a:pt x="243296" y="241715"/>
                  </a:lnTo>
                  <a:lnTo>
                    <a:pt x="242852" y="279066"/>
                  </a:lnTo>
                  <a:lnTo>
                    <a:pt x="242526" y="317009"/>
                  </a:lnTo>
                  <a:lnTo>
                    <a:pt x="242140" y="354537"/>
                  </a:lnTo>
                  <a:lnTo>
                    <a:pt x="241587" y="390751"/>
                  </a:lnTo>
                  <a:lnTo>
                    <a:pt x="241034" y="425188"/>
                  </a:lnTo>
                  <a:lnTo>
                    <a:pt x="240718" y="457490"/>
                  </a:lnTo>
                  <a:lnTo>
                    <a:pt x="241676" y="514341"/>
                  </a:lnTo>
                  <a:lnTo>
                    <a:pt x="244699" y="560118"/>
                  </a:lnTo>
                  <a:lnTo>
                    <a:pt x="248373" y="595196"/>
                  </a:lnTo>
                  <a:lnTo>
                    <a:pt x="249648" y="608690"/>
                  </a:lnTo>
                  <a:lnTo>
                    <a:pt x="226414" y="634048"/>
                  </a:lnTo>
                  <a:lnTo>
                    <a:pt x="209265" y="632715"/>
                  </a:lnTo>
                  <a:lnTo>
                    <a:pt x="158371" y="627341"/>
                  </a:lnTo>
                  <a:lnTo>
                    <a:pt x="101788" y="620070"/>
                  </a:lnTo>
                  <a:lnTo>
                    <a:pt x="57453" y="612879"/>
                  </a:lnTo>
                  <a:lnTo>
                    <a:pt x="40887" y="610024"/>
                  </a:lnTo>
                  <a:lnTo>
                    <a:pt x="27818" y="608058"/>
                  </a:lnTo>
                  <a:lnTo>
                    <a:pt x="17959" y="607179"/>
                  </a:lnTo>
                  <a:lnTo>
                    <a:pt x="10589" y="607189"/>
                  </a:lnTo>
                  <a:lnTo>
                    <a:pt x="4880" y="607791"/>
                  </a:lnTo>
                  <a:lnTo>
                    <a:pt x="0" y="608690"/>
                  </a:lnTo>
                </a:path>
              </a:pathLst>
            </a:custGeom>
            <a:ln w="39821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32739" y="1137066"/>
            <a:ext cx="5146675" cy="1701800"/>
            <a:chOff x="2632739" y="1137066"/>
            <a:chExt cx="5146675" cy="1701800"/>
          </a:xfrm>
        </p:grpSpPr>
        <p:sp>
          <p:nvSpPr>
            <p:cNvPr id="3" name="object 3"/>
            <p:cNvSpPr/>
            <p:nvPr/>
          </p:nvSpPr>
          <p:spPr>
            <a:xfrm>
              <a:off x="5425941" y="1176215"/>
              <a:ext cx="288925" cy="401320"/>
            </a:xfrm>
            <a:custGeom>
              <a:avLst/>
              <a:gdLst/>
              <a:ahLst/>
              <a:cxnLst/>
              <a:rect l="l" t="t" r="r" b="b"/>
              <a:pathLst>
                <a:path w="288925" h="401319">
                  <a:moveTo>
                    <a:pt x="21081" y="52671"/>
                  </a:moveTo>
                  <a:lnTo>
                    <a:pt x="19561" y="39250"/>
                  </a:lnTo>
                  <a:lnTo>
                    <a:pt x="18042" y="27348"/>
                  </a:lnTo>
                  <a:lnTo>
                    <a:pt x="16523" y="18485"/>
                  </a:lnTo>
                  <a:lnTo>
                    <a:pt x="15003" y="14180"/>
                  </a:lnTo>
                  <a:lnTo>
                    <a:pt x="13531" y="15795"/>
                  </a:lnTo>
                  <a:lnTo>
                    <a:pt x="12344" y="24056"/>
                  </a:lnTo>
                  <a:lnTo>
                    <a:pt x="11727" y="39535"/>
                  </a:lnTo>
                  <a:lnTo>
                    <a:pt x="11965" y="62800"/>
                  </a:lnTo>
                  <a:lnTo>
                    <a:pt x="15510" y="130792"/>
                  </a:lnTo>
                  <a:lnTo>
                    <a:pt x="18517" y="170913"/>
                  </a:lnTo>
                  <a:lnTo>
                    <a:pt x="22094" y="211699"/>
                  </a:lnTo>
                  <a:lnTo>
                    <a:pt x="26035" y="250791"/>
                  </a:lnTo>
                  <a:lnTo>
                    <a:pt x="33916" y="317960"/>
                  </a:lnTo>
                  <a:lnTo>
                    <a:pt x="39962" y="361927"/>
                  </a:lnTo>
                  <a:lnTo>
                    <a:pt x="44378" y="381868"/>
                  </a:lnTo>
                  <a:lnTo>
                    <a:pt x="44868" y="378909"/>
                  </a:lnTo>
                  <a:lnTo>
                    <a:pt x="39313" y="338313"/>
                  </a:lnTo>
                  <a:lnTo>
                    <a:pt x="27032" y="281210"/>
                  </a:lnTo>
                  <a:lnTo>
                    <a:pt x="20084" y="246439"/>
                  </a:lnTo>
                  <a:lnTo>
                    <a:pt x="9543" y="172575"/>
                  </a:lnTo>
                  <a:lnTo>
                    <a:pt x="4447" y="104836"/>
                  </a:lnTo>
                  <a:lnTo>
                    <a:pt x="2848" y="77994"/>
                  </a:lnTo>
                  <a:lnTo>
                    <a:pt x="1392" y="57910"/>
                  </a:lnTo>
                  <a:lnTo>
                    <a:pt x="316" y="44188"/>
                  </a:lnTo>
                  <a:lnTo>
                    <a:pt x="0" y="35974"/>
                  </a:lnTo>
                  <a:lnTo>
                    <a:pt x="822" y="32413"/>
                  </a:lnTo>
                  <a:lnTo>
                    <a:pt x="27158" y="68878"/>
                  </a:lnTo>
                  <a:lnTo>
                    <a:pt x="60711" y="125728"/>
                  </a:lnTo>
                  <a:lnTo>
                    <a:pt x="78864" y="156479"/>
                  </a:lnTo>
                  <a:lnTo>
                    <a:pt x="107527" y="203216"/>
                  </a:lnTo>
                  <a:lnTo>
                    <a:pt x="134638" y="240551"/>
                  </a:lnTo>
                  <a:lnTo>
                    <a:pt x="157239" y="253355"/>
                  </a:lnTo>
                  <a:lnTo>
                    <a:pt x="164788" y="249683"/>
                  </a:lnTo>
                  <a:lnTo>
                    <a:pt x="196315" y="201490"/>
                  </a:lnTo>
                  <a:lnTo>
                    <a:pt x="221765" y="142963"/>
                  </a:lnTo>
                  <a:lnTo>
                    <a:pt x="241421" y="90181"/>
                  </a:lnTo>
                  <a:lnTo>
                    <a:pt x="253007" y="52639"/>
                  </a:lnTo>
                  <a:lnTo>
                    <a:pt x="260683" y="23787"/>
                  </a:lnTo>
                  <a:lnTo>
                    <a:pt x="263800" y="12281"/>
                  </a:lnTo>
                  <a:lnTo>
                    <a:pt x="266349" y="4004"/>
                  </a:lnTo>
                  <a:lnTo>
                    <a:pt x="268232" y="0"/>
                  </a:lnTo>
                  <a:lnTo>
                    <a:pt x="269387" y="1361"/>
                  </a:lnTo>
                  <a:lnTo>
                    <a:pt x="269878" y="9369"/>
                  </a:lnTo>
                  <a:lnTo>
                    <a:pt x="269799" y="25354"/>
                  </a:lnTo>
                  <a:lnTo>
                    <a:pt x="269245" y="50645"/>
                  </a:lnTo>
                  <a:lnTo>
                    <a:pt x="268359" y="85733"/>
                  </a:lnTo>
                  <a:lnTo>
                    <a:pt x="267472" y="127753"/>
                  </a:lnTo>
                  <a:lnTo>
                    <a:pt x="266966" y="173002"/>
                  </a:lnTo>
                  <a:lnTo>
                    <a:pt x="267219" y="217776"/>
                  </a:lnTo>
                  <a:lnTo>
                    <a:pt x="268501" y="258910"/>
                  </a:lnTo>
                  <a:lnTo>
                    <a:pt x="273344" y="326744"/>
                  </a:lnTo>
                  <a:lnTo>
                    <a:pt x="279342" y="372309"/>
                  </a:lnTo>
                  <a:lnTo>
                    <a:pt x="288490" y="401114"/>
                  </a:lnTo>
                  <a:lnTo>
                    <a:pt x="288490" y="390985"/>
                  </a:lnTo>
                  <a:lnTo>
                    <a:pt x="288490" y="382881"/>
                  </a:lnTo>
                  <a:lnTo>
                    <a:pt x="288490" y="374778"/>
                  </a:lnTo>
                  <a:lnTo>
                    <a:pt x="288490" y="368701"/>
                  </a:lnTo>
                  <a:lnTo>
                    <a:pt x="288490" y="362623"/>
                  </a:lnTo>
                </a:path>
              </a:pathLst>
            </a:custGeom>
            <a:ln w="453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32739" y="1137066"/>
              <a:ext cx="5146417" cy="1701552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1990830" y="2441092"/>
            <a:ext cx="292735" cy="318135"/>
          </a:xfrm>
          <a:custGeom>
            <a:avLst/>
            <a:gdLst/>
            <a:ahLst/>
            <a:cxnLst/>
            <a:rect l="l" t="t" r="r" b="b"/>
            <a:pathLst>
              <a:path w="292735" h="318135">
                <a:moveTo>
                  <a:pt x="210812" y="39756"/>
                </a:moveTo>
                <a:lnTo>
                  <a:pt x="172322" y="5824"/>
                </a:lnTo>
                <a:lnTo>
                  <a:pt x="136363" y="0"/>
                </a:lnTo>
                <a:lnTo>
                  <a:pt x="117624" y="1266"/>
                </a:lnTo>
                <a:lnTo>
                  <a:pt x="68482" y="28329"/>
                </a:lnTo>
                <a:lnTo>
                  <a:pt x="39693" y="67596"/>
                </a:lnTo>
                <a:lnTo>
                  <a:pt x="15636" y="118336"/>
                </a:lnTo>
                <a:lnTo>
                  <a:pt x="2041" y="168207"/>
                </a:lnTo>
                <a:lnTo>
                  <a:pt x="0" y="190427"/>
                </a:lnTo>
                <a:lnTo>
                  <a:pt x="807" y="210749"/>
                </a:lnTo>
                <a:lnTo>
                  <a:pt x="17599" y="260445"/>
                </a:lnTo>
                <a:lnTo>
                  <a:pt x="51421" y="294742"/>
                </a:lnTo>
                <a:lnTo>
                  <a:pt x="92301" y="314256"/>
                </a:lnTo>
                <a:lnTo>
                  <a:pt x="116358" y="317802"/>
                </a:lnTo>
                <a:lnTo>
                  <a:pt x="127627" y="316250"/>
                </a:lnTo>
                <a:lnTo>
                  <a:pt x="161939" y="296784"/>
                </a:lnTo>
                <a:lnTo>
                  <a:pt x="192707" y="260382"/>
                </a:lnTo>
                <a:lnTo>
                  <a:pt x="209799" y="221068"/>
                </a:lnTo>
                <a:lnTo>
                  <a:pt x="188908" y="183084"/>
                </a:lnTo>
                <a:lnTo>
                  <a:pt x="163063" y="178035"/>
                </a:lnTo>
                <a:lnTo>
                  <a:pt x="154469" y="176627"/>
                </a:lnTo>
                <a:lnTo>
                  <a:pt x="147964" y="175408"/>
                </a:lnTo>
                <a:lnTo>
                  <a:pt x="144973" y="174474"/>
                </a:lnTo>
                <a:lnTo>
                  <a:pt x="146571" y="173857"/>
                </a:lnTo>
                <a:lnTo>
                  <a:pt x="152443" y="173335"/>
                </a:lnTo>
                <a:lnTo>
                  <a:pt x="161923" y="172622"/>
                </a:lnTo>
                <a:lnTo>
                  <a:pt x="174347" y="171435"/>
                </a:lnTo>
                <a:lnTo>
                  <a:pt x="188956" y="169599"/>
                </a:lnTo>
                <a:lnTo>
                  <a:pt x="204608" y="167384"/>
                </a:lnTo>
                <a:lnTo>
                  <a:pt x="220071" y="165168"/>
                </a:lnTo>
                <a:lnTo>
                  <a:pt x="234109" y="163332"/>
                </a:lnTo>
                <a:lnTo>
                  <a:pt x="245790" y="162208"/>
                </a:lnTo>
                <a:lnTo>
                  <a:pt x="255381" y="161939"/>
                </a:lnTo>
                <a:lnTo>
                  <a:pt x="263452" y="162620"/>
                </a:lnTo>
                <a:lnTo>
                  <a:pt x="292225" y="188164"/>
                </a:lnTo>
                <a:lnTo>
                  <a:pt x="292099" y="196378"/>
                </a:lnTo>
                <a:lnTo>
                  <a:pt x="290833" y="207061"/>
                </a:lnTo>
                <a:lnTo>
                  <a:pt x="288807" y="221068"/>
                </a:lnTo>
                <a:lnTo>
                  <a:pt x="286354" y="238937"/>
                </a:lnTo>
                <a:lnTo>
                  <a:pt x="283616" y="259939"/>
                </a:lnTo>
                <a:lnTo>
                  <a:pt x="280688" y="283030"/>
                </a:lnTo>
                <a:lnTo>
                  <a:pt x="277665" y="307166"/>
                </a:lnTo>
              </a:path>
            </a:pathLst>
          </a:custGeom>
          <a:ln w="453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2351059" y="2387886"/>
            <a:ext cx="784860" cy="365760"/>
            <a:chOff x="2351059" y="2387886"/>
            <a:chExt cx="784860" cy="365760"/>
          </a:xfrm>
        </p:grpSpPr>
        <p:sp>
          <p:nvSpPr>
            <p:cNvPr id="7" name="object 7"/>
            <p:cNvSpPr/>
            <p:nvPr/>
          </p:nvSpPr>
          <p:spPr>
            <a:xfrm>
              <a:off x="2373748" y="2447215"/>
              <a:ext cx="191135" cy="283210"/>
            </a:xfrm>
            <a:custGeom>
              <a:avLst/>
              <a:gdLst/>
              <a:ahLst/>
              <a:cxnLst/>
              <a:rect l="l" t="t" r="r" b="b"/>
              <a:pathLst>
                <a:path w="191135" h="283210">
                  <a:moveTo>
                    <a:pt x="5705" y="17829"/>
                  </a:moveTo>
                  <a:lnTo>
                    <a:pt x="7131" y="9271"/>
                  </a:lnTo>
                  <a:lnTo>
                    <a:pt x="8558" y="713"/>
                  </a:lnTo>
                  <a:lnTo>
                    <a:pt x="8558" y="0"/>
                  </a:lnTo>
                  <a:lnTo>
                    <a:pt x="8346" y="1025"/>
                  </a:lnTo>
                  <a:lnTo>
                    <a:pt x="8769" y="45008"/>
                  </a:lnTo>
                  <a:lnTo>
                    <a:pt x="12759" y="92590"/>
                  </a:lnTo>
                  <a:lnTo>
                    <a:pt x="19122" y="149901"/>
                  </a:lnTo>
                  <a:lnTo>
                    <a:pt x="26521" y="205974"/>
                  </a:lnTo>
                  <a:lnTo>
                    <a:pt x="32895" y="246414"/>
                  </a:lnTo>
                  <a:lnTo>
                    <a:pt x="38511" y="269581"/>
                  </a:lnTo>
                  <a:lnTo>
                    <a:pt x="39258" y="269280"/>
                  </a:lnTo>
                  <a:lnTo>
                    <a:pt x="30399" y="213875"/>
                  </a:lnTo>
                  <a:lnTo>
                    <a:pt x="24782" y="185515"/>
                  </a:lnTo>
                  <a:lnTo>
                    <a:pt x="18899" y="155149"/>
                  </a:lnTo>
                  <a:lnTo>
                    <a:pt x="9360" y="98931"/>
                  </a:lnTo>
                  <a:lnTo>
                    <a:pt x="3922" y="56720"/>
                  </a:lnTo>
                  <a:lnTo>
                    <a:pt x="2139" y="41364"/>
                  </a:lnTo>
                  <a:lnTo>
                    <a:pt x="735" y="29897"/>
                  </a:lnTo>
                  <a:lnTo>
                    <a:pt x="0" y="21841"/>
                  </a:lnTo>
                  <a:lnTo>
                    <a:pt x="334" y="16592"/>
                  </a:lnTo>
                  <a:lnTo>
                    <a:pt x="2139" y="13550"/>
                  </a:lnTo>
                  <a:lnTo>
                    <a:pt x="5794" y="12213"/>
                  </a:lnTo>
                  <a:lnTo>
                    <a:pt x="11589" y="12480"/>
                  </a:lnTo>
                  <a:lnTo>
                    <a:pt x="60352" y="29775"/>
                  </a:lnTo>
                  <a:lnTo>
                    <a:pt x="96992" y="49209"/>
                  </a:lnTo>
                  <a:lnTo>
                    <a:pt x="135147" y="75864"/>
                  </a:lnTo>
                  <a:lnTo>
                    <a:pt x="166883" y="104124"/>
                  </a:lnTo>
                  <a:lnTo>
                    <a:pt x="189750" y="141532"/>
                  </a:lnTo>
                  <a:lnTo>
                    <a:pt x="191131" y="154759"/>
                  </a:lnTo>
                  <a:lnTo>
                    <a:pt x="189761" y="169379"/>
                  </a:lnTo>
                  <a:lnTo>
                    <a:pt x="167596" y="217519"/>
                  </a:lnTo>
                  <a:lnTo>
                    <a:pt x="137910" y="247562"/>
                  </a:lnTo>
                  <a:lnTo>
                    <a:pt x="105550" y="269581"/>
                  </a:lnTo>
                  <a:lnTo>
                    <a:pt x="69345" y="281616"/>
                  </a:lnTo>
                  <a:lnTo>
                    <a:pt x="49922" y="283132"/>
                  </a:lnTo>
                  <a:lnTo>
                    <a:pt x="42790" y="283132"/>
                  </a:lnTo>
                  <a:lnTo>
                    <a:pt x="37085" y="280992"/>
                  </a:lnTo>
                  <a:lnTo>
                    <a:pt x="31379" y="278852"/>
                  </a:lnTo>
                  <a:lnTo>
                    <a:pt x="27100" y="274573"/>
                  </a:lnTo>
                  <a:lnTo>
                    <a:pt x="22821" y="270294"/>
                  </a:lnTo>
                </a:path>
              </a:pathLst>
            </a:custGeom>
            <a:ln w="453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653850" y="2436428"/>
              <a:ext cx="152400" cy="278765"/>
            </a:xfrm>
            <a:custGeom>
              <a:avLst/>
              <a:gdLst/>
              <a:ahLst/>
              <a:cxnLst/>
              <a:rect l="l" t="t" r="r" b="b"/>
              <a:pathLst>
                <a:path w="152400" h="278764">
                  <a:moveTo>
                    <a:pt x="12302" y="41453"/>
                  </a:moveTo>
                  <a:lnTo>
                    <a:pt x="8023" y="35748"/>
                  </a:lnTo>
                  <a:lnTo>
                    <a:pt x="3744" y="30042"/>
                  </a:lnTo>
                  <a:lnTo>
                    <a:pt x="1604" y="31468"/>
                  </a:lnTo>
                  <a:lnTo>
                    <a:pt x="456" y="34065"/>
                  </a:lnTo>
                  <a:lnTo>
                    <a:pt x="445" y="40472"/>
                  </a:lnTo>
                  <a:lnTo>
                    <a:pt x="1905" y="51828"/>
                  </a:lnTo>
                  <a:lnTo>
                    <a:pt x="5170" y="69267"/>
                  </a:lnTo>
                  <a:lnTo>
                    <a:pt x="10363" y="93259"/>
                  </a:lnTo>
                  <a:lnTo>
                    <a:pt x="16759" y="121597"/>
                  </a:lnTo>
                  <a:lnTo>
                    <a:pt x="23423" y="151405"/>
                  </a:lnTo>
                  <a:lnTo>
                    <a:pt x="34009" y="204459"/>
                  </a:lnTo>
                  <a:lnTo>
                    <a:pt x="40829" y="255407"/>
                  </a:lnTo>
                  <a:lnTo>
                    <a:pt x="42256" y="271097"/>
                  </a:lnTo>
                  <a:lnTo>
                    <a:pt x="42256" y="278228"/>
                  </a:lnTo>
                  <a:lnTo>
                    <a:pt x="32706" y="229844"/>
                  </a:lnTo>
                  <a:lnTo>
                    <a:pt x="27011" y="206554"/>
                  </a:lnTo>
                  <a:lnTo>
                    <a:pt x="20916" y="180590"/>
                  </a:lnTo>
                  <a:lnTo>
                    <a:pt x="10330" y="126488"/>
                  </a:lnTo>
                  <a:lnTo>
                    <a:pt x="3621" y="78505"/>
                  </a:lnTo>
                  <a:lnTo>
                    <a:pt x="0" y="36817"/>
                  </a:lnTo>
                  <a:lnTo>
                    <a:pt x="401" y="29908"/>
                  </a:lnTo>
                  <a:lnTo>
                    <a:pt x="34945" y="0"/>
                  </a:lnTo>
                  <a:lnTo>
                    <a:pt x="46579" y="167"/>
                  </a:lnTo>
                  <a:lnTo>
                    <a:pt x="91108" y="16670"/>
                  </a:lnTo>
                  <a:lnTo>
                    <a:pt x="130879" y="45153"/>
                  </a:lnTo>
                  <a:lnTo>
                    <a:pt x="151561" y="82684"/>
                  </a:lnTo>
                  <a:lnTo>
                    <a:pt x="151818" y="92802"/>
                  </a:lnTo>
                  <a:lnTo>
                    <a:pt x="149533" y="102920"/>
                  </a:lnTo>
                  <a:lnTo>
                    <a:pt x="112548" y="138044"/>
                  </a:lnTo>
                  <a:lnTo>
                    <a:pt x="67328" y="154180"/>
                  </a:lnTo>
                  <a:lnTo>
                    <a:pt x="27992" y="152709"/>
                  </a:lnTo>
                  <a:lnTo>
                    <a:pt x="16581" y="144151"/>
                  </a:lnTo>
                </a:path>
              </a:pathLst>
            </a:custGeom>
            <a:ln w="453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889198" y="2410575"/>
              <a:ext cx="223520" cy="304165"/>
            </a:xfrm>
            <a:custGeom>
              <a:avLst/>
              <a:gdLst/>
              <a:ahLst/>
              <a:cxnLst/>
              <a:rect l="l" t="t" r="r" b="b"/>
              <a:pathLst>
                <a:path w="223519" h="304164">
                  <a:moveTo>
                    <a:pt x="8023" y="71585"/>
                  </a:moveTo>
                  <a:lnTo>
                    <a:pt x="5170" y="60174"/>
                  </a:lnTo>
                  <a:lnTo>
                    <a:pt x="2317" y="48763"/>
                  </a:lnTo>
                  <a:lnTo>
                    <a:pt x="891" y="48050"/>
                  </a:lnTo>
                  <a:lnTo>
                    <a:pt x="111" y="49510"/>
                  </a:lnTo>
                  <a:lnTo>
                    <a:pt x="0" y="54914"/>
                  </a:lnTo>
                  <a:lnTo>
                    <a:pt x="690" y="64197"/>
                  </a:lnTo>
                  <a:lnTo>
                    <a:pt x="8558" y="114286"/>
                  </a:lnTo>
                  <a:lnTo>
                    <a:pt x="18007" y="163585"/>
                  </a:lnTo>
                  <a:lnTo>
                    <a:pt x="29151" y="220104"/>
                  </a:lnTo>
                  <a:lnTo>
                    <a:pt x="34355" y="246626"/>
                  </a:lnTo>
                  <a:lnTo>
                    <a:pt x="41787" y="285928"/>
                  </a:lnTo>
                  <a:lnTo>
                    <a:pt x="44395" y="304081"/>
                  </a:lnTo>
                  <a:lnTo>
                    <a:pt x="43459" y="300850"/>
                  </a:lnTo>
                  <a:lnTo>
                    <a:pt x="31747" y="242737"/>
                  </a:lnTo>
                  <a:lnTo>
                    <a:pt x="22498" y="191633"/>
                  </a:lnTo>
                  <a:lnTo>
                    <a:pt x="14007" y="139537"/>
                  </a:lnTo>
                  <a:lnTo>
                    <a:pt x="7878" y="94206"/>
                  </a:lnTo>
                  <a:lnTo>
                    <a:pt x="4278" y="45375"/>
                  </a:lnTo>
                  <a:lnTo>
                    <a:pt x="4680" y="34232"/>
                  </a:lnTo>
                  <a:lnTo>
                    <a:pt x="29474" y="1704"/>
                  </a:lnTo>
                  <a:lnTo>
                    <a:pt x="39313" y="0"/>
                  </a:lnTo>
                  <a:lnTo>
                    <a:pt x="51159" y="33"/>
                  </a:lnTo>
                  <a:lnTo>
                    <a:pt x="98062" y="15155"/>
                  </a:lnTo>
                  <a:lnTo>
                    <a:pt x="132116" y="35926"/>
                  </a:lnTo>
                  <a:lnTo>
                    <a:pt x="171530" y="72733"/>
                  </a:lnTo>
                  <a:lnTo>
                    <a:pt x="188424" y="108481"/>
                  </a:lnTo>
                  <a:lnTo>
                    <a:pt x="164053" y="140674"/>
                  </a:lnTo>
                  <a:lnTo>
                    <a:pt x="130110" y="159796"/>
                  </a:lnTo>
                  <a:lnTo>
                    <a:pt x="87052" y="177715"/>
                  </a:lnTo>
                  <a:lnTo>
                    <a:pt x="42701" y="190240"/>
                  </a:lnTo>
                  <a:lnTo>
                    <a:pt x="92891" y="186407"/>
                  </a:lnTo>
                  <a:lnTo>
                    <a:pt x="129531" y="202453"/>
                  </a:lnTo>
                  <a:lnTo>
                    <a:pt x="163496" y="220639"/>
                  </a:lnTo>
                  <a:lnTo>
                    <a:pt x="191376" y="238391"/>
                  </a:lnTo>
                  <a:lnTo>
                    <a:pt x="197728" y="242748"/>
                  </a:lnTo>
                  <a:lnTo>
                    <a:pt x="204292" y="246915"/>
                  </a:lnTo>
                  <a:lnTo>
                    <a:pt x="210655" y="250414"/>
                  </a:lnTo>
                  <a:lnTo>
                    <a:pt x="216081" y="252576"/>
                  </a:lnTo>
                  <a:lnTo>
                    <a:pt x="219837" y="252732"/>
                  </a:lnTo>
                  <a:lnTo>
                    <a:pt x="223403" y="251306"/>
                  </a:lnTo>
                  <a:lnTo>
                    <a:pt x="220550" y="242748"/>
                  </a:lnTo>
                  <a:lnTo>
                    <a:pt x="217697" y="234190"/>
                  </a:lnTo>
                </a:path>
              </a:pathLst>
            </a:custGeom>
            <a:ln w="453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2215733" y="2930169"/>
            <a:ext cx="434975" cy="1624965"/>
            <a:chOff x="2215733" y="2930169"/>
            <a:chExt cx="434975" cy="1624965"/>
          </a:xfrm>
        </p:grpSpPr>
        <p:sp>
          <p:nvSpPr>
            <p:cNvPr id="11" name="object 11"/>
            <p:cNvSpPr/>
            <p:nvPr/>
          </p:nvSpPr>
          <p:spPr>
            <a:xfrm>
              <a:off x="2238423" y="2952858"/>
              <a:ext cx="33020" cy="1579245"/>
            </a:xfrm>
            <a:custGeom>
              <a:avLst/>
              <a:gdLst/>
              <a:ahLst/>
              <a:cxnLst/>
              <a:rect l="l" t="t" r="r" b="b"/>
              <a:pathLst>
                <a:path w="33019" h="1579245">
                  <a:moveTo>
                    <a:pt x="16937" y="0"/>
                  </a:moveTo>
                  <a:lnTo>
                    <a:pt x="19166" y="55271"/>
                  </a:lnTo>
                  <a:lnTo>
                    <a:pt x="21930" y="108403"/>
                  </a:lnTo>
                  <a:lnTo>
                    <a:pt x="25496" y="158860"/>
                  </a:lnTo>
                  <a:lnTo>
                    <a:pt x="27345" y="184824"/>
                  </a:lnTo>
                  <a:lnTo>
                    <a:pt x="30521" y="242514"/>
                  </a:lnTo>
                  <a:lnTo>
                    <a:pt x="32371" y="304895"/>
                  </a:lnTo>
                  <a:lnTo>
                    <a:pt x="32627" y="334480"/>
                  </a:lnTo>
                  <a:lnTo>
                    <a:pt x="32382" y="361592"/>
                  </a:lnTo>
                  <a:lnTo>
                    <a:pt x="31736" y="387167"/>
                  </a:lnTo>
                  <a:lnTo>
                    <a:pt x="30822" y="412607"/>
                  </a:lnTo>
                  <a:lnTo>
                    <a:pt x="29775" y="439318"/>
                  </a:lnTo>
                  <a:lnTo>
                    <a:pt x="28694" y="468268"/>
                  </a:lnTo>
                  <a:lnTo>
                    <a:pt x="26264" y="529379"/>
                  </a:lnTo>
                  <a:lnTo>
                    <a:pt x="23066" y="587013"/>
                  </a:lnTo>
                  <a:lnTo>
                    <a:pt x="19367" y="637960"/>
                  </a:lnTo>
                  <a:lnTo>
                    <a:pt x="17651" y="661830"/>
                  </a:lnTo>
                  <a:lnTo>
                    <a:pt x="14887" y="708008"/>
                  </a:lnTo>
                  <a:lnTo>
                    <a:pt x="12658" y="753117"/>
                  </a:lnTo>
                  <a:lnTo>
                    <a:pt x="10519" y="799027"/>
                  </a:lnTo>
                  <a:lnTo>
                    <a:pt x="8379" y="850822"/>
                  </a:lnTo>
                  <a:lnTo>
                    <a:pt x="6240" y="911977"/>
                  </a:lnTo>
                  <a:lnTo>
                    <a:pt x="5170" y="944293"/>
                  </a:lnTo>
                  <a:lnTo>
                    <a:pt x="4100" y="976341"/>
                  </a:lnTo>
                  <a:lnTo>
                    <a:pt x="2050" y="1038210"/>
                  </a:lnTo>
                  <a:lnTo>
                    <a:pt x="534" y="1103287"/>
                  </a:lnTo>
                  <a:lnTo>
                    <a:pt x="0" y="1176566"/>
                  </a:lnTo>
                  <a:lnTo>
                    <a:pt x="133" y="1213607"/>
                  </a:lnTo>
                  <a:lnTo>
                    <a:pt x="1192" y="1280847"/>
                  </a:lnTo>
                  <a:lnTo>
                    <a:pt x="3042" y="1337232"/>
                  </a:lnTo>
                  <a:lnTo>
                    <a:pt x="5181" y="1387723"/>
                  </a:lnTo>
                  <a:lnTo>
                    <a:pt x="7610" y="1437400"/>
                  </a:lnTo>
                  <a:lnTo>
                    <a:pt x="10820" y="1490922"/>
                  </a:lnTo>
                  <a:lnTo>
                    <a:pt x="14809" y="1549091"/>
                  </a:lnTo>
                  <a:lnTo>
                    <a:pt x="16937" y="1578978"/>
                  </a:lnTo>
                </a:path>
              </a:pathLst>
            </a:custGeom>
            <a:ln w="453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272478" y="3432116"/>
              <a:ext cx="355600" cy="11430"/>
            </a:xfrm>
            <a:custGeom>
              <a:avLst/>
              <a:gdLst/>
              <a:ahLst/>
              <a:cxnLst/>
              <a:rect l="l" t="t" r="r" b="b"/>
              <a:pathLst>
                <a:path w="355600" h="11429">
                  <a:moveTo>
                    <a:pt x="0" y="8558"/>
                  </a:moveTo>
                  <a:lnTo>
                    <a:pt x="35324" y="9605"/>
                  </a:lnTo>
                  <a:lnTo>
                    <a:pt x="70783" y="10519"/>
                  </a:lnTo>
                  <a:lnTo>
                    <a:pt x="106508" y="11165"/>
                  </a:lnTo>
                  <a:lnTo>
                    <a:pt x="142635" y="11410"/>
                  </a:lnTo>
                  <a:lnTo>
                    <a:pt x="179030" y="11154"/>
                  </a:lnTo>
                  <a:lnTo>
                    <a:pt x="247539" y="9304"/>
                  </a:lnTo>
                  <a:lnTo>
                    <a:pt x="301006" y="6117"/>
                  </a:lnTo>
                  <a:lnTo>
                    <a:pt x="338893" y="2128"/>
                  </a:lnTo>
                  <a:lnTo>
                    <a:pt x="355162" y="0"/>
                  </a:lnTo>
                </a:path>
              </a:pathLst>
            </a:custGeom>
            <a:ln w="453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/>
          <p:cNvGrpSpPr/>
          <p:nvPr/>
        </p:nvGrpSpPr>
        <p:grpSpPr>
          <a:xfrm>
            <a:off x="2823185" y="3142697"/>
            <a:ext cx="918844" cy="381635"/>
            <a:chOff x="2823185" y="3142697"/>
            <a:chExt cx="918844" cy="381635"/>
          </a:xfrm>
        </p:grpSpPr>
        <p:sp>
          <p:nvSpPr>
            <p:cNvPr id="14" name="object 14"/>
            <p:cNvSpPr/>
            <p:nvPr/>
          </p:nvSpPr>
          <p:spPr>
            <a:xfrm>
              <a:off x="2845874" y="3205447"/>
              <a:ext cx="217804" cy="295910"/>
            </a:xfrm>
            <a:custGeom>
              <a:avLst/>
              <a:gdLst/>
              <a:ahLst/>
              <a:cxnLst/>
              <a:rect l="l" t="t" r="r" b="b"/>
              <a:pathLst>
                <a:path w="217805" h="295910">
                  <a:moveTo>
                    <a:pt x="17116" y="34110"/>
                  </a:moveTo>
                  <a:lnTo>
                    <a:pt x="15689" y="25551"/>
                  </a:lnTo>
                  <a:lnTo>
                    <a:pt x="14263" y="16993"/>
                  </a:lnTo>
                  <a:lnTo>
                    <a:pt x="13550" y="17706"/>
                  </a:lnTo>
                  <a:lnTo>
                    <a:pt x="15578" y="74660"/>
                  </a:lnTo>
                  <a:lnTo>
                    <a:pt x="19278" y="128483"/>
                  </a:lnTo>
                  <a:lnTo>
                    <a:pt x="23523" y="187911"/>
                  </a:lnTo>
                  <a:lnTo>
                    <a:pt x="27512" y="241444"/>
                  </a:lnTo>
                  <a:lnTo>
                    <a:pt x="31914" y="287912"/>
                  </a:lnTo>
                  <a:lnTo>
                    <a:pt x="33519" y="295846"/>
                  </a:lnTo>
                  <a:lnTo>
                    <a:pt x="33909" y="294776"/>
                  </a:lnTo>
                  <a:lnTo>
                    <a:pt x="33965" y="289963"/>
                  </a:lnTo>
                  <a:lnTo>
                    <a:pt x="33619" y="280602"/>
                  </a:lnTo>
                  <a:lnTo>
                    <a:pt x="29507" y="220249"/>
                  </a:lnTo>
                  <a:lnTo>
                    <a:pt x="23534" y="161769"/>
                  </a:lnTo>
                  <a:lnTo>
                    <a:pt x="15065" y="102486"/>
                  </a:lnTo>
                  <a:lnTo>
                    <a:pt x="7131" y="55505"/>
                  </a:lnTo>
                  <a:lnTo>
                    <a:pt x="4423" y="40261"/>
                  </a:lnTo>
                  <a:lnTo>
                    <a:pt x="2585" y="29830"/>
                  </a:lnTo>
                  <a:lnTo>
                    <a:pt x="1415" y="22610"/>
                  </a:lnTo>
                  <a:lnTo>
                    <a:pt x="713" y="16993"/>
                  </a:lnTo>
                  <a:lnTo>
                    <a:pt x="0" y="9861"/>
                  </a:lnTo>
                  <a:lnTo>
                    <a:pt x="0" y="2730"/>
                  </a:lnTo>
                  <a:lnTo>
                    <a:pt x="3565" y="590"/>
                  </a:lnTo>
                  <a:lnTo>
                    <a:pt x="7087" y="0"/>
                  </a:lnTo>
                  <a:lnTo>
                    <a:pt x="13015" y="1749"/>
                  </a:lnTo>
                  <a:lnTo>
                    <a:pt x="55427" y="25540"/>
                  </a:lnTo>
                  <a:lnTo>
                    <a:pt x="102363" y="57165"/>
                  </a:lnTo>
                  <a:lnTo>
                    <a:pt x="147973" y="96490"/>
                  </a:lnTo>
                  <a:lnTo>
                    <a:pt x="182896" y="137364"/>
                  </a:lnTo>
                  <a:lnTo>
                    <a:pt x="204359" y="172533"/>
                  </a:lnTo>
                  <a:lnTo>
                    <a:pt x="216093" y="208838"/>
                  </a:lnTo>
                  <a:lnTo>
                    <a:pt x="217252" y="224261"/>
                  </a:lnTo>
                  <a:lnTo>
                    <a:pt x="215792" y="231003"/>
                  </a:lnTo>
                  <a:lnTo>
                    <a:pt x="189761" y="263252"/>
                  </a:lnTo>
                  <a:lnTo>
                    <a:pt x="147003" y="285594"/>
                  </a:lnTo>
                  <a:lnTo>
                    <a:pt x="95811" y="294866"/>
                  </a:lnTo>
                  <a:lnTo>
                    <a:pt x="79341" y="294420"/>
                  </a:lnTo>
                  <a:lnTo>
                    <a:pt x="63138" y="292904"/>
                  </a:lnTo>
                  <a:lnTo>
                    <a:pt x="47069" y="290854"/>
                  </a:lnTo>
                </a:path>
              </a:pathLst>
            </a:custGeom>
            <a:ln w="45378">
              <a:solidFill>
                <a:srgbClr val="7A219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142021" y="3165386"/>
              <a:ext cx="577215" cy="321945"/>
            </a:xfrm>
            <a:custGeom>
              <a:avLst/>
              <a:gdLst/>
              <a:ahLst/>
              <a:cxnLst/>
              <a:rect l="l" t="t" r="r" b="b"/>
              <a:pathLst>
                <a:path w="577214" h="321945">
                  <a:moveTo>
                    <a:pt x="118922" y="219659"/>
                  </a:moveTo>
                  <a:lnTo>
                    <a:pt x="98240" y="179007"/>
                  </a:lnTo>
                  <a:lnTo>
                    <a:pt x="49744" y="169736"/>
                  </a:lnTo>
                  <a:lnTo>
                    <a:pt x="11232" y="199690"/>
                  </a:lnTo>
                  <a:lnTo>
                    <a:pt x="0" y="251640"/>
                  </a:lnTo>
                  <a:lnTo>
                    <a:pt x="2674" y="269581"/>
                  </a:lnTo>
                  <a:lnTo>
                    <a:pt x="32159" y="309798"/>
                  </a:lnTo>
                  <a:lnTo>
                    <a:pt x="71317" y="321376"/>
                  </a:lnTo>
                  <a:lnTo>
                    <a:pt x="103422" y="291333"/>
                  </a:lnTo>
                  <a:lnTo>
                    <a:pt x="117529" y="253713"/>
                  </a:lnTo>
                  <a:lnTo>
                    <a:pt x="124449" y="214934"/>
                  </a:lnTo>
                  <a:lnTo>
                    <a:pt x="117674" y="254069"/>
                  </a:lnTo>
                  <a:lnTo>
                    <a:pt x="135983" y="303791"/>
                  </a:lnTo>
                  <a:lnTo>
                    <a:pt x="164565" y="321643"/>
                  </a:lnTo>
                  <a:lnTo>
                    <a:pt x="173904" y="320462"/>
                  </a:lnTo>
                  <a:lnTo>
                    <a:pt x="203222" y="283622"/>
                  </a:lnTo>
                  <a:lnTo>
                    <a:pt x="212349" y="224651"/>
                  </a:lnTo>
                  <a:lnTo>
                    <a:pt x="210298" y="172054"/>
                  </a:lnTo>
                  <a:lnTo>
                    <a:pt x="204503" y="116248"/>
                  </a:lnTo>
                  <a:lnTo>
                    <a:pt x="198174" y="65523"/>
                  </a:lnTo>
                  <a:lnTo>
                    <a:pt x="192379" y="27100"/>
                  </a:lnTo>
                  <a:lnTo>
                    <a:pt x="183821" y="0"/>
                  </a:lnTo>
                  <a:lnTo>
                    <a:pt x="182373" y="1493"/>
                  </a:lnTo>
                  <a:lnTo>
                    <a:pt x="181938" y="52440"/>
                  </a:lnTo>
                  <a:lnTo>
                    <a:pt x="187086" y="105795"/>
                  </a:lnTo>
                  <a:lnTo>
                    <a:pt x="197762" y="161055"/>
                  </a:lnTo>
                  <a:lnTo>
                    <a:pt x="213429" y="209395"/>
                  </a:lnTo>
                  <a:lnTo>
                    <a:pt x="231504" y="248921"/>
                  </a:lnTo>
                  <a:lnTo>
                    <a:pt x="257279" y="288837"/>
                  </a:lnTo>
                  <a:lnTo>
                    <a:pt x="295791" y="309519"/>
                  </a:lnTo>
                  <a:lnTo>
                    <a:pt x="324228" y="273593"/>
                  </a:lnTo>
                  <a:lnTo>
                    <a:pt x="332129" y="226891"/>
                  </a:lnTo>
                  <a:lnTo>
                    <a:pt x="335283" y="206910"/>
                  </a:lnTo>
                  <a:lnTo>
                    <a:pt x="342860" y="169023"/>
                  </a:lnTo>
                  <a:lnTo>
                    <a:pt x="360511" y="133420"/>
                  </a:lnTo>
                  <a:lnTo>
                    <a:pt x="409877" y="120226"/>
                  </a:lnTo>
                  <a:lnTo>
                    <a:pt x="424163" y="121953"/>
                  </a:lnTo>
                  <a:lnTo>
                    <a:pt x="460167" y="135693"/>
                  </a:lnTo>
                  <a:lnTo>
                    <a:pt x="490488" y="160465"/>
                  </a:lnTo>
                  <a:lnTo>
                    <a:pt x="499759" y="174015"/>
                  </a:lnTo>
                  <a:lnTo>
                    <a:pt x="498333" y="178294"/>
                  </a:lnTo>
                  <a:lnTo>
                    <a:pt x="496907" y="182573"/>
                  </a:lnTo>
                  <a:lnTo>
                    <a:pt x="463031" y="157077"/>
                  </a:lnTo>
                  <a:lnTo>
                    <a:pt x="453715" y="145956"/>
                  </a:lnTo>
                  <a:lnTo>
                    <a:pt x="444132" y="135503"/>
                  </a:lnTo>
                  <a:lnTo>
                    <a:pt x="408473" y="112682"/>
                  </a:lnTo>
                  <a:lnTo>
                    <a:pt x="401463" y="111389"/>
                  </a:lnTo>
                  <a:lnTo>
                    <a:pt x="395190" y="111969"/>
                  </a:lnTo>
                  <a:lnTo>
                    <a:pt x="366763" y="150202"/>
                  </a:lnTo>
                  <a:lnTo>
                    <a:pt x="359620" y="198085"/>
                  </a:lnTo>
                  <a:lnTo>
                    <a:pt x="360422" y="214889"/>
                  </a:lnTo>
                  <a:lnTo>
                    <a:pt x="371833" y="254693"/>
                  </a:lnTo>
                  <a:lnTo>
                    <a:pt x="400862" y="283945"/>
                  </a:lnTo>
                  <a:lnTo>
                    <a:pt x="420775" y="287143"/>
                  </a:lnTo>
                  <a:lnTo>
                    <a:pt x="428107" y="285683"/>
                  </a:lnTo>
                  <a:lnTo>
                    <a:pt x="457437" y="258148"/>
                  </a:lnTo>
                  <a:lnTo>
                    <a:pt x="475690" y="208604"/>
                  </a:lnTo>
                  <a:lnTo>
                    <a:pt x="480348" y="193360"/>
                  </a:lnTo>
                  <a:lnTo>
                    <a:pt x="484069" y="184000"/>
                  </a:lnTo>
                  <a:lnTo>
                    <a:pt x="486833" y="182885"/>
                  </a:lnTo>
                  <a:lnTo>
                    <a:pt x="489062" y="188992"/>
                  </a:lnTo>
                  <a:lnTo>
                    <a:pt x="491291" y="200447"/>
                  </a:lnTo>
                  <a:lnTo>
                    <a:pt x="494054" y="215379"/>
                  </a:lnTo>
                  <a:lnTo>
                    <a:pt x="497743" y="232005"/>
                  </a:lnTo>
                  <a:lnTo>
                    <a:pt x="511884" y="278139"/>
                  </a:lnTo>
                  <a:lnTo>
                    <a:pt x="543977" y="308093"/>
                  </a:lnTo>
                  <a:lnTo>
                    <a:pt x="550395" y="306666"/>
                  </a:lnTo>
                  <a:lnTo>
                    <a:pt x="572326" y="274662"/>
                  </a:lnTo>
                  <a:lnTo>
                    <a:pt x="574621" y="264511"/>
                  </a:lnTo>
                  <a:lnTo>
                    <a:pt x="576783" y="253891"/>
                  </a:lnTo>
                </a:path>
              </a:pathLst>
            </a:custGeom>
            <a:ln w="45378">
              <a:solidFill>
                <a:srgbClr val="7A219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16859" y="3208309"/>
              <a:ext cx="233657" cy="66773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64425" y="3032155"/>
            <a:ext cx="2393163" cy="413088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6382660" y="2974744"/>
            <a:ext cx="1103630" cy="540385"/>
            <a:chOff x="6382660" y="2974744"/>
            <a:chExt cx="1103630" cy="540385"/>
          </a:xfrm>
        </p:grpSpPr>
        <p:sp>
          <p:nvSpPr>
            <p:cNvPr id="19" name="object 19"/>
            <p:cNvSpPr/>
            <p:nvPr/>
          </p:nvSpPr>
          <p:spPr>
            <a:xfrm>
              <a:off x="6405350" y="2997433"/>
              <a:ext cx="180975" cy="494665"/>
            </a:xfrm>
            <a:custGeom>
              <a:avLst/>
              <a:gdLst/>
              <a:ahLst/>
              <a:cxnLst/>
              <a:rect l="l" t="t" r="r" b="b"/>
              <a:pathLst>
                <a:path w="180975" h="494664">
                  <a:moveTo>
                    <a:pt x="176154" y="28170"/>
                  </a:moveTo>
                  <a:lnTo>
                    <a:pt x="176154" y="18185"/>
                  </a:lnTo>
                  <a:lnTo>
                    <a:pt x="176154" y="8201"/>
                  </a:lnTo>
                  <a:lnTo>
                    <a:pt x="172588" y="3209"/>
                  </a:lnTo>
                  <a:lnTo>
                    <a:pt x="169223" y="468"/>
                  </a:lnTo>
                  <a:lnTo>
                    <a:pt x="164387" y="0"/>
                  </a:lnTo>
                  <a:lnTo>
                    <a:pt x="157946" y="2206"/>
                  </a:lnTo>
                  <a:lnTo>
                    <a:pt x="128015" y="28527"/>
                  </a:lnTo>
                  <a:lnTo>
                    <a:pt x="99844" y="64542"/>
                  </a:lnTo>
                  <a:lnTo>
                    <a:pt x="67216" y="115802"/>
                  </a:lnTo>
                  <a:lnTo>
                    <a:pt x="35658" y="179364"/>
                  </a:lnTo>
                  <a:lnTo>
                    <a:pt x="11410" y="250414"/>
                  </a:lnTo>
                  <a:lnTo>
                    <a:pt x="0" y="319860"/>
                  </a:lnTo>
                  <a:lnTo>
                    <a:pt x="590" y="351017"/>
                  </a:lnTo>
                  <a:lnTo>
                    <a:pt x="13539" y="404506"/>
                  </a:lnTo>
                  <a:lnTo>
                    <a:pt x="38957" y="446204"/>
                  </a:lnTo>
                  <a:lnTo>
                    <a:pt x="70693" y="475578"/>
                  </a:lnTo>
                  <a:lnTo>
                    <a:pt x="113484" y="494589"/>
                  </a:lnTo>
                  <a:lnTo>
                    <a:pt x="125508" y="494344"/>
                  </a:lnTo>
                  <a:lnTo>
                    <a:pt x="169725" y="466652"/>
                  </a:lnTo>
                  <a:lnTo>
                    <a:pt x="180434" y="456077"/>
                  </a:lnTo>
                </a:path>
              </a:pathLst>
            </a:custGeom>
            <a:ln w="45378">
              <a:solidFill>
                <a:srgbClr val="7A219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646136" y="3096921"/>
              <a:ext cx="20955" cy="281305"/>
            </a:xfrm>
            <a:custGeom>
              <a:avLst/>
              <a:gdLst/>
              <a:ahLst/>
              <a:cxnLst/>
              <a:rect l="l" t="t" r="r" b="b"/>
              <a:pathLst>
                <a:path w="20954" h="281304">
                  <a:moveTo>
                    <a:pt x="16670" y="35658"/>
                  </a:moveTo>
                  <a:lnTo>
                    <a:pt x="13818" y="28527"/>
                  </a:lnTo>
                  <a:lnTo>
                    <a:pt x="10965" y="21395"/>
                  </a:lnTo>
                  <a:lnTo>
                    <a:pt x="9538" y="14263"/>
                  </a:lnTo>
                  <a:lnTo>
                    <a:pt x="8112" y="7131"/>
                  </a:lnTo>
                  <a:lnTo>
                    <a:pt x="8112" y="0"/>
                  </a:lnTo>
                  <a:lnTo>
                    <a:pt x="6686" y="2139"/>
                  </a:lnTo>
                  <a:lnTo>
                    <a:pt x="980" y="43503"/>
                  </a:lnTo>
                  <a:lnTo>
                    <a:pt x="0" y="94941"/>
                  </a:lnTo>
                  <a:lnTo>
                    <a:pt x="479" y="125040"/>
                  </a:lnTo>
                  <a:lnTo>
                    <a:pt x="3643" y="184468"/>
                  </a:lnTo>
                  <a:lnTo>
                    <a:pt x="8613" y="233900"/>
                  </a:lnTo>
                  <a:lnTo>
                    <a:pt x="14263" y="274752"/>
                  </a:lnTo>
                  <a:lnTo>
                    <a:pt x="15957" y="280992"/>
                  </a:lnTo>
                  <a:lnTo>
                    <a:pt x="16670" y="280992"/>
                  </a:lnTo>
                  <a:lnTo>
                    <a:pt x="16670" y="273860"/>
                  </a:lnTo>
                  <a:lnTo>
                    <a:pt x="17384" y="264589"/>
                  </a:lnTo>
                  <a:lnTo>
                    <a:pt x="18041" y="257268"/>
                  </a:lnTo>
                  <a:lnTo>
                    <a:pt x="18899" y="249345"/>
                  </a:lnTo>
                  <a:lnTo>
                    <a:pt x="19891" y="241021"/>
                  </a:lnTo>
                  <a:lnTo>
                    <a:pt x="20949" y="232496"/>
                  </a:lnTo>
                </a:path>
              </a:pathLst>
            </a:custGeom>
            <a:ln w="45378">
              <a:solidFill>
                <a:srgbClr val="7A219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27928" y="3159101"/>
              <a:ext cx="171522" cy="230838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964480" y="3180363"/>
              <a:ext cx="360045" cy="170180"/>
            </a:xfrm>
            <a:custGeom>
              <a:avLst/>
              <a:gdLst/>
              <a:ahLst/>
              <a:cxnLst/>
              <a:rect l="l" t="t" r="r" b="b"/>
              <a:pathLst>
                <a:path w="360045" h="170179">
                  <a:moveTo>
                    <a:pt x="117674" y="54914"/>
                  </a:moveTo>
                  <a:lnTo>
                    <a:pt x="113395" y="16403"/>
                  </a:lnTo>
                  <a:lnTo>
                    <a:pt x="84155" y="0"/>
                  </a:lnTo>
                  <a:lnTo>
                    <a:pt x="70615" y="501"/>
                  </a:lnTo>
                  <a:lnTo>
                    <a:pt x="26387" y="19255"/>
                  </a:lnTo>
                  <a:lnTo>
                    <a:pt x="1415" y="68398"/>
                  </a:lnTo>
                  <a:lnTo>
                    <a:pt x="0" y="87720"/>
                  </a:lnTo>
                  <a:lnTo>
                    <a:pt x="2429" y="106586"/>
                  </a:lnTo>
                  <a:lnTo>
                    <a:pt x="27100" y="152620"/>
                  </a:lnTo>
                  <a:lnTo>
                    <a:pt x="65010" y="169769"/>
                  </a:lnTo>
                  <a:lnTo>
                    <a:pt x="78449" y="167597"/>
                  </a:lnTo>
                  <a:lnTo>
                    <a:pt x="115256" y="138512"/>
                  </a:lnTo>
                  <a:lnTo>
                    <a:pt x="137911" y="89414"/>
                  </a:lnTo>
                  <a:lnTo>
                    <a:pt x="145053" y="43871"/>
                  </a:lnTo>
                  <a:lnTo>
                    <a:pt x="146202" y="82996"/>
                  </a:lnTo>
                  <a:lnTo>
                    <a:pt x="154760" y="121240"/>
                  </a:lnTo>
                  <a:lnTo>
                    <a:pt x="173815" y="155339"/>
                  </a:lnTo>
                  <a:lnTo>
                    <a:pt x="216728" y="144162"/>
                  </a:lnTo>
                  <a:lnTo>
                    <a:pt x="235917" y="110754"/>
                  </a:lnTo>
                  <a:lnTo>
                    <a:pt x="253713" y="60174"/>
                  </a:lnTo>
                  <a:lnTo>
                    <a:pt x="260756" y="13817"/>
                  </a:lnTo>
                  <a:lnTo>
                    <a:pt x="277248" y="51081"/>
                  </a:lnTo>
                  <a:lnTo>
                    <a:pt x="308427" y="93682"/>
                  </a:lnTo>
                  <a:lnTo>
                    <a:pt x="342326" y="122666"/>
                  </a:lnTo>
                  <a:lnTo>
                    <a:pt x="350215" y="128773"/>
                  </a:lnTo>
                  <a:lnTo>
                    <a:pt x="355698" y="133542"/>
                  </a:lnTo>
                  <a:lnTo>
                    <a:pt x="358773" y="137509"/>
                  </a:lnTo>
                  <a:lnTo>
                    <a:pt x="359442" y="141209"/>
                  </a:lnTo>
                  <a:lnTo>
                    <a:pt x="358729" y="146201"/>
                  </a:lnTo>
                  <a:lnTo>
                    <a:pt x="322713" y="159128"/>
                  </a:lnTo>
                  <a:lnTo>
                    <a:pt x="312617" y="159584"/>
                  </a:lnTo>
                  <a:lnTo>
                    <a:pt x="302388" y="159038"/>
                  </a:lnTo>
                  <a:lnTo>
                    <a:pt x="261759" y="143103"/>
                  </a:lnTo>
                  <a:lnTo>
                    <a:pt x="253601" y="132985"/>
                  </a:lnTo>
                  <a:lnTo>
                    <a:pt x="250325" y="127659"/>
                  </a:lnTo>
                </a:path>
              </a:pathLst>
            </a:custGeom>
            <a:ln w="45378">
              <a:solidFill>
                <a:srgbClr val="7A219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7371706" y="3032022"/>
              <a:ext cx="31750" cy="287655"/>
            </a:xfrm>
            <a:custGeom>
              <a:avLst/>
              <a:gdLst/>
              <a:ahLst/>
              <a:cxnLst/>
              <a:rect l="l" t="t" r="r" b="b"/>
              <a:pathLst>
                <a:path w="31750" h="287654">
                  <a:moveTo>
                    <a:pt x="9984" y="27813"/>
                  </a:moveTo>
                  <a:lnTo>
                    <a:pt x="8903" y="18353"/>
                  </a:lnTo>
                  <a:lnTo>
                    <a:pt x="7755" y="9895"/>
                  </a:lnTo>
                  <a:lnTo>
                    <a:pt x="6474" y="3443"/>
                  </a:lnTo>
                  <a:lnTo>
                    <a:pt x="4992" y="0"/>
                  </a:lnTo>
                  <a:lnTo>
                    <a:pt x="3309" y="501"/>
                  </a:lnTo>
                  <a:lnTo>
                    <a:pt x="1693" y="5616"/>
                  </a:lnTo>
                  <a:lnTo>
                    <a:pt x="479" y="15946"/>
                  </a:lnTo>
                  <a:lnTo>
                    <a:pt x="0" y="32093"/>
                  </a:lnTo>
                  <a:lnTo>
                    <a:pt x="512" y="54268"/>
                  </a:lnTo>
                  <a:lnTo>
                    <a:pt x="4212" y="110921"/>
                  </a:lnTo>
                  <a:lnTo>
                    <a:pt x="10563" y="172477"/>
                  </a:lnTo>
                  <a:lnTo>
                    <a:pt x="17963" y="227169"/>
                  </a:lnTo>
                  <a:lnTo>
                    <a:pt x="24337" y="265536"/>
                  </a:lnTo>
                  <a:lnTo>
                    <a:pt x="31379" y="287411"/>
                  </a:lnTo>
                  <a:lnTo>
                    <a:pt x="31379" y="277426"/>
                  </a:lnTo>
                  <a:lnTo>
                    <a:pt x="31379" y="267442"/>
                  </a:lnTo>
                </a:path>
              </a:pathLst>
            </a:custGeom>
            <a:ln w="45378">
              <a:solidFill>
                <a:srgbClr val="7A219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7326062" y="3158968"/>
              <a:ext cx="137160" cy="12700"/>
            </a:xfrm>
            <a:custGeom>
              <a:avLst/>
              <a:gdLst/>
              <a:ahLst/>
              <a:cxnLst/>
              <a:rect l="l" t="t" r="r" b="b"/>
              <a:pathLst>
                <a:path w="137159" h="12700">
                  <a:moveTo>
                    <a:pt x="0" y="12124"/>
                  </a:moveTo>
                  <a:lnTo>
                    <a:pt x="3499" y="7922"/>
                  </a:lnTo>
                  <a:lnTo>
                    <a:pt x="8736" y="4189"/>
                  </a:lnTo>
                  <a:lnTo>
                    <a:pt x="17450" y="1392"/>
                  </a:lnTo>
                  <a:lnTo>
                    <a:pt x="31379" y="0"/>
                  </a:lnTo>
                  <a:lnTo>
                    <a:pt x="51683" y="323"/>
                  </a:lnTo>
                  <a:lnTo>
                    <a:pt x="77201" y="2050"/>
                  </a:lnTo>
                  <a:lnTo>
                    <a:pt x="106196" y="4713"/>
                  </a:lnTo>
                  <a:lnTo>
                    <a:pt x="136930" y="7844"/>
                  </a:lnTo>
                </a:path>
              </a:pathLst>
            </a:custGeom>
            <a:ln w="45378">
              <a:solidFill>
                <a:srgbClr val="7A219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/>
          <p:cNvGrpSpPr/>
          <p:nvPr/>
        </p:nvGrpSpPr>
        <p:grpSpPr>
          <a:xfrm>
            <a:off x="7620024" y="2958697"/>
            <a:ext cx="995680" cy="572135"/>
            <a:chOff x="7620024" y="2958697"/>
            <a:chExt cx="995680" cy="572135"/>
          </a:xfrm>
        </p:grpSpPr>
        <p:sp>
          <p:nvSpPr>
            <p:cNvPr id="26" name="object 26"/>
            <p:cNvSpPr/>
            <p:nvPr/>
          </p:nvSpPr>
          <p:spPr>
            <a:xfrm>
              <a:off x="7642714" y="3129727"/>
              <a:ext cx="189230" cy="378460"/>
            </a:xfrm>
            <a:custGeom>
              <a:avLst/>
              <a:gdLst/>
              <a:ahLst/>
              <a:cxnLst/>
              <a:rect l="l" t="t" r="r" b="b"/>
              <a:pathLst>
                <a:path w="189229" h="378460">
                  <a:moveTo>
                    <a:pt x="0" y="49922"/>
                  </a:moveTo>
                  <a:lnTo>
                    <a:pt x="2117" y="40461"/>
                  </a:lnTo>
                  <a:lnTo>
                    <a:pt x="4100" y="32003"/>
                  </a:lnTo>
                  <a:lnTo>
                    <a:pt x="5816" y="25551"/>
                  </a:lnTo>
                  <a:lnTo>
                    <a:pt x="7131" y="22108"/>
                  </a:lnTo>
                  <a:lnTo>
                    <a:pt x="7934" y="22632"/>
                  </a:lnTo>
                  <a:lnTo>
                    <a:pt x="8201" y="27903"/>
                  </a:lnTo>
                  <a:lnTo>
                    <a:pt x="7934" y="38656"/>
                  </a:lnTo>
                  <a:lnTo>
                    <a:pt x="7131" y="55627"/>
                  </a:lnTo>
                  <a:lnTo>
                    <a:pt x="5872" y="79162"/>
                  </a:lnTo>
                  <a:lnTo>
                    <a:pt x="4546" y="108046"/>
                  </a:lnTo>
                  <a:lnTo>
                    <a:pt x="3621" y="140674"/>
                  </a:lnTo>
                  <a:lnTo>
                    <a:pt x="3565" y="175442"/>
                  </a:lnTo>
                  <a:lnTo>
                    <a:pt x="4702" y="210688"/>
                  </a:lnTo>
                  <a:lnTo>
                    <a:pt x="9382" y="275030"/>
                  </a:lnTo>
                  <a:lnTo>
                    <a:pt x="14675" y="318891"/>
                  </a:lnTo>
                  <a:lnTo>
                    <a:pt x="21395" y="350884"/>
                  </a:lnTo>
                  <a:lnTo>
                    <a:pt x="23512" y="359531"/>
                  </a:lnTo>
                  <a:lnTo>
                    <a:pt x="25496" y="367643"/>
                  </a:lnTo>
                  <a:lnTo>
                    <a:pt x="27212" y="374151"/>
                  </a:lnTo>
                  <a:lnTo>
                    <a:pt x="28527" y="377984"/>
                  </a:lnTo>
                  <a:lnTo>
                    <a:pt x="29352" y="378040"/>
                  </a:lnTo>
                  <a:lnTo>
                    <a:pt x="29775" y="373081"/>
                  </a:lnTo>
                  <a:lnTo>
                    <a:pt x="29931" y="361838"/>
                  </a:lnTo>
                  <a:lnTo>
                    <a:pt x="29953" y="343039"/>
                  </a:lnTo>
                  <a:lnTo>
                    <a:pt x="29953" y="316038"/>
                  </a:lnTo>
                  <a:lnTo>
                    <a:pt x="29953" y="282686"/>
                  </a:lnTo>
                  <a:lnTo>
                    <a:pt x="29953" y="74883"/>
                  </a:lnTo>
                  <a:lnTo>
                    <a:pt x="29987" y="53711"/>
                  </a:lnTo>
                  <a:lnTo>
                    <a:pt x="34210" y="9327"/>
                  </a:lnTo>
                  <a:lnTo>
                    <a:pt x="52062" y="0"/>
                  </a:lnTo>
                  <a:lnTo>
                    <a:pt x="63829" y="1125"/>
                  </a:lnTo>
                  <a:lnTo>
                    <a:pt x="111969" y="20682"/>
                  </a:lnTo>
                  <a:lnTo>
                    <a:pt x="146469" y="48585"/>
                  </a:lnTo>
                  <a:lnTo>
                    <a:pt x="174016" y="81302"/>
                  </a:lnTo>
                  <a:lnTo>
                    <a:pt x="188658" y="124928"/>
                  </a:lnTo>
                  <a:lnTo>
                    <a:pt x="185426" y="137643"/>
                  </a:lnTo>
                  <a:lnTo>
                    <a:pt x="153434" y="170037"/>
                  </a:lnTo>
                  <a:lnTo>
                    <a:pt x="103322" y="190151"/>
                  </a:lnTo>
                  <a:lnTo>
                    <a:pt x="61445" y="197071"/>
                  </a:lnTo>
                  <a:lnTo>
                    <a:pt x="52953" y="196748"/>
                  </a:lnTo>
                  <a:lnTo>
                    <a:pt x="39938" y="174015"/>
                  </a:lnTo>
                  <a:lnTo>
                    <a:pt x="41364" y="166883"/>
                  </a:lnTo>
                  <a:lnTo>
                    <a:pt x="44217" y="159752"/>
                  </a:lnTo>
                  <a:lnTo>
                    <a:pt x="47069" y="152620"/>
                  </a:lnTo>
                </a:path>
              </a:pathLst>
            </a:custGeom>
            <a:ln w="45378">
              <a:solidFill>
                <a:srgbClr val="7A219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49491" y="3114169"/>
              <a:ext cx="201029" cy="230805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75623" y="3114169"/>
              <a:ext cx="86152" cy="235084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39375" y="3004341"/>
              <a:ext cx="79610" cy="65347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8194715" y="3105479"/>
              <a:ext cx="163195" cy="213995"/>
            </a:xfrm>
            <a:custGeom>
              <a:avLst/>
              <a:gdLst/>
              <a:ahLst/>
              <a:cxnLst/>
              <a:rect l="l" t="t" r="r" b="b"/>
              <a:pathLst>
                <a:path w="163195" h="213995">
                  <a:moveTo>
                    <a:pt x="0" y="57054"/>
                  </a:moveTo>
                  <a:lnTo>
                    <a:pt x="12837" y="24248"/>
                  </a:lnTo>
                  <a:lnTo>
                    <a:pt x="17116" y="24248"/>
                  </a:lnTo>
                  <a:lnTo>
                    <a:pt x="44083" y="72655"/>
                  </a:lnTo>
                  <a:lnTo>
                    <a:pt x="53845" y="96279"/>
                  </a:lnTo>
                  <a:lnTo>
                    <a:pt x="64141" y="120972"/>
                  </a:lnTo>
                  <a:lnTo>
                    <a:pt x="83285" y="163395"/>
                  </a:lnTo>
                  <a:lnTo>
                    <a:pt x="105550" y="200403"/>
                  </a:lnTo>
                  <a:lnTo>
                    <a:pt x="122098" y="213641"/>
                  </a:lnTo>
                  <a:lnTo>
                    <a:pt x="126232" y="213240"/>
                  </a:lnTo>
                  <a:lnTo>
                    <a:pt x="140429" y="156219"/>
                  </a:lnTo>
                  <a:lnTo>
                    <a:pt x="146268" y="105472"/>
                  </a:lnTo>
                  <a:lnTo>
                    <a:pt x="149054" y="81302"/>
                  </a:lnTo>
                  <a:lnTo>
                    <a:pt x="151583" y="60887"/>
                  </a:lnTo>
                  <a:lnTo>
                    <a:pt x="153779" y="44217"/>
                  </a:lnTo>
                  <a:lnTo>
                    <a:pt x="155573" y="30755"/>
                  </a:lnTo>
                  <a:lnTo>
                    <a:pt x="156899" y="19968"/>
                  </a:lnTo>
                  <a:lnTo>
                    <a:pt x="158325" y="7131"/>
                  </a:lnTo>
                  <a:lnTo>
                    <a:pt x="158325" y="0"/>
                  </a:lnTo>
                  <a:lnTo>
                    <a:pt x="159038" y="1426"/>
                  </a:lnTo>
                  <a:lnTo>
                    <a:pt x="159751" y="2852"/>
                  </a:lnTo>
                  <a:lnTo>
                    <a:pt x="161178" y="12837"/>
                  </a:lnTo>
                  <a:lnTo>
                    <a:pt x="162604" y="22821"/>
                  </a:lnTo>
                </a:path>
              </a:pathLst>
            </a:custGeom>
            <a:ln w="45378">
              <a:solidFill>
                <a:srgbClr val="7A219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15933" y="3115596"/>
              <a:ext cx="71052" cy="217967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8422932" y="3022750"/>
              <a:ext cx="15875" cy="15875"/>
            </a:xfrm>
            <a:custGeom>
              <a:avLst/>
              <a:gdLst/>
              <a:ahLst/>
              <a:cxnLst/>
              <a:rect l="l" t="t" r="r" b="b"/>
              <a:pathLst>
                <a:path w="15875" h="15875">
                  <a:moveTo>
                    <a:pt x="2852" y="15690"/>
                  </a:moveTo>
                  <a:lnTo>
                    <a:pt x="1426" y="8558"/>
                  </a:lnTo>
                  <a:lnTo>
                    <a:pt x="0" y="1426"/>
                  </a:lnTo>
                  <a:lnTo>
                    <a:pt x="2139" y="713"/>
                  </a:lnTo>
                  <a:lnTo>
                    <a:pt x="4279" y="0"/>
                  </a:lnTo>
                  <a:lnTo>
                    <a:pt x="9984" y="5705"/>
                  </a:lnTo>
                  <a:lnTo>
                    <a:pt x="15690" y="11410"/>
                  </a:lnTo>
                </a:path>
              </a:pathLst>
            </a:custGeom>
            <a:ln w="45378">
              <a:solidFill>
                <a:srgbClr val="7A219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8549877" y="2981386"/>
              <a:ext cx="43180" cy="275590"/>
            </a:xfrm>
            <a:custGeom>
              <a:avLst/>
              <a:gdLst/>
              <a:ahLst/>
              <a:cxnLst/>
              <a:rect l="l" t="t" r="r" b="b"/>
              <a:pathLst>
                <a:path w="43179" h="275589">
                  <a:moveTo>
                    <a:pt x="0" y="35658"/>
                  </a:moveTo>
                  <a:lnTo>
                    <a:pt x="1426" y="28527"/>
                  </a:lnTo>
                  <a:lnTo>
                    <a:pt x="2853" y="21395"/>
                  </a:lnTo>
                  <a:lnTo>
                    <a:pt x="4279" y="14263"/>
                  </a:lnTo>
                  <a:lnTo>
                    <a:pt x="5705" y="7131"/>
                  </a:lnTo>
                  <a:lnTo>
                    <a:pt x="7132" y="0"/>
                  </a:lnTo>
                  <a:lnTo>
                    <a:pt x="8558" y="4992"/>
                  </a:lnTo>
                  <a:lnTo>
                    <a:pt x="13550" y="57767"/>
                  </a:lnTo>
                  <a:lnTo>
                    <a:pt x="15311" y="83007"/>
                  </a:lnTo>
                  <a:lnTo>
                    <a:pt x="17473" y="111523"/>
                  </a:lnTo>
                  <a:lnTo>
                    <a:pt x="23535" y="171162"/>
                  </a:lnTo>
                  <a:lnTo>
                    <a:pt x="32360" y="225364"/>
                  </a:lnTo>
                  <a:lnTo>
                    <a:pt x="37475" y="250593"/>
                  </a:lnTo>
                  <a:lnTo>
                    <a:pt x="42790" y="275287"/>
                  </a:lnTo>
                </a:path>
              </a:pathLst>
            </a:custGeom>
            <a:ln w="45378">
              <a:solidFill>
                <a:srgbClr val="7A219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" name="object 34"/>
          <p:cNvGrpSpPr/>
          <p:nvPr/>
        </p:nvGrpSpPr>
        <p:grpSpPr>
          <a:xfrm>
            <a:off x="8662068" y="2968682"/>
            <a:ext cx="779145" cy="835025"/>
            <a:chOff x="8662068" y="2968682"/>
            <a:chExt cx="779145" cy="835025"/>
          </a:xfrm>
        </p:grpSpPr>
        <p:pic>
          <p:nvPicPr>
            <p:cNvPr id="35" name="object 3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62068" y="3081742"/>
              <a:ext cx="162852" cy="211170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8890265" y="3112611"/>
              <a:ext cx="206375" cy="668020"/>
            </a:xfrm>
            <a:custGeom>
              <a:avLst/>
              <a:gdLst/>
              <a:ahLst/>
              <a:cxnLst/>
              <a:rect l="l" t="t" r="r" b="b"/>
              <a:pathLst>
                <a:path w="206375" h="668020">
                  <a:moveTo>
                    <a:pt x="126032" y="71317"/>
                  </a:moveTo>
                  <a:lnTo>
                    <a:pt x="123023" y="31703"/>
                  </a:lnTo>
                  <a:lnTo>
                    <a:pt x="91721" y="724"/>
                  </a:lnTo>
                  <a:lnTo>
                    <a:pt x="78249" y="0"/>
                  </a:lnTo>
                  <a:lnTo>
                    <a:pt x="63082" y="2941"/>
                  </a:lnTo>
                  <a:lnTo>
                    <a:pt x="19055" y="34232"/>
                  </a:lnTo>
                  <a:lnTo>
                    <a:pt x="2473" y="71585"/>
                  </a:lnTo>
                  <a:lnTo>
                    <a:pt x="0" y="91699"/>
                  </a:lnTo>
                  <a:lnTo>
                    <a:pt x="1938" y="110542"/>
                  </a:lnTo>
                  <a:lnTo>
                    <a:pt x="30722" y="149656"/>
                  </a:lnTo>
                  <a:lnTo>
                    <a:pt x="57232" y="159239"/>
                  </a:lnTo>
                  <a:lnTo>
                    <a:pt x="70047" y="158682"/>
                  </a:lnTo>
                  <a:lnTo>
                    <a:pt x="104725" y="134255"/>
                  </a:lnTo>
                  <a:lnTo>
                    <a:pt x="129597" y="87721"/>
                  </a:lnTo>
                  <a:lnTo>
                    <a:pt x="140629" y="47504"/>
                  </a:lnTo>
                  <a:lnTo>
                    <a:pt x="144574" y="24248"/>
                  </a:lnTo>
                  <a:lnTo>
                    <a:pt x="146001" y="15689"/>
                  </a:lnTo>
                  <a:lnTo>
                    <a:pt x="144574" y="14263"/>
                  </a:lnTo>
                  <a:lnTo>
                    <a:pt x="143003" y="14664"/>
                  </a:lnTo>
                  <a:lnTo>
                    <a:pt x="140563" y="18542"/>
                  </a:lnTo>
                  <a:lnTo>
                    <a:pt x="130110" y="58759"/>
                  </a:lnTo>
                  <a:lnTo>
                    <a:pt x="124449" y="110041"/>
                  </a:lnTo>
                  <a:lnTo>
                    <a:pt x="123892" y="140496"/>
                  </a:lnTo>
                  <a:lnTo>
                    <a:pt x="125564" y="172890"/>
                  </a:lnTo>
                  <a:lnTo>
                    <a:pt x="134523" y="240887"/>
                  </a:lnTo>
                  <a:lnTo>
                    <a:pt x="148318" y="309241"/>
                  </a:lnTo>
                  <a:lnTo>
                    <a:pt x="164276" y="375277"/>
                  </a:lnTo>
                  <a:lnTo>
                    <a:pt x="172388" y="407225"/>
                  </a:lnTo>
                  <a:lnTo>
                    <a:pt x="180222" y="438359"/>
                  </a:lnTo>
                  <a:lnTo>
                    <a:pt x="193750" y="497687"/>
                  </a:lnTo>
                  <a:lnTo>
                    <a:pt x="202297" y="552100"/>
                  </a:lnTo>
                  <a:lnTo>
                    <a:pt x="205595" y="598122"/>
                  </a:lnTo>
                  <a:lnTo>
                    <a:pt x="205907" y="616186"/>
                  </a:lnTo>
                  <a:lnTo>
                    <a:pt x="205629" y="630227"/>
                  </a:lnTo>
                  <a:lnTo>
                    <a:pt x="191644" y="666109"/>
                  </a:lnTo>
                  <a:lnTo>
                    <a:pt x="180177" y="667858"/>
                  </a:lnTo>
                  <a:lnTo>
                    <a:pt x="174260" y="665841"/>
                  </a:lnTo>
                  <a:lnTo>
                    <a:pt x="145599" y="633425"/>
                  </a:lnTo>
                  <a:lnTo>
                    <a:pt x="119301" y="586422"/>
                  </a:lnTo>
                  <a:lnTo>
                    <a:pt x="98173" y="526827"/>
                  </a:lnTo>
                  <a:lnTo>
                    <a:pt x="88634" y="462128"/>
                  </a:lnTo>
                  <a:lnTo>
                    <a:pt x="88946" y="430046"/>
                  </a:lnTo>
                  <a:lnTo>
                    <a:pt x="99198" y="370763"/>
                  </a:lnTo>
                  <a:lnTo>
                    <a:pt x="115334" y="323783"/>
                  </a:lnTo>
                  <a:lnTo>
                    <a:pt x="136395" y="284368"/>
                  </a:lnTo>
                  <a:lnTo>
                    <a:pt x="159183" y="266093"/>
                  </a:lnTo>
                  <a:lnTo>
                    <a:pt x="164543" y="263876"/>
                  </a:lnTo>
                </a:path>
              </a:pathLst>
            </a:custGeom>
            <a:ln w="45378">
              <a:solidFill>
                <a:srgbClr val="7A219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094611" y="3091214"/>
              <a:ext cx="205398" cy="224620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9294436" y="2991371"/>
              <a:ext cx="123825" cy="407034"/>
            </a:xfrm>
            <a:custGeom>
              <a:avLst/>
              <a:gdLst/>
              <a:ahLst/>
              <a:cxnLst/>
              <a:rect l="l" t="t" r="r" b="b"/>
              <a:pathLst>
                <a:path w="123825" h="407035">
                  <a:moveTo>
                    <a:pt x="8558" y="0"/>
                  </a:moveTo>
                  <a:lnTo>
                    <a:pt x="15690" y="0"/>
                  </a:lnTo>
                  <a:lnTo>
                    <a:pt x="22821" y="0"/>
                  </a:lnTo>
                  <a:lnTo>
                    <a:pt x="32806" y="7131"/>
                  </a:lnTo>
                  <a:lnTo>
                    <a:pt x="59483" y="35814"/>
                  </a:lnTo>
                  <a:lnTo>
                    <a:pt x="80756" y="69936"/>
                  </a:lnTo>
                  <a:lnTo>
                    <a:pt x="101683" y="113529"/>
                  </a:lnTo>
                  <a:lnTo>
                    <a:pt x="117540" y="160498"/>
                  </a:lnTo>
                  <a:lnTo>
                    <a:pt x="123781" y="208437"/>
                  </a:lnTo>
                  <a:lnTo>
                    <a:pt x="121953" y="233209"/>
                  </a:lnTo>
                  <a:lnTo>
                    <a:pt x="107601" y="283934"/>
                  </a:lnTo>
                  <a:lnTo>
                    <a:pt x="84155" y="330915"/>
                  </a:lnTo>
                  <a:lnTo>
                    <a:pt x="58124" y="368000"/>
                  </a:lnTo>
                  <a:lnTo>
                    <a:pt x="24270" y="399090"/>
                  </a:lnTo>
                  <a:lnTo>
                    <a:pt x="7555" y="405286"/>
                  </a:lnTo>
                  <a:lnTo>
                    <a:pt x="0" y="406511"/>
                  </a:lnTo>
                </a:path>
              </a:pathLst>
            </a:custGeom>
            <a:ln w="45378">
              <a:solidFill>
                <a:srgbClr val="7A219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/>
          <p:nvPr/>
        </p:nvSpPr>
        <p:spPr>
          <a:xfrm>
            <a:off x="2238245" y="4014069"/>
            <a:ext cx="308610" cy="13335"/>
          </a:xfrm>
          <a:custGeom>
            <a:avLst/>
            <a:gdLst/>
            <a:ahLst/>
            <a:cxnLst/>
            <a:rect l="l" t="t" r="r" b="b"/>
            <a:pathLst>
              <a:path w="308610" h="13335">
                <a:moveTo>
                  <a:pt x="0" y="12837"/>
                </a:moveTo>
                <a:lnTo>
                  <a:pt x="53577" y="12658"/>
                </a:lnTo>
                <a:lnTo>
                  <a:pt x="107689" y="11410"/>
                </a:lnTo>
                <a:lnTo>
                  <a:pt x="161802" y="8468"/>
                </a:lnTo>
                <a:lnTo>
                  <a:pt x="211100" y="4992"/>
                </a:lnTo>
                <a:lnTo>
                  <a:pt x="232217" y="3521"/>
                </a:lnTo>
                <a:lnTo>
                  <a:pt x="278852" y="713"/>
                </a:lnTo>
                <a:lnTo>
                  <a:pt x="304527" y="0"/>
                </a:lnTo>
                <a:lnTo>
                  <a:pt x="308093" y="0"/>
                </a:lnTo>
              </a:path>
            </a:pathLst>
          </a:custGeom>
          <a:ln w="4537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0" name="object 40"/>
          <p:cNvGrpSpPr/>
          <p:nvPr/>
        </p:nvGrpSpPr>
        <p:grpSpPr>
          <a:xfrm>
            <a:off x="2190226" y="4513427"/>
            <a:ext cx="481965" cy="925194"/>
            <a:chOff x="2190226" y="4513427"/>
            <a:chExt cx="481965" cy="925194"/>
          </a:xfrm>
        </p:grpSpPr>
        <p:sp>
          <p:nvSpPr>
            <p:cNvPr id="41" name="object 41"/>
            <p:cNvSpPr/>
            <p:nvPr/>
          </p:nvSpPr>
          <p:spPr>
            <a:xfrm>
              <a:off x="2251082" y="4536116"/>
              <a:ext cx="398145" cy="128905"/>
            </a:xfrm>
            <a:custGeom>
              <a:avLst/>
              <a:gdLst/>
              <a:ahLst/>
              <a:cxnLst/>
              <a:rect l="l" t="t" r="r" b="b"/>
              <a:pathLst>
                <a:path w="398144" h="128904">
                  <a:moveTo>
                    <a:pt x="0" y="0"/>
                  </a:moveTo>
                  <a:lnTo>
                    <a:pt x="2139" y="41720"/>
                  </a:lnTo>
                  <a:lnTo>
                    <a:pt x="5393" y="90439"/>
                  </a:lnTo>
                  <a:lnTo>
                    <a:pt x="32772" y="120025"/>
                  </a:lnTo>
                  <a:lnTo>
                    <a:pt x="72265" y="121184"/>
                  </a:lnTo>
                  <a:lnTo>
                    <a:pt x="100469" y="122042"/>
                  </a:lnTo>
                  <a:lnTo>
                    <a:pt x="131748" y="123034"/>
                  </a:lnTo>
                  <a:lnTo>
                    <a:pt x="164031" y="124092"/>
                  </a:lnTo>
                  <a:lnTo>
                    <a:pt x="195611" y="125151"/>
                  </a:lnTo>
                  <a:lnTo>
                    <a:pt x="226256" y="126143"/>
                  </a:lnTo>
                  <a:lnTo>
                    <a:pt x="285271" y="127658"/>
                  </a:lnTo>
                  <a:lnTo>
                    <a:pt x="342147" y="128282"/>
                  </a:lnTo>
                  <a:lnTo>
                    <a:pt x="370117" y="128360"/>
                  </a:lnTo>
                  <a:lnTo>
                    <a:pt x="397953" y="128371"/>
                  </a:lnTo>
                </a:path>
              </a:pathLst>
            </a:custGeom>
            <a:ln w="453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2212915" y="4587465"/>
              <a:ext cx="427990" cy="828040"/>
            </a:xfrm>
            <a:custGeom>
              <a:avLst/>
              <a:gdLst/>
              <a:ahLst/>
              <a:cxnLst/>
              <a:rect l="l" t="t" r="r" b="b"/>
              <a:pathLst>
                <a:path w="427989" h="828039">
                  <a:moveTo>
                    <a:pt x="51003" y="0"/>
                  </a:moveTo>
                  <a:lnTo>
                    <a:pt x="47849" y="12970"/>
                  </a:lnTo>
                  <a:lnTo>
                    <a:pt x="45030" y="26744"/>
                  </a:lnTo>
                  <a:lnTo>
                    <a:pt x="42879" y="42122"/>
                  </a:lnTo>
                  <a:lnTo>
                    <a:pt x="41732" y="59906"/>
                  </a:lnTo>
                  <a:lnTo>
                    <a:pt x="41798" y="80633"/>
                  </a:lnTo>
                  <a:lnTo>
                    <a:pt x="42801" y="103767"/>
                  </a:lnTo>
                  <a:lnTo>
                    <a:pt x="44339" y="128505"/>
                  </a:lnTo>
                  <a:lnTo>
                    <a:pt x="46011" y="154046"/>
                  </a:lnTo>
                  <a:lnTo>
                    <a:pt x="47459" y="179720"/>
                  </a:lnTo>
                  <a:lnTo>
                    <a:pt x="48507" y="205395"/>
                  </a:lnTo>
                  <a:lnTo>
                    <a:pt x="49019" y="231069"/>
                  </a:lnTo>
                  <a:lnTo>
                    <a:pt x="48863" y="256744"/>
                  </a:lnTo>
                  <a:lnTo>
                    <a:pt x="46278" y="309162"/>
                  </a:lnTo>
                  <a:lnTo>
                    <a:pt x="41018" y="368000"/>
                  </a:lnTo>
                  <a:lnTo>
                    <a:pt x="33797" y="436821"/>
                  </a:lnTo>
                  <a:lnTo>
                    <a:pt x="26042" y="507783"/>
                  </a:lnTo>
                  <a:lnTo>
                    <a:pt x="22431" y="540979"/>
                  </a:lnTo>
                  <a:lnTo>
                    <a:pt x="16013" y="601755"/>
                  </a:lnTo>
                  <a:lnTo>
                    <a:pt x="10664" y="656313"/>
                  </a:lnTo>
                  <a:lnTo>
                    <a:pt x="6385" y="704654"/>
                  </a:lnTo>
                  <a:lnTo>
                    <a:pt x="3175" y="745249"/>
                  </a:lnTo>
                  <a:lnTo>
                    <a:pt x="367" y="788775"/>
                  </a:lnTo>
                  <a:lnTo>
                    <a:pt x="0" y="798225"/>
                  </a:lnTo>
                  <a:lnTo>
                    <a:pt x="100" y="805535"/>
                  </a:lnTo>
                  <a:lnTo>
                    <a:pt x="36316" y="827866"/>
                  </a:lnTo>
                  <a:lnTo>
                    <a:pt x="51359" y="827643"/>
                  </a:lnTo>
                  <a:lnTo>
                    <a:pt x="70147" y="826886"/>
                  </a:lnTo>
                  <a:lnTo>
                    <a:pt x="93080" y="825861"/>
                  </a:lnTo>
                  <a:lnTo>
                    <a:pt x="120203" y="824780"/>
                  </a:lnTo>
                  <a:lnTo>
                    <a:pt x="181136" y="822350"/>
                  </a:lnTo>
                  <a:lnTo>
                    <a:pt x="239817" y="819163"/>
                  </a:lnTo>
                  <a:lnTo>
                    <a:pt x="266561" y="817391"/>
                  </a:lnTo>
                  <a:lnTo>
                    <a:pt x="292503" y="815753"/>
                  </a:lnTo>
                  <a:lnTo>
                    <a:pt x="318445" y="814449"/>
                  </a:lnTo>
                  <a:lnTo>
                    <a:pt x="345022" y="813625"/>
                  </a:lnTo>
                  <a:lnTo>
                    <a:pt x="372201" y="813201"/>
                  </a:lnTo>
                  <a:lnTo>
                    <a:pt x="399781" y="813045"/>
                  </a:lnTo>
                  <a:lnTo>
                    <a:pt x="427561" y="813023"/>
                  </a:lnTo>
                </a:path>
              </a:pathLst>
            </a:custGeom>
            <a:ln w="453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/>
          <p:nvPr/>
        </p:nvSpPr>
        <p:spPr>
          <a:xfrm>
            <a:off x="2871548" y="3827572"/>
            <a:ext cx="208279" cy="375920"/>
          </a:xfrm>
          <a:custGeom>
            <a:avLst/>
            <a:gdLst/>
            <a:ahLst/>
            <a:cxnLst/>
            <a:rect l="l" t="t" r="r" b="b"/>
            <a:pathLst>
              <a:path w="208280" h="375920">
                <a:moveTo>
                  <a:pt x="0" y="49565"/>
                </a:moveTo>
                <a:lnTo>
                  <a:pt x="55" y="91231"/>
                </a:lnTo>
                <a:lnTo>
                  <a:pt x="445" y="132562"/>
                </a:lnTo>
                <a:lnTo>
                  <a:pt x="1504" y="173224"/>
                </a:lnTo>
                <a:lnTo>
                  <a:pt x="3565" y="212883"/>
                </a:lnTo>
                <a:lnTo>
                  <a:pt x="6819" y="250994"/>
                </a:lnTo>
                <a:lnTo>
                  <a:pt x="15199" y="316785"/>
                </a:lnTo>
                <a:lnTo>
                  <a:pt x="22609" y="358439"/>
                </a:lnTo>
                <a:lnTo>
                  <a:pt x="28527" y="375488"/>
                </a:lnTo>
                <a:lnTo>
                  <a:pt x="29295" y="373393"/>
                </a:lnTo>
                <a:lnTo>
                  <a:pt x="29329" y="367822"/>
                </a:lnTo>
                <a:lnTo>
                  <a:pt x="28426" y="358238"/>
                </a:lnTo>
                <a:lnTo>
                  <a:pt x="26387" y="344108"/>
                </a:lnTo>
                <a:lnTo>
                  <a:pt x="23122" y="325075"/>
                </a:lnTo>
                <a:lnTo>
                  <a:pt x="18988" y="301496"/>
                </a:lnTo>
                <a:lnTo>
                  <a:pt x="14452" y="273905"/>
                </a:lnTo>
                <a:lnTo>
                  <a:pt x="6028" y="209083"/>
                </a:lnTo>
                <a:lnTo>
                  <a:pt x="1058" y="141042"/>
                </a:lnTo>
                <a:lnTo>
                  <a:pt x="713" y="110899"/>
                </a:lnTo>
                <a:lnTo>
                  <a:pt x="2139" y="85637"/>
                </a:lnTo>
                <a:lnTo>
                  <a:pt x="9538" y="48217"/>
                </a:lnTo>
                <a:lnTo>
                  <a:pt x="29061" y="14620"/>
                </a:lnTo>
                <a:lnTo>
                  <a:pt x="65356" y="468"/>
                </a:lnTo>
                <a:lnTo>
                  <a:pt x="82282" y="0"/>
                </a:lnTo>
                <a:lnTo>
                  <a:pt x="100680" y="2206"/>
                </a:lnTo>
                <a:lnTo>
                  <a:pt x="138913" y="16068"/>
                </a:lnTo>
                <a:lnTo>
                  <a:pt x="173369" y="40985"/>
                </a:lnTo>
                <a:lnTo>
                  <a:pt x="196759" y="71863"/>
                </a:lnTo>
                <a:lnTo>
                  <a:pt x="205607" y="105227"/>
                </a:lnTo>
                <a:lnTo>
                  <a:pt x="204682" y="122310"/>
                </a:lnTo>
                <a:lnTo>
                  <a:pt x="182818" y="171252"/>
                </a:lnTo>
                <a:lnTo>
                  <a:pt x="141031" y="206554"/>
                </a:lnTo>
                <a:lnTo>
                  <a:pt x="96780" y="223960"/>
                </a:lnTo>
                <a:lnTo>
                  <a:pt x="52775" y="229287"/>
                </a:lnTo>
                <a:lnTo>
                  <a:pt x="42077" y="225721"/>
                </a:lnTo>
                <a:lnTo>
                  <a:pt x="38511" y="222155"/>
                </a:lnTo>
                <a:lnTo>
                  <a:pt x="38511" y="215023"/>
                </a:lnTo>
                <a:lnTo>
                  <a:pt x="42077" y="210744"/>
                </a:lnTo>
                <a:lnTo>
                  <a:pt x="45465" y="208125"/>
                </a:lnTo>
                <a:lnTo>
                  <a:pt x="50457" y="206911"/>
                </a:lnTo>
                <a:lnTo>
                  <a:pt x="57321" y="207434"/>
                </a:lnTo>
                <a:lnTo>
                  <a:pt x="106141" y="232997"/>
                </a:lnTo>
                <a:lnTo>
                  <a:pt x="140106" y="262683"/>
                </a:lnTo>
                <a:lnTo>
                  <a:pt x="173112" y="297651"/>
                </a:lnTo>
                <a:lnTo>
                  <a:pt x="201562" y="332073"/>
                </a:lnTo>
                <a:lnTo>
                  <a:pt x="205094" y="336899"/>
                </a:lnTo>
                <a:lnTo>
                  <a:pt x="206821" y="339116"/>
                </a:lnTo>
                <a:lnTo>
                  <a:pt x="208248" y="340542"/>
                </a:lnTo>
                <a:lnTo>
                  <a:pt x="206821" y="336263"/>
                </a:lnTo>
                <a:lnTo>
                  <a:pt x="205395" y="331984"/>
                </a:lnTo>
              </a:path>
            </a:pathLst>
          </a:custGeom>
          <a:ln w="45378">
            <a:solidFill>
              <a:srgbClr val="6118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171083" y="4039744"/>
            <a:ext cx="13335" cy="115570"/>
          </a:xfrm>
          <a:custGeom>
            <a:avLst/>
            <a:gdLst/>
            <a:ahLst/>
            <a:cxnLst/>
            <a:rect l="l" t="t" r="r" b="b"/>
            <a:pathLst>
              <a:path w="13335" h="115570">
                <a:moveTo>
                  <a:pt x="0" y="0"/>
                </a:moveTo>
                <a:lnTo>
                  <a:pt x="6117" y="52451"/>
                </a:lnTo>
                <a:lnTo>
                  <a:pt x="10608" y="93515"/>
                </a:lnTo>
                <a:lnTo>
                  <a:pt x="11756" y="104759"/>
                </a:lnTo>
                <a:lnTo>
                  <a:pt x="12837" y="115534"/>
                </a:lnTo>
              </a:path>
            </a:pathLst>
          </a:custGeom>
          <a:ln w="45378">
            <a:solidFill>
              <a:srgbClr val="6118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166804" y="3915650"/>
            <a:ext cx="0" cy="4445"/>
          </a:xfrm>
          <a:custGeom>
            <a:avLst/>
            <a:gdLst/>
            <a:ahLst/>
            <a:cxnLst/>
            <a:rect l="l" t="t" r="r" b="b"/>
            <a:pathLst>
              <a:path w="0" h="4445">
                <a:moveTo>
                  <a:pt x="0" y="4278"/>
                </a:moveTo>
                <a:lnTo>
                  <a:pt x="0" y="2852"/>
                </a:lnTo>
                <a:lnTo>
                  <a:pt x="0" y="1426"/>
                </a:lnTo>
                <a:lnTo>
                  <a:pt x="0" y="0"/>
                </a:lnTo>
              </a:path>
            </a:pathLst>
          </a:custGeom>
          <a:ln w="45378">
            <a:solidFill>
              <a:srgbClr val="61187C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6" name="object 46"/>
          <p:cNvGrpSpPr/>
          <p:nvPr/>
        </p:nvGrpSpPr>
        <p:grpSpPr>
          <a:xfrm>
            <a:off x="3226309" y="3820217"/>
            <a:ext cx="622300" cy="754380"/>
            <a:chOff x="3226309" y="3820217"/>
            <a:chExt cx="622300" cy="754380"/>
          </a:xfrm>
        </p:grpSpPr>
        <p:sp>
          <p:nvSpPr>
            <p:cNvPr id="47" name="object 47"/>
            <p:cNvSpPr/>
            <p:nvPr/>
          </p:nvSpPr>
          <p:spPr>
            <a:xfrm>
              <a:off x="3248998" y="4012342"/>
              <a:ext cx="209550" cy="539750"/>
            </a:xfrm>
            <a:custGeom>
              <a:avLst/>
              <a:gdLst/>
              <a:ahLst/>
              <a:cxnLst/>
              <a:rect l="l" t="t" r="r" b="b"/>
              <a:pathLst>
                <a:path w="209550" h="539750">
                  <a:moveTo>
                    <a:pt x="123201" y="48796"/>
                  </a:moveTo>
                  <a:lnTo>
                    <a:pt x="113362" y="6351"/>
                  </a:lnTo>
                  <a:lnTo>
                    <a:pt x="92256" y="0"/>
                  </a:lnTo>
                  <a:lnTo>
                    <a:pt x="77558" y="2440"/>
                  </a:lnTo>
                  <a:lnTo>
                    <a:pt x="42701" y="20715"/>
                  </a:lnTo>
                  <a:lnTo>
                    <a:pt x="12658" y="50223"/>
                  </a:lnTo>
                  <a:lnTo>
                    <a:pt x="0" y="82672"/>
                  </a:lnTo>
                  <a:lnTo>
                    <a:pt x="624" y="98362"/>
                  </a:lnTo>
                  <a:lnTo>
                    <a:pt x="26120" y="136696"/>
                  </a:lnTo>
                  <a:lnTo>
                    <a:pt x="69612" y="148642"/>
                  </a:lnTo>
                  <a:lnTo>
                    <a:pt x="108224" y="122967"/>
                  </a:lnTo>
                  <a:lnTo>
                    <a:pt x="124093" y="87397"/>
                  </a:lnTo>
                  <a:lnTo>
                    <a:pt x="134489" y="40105"/>
                  </a:lnTo>
                  <a:lnTo>
                    <a:pt x="122310" y="89893"/>
                  </a:lnTo>
                  <a:lnTo>
                    <a:pt x="129620" y="145076"/>
                  </a:lnTo>
                  <a:lnTo>
                    <a:pt x="145221" y="209707"/>
                  </a:lnTo>
                  <a:lnTo>
                    <a:pt x="164565" y="277014"/>
                  </a:lnTo>
                  <a:lnTo>
                    <a:pt x="173892" y="309664"/>
                  </a:lnTo>
                  <a:lnTo>
                    <a:pt x="190140" y="372290"/>
                  </a:lnTo>
                  <a:lnTo>
                    <a:pt x="201874" y="431996"/>
                  </a:lnTo>
                  <a:lnTo>
                    <a:pt x="208292" y="483969"/>
                  </a:lnTo>
                  <a:lnTo>
                    <a:pt x="209496" y="503805"/>
                  </a:lnTo>
                  <a:lnTo>
                    <a:pt x="209384" y="518169"/>
                  </a:lnTo>
                  <a:lnTo>
                    <a:pt x="208069" y="527785"/>
                  </a:lnTo>
                  <a:lnTo>
                    <a:pt x="205685" y="533792"/>
                  </a:lnTo>
                  <a:lnTo>
                    <a:pt x="202364" y="537324"/>
                  </a:lnTo>
                  <a:lnTo>
                    <a:pt x="198074" y="539196"/>
                  </a:lnTo>
                  <a:lnTo>
                    <a:pt x="192112" y="538929"/>
                  </a:lnTo>
                  <a:lnTo>
                    <a:pt x="155985" y="517522"/>
                  </a:lnTo>
                  <a:lnTo>
                    <a:pt x="119746" y="484337"/>
                  </a:lnTo>
                  <a:lnTo>
                    <a:pt x="90150" y="441736"/>
                  </a:lnTo>
                  <a:lnTo>
                    <a:pt x="75752" y="394265"/>
                  </a:lnTo>
                  <a:lnTo>
                    <a:pt x="74705" y="369727"/>
                  </a:lnTo>
                  <a:lnTo>
                    <a:pt x="77714" y="345278"/>
                  </a:lnTo>
                  <a:lnTo>
                    <a:pt x="91754" y="300125"/>
                  </a:lnTo>
                  <a:lnTo>
                    <a:pt x="108692" y="265893"/>
                  </a:lnTo>
                  <a:lnTo>
                    <a:pt x="124249" y="242581"/>
                  </a:lnTo>
                  <a:lnTo>
                    <a:pt x="131759" y="232797"/>
                  </a:lnTo>
                </a:path>
              </a:pathLst>
            </a:custGeom>
            <a:ln w="45378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3462773" y="3842906"/>
              <a:ext cx="363220" cy="339725"/>
            </a:xfrm>
            <a:custGeom>
              <a:avLst/>
              <a:gdLst/>
              <a:ahLst/>
              <a:cxnLst/>
              <a:rect l="l" t="t" r="r" b="b"/>
              <a:pathLst>
                <a:path w="363220" h="339725">
                  <a:moveTo>
                    <a:pt x="12123" y="25674"/>
                  </a:moveTo>
                  <a:lnTo>
                    <a:pt x="7844" y="17116"/>
                  </a:lnTo>
                  <a:lnTo>
                    <a:pt x="3565" y="8558"/>
                  </a:lnTo>
                  <a:lnTo>
                    <a:pt x="1426" y="9984"/>
                  </a:lnTo>
                  <a:lnTo>
                    <a:pt x="245" y="13015"/>
                  </a:lnTo>
                  <a:lnTo>
                    <a:pt x="0" y="20325"/>
                  </a:lnTo>
                  <a:lnTo>
                    <a:pt x="824" y="32449"/>
                  </a:lnTo>
                  <a:lnTo>
                    <a:pt x="6139" y="72978"/>
                  </a:lnTo>
                  <a:lnTo>
                    <a:pt x="15388" y="131659"/>
                  </a:lnTo>
                  <a:lnTo>
                    <a:pt x="20681" y="164744"/>
                  </a:lnTo>
                  <a:lnTo>
                    <a:pt x="25975" y="198497"/>
                  </a:lnTo>
                  <a:lnTo>
                    <a:pt x="35224" y="260120"/>
                  </a:lnTo>
                  <a:lnTo>
                    <a:pt x="40561" y="300738"/>
                  </a:lnTo>
                  <a:lnTo>
                    <a:pt x="39224" y="339473"/>
                  </a:lnTo>
                  <a:lnTo>
                    <a:pt x="38511" y="339473"/>
                  </a:lnTo>
                  <a:lnTo>
                    <a:pt x="40561" y="288503"/>
                  </a:lnTo>
                  <a:lnTo>
                    <a:pt x="44840" y="239605"/>
                  </a:lnTo>
                  <a:lnTo>
                    <a:pt x="51237" y="196113"/>
                  </a:lnTo>
                  <a:lnTo>
                    <a:pt x="63472" y="156899"/>
                  </a:lnTo>
                  <a:lnTo>
                    <a:pt x="91821" y="135949"/>
                  </a:lnTo>
                  <a:lnTo>
                    <a:pt x="98151" y="137052"/>
                  </a:lnTo>
                  <a:lnTo>
                    <a:pt x="132027" y="168176"/>
                  </a:lnTo>
                  <a:lnTo>
                    <a:pt x="150391" y="220015"/>
                  </a:lnTo>
                  <a:lnTo>
                    <a:pt x="158080" y="267196"/>
                  </a:lnTo>
                  <a:lnTo>
                    <a:pt x="159573" y="276713"/>
                  </a:lnTo>
                  <a:lnTo>
                    <a:pt x="169736" y="309519"/>
                  </a:lnTo>
                  <a:lnTo>
                    <a:pt x="174728" y="313798"/>
                  </a:lnTo>
                  <a:lnTo>
                    <a:pt x="212527" y="293116"/>
                  </a:lnTo>
                  <a:lnTo>
                    <a:pt x="235193" y="251997"/>
                  </a:lnTo>
                  <a:lnTo>
                    <a:pt x="244709" y="204080"/>
                  </a:lnTo>
                  <a:lnTo>
                    <a:pt x="246225" y="174728"/>
                  </a:lnTo>
                  <a:lnTo>
                    <a:pt x="245868" y="144307"/>
                  </a:lnTo>
                  <a:lnTo>
                    <a:pt x="240664" y="87988"/>
                  </a:lnTo>
                  <a:lnTo>
                    <a:pt x="232574" y="44217"/>
                  </a:lnTo>
                  <a:lnTo>
                    <a:pt x="228930" y="27813"/>
                  </a:lnTo>
                  <a:lnTo>
                    <a:pt x="226211" y="15344"/>
                  </a:lnTo>
                  <a:lnTo>
                    <a:pt x="224294" y="6686"/>
                  </a:lnTo>
                  <a:lnTo>
                    <a:pt x="222912" y="1638"/>
                  </a:lnTo>
                  <a:lnTo>
                    <a:pt x="221798" y="0"/>
                  </a:lnTo>
                  <a:lnTo>
                    <a:pt x="220806" y="1738"/>
                  </a:lnTo>
                  <a:lnTo>
                    <a:pt x="220282" y="7488"/>
                  </a:lnTo>
                  <a:lnTo>
                    <a:pt x="220695" y="18052"/>
                  </a:lnTo>
                  <a:lnTo>
                    <a:pt x="226077" y="56452"/>
                  </a:lnTo>
                  <a:lnTo>
                    <a:pt x="237755" y="114264"/>
                  </a:lnTo>
                  <a:lnTo>
                    <a:pt x="253646" y="180033"/>
                  </a:lnTo>
                  <a:lnTo>
                    <a:pt x="270005" y="240385"/>
                  </a:lnTo>
                  <a:lnTo>
                    <a:pt x="281783" y="280936"/>
                  </a:lnTo>
                  <a:lnTo>
                    <a:pt x="297908" y="304850"/>
                  </a:lnTo>
                  <a:lnTo>
                    <a:pt x="303635" y="304794"/>
                  </a:lnTo>
                  <a:lnTo>
                    <a:pt x="340130" y="280680"/>
                  </a:lnTo>
                  <a:lnTo>
                    <a:pt x="359742" y="244954"/>
                  </a:lnTo>
                  <a:lnTo>
                    <a:pt x="363007" y="235348"/>
                  </a:lnTo>
                </a:path>
              </a:pathLst>
            </a:custGeom>
            <a:ln w="45378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3637502" y="3924209"/>
              <a:ext cx="146050" cy="17145"/>
            </a:xfrm>
            <a:custGeom>
              <a:avLst/>
              <a:gdLst/>
              <a:ahLst/>
              <a:cxnLst/>
              <a:rect l="l" t="t" r="r" b="b"/>
              <a:pathLst>
                <a:path w="146050" h="17145">
                  <a:moveTo>
                    <a:pt x="0" y="17116"/>
                  </a:moveTo>
                  <a:lnTo>
                    <a:pt x="52752" y="8390"/>
                  </a:lnTo>
                  <a:lnTo>
                    <a:pt x="95209" y="4546"/>
                  </a:lnTo>
                  <a:lnTo>
                    <a:pt x="115534" y="4278"/>
                  </a:lnTo>
                  <a:lnTo>
                    <a:pt x="126945" y="4278"/>
                  </a:lnTo>
                  <a:lnTo>
                    <a:pt x="134077" y="4278"/>
                  </a:lnTo>
                  <a:lnTo>
                    <a:pt x="138356" y="3565"/>
                  </a:lnTo>
                  <a:lnTo>
                    <a:pt x="142635" y="2852"/>
                  </a:lnTo>
                  <a:lnTo>
                    <a:pt x="144061" y="1426"/>
                  </a:lnTo>
                  <a:lnTo>
                    <a:pt x="145488" y="0"/>
                  </a:lnTo>
                </a:path>
              </a:pathLst>
            </a:custGeom>
            <a:ln w="45378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0" name="object 50"/>
          <p:cNvGrpSpPr/>
          <p:nvPr/>
        </p:nvGrpSpPr>
        <p:grpSpPr>
          <a:xfrm>
            <a:off x="3999930" y="3785984"/>
            <a:ext cx="374650" cy="342265"/>
            <a:chOff x="3999930" y="3785984"/>
            <a:chExt cx="374650" cy="342265"/>
          </a:xfrm>
        </p:grpSpPr>
        <p:sp>
          <p:nvSpPr>
            <p:cNvPr id="51" name="object 51"/>
            <p:cNvSpPr/>
            <p:nvPr/>
          </p:nvSpPr>
          <p:spPr>
            <a:xfrm>
              <a:off x="4091083" y="3808674"/>
              <a:ext cx="37465" cy="297180"/>
            </a:xfrm>
            <a:custGeom>
              <a:avLst/>
              <a:gdLst/>
              <a:ahLst/>
              <a:cxnLst/>
              <a:rect l="l" t="t" r="r" b="b"/>
              <a:pathLst>
                <a:path w="37464" h="297179">
                  <a:moveTo>
                    <a:pt x="0" y="17116"/>
                  </a:moveTo>
                  <a:lnTo>
                    <a:pt x="0" y="8558"/>
                  </a:lnTo>
                  <a:lnTo>
                    <a:pt x="0" y="0"/>
                  </a:lnTo>
                  <a:lnTo>
                    <a:pt x="713" y="2852"/>
                  </a:lnTo>
                  <a:lnTo>
                    <a:pt x="1404" y="7131"/>
                  </a:lnTo>
                  <a:lnTo>
                    <a:pt x="2496" y="15689"/>
                  </a:lnTo>
                  <a:lnTo>
                    <a:pt x="4123" y="28527"/>
                  </a:lnTo>
                  <a:lnTo>
                    <a:pt x="6418" y="45643"/>
                  </a:lnTo>
                  <a:lnTo>
                    <a:pt x="9449" y="66871"/>
                  </a:lnTo>
                  <a:lnTo>
                    <a:pt x="13015" y="91375"/>
                  </a:lnTo>
                  <a:lnTo>
                    <a:pt x="16848" y="118153"/>
                  </a:lnTo>
                  <a:lnTo>
                    <a:pt x="24281" y="174483"/>
                  </a:lnTo>
                  <a:lnTo>
                    <a:pt x="30410" y="227035"/>
                  </a:lnTo>
                  <a:lnTo>
                    <a:pt x="34678" y="266439"/>
                  </a:lnTo>
                  <a:lnTo>
                    <a:pt x="37085" y="293116"/>
                  </a:lnTo>
                  <a:lnTo>
                    <a:pt x="37085" y="296682"/>
                  </a:lnTo>
                  <a:lnTo>
                    <a:pt x="35658" y="289550"/>
                  </a:lnTo>
                  <a:lnTo>
                    <a:pt x="33519" y="282418"/>
                  </a:lnTo>
                  <a:lnTo>
                    <a:pt x="31379" y="275287"/>
                  </a:lnTo>
                  <a:lnTo>
                    <a:pt x="28527" y="268155"/>
                  </a:lnTo>
                  <a:lnTo>
                    <a:pt x="25674" y="261023"/>
                  </a:lnTo>
                </a:path>
              </a:pathLst>
            </a:custGeom>
            <a:ln w="45378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4022619" y="3956736"/>
              <a:ext cx="128905" cy="14604"/>
            </a:xfrm>
            <a:custGeom>
              <a:avLst/>
              <a:gdLst/>
              <a:ahLst/>
              <a:cxnLst/>
              <a:rect l="l" t="t" r="r" b="b"/>
              <a:pathLst>
                <a:path w="128904" h="14604">
                  <a:moveTo>
                    <a:pt x="0" y="14542"/>
                  </a:moveTo>
                  <a:lnTo>
                    <a:pt x="51549" y="0"/>
                  </a:lnTo>
                  <a:lnTo>
                    <a:pt x="74705" y="11"/>
                  </a:lnTo>
                  <a:lnTo>
                    <a:pt x="100803" y="690"/>
                  </a:lnTo>
                  <a:lnTo>
                    <a:pt x="128371" y="1705"/>
                  </a:lnTo>
                </a:path>
              </a:pathLst>
            </a:custGeom>
            <a:ln w="45378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208177" y="3894388"/>
              <a:ext cx="165816" cy="216541"/>
            </a:xfrm>
            <a:prstGeom prst="rect">
              <a:avLst/>
            </a:prstGeom>
          </p:spPr>
        </p:pic>
      </p:grpSp>
      <p:grpSp>
        <p:nvGrpSpPr>
          <p:cNvPr id="54" name="object 54"/>
          <p:cNvGrpSpPr/>
          <p:nvPr/>
        </p:nvGrpSpPr>
        <p:grpSpPr>
          <a:xfrm>
            <a:off x="4511635" y="3708247"/>
            <a:ext cx="984885" cy="414655"/>
            <a:chOff x="4511635" y="3708247"/>
            <a:chExt cx="984885" cy="414655"/>
          </a:xfrm>
        </p:grpSpPr>
        <p:sp>
          <p:nvSpPr>
            <p:cNvPr id="55" name="object 55"/>
            <p:cNvSpPr/>
            <p:nvPr/>
          </p:nvSpPr>
          <p:spPr>
            <a:xfrm>
              <a:off x="4534324" y="3908741"/>
              <a:ext cx="417195" cy="191135"/>
            </a:xfrm>
            <a:custGeom>
              <a:avLst/>
              <a:gdLst/>
              <a:ahLst/>
              <a:cxnLst/>
              <a:rect l="l" t="t" r="r" b="b"/>
              <a:pathLst>
                <a:path w="417195" h="191135">
                  <a:moveTo>
                    <a:pt x="121597" y="49699"/>
                  </a:moveTo>
                  <a:lnTo>
                    <a:pt x="99700" y="7220"/>
                  </a:lnTo>
                  <a:lnTo>
                    <a:pt x="70972" y="0"/>
                  </a:lnTo>
                  <a:lnTo>
                    <a:pt x="55271" y="1203"/>
                  </a:lnTo>
                  <a:lnTo>
                    <a:pt x="15355" y="29786"/>
                  </a:lnTo>
                  <a:lnTo>
                    <a:pt x="1582" y="68977"/>
                  </a:lnTo>
                  <a:lnTo>
                    <a:pt x="0" y="92133"/>
                  </a:lnTo>
                  <a:lnTo>
                    <a:pt x="2161" y="114754"/>
                  </a:lnTo>
                  <a:lnTo>
                    <a:pt x="18018" y="149722"/>
                  </a:lnTo>
                  <a:lnTo>
                    <a:pt x="58837" y="167374"/>
                  </a:lnTo>
                  <a:lnTo>
                    <a:pt x="94540" y="147717"/>
                  </a:lnTo>
                  <a:lnTo>
                    <a:pt x="113930" y="94629"/>
                  </a:lnTo>
                  <a:lnTo>
                    <a:pt x="117317" y="56118"/>
                  </a:lnTo>
                  <a:lnTo>
                    <a:pt x="109372" y="110174"/>
                  </a:lnTo>
                  <a:lnTo>
                    <a:pt x="123168" y="147293"/>
                  </a:lnTo>
                  <a:lnTo>
                    <a:pt x="151550" y="178784"/>
                  </a:lnTo>
                  <a:lnTo>
                    <a:pt x="194162" y="154536"/>
                  </a:lnTo>
                  <a:lnTo>
                    <a:pt x="213106" y="98240"/>
                  </a:lnTo>
                  <a:lnTo>
                    <a:pt x="219525" y="55003"/>
                  </a:lnTo>
                  <a:lnTo>
                    <a:pt x="219480" y="14040"/>
                  </a:lnTo>
                  <a:lnTo>
                    <a:pt x="205272" y="61567"/>
                  </a:lnTo>
                  <a:lnTo>
                    <a:pt x="208861" y="102954"/>
                  </a:lnTo>
                  <a:lnTo>
                    <a:pt x="229197" y="152486"/>
                  </a:lnTo>
                  <a:lnTo>
                    <a:pt x="266906" y="176199"/>
                  </a:lnTo>
                  <a:lnTo>
                    <a:pt x="300872" y="154180"/>
                  </a:lnTo>
                  <a:lnTo>
                    <a:pt x="320105" y="100168"/>
                  </a:lnTo>
                  <a:lnTo>
                    <a:pt x="327103" y="52140"/>
                  </a:lnTo>
                  <a:lnTo>
                    <a:pt x="330825" y="7800"/>
                  </a:lnTo>
                  <a:lnTo>
                    <a:pt x="327449" y="53410"/>
                  </a:lnTo>
                  <a:lnTo>
                    <a:pt x="332998" y="98897"/>
                  </a:lnTo>
                  <a:lnTo>
                    <a:pt x="341489" y="138167"/>
                  </a:lnTo>
                  <a:lnTo>
                    <a:pt x="362651" y="182350"/>
                  </a:lnTo>
                  <a:lnTo>
                    <a:pt x="374775" y="188769"/>
                  </a:lnTo>
                  <a:lnTo>
                    <a:pt x="381193" y="190909"/>
                  </a:lnTo>
                  <a:lnTo>
                    <a:pt x="388325" y="190909"/>
                  </a:lnTo>
                  <a:lnTo>
                    <a:pt x="395457" y="185203"/>
                  </a:lnTo>
                  <a:lnTo>
                    <a:pt x="400806" y="179943"/>
                  </a:lnTo>
                  <a:lnTo>
                    <a:pt x="406155" y="173079"/>
                  </a:lnTo>
                  <a:lnTo>
                    <a:pt x="411504" y="165145"/>
                  </a:lnTo>
                  <a:lnTo>
                    <a:pt x="416852" y="156676"/>
                  </a:lnTo>
                </a:path>
              </a:pathLst>
            </a:custGeom>
            <a:ln w="45378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4978434" y="3730936"/>
              <a:ext cx="495300" cy="362585"/>
            </a:xfrm>
            <a:custGeom>
              <a:avLst/>
              <a:gdLst/>
              <a:ahLst/>
              <a:cxnLst/>
              <a:rect l="l" t="t" r="r" b="b"/>
              <a:pathLst>
                <a:path w="495300" h="362585">
                  <a:moveTo>
                    <a:pt x="126789" y="240341"/>
                  </a:moveTo>
                  <a:lnTo>
                    <a:pt x="115256" y="203033"/>
                  </a:lnTo>
                  <a:lnTo>
                    <a:pt x="76867" y="174372"/>
                  </a:lnTo>
                  <a:lnTo>
                    <a:pt x="29073" y="179175"/>
                  </a:lnTo>
                  <a:lnTo>
                    <a:pt x="2696" y="228217"/>
                  </a:lnTo>
                  <a:lnTo>
                    <a:pt x="0" y="249790"/>
                  </a:lnTo>
                  <a:lnTo>
                    <a:pt x="378" y="271899"/>
                  </a:lnTo>
                  <a:lnTo>
                    <a:pt x="9828" y="312372"/>
                  </a:lnTo>
                  <a:lnTo>
                    <a:pt x="42222" y="348777"/>
                  </a:lnTo>
                  <a:lnTo>
                    <a:pt x="85514" y="348833"/>
                  </a:lnTo>
                  <a:lnTo>
                    <a:pt x="120504" y="311625"/>
                  </a:lnTo>
                  <a:lnTo>
                    <a:pt x="132361" y="266985"/>
                  </a:lnTo>
                  <a:lnTo>
                    <a:pt x="136740" y="207445"/>
                  </a:lnTo>
                  <a:lnTo>
                    <a:pt x="136049" y="141833"/>
                  </a:lnTo>
                  <a:lnTo>
                    <a:pt x="132896" y="86495"/>
                  </a:lnTo>
                  <a:lnTo>
                    <a:pt x="128617" y="48384"/>
                  </a:lnTo>
                  <a:lnTo>
                    <a:pt x="114665" y="12124"/>
                  </a:lnTo>
                  <a:lnTo>
                    <a:pt x="106062" y="61924"/>
                  </a:lnTo>
                  <a:lnTo>
                    <a:pt x="107221" y="114186"/>
                  </a:lnTo>
                  <a:lnTo>
                    <a:pt x="113607" y="174773"/>
                  </a:lnTo>
                  <a:lnTo>
                    <a:pt x="124416" y="234323"/>
                  </a:lnTo>
                  <a:lnTo>
                    <a:pt x="136172" y="284424"/>
                  </a:lnTo>
                  <a:lnTo>
                    <a:pt x="148608" y="320796"/>
                  </a:lnTo>
                  <a:lnTo>
                    <a:pt x="174216" y="349101"/>
                  </a:lnTo>
                  <a:lnTo>
                    <a:pt x="214064" y="334302"/>
                  </a:lnTo>
                  <a:lnTo>
                    <a:pt x="237867" y="286374"/>
                  </a:lnTo>
                  <a:lnTo>
                    <a:pt x="248565" y="245968"/>
                  </a:lnTo>
                  <a:lnTo>
                    <a:pt x="256766" y="200046"/>
                  </a:lnTo>
                  <a:lnTo>
                    <a:pt x="251596" y="255853"/>
                  </a:lnTo>
                  <a:lnTo>
                    <a:pt x="253022" y="299535"/>
                  </a:lnTo>
                  <a:lnTo>
                    <a:pt x="270071" y="344164"/>
                  </a:lnTo>
                  <a:lnTo>
                    <a:pt x="298487" y="362116"/>
                  </a:lnTo>
                  <a:lnTo>
                    <a:pt x="309586" y="361648"/>
                  </a:lnTo>
                  <a:lnTo>
                    <a:pt x="346805" y="335283"/>
                  </a:lnTo>
                  <a:lnTo>
                    <a:pt x="369983" y="292403"/>
                  </a:lnTo>
                  <a:lnTo>
                    <a:pt x="386743" y="228039"/>
                  </a:lnTo>
                  <a:lnTo>
                    <a:pt x="397084" y="154046"/>
                  </a:lnTo>
                  <a:lnTo>
                    <a:pt x="402076" y="84779"/>
                  </a:lnTo>
                  <a:lnTo>
                    <a:pt x="402789" y="32093"/>
                  </a:lnTo>
                  <a:lnTo>
                    <a:pt x="398477" y="0"/>
                  </a:lnTo>
                  <a:lnTo>
                    <a:pt x="396371" y="713"/>
                  </a:lnTo>
                  <a:lnTo>
                    <a:pt x="389952" y="54914"/>
                  </a:lnTo>
                  <a:lnTo>
                    <a:pt x="390398" y="113484"/>
                  </a:lnTo>
                  <a:lnTo>
                    <a:pt x="393518" y="181147"/>
                  </a:lnTo>
                  <a:lnTo>
                    <a:pt x="398599" y="244174"/>
                  </a:lnTo>
                  <a:lnTo>
                    <a:pt x="404216" y="291690"/>
                  </a:lnTo>
                  <a:lnTo>
                    <a:pt x="431974" y="325855"/>
                  </a:lnTo>
                  <a:lnTo>
                    <a:pt x="476035" y="307168"/>
                  </a:lnTo>
                  <a:lnTo>
                    <a:pt x="489340" y="286241"/>
                  </a:lnTo>
                  <a:lnTo>
                    <a:pt x="494789" y="274573"/>
                  </a:lnTo>
                </a:path>
              </a:pathLst>
            </a:custGeom>
            <a:ln w="45378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5284944" y="3860022"/>
              <a:ext cx="184150" cy="17145"/>
            </a:xfrm>
            <a:custGeom>
              <a:avLst/>
              <a:gdLst/>
              <a:ahLst/>
              <a:cxnLst/>
              <a:rect l="l" t="t" r="r" b="b"/>
              <a:pathLst>
                <a:path w="184150" h="17145">
                  <a:moveTo>
                    <a:pt x="0" y="17116"/>
                  </a:moveTo>
                  <a:lnTo>
                    <a:pt x="46089" y="1203"/>
                  </a:lnTo>
                  <a:lnTo>
                    <a:pt x="90306" y="44"/>
                  </a:lnTo>
                  <a:lnTo>
                    <a:pt x="112682" y="0"/>
                  </a:lnTo>
                  <a:lnTo>
                    <a:pt x="132851" y="0"/>
                  </a:lnTo>
                  <a:lnTo>
                    <a:pt x="151015" y="0"/>
                  </a:lnTo>
                  <a:lnTo>
                    <a:pt x="167842" y="0"/>
                  </a:lnTo>
                  <a:lnTo>
                    <a:pt x="183999" y="0"/>
                  </a:lnTo>
                </a:path>
              </a:pathLst>
            </a:custGeom>
            <a:ln w="45378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5216480" y="3757324"/>
              <a:ext cx="26034" cy="4445"/>
            </a:xfrm>
            <a:custGeom>
              <a:avLst/>
              <a:gdLst/>
              <a:ahLst/>
              <a:cxnLst/>
              <a:rect l="l" t="t" r="r" b="b"/>
              <a:pathLst>
                <a:path w="26035" h="4445">
                  <a:moveTo>
                    <a:pt x="0" y="4278"/>
                  </a:moveTo>
                  <a:lnTo>
                    <a:pt x="6418" y="3209"/>
                  </a:lnTo>
                  <a:lnTo>
                    <a:pt x="12837" y="2139"/>
                  </a:lnTo>
                  <a:lnTo>
                    <a:pt x="19255" y="1069"/>
                  </a:lnTo>
                  <a:lnTo>
                    <a:pt x="25674" y="0"/>
                  </a:lnTo>
                </a:path>
              </a:pathLst>
            </a:custGeom>
            <a:ln w="45378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9" name="object 59"/>
          <p:cNvGrpSpPr/>
          <p:nvPr/>
        </p:nvGrpSpPr>
        <p:grpSpPr>
          <a:xfrm>
            <a:off x="5692302" y="3630511"/>
            <a:ext cx="1720850" cy="546100"/>
            <a:chOff x="5692302" y="3630511"/>
            <a:chExt cx="1720850" cy="546100"/>
          </a:xfrm>
        </p:grpSpPr>
        <p:sp>
          <p:nvSpPr>
            <p:cNvPr id="60" name="object 60"/>
            <p:cNvSpPr/>
            <p:nvPr/>
          </p:nvSpPr>
          <p:spPr>
            <a:xfrm>
              <a:off x="5714991" y="3682463"/>
              <a:ext cx="147955" cy="433070"/>
            </a:xfrm>
            <a:custGeom>
              <a:avLst/>
              <a:gdLst/>
              <a:ahLst/>
              <a:cxnLst/>
              <a:rect l="l" t="t" r="r" b="b"/>
              <a:pathLst>
                <a:path w="147954" h="433070">
                  <a:moveTo>
                    <a:pt x="147628" y="23512"/>
                  </a:moveTo>
                  <a:lnTo>
                    <a:pt x="144775" y="13528"/>
                  </a:lnTo>
                  <a:lnTo>
                    <a:pt x="141922" y="3543"/>
                  </a:lnTo>
                  <a:lnTo>
                    <a:pt x="136930" y="690"/>
                  </a:lnTo>
                  <a:lnTo>
                    <a:pt x="132684" y="0"/>
                  </a:lnTo>
                  <a:lnTo>
                    <a:pt x="127034" y="2652"/>
                  </a:lnTo>
                  <a:lnTo>
                    <a:pt x="95933" y="37118"/>
                  </a:lnTo>
                  <a:lnTo>
                    <a:pt x="64487" y="83141"/>
                  </a:lnTo>
                  <a:lnTo>
                    <a:pt x="33753" y="141744"/>
                  </a:lnTo>
                  <a:lnTo>
                    <a:pt x="10686" y="207312"/>
                  </a:lnTo>
                  <a:lnTo>
                    <a:pt x="44" y="274429"/>
                  </a:lnTo>
                  <a:lnTo>
                    <a:pt x="0" y="306555"/>
                  </a:lnTo>
                  <a:lnTo>
                    <a:pt x="3164" y="336408"/>
                  </a:lnTo>
                  <a:lnTo>
                    <a:pt x="18007" y="385439"/>
                  </a:lnTo>
                  <a:lnTo>
                    <a:pt x="41364" y="417243"/>
                  </a:lnTo>
                  <a:lnTo>
                    <a:pt x="83620" y="432788"/>
                  </a:lnTo>
                  <a:lnTo>
                    <a:pt x="98440" y="431974"/>
                  </a:lnTo>
                  <a:lnTo>
                    <a:pt x="113395" y="430024"/>
                  </a:lnTo>
                </a:path>
              </a:pathLst>
            </a:custGeom>
            <a:ln w="45378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5893286" y="3846160"/>
              <a:ext cx="650875" cy="177800"/>
            </a:xfrm>
            <a:custGeom>
              <a:avLst/>
              <a:gdLst/>
              <a:ahLst/>
              <a:cxnLst/>
              <a:rect l="l" t="t" r="r" b="b"/>
              <a:pathLst>
                <a:path w="650875" h="177800">
                  <a:moveTo>
                    <a:pt x="157612" y="35257"/>
                  </a:moveTo>
                  <a:lnTo>
                    <a:pt x="131937" y="6017"/>
                  </a:lnTo>
                  <a:lnTo>
                    <a:pt x="99644" y="0"/>
                  </a:lnTo>
                  <a:lnTo>
                    <a:pt x="86294" y="1738"/>
                  </a:lnTo>
                  <a:lnTo>
                    <a:pt x="43069" y="18486"/>
                  </a:lnTo>
                  <a:lnTo>
                    <a:pt x="9627" y="53176"/>
                  </a:lnTo>
                  <a:lnTo>
                    <a:pt x="0" y="83040"/>
                  </a:lnTo>
                  <a:lnTo>
                    <a:pt x="111" y="98574"/>
                  </a:lnTo>
                  <a:lnTo>
                    <a:pt x="19968" y="140095"/>
                  </a:lnTo>
                  <a:lnTo>
                    <a:pt x="64197" y="162058"/>
                  </a:lnTo>
                  <a:lnTo>
                    <a:pt x="82015" y="163629"/>
                  </a:lnTo>
                  <a:lnTo>
                    <a:pt x="100357" y="162036"/>
                  </a:lnTo>
                  <a:lnTo>
                    <a:pt x="151907" y="138668"/>
                  </a:lnTo>
                  <a:lnTo>
                    <a:pt x="177492" y="110230"/>
                  </a:lnTo>
                  <a:lnTo>
                    <a:pt x="201829" y="66637"/>
                  </a:lnTo>
                  <a:lnTo>
                    <a:pt x="203256" y="59505"/>
                  </a:lnTo>
                  <a:lnTo>
                    <a:pt x="202542" y="59505"/>
                  </a:lnTo>
                  <a:lnTo>
                    <a:pt x="201829" y="59505"/>
                  </a:lnTo>
                  <a:lnTo>
                    <a:pt x="203601" y="98173"/>
                  </a:lnTo>
                  <a:lnTo>
                    <a:pt x="218945" y="146513"/>
                  </a:lnTo>
                  <a:lnTo>
                    <a:pt x="251752" y="177180"/>
                  </a:lnTo>
                  <a:lnTo>
                    <a:pt x="263129" y="177291"/>
                  </a:lnTo>
                  <a:lnTo>
                    <a:pt x="275376" y="174327"/>
                  </a:lnTo>
                  <a:lnTo>
                    <a:pt x="310043" y="145878"/>
                  </a:lnTo>
                  <a:lnTo>
                    <a:pt x="330201" y="99443"/>
                  </a:lnTo>
                  <a:lnTo>
                    <a:pt x="332096" y="85258"/>
                  </a:lnTo>
                  <a:lnTo>
                    <a:pt x="331449" y="72610"/>
                  </a:lnTo>
                  <a:lnTo>
                    <a:pt x="305953" y="36060"/>
                  </a:lnTo>
                  <a:lnTo>
                    <a:pt x="264466" y="21517"/>
                  </a:lnTo>
                  <a:lnTo>
                    <a:pt x="218232" y="16001"/>
                  </a:lnTo>
                  <a:lnTo>
                    <a:pt x="201829" y="15288"/>
                  </a:lnTo>
                  <a:lnTo>
                    <a:pt x="194697" y="16715"/>
                  </a:lnTo>
                  <a:lnTo>
                    <a:pt x="194697" y="18141"/>
                  </a:lnTo>
                  <a:lnTo>
                    <a:pt x="196201" y="19188"/>
                  </a:lnTo>
                  <a:lnTo>
                    <a:pt x="248442" y="20771"/>
                  </a:lnTo>
                  <a:lnTo>
                    <a:pt x="274306" y="20281"/>
                  </a:lnTo>
                  <a:lnTo>
                    <a:pt x="301908" y="19790"/>
                  </a:lnTo>
                  <a:lnTo>
                    <a:pt x="352811" y="19846"/>
                  </a:lnTo>
                  <a:lnTo>
                    <a:pt x="403659" y="24560"/>
                  </a:lnTo>
                  <a:lnTo>
                    <a:pt x="422915" y="51660"/>
                  </a:lnTo>
                  <a:lnTo>
                    <a:pt x="422213" y="66938"/>
                  </a:lnTo>
                  <a:lnTo>
                    <a:pt x="420508" y="84556"/>
                  </a:lnTo>
                  <a:lnTo>
                    <a:pt x="418402" y="102307"/>
                  </a:lnTo>
                  <a:lnTo>
                    <a:pt x="416496" y="117986"/>
                  </a:lnTo>
                  <a:lnTo>
                    <a:pt x="415270" y="129932"/>
                  </a:lnTo>
                  <a:lnTo>
                    <a:pt x="414713" y="138668"/>
                  </a:lnTo>
                  <a:lnTo>
                    <a:pt x="414691" y="145265"/>
                  </a:lnTo>
                  <a:lnTo>
                    <a:pt x="415070" y="150792"/>
                  </a:lnTo>
                  <a:lnTo>
                    <a:pt x="415783" y="157924"/>
                  </a:lnTo>
                  <a:lnTo>
                    <a:pt x="417209" y="165056"/>
                  </a:lnTo>
                  <a:lnTo>
                    <a:pt x="417922" y="165056"/>
                  </a:lnTo>
                  <a:lnTo>
                    <a:pt x="418379" y="163585"/>
                  </a:lnTo>
                  <a:lnTo>
                    <a:pt x="418903" y="158637"/>
                  </a:lnTo>
                  <a:lnTo>
                    <a:pt x="419828" y="149411"/>
                  </a:lnTo>
                  <a:lnTo>
                    <a:pt x="421488" y="135102"/>
                  </a:lnTo>
                  <a:lnTo>
                    <a:pt x="427996" y="92847"/>
                  </a:lnTo>
                  <a:lnTo>
                    <a:pt x="439317" y="49521"/>
                  </a:lnTo>
                  <a:lnTo>
                    <a:pt x="463488" y="15121"/>
                  </a:lnTo>
                  <a:lnTo>
                    <a:pt x="503682" y="20492"/>
                  </a:lnTo>
                  <a:lnTo>
                    <a:pt x="521333" y="59505"/>
                  </a:lnTo>
                  <a:lnTo>
                    <a:pt x="528153" y="115067"/>
                  </a:lnTo>
                  <a:lnTo>
                    <a:pt x="526961" y="155094"/>
                  </a:lnTo>
                  <a:lnTo>
                    <a:pt x="526325" y="156498"/>
                  </a:lnTo>
                  <a:lnTo>
                    <a:pt x="525991" y="155049"/>
                  </a:lnTo>
                  <a:lnTo>
                    <a:pt x="535218" y="109662"/>
                  </a:lnTo>
                  <a:lnTo>
                    <a:pt x="548456" y="66894"/>
                  </a:lnTo>
                  <a:lnTo>
                    <a:pt x="564391" y="31892"/>
                  </a:lnTo>
                  <a:lnTo>
                    <a:pt x="594278" y="2139"/>
                  </a:lnTo>
                  <a:lnTo>
                    <a:pt x="606714" y="0"/>
                  </a:lnTo>
                  <a:lnTo>
                    <a:pt x="613333" y="1738"/>
                  </a:lnTo>
                  <a:lnTo>
                    <a:pt x="641147" y="31691"/>
                  </a:lnTo>
                  <a:lnTo>
                    <a:pt x="650274" y="80232"/>
                  </a:lnTo>
                  <a:lnTo>
                    <a:pt x="650419" y="95877"/>
                  </a:lnTo>
                  <a:lnTo>
                    <a:pt x="649271" y="108971"/>
                  </a:lnTo>
                  <a:lnTo>
                    <a:pt x="647120" y="119858"/>
                  </a:lnTo>
                  <a:lnTo>
                    <a:pt x="644301" y="129274"/>
                  </a:lnTo>
                  <a:lnTo>
                    <a:pt x="641148" y="137955"/>
                  </a:lnTo>
                </a:path>
              </a:pathLst>
            </a:custGeom>
            <a:ln w="45378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6612171" y="3805108"/>
              <a:ext cx="149225" cy="348615"/>
            </a:xfrm>
            <a:custGeom>
              <a:avLst/>
              <a:gdLst/>
              <a:ahLst/>
              <a:cxnLst/>
              <a:rect l="l" t="t" r="r" b="b"/>
              <a:pathLst>
                <a:path w="149225" h="348614">
                  <a:moveTo>
                    <a:pt x="16403" y="42077"/>
                  </a:moveTo>
                  <a:lnTo>
                    <a:pt x="10697" y="33519"/>
                  </a:lnTo>
                  <a:lnTo>
                    <a:pt x="4992" y="24961"/>
                  </a:lnTo>
                  <a:lnTo>
                    <a:pt x="2139" y="24248"/>
                  </a:lnTo>
                  <a:lnTo>
                    <a:pt x="534" y="25351"/>
                  </a:lnTo>
                  <a:lnTo>
                    <a:pt x="0" y="30399"/>
                  </a:lnTo>
                  <a:lnTo>
                    <a:pt x="534" y="40394"/>
                  </a:lnTo>
                  <a:lnTo>
                    <a:pt x="2139" y="56341"/>
                  </a:lnTo>
                  <a:lnTo>
                    <a:pt x="4747" y="78817"/>
                  </a:lnTo>
                  <a:lnTo>
                    <a:pt x="8023" y="106709"/>
                  </a:lnTo>
                  <a:lnTo>
                    <a:pt x="11567" y="138479"/>
                  </a:lnTo>
                  <a:lnTo>
                    <a:pt x="17929" y="207457"/>
                  </a:lnTo>
                  <a:lnTo>
                    <a:pt x="22498" y="272378"/>
                  </a:lnTo>
                  <a:lnTo>
                    <a:pt x="24248" y="298821"/>
                  </a:lnTo>
                  <a:lnTo>
                    <a:pt x="25707" y="319247"/>
                  </a:lnTo>
                  <a:lnTo>
                    <a:pt x="26833" y="333856"/>
                  </a:lnTo>
                  <a:lnTo>
                    <a:pt x="27557" y="343250"/>
                  </a:lnTo>
                  <a:lnTo>
                    <a:pt x="27814" y="348031"/>
                  </a:lnTo>
                  <a:lnTo>
                    <a:pt x="18464" y="288202"/>
                  </a:lnTo>
                  <a:lnTo>
                    <a:pt x="10374" y="220338"/>
                  </a:lnTo>
                  <a:lnTo>
                    <a:pt x="5092" y="149254"/>
                  </a:lnTo>
                  <a:lnTo>
                    <a:pt x="4190" y="117317"/>
                  </a:lnTo>
                  <a:lnTo>
                    <a:pt x="4223" y="89125"/>
                  </a:lnTo>
                  <a:lnTo>
                    <a:pt x="6329" y="47381"/>
                  </a:lnTo>
                  <a:lnTo>
                    <a:pt x="17105" y="9427"/>
                  </a:lnTo>
                  <a:lnTo>
                    <a:pt x="35659" y="0"/>
                  </a:lnTo>
                  <a:lnTo>
                    <a:pt x="45877" y="490"/>
                  </a:lnTo>
                  <a:lnTo>
                    <a:pt x="86294" y="18542"/>
                  </a:lnTo>
                  <a:lnTo>
                    <a:pt x="115891" y="46980"/>
                  </a:lnTo>
                  <a:lnTo>
                    <a:pt x="139069" y="79162"/>
                  </a:lnTo>
                  <a:lnTo>
                    <a:pt x="148608" y="105461"/>
                  </a:lnTo>
                  <a:lnTo>
                    <a:pt x="147594" y="116571"/>
                  </a:lnTo>
                  <a:lnTo>
                    <a:pt x="121864" y="146112"/>
                  </a:lnTo>
                  <a:lnTo>
                    <a:pt x="75841" y="164788"/>
                  </a:lnTo>
                  <a:lnTo>
                    <a:pt x="33519" y="167597"/>
                  </a:lnTo>
                  <a:lnTo>
                    <a:pt x="7845" y="140496"/>
                  </a:lnTo>
                  <a:lnTo>
                    <a:pt x="7845" y="131938"/>
                  </a:lnTo>
                </a:path>
              </a:pathLst>
            </a:custGeom>
            <a:ln w="45378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6817187" y="3684580"/>
              <a:ext cx="46990" cy="275590"/>
            </a:xfrm>
            <a:custGeom>
              <a:avLst/>
              <a:gdLst/>
              <a:ahLst/>
              <a:cxnLst/>
              <a:rect l="l" t="t" r="r" b="b"/>
              <a:pathLst>
                <a:path w="46990" h="275589">
                  <a:moveTo>
                    <a:pt x="3945" y="38511"/>
                  </a:moveTo>
                  <a:lnTo>
                    <a:pt x="3945" y="31379"/>
                  </a:lnTo>
                  <a:lnTo>
                    <a:pt x="3945" y="24248"/>
                  </a:lnTo>
                  <a:lnTo>
                    <a:pt x="3231" y="16403"/>
                  </a:lnTo>
                  <a:lnTo>
                    <a:pt x="2518" y="8558"/>
                  </a:lnTo>
                  <a:lnTo>
                    <a:pt x="1092" y="0"/>
                  </a:lnTo>
                  <a:lnTo>
                    <a:pt x="378" y="0"/>
                  </a:lnTo>
                  <a:lnTo>
                    <a:pt x="0" y="1649"/>
                  </a:lnTo>
                  <a:lnTo>
                    <a:pt x="22" y="6775"/>
                  </a:lnTo>
                  <a:lnTo>
                    <a:pt x="3810" y="45543"/>
                  </a:lnTo>
                  <a:lnTo>
                    <a:pt x="10229" y="90005"/>
                  </a:lnTo>
                  <a:lnTo>
                    <a:pt x="19757" y="144128"/>
                  </a:lnTo>
                  <a:lnTo>
                    <a:pt x="29987" y="197483"/>
                  </a:lnTo>
                  <a:lnTo>
                    <a:pt x="33898" y="218945"/>
                  </a:lnTo>
                  <a:lnTo>
                    <a:pt x="36383" y="234836"/>
                  </a:lnTo>
                  <a:lnTo>
                    <a:pt x="37732" y="246046"/>
                  </a:lnTo>
                  <a:lnTo>
                    <a:pt x="38411" y="254047"/>
                  </a:lnTo>
                  <a:lnTo>
                    <a:pt x="38890" y="260310"/>
                  </a:lnTo>
                  <a:lnTo>
                    <a:pt x="39604" y="268155"/>
                  </a:lnTo>
                  <a:lnTo>
                    <a:pt x="41030" y="275287"/>
                  </a:lnTo>
                  <a:lnTo>
                    <a:pt x="42456" y="275287"/>
                  </a:lnTo>
                  <a:lnTo>
                    <a:pt x="43882" y="275287"/>
                  </a:lnTo>
                  <a:lnTo>
                    <a:pt x="45309" y="268155"/>
                  </a:lnTo>
                  <a:lnTo>
                    <a:pt x="46735" y="261023"/>
                  </a:lnTo>
                </a:path>
              </a:pathLst>
            </a:custGeom>
            <a:ln w="45378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6924187" y="3653200"/>
              <a:ext cx="466090" cy="319405"/>
            </a:xfrm>
            <a:custGeom>
              <a:avLst/>
              <a:gdLst/>
              <a:ahLst/>
              <a:cxnLst/>
              <a:rect l="l" t="t" r="r" b="b"/>
              <a:pathLst>
                <a:path w="466090" h="319404">
                  <a:moveTo>
                    <a:pt x="29596" y="241054"/>
                  </a:moveTo>
                  <a:lnTo>
                    <a:pt x="68821" y="232496"/>
                  </a:lnTo>
                  <a:lnTo>
                    <a:pt x="109194" y="219547"/>
                  </a:lnTo>
                  <a:lnTo>
                    <a:pt x="109740" y="176957"/>
                  </a:lnTo>
                  <a:lnTo>
                    <a:pt x="76042" y="142813"/>
                  </a:lnTo>
                  <a:lnTo>
                    <a:pt x="28259" y="161891"/>
                  </a:lnTo>
                  <a:lnTo>
                    <a:pt x="2362" y="210488"/>
                  </a:lnTo>
                  <a:lnTo>
                    <a:pt x="0" y="230267"/>
                  </a:lnTo>
                  <a:lnTo>
                    <a:pt x="1381" y="249913"/>
                  </a:lnTo>
                  <a:lnTo>
                    <a:pt x="29061" y="296771"/>
                  </a:lnTo>
                  <a:lnTo>
                    <a:pt x="78326" y="316194"/>
                  </a:lnTo>
                  <a:lnTo>
                    <a:pt x="96011" y="316027"/>
                  </a:lnTo>
                  <a:lnTo>
                    <a:pt x="148998" y="297807"/>
                  </a:lnTo>
                  <a:lnTo>
                    <a:pt x="180623" y="271264"/>
                  </a:lnTo>
                  <a:lnTo>
                    <a:pt x="204047" y="231760"/>
                  </a:lnTo>
                  <a:lnTo>
                    <a:pt x="216594" y="181169"/>
                  </a:lnTo>
                  <a:lnTo>
                    <a:pt x="218589" y="153333"/>
                  </a:lnTo>
                  <a:lnTo>
                    <a:pt x="217831" y="124873"/>
                  </a:lnTo>
                  <a:lnTo>
                    <a:pt x="215201" y="97348"/>
                  </a:lnTo>
                  <a:lnTo>
                    <a:pt x="211769" y="72499"/>
                  </a:lnTo>
                  <a:lnTo>
                    <a:pt x="208604" y="52062"/>
                  </a:lnTo>
                  <a:lnTo>
                    <a:pt x="206532" y="37230"/>
                  </a:lnTo>
                  <a:lnTo>
                    <a:pt x="205395" y="27011"/>
                  </a:lnTo>
                  <a:lnTo>
                    <a:pt x="204793" y="19868"/>
                  </a:lnTo>
                  <a:lnTo>
                    <a:pt x="204325" y="14263"/>
                  </a:lnTo>
                  <a:lnTo>
                    <a:pt x="203612" y="7131"/>
                  </a:lnTo>
                  <a:lnTo>
                    <a:pt x="202186" y="0"/>
                  </a:lnTo>
                  <a:lnTo>
                    <a:pt x="200047" y="713"/>
                  </a:lnTo>
                  <a:lnTo>
                    <a:pt x="198342" y="2797"/>
                  </a:lnTo>
                  <a:lnTo>
                    <a:pt x="196570" y="8290"/>
                  </a:lnTo>
                  <a:lnTo>
                    <a:pt x="194932" y="17662"/>
                  </a:lnTo>
                  <a:lnTo>
                    <a:pt x="193628" y="31379"/>
                  </a:lnTo>
                  <a:lnTo>
                    <a:pt x="192915" y="49744"/>
                  </a:lnTo>
                  <a:lnTo>
                    <a:pt x="193271" y="72387"/>
                  </a:lnTo>
                  <a:lnTo>
                    <a:pt x="199333" y="128372"/>
                  </a:lnTo>
                  <a:lnTo>
                    <a:pt x="214221" y="192914"/>
                  </a:lnTo>
                  <a:lnTo>
                    <a:pt x="232853" y="251038"/>
                  </a:lnTo>
                  <a:lnTo>
                    <a:pt x="249523" y="289461"/>
                  </a:lnTo>
                  <a:lnTo>
                    <a:pt x="276000" y="318701"/>
                  </a:lnTo>
                  <a:lnTo>
                    <a:pt x="282775" y="319359"/>
                  </a:lnTo>
                  <a:lnTo>
                    <a:pt x="290620" y="318077"/>
                  </a:lnTo>
                  <a:lnTo>
                    <a:pt x="339829" y="288124"/>
                  </a:lnTo>
                  <a:lnTo>
                    <a:pt x="375310" y="251573"/>
                  </a:lnTo>
                  <a:lnTo>
                    <a:pt x="405442" y="213953"/>
                  </a:lnTo>
                  <a:lnTo>
                    <a:pt x="421131" y="174015"/>
                  </a:lnTo>
                  <a:lnTo>
                    <a:pt x="389039" y="145488"/>
                  </a:lnTo>
                  <a:lnTo>
                    <a:pt x="350527" y="163317"/>
                  </a:lnTo>
                  <a:lnTo>
                    <a:pt x="332675" y="211457"/>
                  </a:lnTo>
                  <a:lnTo>
                    <a:pt x="332965" y="265302"/>
                  </a:lnTo>
                  <a:lnTo>
                    <a:pt x="355999" y="300147"/>
                  </a:lnTo>
                  <a:lnTo>
                    <a:pt x="399023" y="306666"/>
                  </a:lnTo>
                  <a:lnTo>
                    <a:pt x="448968" y="291222"/>
                  </a:lnTo>
                  <a:lnTo>
                    <a:pt x="466062" y="283845"/>
                  </a:lnTo>
                </a:path>
              </a:pathLst>
            </a:custGeom>
            <a:ln w="45378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973885" y="3679007"/>
              <a:ext cx="233658" cy="71053"/>
            </a:xfrm>
            <a:prstGeom prst="rect">
              <a:avLst/>
            </a:prstGeom>
          </p:spPr>
        </p:pic>
      </p:grpSp>
      <p:sp>
        <p:nvSpPr>
          <p:cNvPr id="66" name="object 66"/>
          <p:cNvSpPr/>
          <p:nvPr/>
        </p:nvSpPr>
        <p:spPr>
          <a:xfrm>
            <a:off x="7569971" y="3678875"/>
            <a:ext cx="34290" cy="281305"/>
          </a:xfrm>
          <a:custGeom>
            <a:avLst/>
            <a:gdLst/>
            <a:ahLst/>
            <a:cxnLst/>
            <a:rect l="l" t="t" r="r" b="b"/>
            <a:pathLst>
              <a:path w="34290" h="281304">
                <a:moveTo>
                  <a:pt x="0" y="35658"/>
                </a:moveTo>
                <a:lnTo>
                  <a:pt x="1426" y="28527"/>
                </a:lnTo>
                <a:lnTo>
                  <a:pt x="2852" y="21395"/>
                </a:lnTo>
                <a:lnTo>
                  <a:pt x="4278" y="14263"/>
                </a:lnTo>
                <a:lnTo>
                  <a:pt x="5705" y="7131"/>
                </a:lnTo>
                <a:lnTo>
                  <a:pt x="7131" y="0"/>
                </a:lnTo>
                <a:lnTo>
                  <a:pt x="7845" y="2139"/>
                </a:lnTo>
                <a:lnTo>
                  <a:pt x="8302" y="5649"/>
                </a:lnTo>
                <a:lnTo>
                  <a:pt x="8825" y="13639"/>
                </a:lnTo>
                <a:lnTo>
                  <a:pt x="9750" y="27111"/>
                </a:lnTo>
                <a:lnTo>
                  <a:pt x="11410" y="47069"/>
                </a:lnTo>
                <a:lnTo>
                  <a:pt x="13996" y="73836"/>
                </a:lnTo>
                <a:lnTo>
                  <a:pt x="17116" y="105015"/>
                </a:lnTo>
                <a:lnTo>
                  <a:pt x="20236" y="137532"/>
                </a:lnTo>
                <a:lnTo>
                  <a:pt x="22821" y="168310"/>
                </a:lnTo>
                <a:lnTo>
                  <a:pt x="24481" y="194864"/>
                </a:lnTo>
                <a:lnTo>
                  <a:pt x="25406" y="217073"/>
                </a:lnTo>
                <a:lnTo>
                  <a:pt x="25930" y="235404"/>
                </a:lnTo>
                <a:lnTo>
                  <a:pt x="26387" y="250325"/>
                </a:lnTo>
                <a:lnTo>
                  <a:pt x="29953" y="280992"/>
                </a:lnTo>
                <a:lnTo>
                  <a:pt x="29953" y="273860"/>
                </a:lnTo>
                <a:lnTo>
                  <a:pt x="30666" y="266015"/>
                </a:lnTo>
                <a:lnTo>
                  <a:pt x="31379" y="258170"/>
                </a:lnTo>
                <a:lnTo>
                  <a:pt x="32806" y="249612"/>
                </a:lnTo>
                <a:lnTo>
                  <a:pt x="34232" y="241054"/>
                </a:lnTo>
              </a:path>
            </a:pathLst>
          </a:custGeom>
          <a:ln w="45378">
            <a:solidFill>
              <a:srgbClr val="61187C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7" name="object 6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684211" y="3763664"/>
            <a:ext cx="175823" cy="204640"/>
          </a:xfrm>
          <a:prstGeom prst="rect">
            <a:avLst/>
          </a:prstGeom>
        </p:spPr>
      </p:pic>
      <p:grpSp>
        <p:nvGrpSpPr>
          <p:cNvPr id="68" name="object 68"/>
          <p:cNvGrpSpPr/>
          <p:nvPr/>
        </p:nvGrpSpPr>
        <p:grpSpPr>
          <a:xfrm>
            <a:off x="7905486" y="3631938"/>
            <a:ext cx="544195" cy="744220"/>
            <a:chOff x="7905486" y="3631938"/>
            <a:chExt cx="544195" cy="744220"/>
          </a:xfrm>
        </p:grpSpPr>
        <p:sp>
          <p:nvSpPr>
            <p:cNvPr id="69" name="object 69"/>
            <p:cNvSpPr/>
            <p:nvPr/>
          </p:nvSpPr>
          <p:spPr>
            <a:xfrm>
              <a:off x="7928175" y="3779522"/>
              <a:ext cx="311150" cy="574040"/>
            </a:xfrm>
            <a:custGeom>
              <a:avLst/>
              <a:gdLst/>
              <a:ahLst/>
              <a:cxnLst/>
              <a:rect l="l" t="t" r="r" b="b"/>
              <a:pathLst>
                <a:path w="311150" h="574039">
                  <a:moveTo>
                    <a:pt x="142446" y="54825"/>
                  </a:moveTo>
                  <a:lnTo>
                    <a:pt x="121886" y="19021"/>
                  </a:lnTo>
                  <a:lnTo>
                    <a:pt x="77725" y="0"/>
                  </a:lnTo>
                  <a:lnTo>
                    <a:pt x="59405" y="1170"/>
                  </a:lnTo>
                  <a:lnTo>
                    <a:pt x="14252" y="37263"/>
                  </a:lnTo>
                  <a:lnTo>
                    <a:pt x="523" y="76934"/>
                  </a:lnTo>
                  <a:lnTo>
                    <a:pt x="0" y="95955"/>
                  </a:lnTo>
                  <a:lnTo>
                    <a:pt x="3287" y="113038"/>
                  </a:lnTo>
                  <a:lnTo>
                    <a:pt x="28739" y="146758"/>
                  </a:lnTo>
                  <a:lnTo>
                    <a:pt x="66849" y="148965"/>
                  </a:lnTo>
                  <a:lnTo>
                    <a:pt x="107968" y="122889"/>
                  </a:lnTo>
                  <a:lnTo>
                    <a:pt x="136830" y="76577"/>
                  </a:lnTo>
                  <a:lnTo>
                    <a:pt x="147784" y="35001"/>
                  </a:lnTo>
                  <a:lnTo>
                    <a:pt x="147884" y="26744"/>
                  </a:lnTo>
                  <a:lnTo>
                    <a:pt x="146513" y="21295"/>
                  </a:lnTo>
                  <a:lnTo>
                    <a:pt x="122822" y="58291"/>
                  </a:lnTo>
                  <a:lnTo>
                    <a:pt x="118432" y="106854"/>
                  </a:lnTo>
                  <a:lnTo>
                    <a:pt x="121597" y="165468"/>
                  </a:lnTo>
                  <a:lnTo>
                    <a:pt x="131247" y="228785"/>
                  </a:lnTo>
                  <a:lnTo>
                    <a:pt x="136741" y="261647"/>
                  </a:lnTo>
                  <a:lnTo>
                    <a:pt x="141811" y="295044"/>
                  </a:lnTo>
                  <a:lnTo>
                    <a:pt x="150079" y="362640"/>
                  </a:lnTo>
                  <a:lnTo>
                    <a:pt x="155439" y="429723"/>
                  </a:lnTo>
                  <a:lnTo>
                    <a:pt x="158158" y="488805"/>
                  </a:lnTo>
                  <a:lnTo>
                    <a:pt x="159239" y="527328"/>
                  </a:lnTo>
                  <a:lnTo>
                    <a:pt x="153857" y="565461"/>
                  </a:lnTo>
                  <a:lnTo>
                    <a:pt x="139504" y="573485"/>
                  </a:lnTo>
                  <a:lnTo>
                    <a:pt x="133119" y="572749"/>
                  </a:lnTo>
                  <a:lnTo>
                    <a:pt x="93337" y="541860"/>
                  </a:lnTo>
                  <a:lnTo>
                    <a:pt x="66816" y="501387"/>
                  </a:lnTo>
                  <a:lnTo>
                    <a:pt x="41787" y="446873"/>
                  </a:lnTo>
                  <a:lnTo>
                    <a:pt x="27067" y="391423"/>
                  </a:lnTo>
                  <a:lnTo>
                    <a:pt x="25663" y="365236"/>
                  </a:lnTo>
                  <a:lnTo>
                    <a:pt x="28805" y="339317"/>
                  </a:lnTo>
                  <a:lnTo>
                    <a:pt x="50145" y="285772"/>
                  </a:lnTo>
                  <a:lnTo>
                    <a:pt x="89749" y="229454"/>
                  </a:lnTo>
                  <a:lnTo>
                    <a:pt x="141744" y="172945"/>
                  </a:lnTo>
                  <a:lnTo>
                    <a:pt x="169458" y="145934"/>
                  </a:lnTo>
                  <a:lnTo>
                    <a:pt x="195968" y="120794"/>
                  </a:lnTo>
                  <a:lnTo>
                    <a:pt x="219469" y="98329"/>
                  </a:lnTo>
                  <a:lnTo>
                    <a:pt x="253345" y="63116"/>
                  </a:lnTo>
                  <a:lnTo>
                    <a:pt x="277359" y="30521"/>
                  </a:lnTo>
                  <a:lnTo>
                    <a:pt x="266539" y="6329"/>
                  </a:lnTo>
                  <a:lnTo>
                    <a:pt x="259407" y="8469"/>
                  </a:lnTo>
                  <a:lnTo>
                    <a:pt x="237477" y="49209"/>
                  </a:lnTo>
                  <a:lnTo>
                    <a:pt x="241165" y="87732"/>
                  </a:lnTo>
                  <a:lnTo>
                    <a:pt x="260120" y="126143"/>
                  </a:lnTo>
                  <a:lnTo>
                    <a:pt x="293640" y="155383"/>
                  </a:lnTo>
                  <a:lnTo>
                    <a:pt x="310756" y="166081"/>
                  </a:lnTo>
                  <a:lnTo>
                    <a:pt x="307191" y="169647"/>
                  </a:lnTo>
                  <a:lnTo>
                    <a:pt x="256298" y="176924"/>
                  </a:lnTo>
                  <a:lnTo>
                    <a:pt x="241311" y="176333"/>
                  </a:lnTo>
                  <a:lnTo>
                    <a:pt x="196915" y="168042"/>
                  </a:lnTo>
                  <a:lnTo>
                    <a:pt x="190708" y="164989"/>
                  </a:lnTo>
                  <a:lnTo>
                    <a:pt x="185237" y="161802"/>
                  </a:lnTo>
                </a:path>
              </a:pathLst>
            </a:custGeom>
            <a:ln w="45378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8267458" y="3654627"/>
              <a:ext cx="160020" cy="471170"/>
            </a:xfrm>
            <a:custGeom>
              <a:avLst/>
              <a:gdLst/>
              <a:ahLst/>
              <a:cxnLst/>
              <a:rect l="l" t="t" r="r" b="b"/>
              <a:pathLst>
                <a:path w="160020" h="471170">
                  <a:moveTo>
                    <a:pt x="0" y="0"/>
                  </a:moveTo>
                  <a:lnTo>
                    <a:pt x="40651" y="27457"/>
                  </a:lnTo>
                  <a:lnTo>
                    <a:pt x="81302" y="65612"/>
                  </a:lnTo>
                  <a:lnTo>
                    <a:pt x="120260" y="121596"/>
                  </a:lnTo>
                  <a:lnTo>
                    <a:pt x="149054" y="188279"/>
                  </a:lnTo>
                  <a:lnTo>
                    <a:pt x="159395" y="255852"/>
                  </a:lnTo>
                  <a:lnTo>
                    <a:pt x="157278" y="287968"/>
                  </a:lnTo>
                  <a:lnTo>
                    <a:pt x="139315" y="345624"/>
                  </a:lnTo>
                  <a:lnTo>
                    <a:pt x="108158" y="392694"/>
                  </a:lnTo>
                  <a:lnTo>
                    <a:pt x="73045" y="429177"/>
                  </a:lnTo>
                  <a:lnTo>
                    <a:pt x="38522" y="457749"/>
                  </a:lnTo>
                  <a:lnTo>
                    <a:pt x="21395" y="470697"/>
                  </a:lnTo>
                </a:path>
              </a:pathLst>
            </a:custGeom>
            <a:ln w="45378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1" name="object 71"/>
          <p:cNvGrpSpPr/>
          <p:nvPr/>
        </p:nvGrpSpPr>
        <p:grpSpPr>
          <a:xfrm>
            <a:off x="2861696" y="4511644"/>
            <a:ext cx="927100" cy="403860"/>
            <a:chOff x="2861696" y="4511644"/>
            <a:chExt cx="927100" cy="403860"/>
          </a:xfrm>
        </p:grpSpPr>
        <p:sp>
          <p:nvSpPr>
            <p:cNvPr id="72" name="object 72"/>
            <p:cNvSpPr/>
            <p:nvPr/>
          </p:nvSpPr>
          <p:spPr>
            <a:xfrm>
              <a:off x="2884385" y="4534334"/>
              <a:ext cx="244475" cy="358775"/>
            </a:xfrm>
            <a:custGeom>
              <a:avLst/>
              <a:gdLst/>
              <a:ahLst/>
              <a:cxnLst/>
              <a:rect l="l" t="t" r="r" b="b"/>
              <a:pathLst>
                <a:path w="244475" h="358775">
                  <a:moveTo>
                    <a:pt x="0" y="70248"/>
                  </a:moveTo>
                  <a:lnTo>
                    <a:pt x="2852" y="60263"/>
                  </a:lnTo>
                  <a:lnTo>
                    <a:pt x="5705" y="50278"/>
                  </a:lnTo>
                  <a:lnTo>
                    <a:pt x="7844" y="48852"/>
                  </a:lnTo>
                  <a:lnTo>
                    <a:pt x="9349" y="49588"/>
                  </a:lnTo>
                  <a:lnTo>
                    <a:pt x="16648" y="108068"/>
                  </a:lnTo>
                  <a:lnTo>
                    <a:pt x="22487" y="171942"/>
                  </a:lnTo>
                  <a:lnTo>
                    <a:pt x="25674" y="205752"/>
                  </a:lnTo>
                  <a:lnTo>
                    <a:pt x="32003" y="266996"/>
                  </a:lnTo>
                  <a:lnTo>
                    <a:pt x="37798" y="314868"/>
                  </a:lnTo>
                  <a:lnTo>
                    <a:pt x="44317" y="354082"/>
                  </a:lnTo>
                  <a:lnTo>
                    <a:pt x="45643" y="358372"/>
                  </a:lnTo>
                  <a:lnTo>
                    <a:pt x="46401" y="358283"/>
                  </a:lnTo>
                  <a:lnTo>
                    <a:pt x="38890" y="304738"/>
                  </a:lnTo>
                  <a:lnTo>
                    <a:pt x="34054" y="277337"/>
                  </a:lnTo>
                  <a:lnTo>
                    <a:pt x="28950" y="246057"/>
                  </a:lnTo>
                  <a:lnTo>
                    <a:pt x="20515" y="177001"/>
                  </a:lnTo>
                  <a:lnTo>
                    <a:pt x="16525" y="109071"/>
                  </a:lnTo>
                  <a:lnTo>
                    <a:pt x="16403" y="79519"/>
                  </a:lnTo>
                  <a:lnTo>
                    <a:pt x="17573" y="54747"/>
                  </a:lnTo>
                  <a:lnTo>
                    <a:pt x="27100" y="8914"/>
                  </a:lnTo>
                  <a:lnTo>
                    <a:pt x="37531" y="0"/>
                  </a:lnTo>
                  <a:lnTo>
                    <a:pt x="45052" y="1292"/>
                  </a:lnTo>
                  <a:lnTo>
                    <a:pt x="82907" y="25228"/>
                  </a:lnTo>
                  <a:lnTo>
                    <a:pt x="120527" y="56697"/>
                  </a:lnTo>
                  <a:lnTo>
                    <a:pt x="164031" y="99220"/>
                  </a:lnTo>
                  <a:lnTo>
                    <a:pt x="203256" y="148697"/>
                  </a:lnTo>
                  <a:lnTo>
                    <a:pt x="228930" y="199779"/>
                  </a:lnTo>
                  <a:lnTo>
                    <a:pt x="241767" y="244976"/>
                  </a:lnTo>
                  <a:lnTo>
                    <a:pt x="244263" y="263162"/>
                  </a:lnTo>
                  <a:lnTo>
                    <a:pt x="244085" y="278674"/>
                  </a:lnTo>
                  <a:lnTo>
                    <a:pt x="225007" y="316952"/>
                  </a:lnTo>
                  <a:lnTo>
                    <a:pt x="183286" y="345535"/>
                  </a:lnTo>
                  <a:lnTo>
                    <a:pt x="137654" y="353357"/>
                  </a:lnTo>
                  <a:lnTo>
                    <a:pt x="124093" y="351240"/>
                  </a:lnTo>
                  <a:lnTo>
                    <a:pt x="111991" y="347050"/>
                  </a:lnTo>
                  <a:lnTo>
                    <a:pt x="101093" y="341255"/>
                  </a:lnTo>
                  <a:lnTo>
                    <a:pt x="90997" y="334391"/>
                  </a:lnTo>
                  <a:lnTo>
                    <a:pt x="81302" y="326992"/>
                  </a:lnTo>
                </a:path>
              </a:pathLst>
            </a:custGeom>
            <a:ln w="45378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3196980" y="4579619"/>
              <a:ext cx="568960" cy="289560"/>
            </a:xfrm>
            <a:custGeom>
              <a:avLst/>
              <a:gdLst/>
              <a:ahLst/>
              <a:cxnLst/>
              <a:rect l="l" t="t" r="r" b="b"/>
              <a:pathLst>
                <a:path w="568960" h="289560">
                  <a:moveTo>
                    <a:pt x="132428" y="187565"/>
                  </a:moveTo>
                  <a:lnTo>
                    <a:pt x="105327" y="146201"/>
                  </a:lnTo>
                  <a:lnTo>
                    <a:pt x="53978" y="146201"/>
                  </a:lnTo>
                  <a:lnTo>
                    <a:pt x="24738" y="178205"/>
                  </a:lnTo>
                  <a:lnTo>
                    <a:pt x="4056" y="218232"/>
                  </a:lnTo>
                  <a:lnTo>
                    <a:pt x="0" y="235515"/>
                  </a:lnTo>
                  <a:lnTo>
                    <a:pt x="490" y="250058"/>
                  </a:lnTo>
                  <a:lnTo>
                    <a:pt x="26387" y="279142"/>
                  </a:lnTo>
                  <a:lnTo>
                    <a:pt x="72521" y="284558"/>
                  </a:lnTo>
                  <a:lnTo>
                    <a:pt x="109628" y="259285"/>
                  </a:lnTo>
                  <a:lnTo>
                    <a:pt x="129219" y="209407"/>
                  </a:lnTo>
                  <a:lnTo>
                    <a:pt x="135281" y="159038"/>
                  </a:lnTo>
                  <a:lnTo>
                    <a:pt x="137687" y="213507"/>
                  </a:lnTo>
                  <a:lnTo>
                    <a:pt x="149544" y="250325"/>
                  </a:lnTo>
                  <a:lnTo>
                    <a:pt x="177726" y="282819"/>
                  </a:lnTo>
                  <a:lnTo>
                    <a:pt x="200057" y="289294"/>
                  </a:lnTo>
                  <a:lnTo>
                    <a:pt x="211145" y="288569"/>
                  </a:lnTo>
                  <a:lnTo>
                    <a:pt x="244843" y="260131"/>
                  </a:lnTo>
                  <a:lnTo>
                    <a:pt x="254983" y="203890"/>
                  </a:lnTo>
                  <a:lnTo>
                    <a:pt x="255563" y="150068"/>
                  </a:lnTo>
                  <a:lnTo>
                    <a:pt x="252431" y="94830"/>
                  </a:lnTo>
                  <a:lnTo>
                    <a:pt x="247461" y="47537"/>
                  </a:lnTo>
                  <a:lnTo>
                    <a:pt x="241722" y="6329"/>
                  </a:lnTo>
                  <a:lnTo>
                    <a:pt x="239405" y="0"/>
                  </a:lnTo>
                  <a:lnTo>
                    <a:pt x="238391" y="2340"/>
                  </a:lnTo>
                  <a:lnTo>
                    <a:pt x="240965" y="54212"/>
                  </a:lnTo>
                  <a:lnTo>
                    <a:pt x="249523" y="104335"/>
                  </a:lnTo>
                  <a:lnTo>
                    <a:pt x="263307" y="159518"/>
                  </a:lnTo>
                  <a:lnTo>
                    <a:pt x="279376" y="209061"/>
                  </a:lnTo>
                  <a:lnTo>
                    <a:pt x="296726" y="251841"/>
                  </a:lnTo>
                  <a:lnTo>
                    <a:pt x="331761" y="273860"/>
                  </a:lnTo>
                  <a:lnTo>
                    <a:pt x="358862" y="243639"/>
                  </a:lnTo>
                  <a:lnTo>
                    <a:pt x="375299" y="194185"/>
                  </a:lnTo>
                  <a:lnTo>
                    <a:pt x="380614" y="142635"/>
                  </a:lnTo>
                  <a:lnTo>
                    <a:pt x="381706" y="131102"/>
                  </a:lnTo>
                  <a:lnTo>
                    <a:pt x="399870" y="92713"/>
                  </a:lnTo>
                  <a:lnTo>
                    <a:pt x="411102" y="90217"/>
                  </a:lnTo>
                  <a:lnTo>
                    <a:pt x="417922" y="91309"/>
                  </a:lnTo>
                  <a:lnTo>
                    <a:pt x="450818" y="111088"/>
                  </a:lnTo>
                  <a:lnTo>
                    <a:pt x="478319" y="140496"/>
                  </a:lnTo>
                  <a:lnTo>
                    <a:pt x="487591" y="154759"/>
                  </a:lnTo>
                  <a:lnTo>
                    <a:pt x="486165" y="157612"/>
                  </a:lnTo>
                  <a:lnTo>
                    <a:pt x="484738" y="160465"/>
                  </a:lnTo>
                  <a:lnTo>
                    <a:pt x="448890" y="127525"/>
                  </a:lnTo>
                  <a:lnTo>
                    <a:pt x="442661" y="119814"/>
                  </a:lnTo>
                  <a:lnTo>
                    <a:pt x="409141" y="96279"/>
                  </a:lnTo>
                  <a:lnTo>
                    <a:pt x="402009" y="96992"/>
                  </a:lnTo>
                  <a:lnTo>
                    <a:pt x="375399" y="124627"/>
                  </a:lnTo>
                  <a:lnTo>
                    <a:pt x="367777" y="171162"/>
                  </a:lnTo>
                  <a:lnTo>
                    <a:pt x="370284" y="190552"/>
                  </a:lnTo>
                  <a:lnTo>
                    <a:pt x="380915" y="228529"/>
                  </a:lnTo>
                  <a:lnTo>
                    <a:pt x="397552" y="262806"/>
                  </a:lnTo>
                  <a:lnTo>
                    <a:pt x="417610" y="274128"/>
                  </a:lnTo>
                  <a:lnTo>
                    <a:pt x="424151" y="273314"/>
                  </a:lnTo>
                  <a:lnTo>
                    <a:pt x="461248" y="245422"/>
                  </a:lnTo>
                  <a:lnTo>
                    <a:pt x="484560" y="198530"/>
                  </a:lnTo>
                  <a:lnTo>
                    <a:pt x="496004" y="155116"/>
                  </a:lnTo>
                  <a:lnTo>
                    <a:pt x="489430" y="195678"/>
                  </a:lnTo>
                  <a:lnTo>
                    <a:pt x="501587" y="235259"/>
                  </a:lnTo>
                  <a:lnTo>
                    <a:pt x="541703" y="257457"/>
                  </a:lnTo>
                  <a:lnTo>
                    <a:pt x="555064" y="259151"/>
                  </a:lnTo>
                  <a:lnTo>
                    <a:pt x="568893" y="260310"/>
                  </a:lnTo>
                </a:path>
              </a:pathLst>
            </a:custGeom>
            <a:ln w="45378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3373626" y="4634535"/>
              <a:ext cx="165735" cy="17145"/>
            </a:xfrm>
            <a:custGeom>
              <a:avLst/>
              <a:gdLst/>
              <a:ahLst/>
              <a:cxnLst/>
              <a:rect l="l" t="t" r="r" b="b"/>
              <a:pathLst>
                <a:path w="165735" h="17145">
                  <a:moveTo>
                    <a:pt x="11410" y="17116"/>
                  </a:moveTo>
                  <a:lnTo>
                    <a:pt x="5705" y="12837"/>
                  </a:lnTo>
                  <a:lnTo>
                    <a:pt x="0" y="8558"/>
                  </a:lnTo>
                  <a:lnTo>
                    <a:pt x="1426" y="6418"/>
                  </a:lnTo>
                  <a:lnTo>
                    <a:pt x="4033" y="5170"/>
                  </a:lnTo>
                  <a:lnTo>
                    <a:pt x="10519" y="4457"/>
                  </a:lnTo>
                  <a:lnTo>
                    <a:pt x="22086" y="4011"/>
                  </a:lnTo>
                  <a:lnTo>
                    <a:pt x="39938" y="3565"/>
                  </a:lnTo>
                  <a:lnTo>
                    <a:pt x="64765" y="2908"/>
                  </a:lnTo>
                  <a:lnTo>
                    <a:pt x="95209" y="2050"/>
                  </a:lnTo>
                  <a:lnTo>
                    <a:pt x="129397" y="1058"/>
                  </a:lnTo>
                  <a:lnTo>
                    <a:pt x="165457" y="0"/>
                  </a:lnTo>
                </a:path>
              </a:pathLst>
            </a:custGeom>
            <a:ln w="45378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5" name="object 75"/>
          <p:cNvGrpSpPr/>
          <p:nvPr/>
        </p:nvGrpSpPr>
        <p:grpSpPr>
          <a:xfrm>
            <a:off x="3966410" y="4388621"/>
            <a:ext cx="542925" cy="452755"/>
            <a:chOff x="3966410" y="4388621"/>
            <a:chExt cx="542925" cy="452755"/>
          </a:xfrm>
        </p:grpSpPr>
        <p:sp>
          <p:nvSpPr>
            <p:cNvPr id="76" name="object 76"/>
            <p:cNvSpPr/>
            <p:nvPr/>
          </p:nvSpPr>
          <p:spPr>
            <a:xfrm>
              <a:off x="3989099" y="4411310"/>
              <a:ext cx="194310" cy="405765"/>
            </a:xfrm>
            <a:custGeom>
              <a:avLst/>
              <a:gdLst/>
              <a:ahLst/>
              <a:cxnLst/>
              <a:rect l="l" t="t" r="r" b="b"/>
              <a:pathLst>
                <a:path w="194310" h="405764">
                  <a:moveTo>
                    <a:pt x="12123" y="120527"/>
                  </a:moveTo>
                  <a:lnTo>
                    <a:pt x="3565" y="72030"/>
                  </a:lnTo>
                  <a:lnTo>
                    <a:pt x="1426" y="73457"/>
                  </a:lnTo>
                  <a:lnTo>
                    <a:pt x="245" y="76934"/>
                  </a:lnTo>
                  <a:lnTo>
                    <a:pt x="0" y="85224"/>
                  </a:lnTo>
                  <a:lnTo>
                    <a:pt x="824" y="98329"/>
                  </a:lnTo>
                  <a:lnTo>
                    <a:pt x="6151" y="138858"/>
                  </a:lnTo>
                  <a:lnTo>
                    <a:pt x="15689" y="195578"/>
                  </a:lnTo>
                  <a:lnTo>
                    <a:pt x="21395" y="228217"/>
                  </a:lnTo>
                  <a:lnTo>
                    <a:pt x="27334" y="262494"/>
                  </a:lnTo>
                  <a:lnTo>
                    <a:pt x="38143" y="328106"/>
                  </a:lnTo>
                  <a:lnTo>
                    <a:pt x="44551" y="376001"/>
                  </a:lnTo>
                  <a:lnTo>
                    <a:pt x="46356" y="405085"/>
                  </a:lnTo>
                  <a:lnTo>
                    <a:pt x="46311" y="405676"/>
                  </a:lnTo>
                  <a:lnTo>
                    <a:pt x="45999" y="401787"/>
                  </a:lnTo>
                  <a:lnTo>
                    <a:pt x="45153" y="392950"/>
                  </a:lnTo>
                  <a:lnTo>
                    <a:pt x="43503" y="378697"/>
                  </a:lnTo>
                  <a:lnTo>
                    <a:pt x="40896" y="358806"/>
                  </a:lnTo>
                  <a:lnTo>
                    <a:pt x="37620" y="334035"/>
                  </a:lnTo>
                  <a:lnTo>
                    <a:pt x="34076" y="305385"/>
                  </a:lnTo>
                  <a:lnTo>
                    <a:pt x="27758" y="240452"/>
                  </a:lnTo>
                  <a:lnTo>
                    <a:pt x="24348" y="171764"/>
                  </a:lnTo>
                  <a:lnTo>
                    <a:pt x="24247" y="138356"/>
                  </a:lnTo>
                  <a:lnTo>
                    <a:pt x="25395" y="106843"/>
                  </a:lnTo>
                  <a:lnTo>
                    <a:pt x="30365" y="53711"/>
                  </a:lnTo>
                  <a:lnTo>
                    <a:pt x="40205" y="11589"/>
                  </a:lnTo>
                  <a:lnTo>
                    <a:pt x="60441" y="0"/>
                  </a:lnTo>
                  <a:lnTo>
                    <a:pt x="68955" y="1448"/>
                  </a:lnTo>
                  <a:lnTo>
                    <a:pt x="108937" y="23445"/>
                  </a:lnTo>
                  <a:lnTo>
                    <a:pt x="141209" y="49209"/>
                  </a:lnTo>
                  <a:lnTo>
                    <a:pt x="168933" y="78003"/>
                  </a:lnTo>
                  <a:lnTo>
                    <a:pt x="192346" y="123992"/>
                  </a:lnTo>
                  <a:lnTo>
                    <a:pt x="193716" y="139515"/>
                  </a:lnTo>
                  <a:lnTo>
                    <a:pt x="191477" y="154637"/>
                  </a:lnTo>
                  <a:lnTo>
                    <a:pt x="162782" y="194341"/>
                  </a:lnTo>
                  <a:lnTo>
                    <a:pt x="117362" y="219692"/>
                  </a:lnTo>
                  <a:lnTo>
                    <a:pt x="78449" y="228217"/>
                  </a:lnTo>
                  <a:lnTo>
                    <a:pt x="59193" y="211814"/>
                  </a:lnTo>
                  <a:lnTo>
                    <a:pt x="63472" y="206108"/>
                  </a:lnTo>
                </a:path>
              </a:pathLst>
            </a:custGeom>
            <a:ln w="45378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7" name="object 7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141138" y="4620403"/>
              <a:ext cx="156634" cy="220820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329697" y="4642959"/>
              <a:ext cx="179177" cy="190699"/>
            </a:xfrm>
            <a:prstGeom prst="rect">
              <a:avLst/>
            </a:prstGeom>
          </p:spPr>
        </p:pic>
      </p:grpSp>
      <p:grpSp>
        <p:nvGrpSpPr>
          <p:cNvPr id="79" name="object 79"/>
          <p:cNvGrpSpPr/>
          <p:nvPr/>
        </p:nvGrpSpPr>
        <p:grpSpPr>
          <a:xfrm>
            <a:off x="4513417" y="4415009"/>
            <a:ext cx="1170940" cy="403860"/>
            <a:chOff x="4513417" y="4415009"/>
            <a:chExt cx="1170940" cy="403860"/>
          </a:xfrm>
        </p:grpSpPr>
        <p:sp>
          <p:nvSpPr>
            <p:cNvPr id="80" name="object 80"/>
            <p:cNvSpPr/>
            <p:nvPr/>
          </p:nvSpPr>
          <p:spPr>
            <a:xfrm>
              <a:off x="4576635" y="4491899"/>
              <a:ext cx="32384" cy="304165"/>
            </a:xfrm>
            <a:custGeom>
              <a:avLst/>
              <a:gdLst/>
              <a:ahLst/>
              <a:cxnLst/>
              <a:rect l="l" t="t" r="r" b="b"/>
              <a:pathLst>
                <a:path w="32385" h="304164">
                  <a:moveTo>
                    <a:pt x="6541" y="27100"/>
                  </a:moveTo>
                  <a:lnTo>
                    <a:pt x="6519" y="17651"/>
                  </a:lnTo>
                  <a:lnTo>
                    <a:pt x="6363" y="9271"/>
                  </a:lnTo>
                  <a:lnTo>
                    <a:pt x="5939" y="3031"/>
                  </a:lnTo>
                  <a:lnTo>
                    <a:pt x="5114" y="0"/>
                  </a:lnTo>
                  <a:lnTo>
                    <a:pt x="3833" y="1214"/>
                  </a:lnTo>
                  <a:lnTo>
                    <a:pt x="2351" y="7577"/>
                  </a:lnTo>
                  <a:lnTo>
                    <a:pt x="1002" y="19957"/>
                  </a:lnTo>
                  <a:lnTo>
                    <a:pt x="122" y="39224"/>
                  </a:lnTo>
                  <a:lnTo>
                    <a:pt x="0" y="65690"/>
                  </a:lnTo>
                  <a:lnTo>
                    <a:pt x="746" y="97437"/>
                  </a:lnTo>
                  <a:lnTo>
                    <a:pt x="5114" y="166883"/>
                  </a:lnTo>
                  <a:lnTo>
                    <a:pt x="13049" y="229732"/>
                  </a:lnTo>
                  <a:lnTo>
                    <a:pt x="21518" y="275999"/>
                  </a:lnTo>
                  <a:lnTo>
                    <a:pt x="29440" y="303981"/>
                  </a:lnTo>
                  <a:lnTo>
                    <a:pt x="30789" y="303813"/>
                  </a:lnTo>
                  <a:lnTo>
                    <a:pt x="31613" y="299958"/>
                  </a:lnTo>
                  <a:lnTo>
                    <a:pt x="32037" y="293294"/>
                  </a:lnTo>
                  <a:lnTo>
                    <a:pt x="32193" y="284758"/>
                  </a:lnTo>
                  <a:lnTo>
                    <a:pt x="32215" y="275286"/>
                  </a:lnTo>
                </a:path>
              </a:pathLst>
            </a:custGeom>
            <a:ln w="45378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1" name="object 8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513417" y="4634043"/>
              <a:ext cx="130960" cy="65971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683544" y="4605494"/>
              <a:ext cx="158294" cy="203258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4893989" y="4440550"/>
              <a:ext cx="767715" cy="346075"/>
            </a:xfrm>
            <a:custGeom>
              <a:avLst/>
              <a:gdLst/>
              <a:ahLst/>
              <a:cxnLst/>
              <a:rect l="l" t="t" r="r" b="b"/>
              <a:pathLst>
                <a:path w="767714" h="346075">
                  <a:moveTo>
                    <a:pt x="99978" y="223938"/>
                  </a:moveTo>
                  <a:lnTo>
                    <a:pt x="77156" y="186139"/>
                  </a:lnTo>
                  <a:lnTo>
                    <a:pt x="33653" y="181147"/>
                  </a:lnTo>
                  <a:lnTo>
                    <a:pt x="6273" y="218154"/>
                  </a:lnTo>
                  <a:lnTo>
                    <a:pt x="0" y="255284"/>
                  </a:lnTo>
                  <a:lnTo>
                    <a:pt x="1916" y="274841"/>
                  </a:lnTo>
                  <a:lnTo>
                    <a:pt x="17250" y="310946"/>
                  </a:lnTo>
                  <a:lnTo>
                    <a:pt x="48184" y="336709"/>
                  </a:lnTo>
                  <a:lnTo>
                    <a:pt x="89281" y="345891"/>
                  </a:lnTo>
                  <a:lnTo>
                    <a:pt x="111411" y="342593"/>
                  </a:lnTo>
                  <a:lnTo>
                    <a:pt x="153266" y="320217"/>
                  </a:lnTo>
                  <a:lnTo>
                    <a:pt x="184167" y="278685"/>
                  </a:lnTo>
                  <a:lnTo>
                    <a:pt x="201172" y="222545"/>
                  </a:lnTo>
                  <a:lnTo>
                    <a:pt x="207746" y="158849"/>
                  </a:lnTo>
                  <a:lnTo>
                    <a:pt x="208292" y="127570"/>
                  </a:lnTo>
                  <a:lnTo>
                    <a:pt x="207635" y="99366"/>
                  </a:lnTo>
                  <a:lnTo>
                    <a:pt x="204526" y="59829"/>
                  </a:lnTo>
                  <a:lnTo>
                    <a:pt x="199110" y="35659"/>
                  </a:lnTo>
                  <a:lnTo>
                    <a:pt x="196971" y="28527"/>
                  </a:lnTo>
                  <a:lnTo>
                    <a:pt x="195544" y="21395"/>
                  </a:lnTo>
                  <a:lnTo>
                    <a:pt x="191978" y="14263"/>
                  </a:lnTo>
                  <a:lnTo>
                    <a:pt x="188413" y="7131"/>
                  </a:lnTo>
                  <a:lnTo>
                    <a:pt x="182707" y="0"/>
                  </a:lnTo>
                  <a:lnTo>
                    <a:pt x="179141" y="0"/>
                  </a:lnTo>
                  <a:lnTo>
                    <a:pt x="171775" y="55316"/>
                  </a:lnTo>
                  <a:lnTo>
                    <a:pt x="171564" y="83442"/>
                  </a:lnTo>
                  <a:lnTo>
                    <a:pt x="172823" y="115847"/>
                  </a:lnTo>
                  <a:lnTo>
                    <a:pt x="182417" y="187978"/>
                  </a:lnTo>
                  <a:lnTo>
                    <a:pt x="199757" y="257001"/>
                  </a:lnTo>
                  <a:lnTo>
                    <a:pt x="217798" y="305006"/>
                  </a:lnTo>
                  <a:lnTo>
                    <a:pt x="248319" y="342326"/>
                  </a:lnTo>
                  <a:lnTo>
                    <a:pt x="255451" y="345178"/>
                  </a:lnTo>
                  <a:lnTo>
                    <a:pt x="261157" y="343752"/>
                  </a:lnTo>
                  <a:lnTo>
                    <a:pt x="284056" y="310154"/>
                  </a:lnTo>
                  <a:lnTo>
                    <a:pt x="301808" y="260310"/>
                  </a:lnTo>
                  <a:lnTo>
                    <a:pt x="308851" y="222779"/>
                  </a:lnTo>
                  <a:lnTo>
                    <a:pt x="311079" y="174015"/>
                  </a:lnTo>
                  <a:lnTo>
                    <a:pt x="298866" y="213753"/>
                  </a:lnTo>
                  <a:lnTo>
                    <a:pt x="302165" y="257391"/>
                  </a:lnTo>
                  <a:lnTo>
                    <a:pt x="311737" y="295557"/>
                  </a:lnTo>
                  <a:lnTo>
                    <a:pt x="333901" y="327349"/>
                  </a:lnTo>
                  <a:lnTo>
                    <a:pt x="378118" y="312461"/>
                  </a:lnTo>
                  <a:lnTo>
                    <a:pt x="400996" y="274952"/>
                  </a:lnTo>
                  <a:lnTo>
                    <a:pt x="417343" y="234635"/>
                  </a:lnTo>
                  <a:lnTo>
                    <a:pt x="424876" y="190875"/>
                  </a:lnTo>
                  <a:lnTo>
                    <a:pt x="422625" y="236218"/>
                  </a:lnTo>
                  <a:lnTo>
                    <a:pt x="425344" y="278875"/>
                  </a:lnTo>
                  <a:lnTo>
                    <a:pt x="436331" y="322267"/>
                  </a:lnTo>
                  <a:lnTo>
                    <a:pt x="476537" y="328062"/>
                  </a:lnTo>
                  <a:lnTo>
                    <a:pt x="507827" y="299178"/>
                  </a:lnTo>
                  <a:lnTo>
                    <a:pt x="526103" y="260488"/>
                  </a:lnTo>
                  <a:lnTo>
                    <a:pt x="526905" y="247584"/>
                  </a:lnTo>
                  <a:lnTo>
                    <a:pt x="525033" y="235349"/>
                  </a:lnTo>
                  <a:lnTo>
                    <a:pt x="493653" y="194698"/>
                  </a:lnTo>
                  <a:lnTo>
                    <a:pt x="455342" y="170126"/>
                  </a:lnTo>
                  <a:lnTo>
                    <a:pt x="422168" y="154302"/>
                  </a:lnTo>
                  <a:lnTo>
                    <a:pt x="420196" y="153333"/>
                  </a:lnTo>
                  <a:lnTo>
                    <a:pt x="421343" y="153132"/>
                  </a:lnTo>
                  <a:lnTo>
                    <a:pt x="426703" y="153333"/>
                  </a:lnTo>
                  <a:lnTo>
                    <a:pt x="437546" y="153534"/>
                  </a:lnTo>
                  <a:lnTo>
                    <a:pt x="455141" y="153333"/>
                  </a:lnTo>
                  <a:lnTo>
                    <a:pt x="479935" y="152464"/>
                  </a:lnTo>
                  <a:lnTo>
                    <a:pt x="509076" y="151194"/>
                  </a:lnTo>
                  <a:lnTo>
                    <a:pt x="538884" y="149923"/>
                  </a:lnTo>
                  <a:lnTo>
                    <a:pt x="586622" y="149032"/>
                  </a:lnTo>
                  <a:lnTo>
                    <a:pt x="628722" y="170137"/>
                  </a:lnTo>
                  <a:lnTo>
                    <a:pt x="639855" y="214666"/>
                  </a:lnTo>
                  <a:lnTo>
                    <a:pt x="640155" y="268523"/>
                  </a:lnTo>
                  <a:lnTo>
                    <a:pt x="635932" y="311124"/>
                  </a:lnTo>
                  <a:lnTo>
                    <a:pt x="634863" y="313798"/>
                  </a:lnTo>
                  <a:lnTo>
                    <a:pt x="633904" y="313163"/>
                  </a:lnTo>
                  <a:lnTo>
                    <a:pt x="643287" y="266963"/>
                  </a:lnTo>
                  <a:lnTo>
                    <a:pt x="661384" y="220896"/>
                  </a:lnTo>
                  <a:lnTo>
                    <a:pt x="686835" y="178484"/>
                  </a:lnTo>
                  <a:lnTo>
                    <a:pt x="714293" y="148820"/>
                  </a:lnTo>
                  <a:lnTo>
                    <a:pt x="748614" y="128840"/>
                  </a:lnTo>
                  <a:lnTo>
                    <a:pt x="753250" y="130511"/>
                  </a:lnTo>
                  <a:lnTo>
                    <a:pt x="766611" y="176801"/>
                  </a:lnTo>
                  <a:lnTo>
                    <a:pt x="767480" y="215536"/>
                  </a:lnTo>
                  <a:lnTo>
                    <a:pt x="767514" y="236775"/>
                  </a:lnTo>
                  <a:lnTo>
                    <a:pt x="767514" y="258171"/>
                  </a:lnTo>
                  <a:lnTo>
                    <a:pt x="767514" y="279566"/>
                  </a:lnTo>
                  <a:lnTo>
                    <a:pt x="767514" y="300961"/>
                  </a:lnTo>
                  <a:lnTo>
                    <a:pt x="767514" y="322357"/>
                  </a:lnTo>
                </a:path>
              </a:pathLst>
            </a:custGeom>
            <a:ln w="45378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4978279" y="4526845"/>
              <a:ext cx="178435" cy="9525"/>
            </a:xfrm>
            <a:custGeom>
              <a:avLst/>
              <a:gdLst/>
              <a:ahLst/>
              <a:cxnLst/>
              <a:rect l="l" t="t" r="r" b="b"/>
              <a:pathLst>
                <a:path w="178435" h="9525">
                  <a:moveTo>
                    <a:pt x="19968" y="9271"/>
                  </a:moveTo>
                  <a:lnTo>
                    <a:pt x="9984" y="4992"/>
                  </a:lnTo>
                  <a:lnTo>
                    <a:pt x="0" y="713"/>
                  </a:lnTo>
                  <a:lnTo>
                    <a:pt x="713" y="0"/>
                  </a:lnTo>
                  <a:lnTo>
                    <a:pt x="3398" y="44"/>
                  </a:lnTo>
                  <a:lnTo>
                    <a:pt x="10965" y="891"/>
                  </a:lnTo>
                  <a:lnTo>
                    <a:pt x="24281" y="2005"/>
                  </a:lnTo>
                  <a:lnTo>
                    <a:pt x="44217" y="2852"/>
                  </a:lnTo>
                  <a:lnTo>
                    <a:pt x="71184" y="3019"/>
                  </a:lnTo>
                  <a:lnTo>
                    <a:pt x="103767" y="2585"/>
                  </a:lnTo>
                  <a:lnTo>
                    <a:pt x="140095" y="1749"/>
                  </a:lnTo>
                  <a:lnTo>
                    <a:pt x="178294" y="713"/>
                  </a:lnTo>
                </a:path>
              </a:pathLst>
            </a:custGeom>
            <a:ln w="45378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5272107" y="4437698"/>
              <a:ext cx="4445" cy="8890"/>
            </a:xfrm>
            <a:custGeom>
              <a:avLst/>
              <a:gdLst/>
              <a:ahLst/>
              <a:cxnLst/>
              <a:rect l="l" t="t" r="r" b="b"/>
              <a:pathLst>
                <a:path w="4445" h="8889">
                  <a:moveTo>
                    <a:pt x="0" y="8558"/>
                  </a:moveTo>
                  <a:lnTo>
                    <a:pt x="1426" y="5705"/>
                  </a:lnTo>
                  <a:lnTo>
                    <a:pt x="2852" y="2852"/>
                  </a:lnTo>
                  <a:lnTo>
                    <a:pt x="4278" y="0"/>
                  </a:lnTo>
                </a:path>
              </a:pathLst>
            </a:custGeom>
            <a:ln w="45378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6" name="object 86"/>
          <p:cNvGrpSpPr/>
          <p:nvPr/>
        </p:nvGrpSpPr>
        <p:grpSpPr>
          <a:xfrm>
            <a:off x="5861325" y="4372217"/>
            <a:ext cx="494665" cy="797560"/>
            <a:chOff x="5861325" y="4372217"/>
            <a:chExt cx="494665" cy="797560"/>
          </a:xfrm>
        </p:grpSpPr>
        <p:sp>
          <p:nvSpPr>
            <p:cNvPr id="87" name="object 87"/>
            <p:cNvSpPr/>
            <p:nvPr/>
          </p:nvSpPr>
          <p:spPr>
            <a:xfrm>
              <a:off x="5884015" y="4394906"/>
              <a:ext cx="164465" cy="328930"/>
            </a:xfrm>
            <a:custGeom>
              <a:avLst/>
              <a:gdLst/>
              <a:ahLst/>
              <a:cxnLst/>
              <a:rect l="l" t="t" r="r" b="b"/>
              <a:pathLst>
                <a:path w="164464" h="328929">
                  <a:moveTo>
                    <a:pt x="0" y="51349"/>
                  </a:moveTo>
                  <a:lnTo>
                    <a:pt x="0" y="44897"/>
                  </a:lnTo>
                  <a:lnTo>
                    <a:pt x="0" y="38244"/>
                  </a:lnTo>
                  <a:lnTo>
                    <a:pt x="0" y="31190"/>
                  </a:lnTo>
                  <a:lnTo>
                    <a:pt x="0" y="23534"/>
                  </a:lnTo>
                  <a:lnTo>
                    <a:pt x="0" y="12837"/>
                  </a:lnTo>
                  <a:lnTo>
                    <a:pt x="0" y="0"/>
                  </a:lnTo>
                  <a:lnTo>
                    <a:pt x="33" y="2384"/>
                  </a:lnTo>
                  <a:lnTo>
                    <a:pt x="267" y="9449"/>
                  </a:lnTo>
                  <a:lnTo>
                    <a:pt x="4111" y="57366"/>
                  </a:lnTo>
                  <a:lnTo>
                    <a:pt x="9661" y="109695"/>
                  </a:lnTo>
                  <a:lnTo>
                    <a:pt x="12837" y="141209"/>
                  </a:lnTo>
                  <a:lnTo>
                    <a:pt x="18988" y="210031"/>
                  </a:lnTo>
                  <a:lnTo>
                    <a:pt x="23534" y="268155"/>
                  </a:lnTo>
                  <a:lnTo>
                    <a:pt x="25640" y="306667"/>
                  </a:lnTo>
                  <a:lnTo>
                    <a:pt x="25674" y="312372"/>
                  </a:lnTo>
                  <a:lnTo>
                    <a:pt x="25674" y="319504"/>
                  </a:lnTo>
                  <a:lnTo>
                    <a:pt x="25674" y="326636"/>
                  </a:lnTo>
                  <a:lnTo>
                    <a:pt x="16414" y="270250"/>
                  </a:lnTo>
                  <a:lnTo>
                    <a:pt x="15600" y="243372"/>
                  </a:lnTo>
                  <a:lnTo>
                    <a:pt x="15723" y="215692"/>
                  </a:lnTo>
                  <a:lnTo>
                    <a:pt x="20058" y="170093"/>
                  </a:lnTo>
                  <a:lnTo>
                    <a:pt x="38511" y="134790"/>
                  </a:lnTo>
                  <a:lnTo>
                    <a:pt x="58837" y="126232"/>
                  </a:lnTo>
                  <a:lnTo>
                    <a:pt x="71406" y="126567"/>
                  </a:lnTo>
                  <a:lnTo>
                    <a:pt x="117139" y="149411"/>
                  </a:lnTo>
                  <a:lnTo>
                    <a:pt x="145488" y="179008"/>
                  </a:lnTo>
                  <a:lnTo>
                    <a:pt x="161980" y="214221"/>
                  </a:lnTo>
                  <a:lnTo>
                    <a:pt x="164242" y="232663"/>
                  </a:lnTo>
                  <a:lnTo>
                    <a:pt x="161891" y="251039"/>
                  </a:lnTo>
                  <a:lnTo>
                    <a:pt x="144062" y="285360"/>
                  </a:lnTo>
                  <a:lnTo>
                    <a:pt x="104670" y="320150"/>
                  </a:lnTo>
                  <a:lnTo>
                    <a:pt x="68465" y="328775"/>
                  </a:lnTo>
                  <a:lnTo>
                    <a:pt x="56842" y="327315"/>
                  </a:lnTo>
                  <a:lnTo>
                    <a:pt x="26833" y="294721"/>
                  </a:lnTo>
                  <a:lnTo>
                    <a:pt x="29953" y="273860"/>
                  </a:lnTo>
                </a:path>
              </a:pathLst>
            </a:custGeom>
            <a:ln w="45378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6132201" y="4552518"/>
              <a:ext cx="201295" cy="594995"/>
            </a:xfrm>
            <a:custGeom>
              <a:avLst/>
              <a:gdLst/>
              <a:ahLst/>
              <a:cxnLst/>
              <a:rect l="l" t="t" r="r" b="b"/>
              <a:pathLst>
                <a:path w="201295" h="594995">
                  <a:moveTo>
                    <a:pt x="0" y="17829"/>
                  </a:moveTo>
                  <a:lnTo>
                    <a:pt x="2852" y="9271"/>
                  </a:lnTo>
                  <a:lnTo>
                    <a:pt x="5705" y="713"/>
                  </a:lnTo>
                  <a:lnTo>
                    <a:pt x="6418" y="0"/>
                  </a:lnTo>
                  <a:lnTo>
                    <a:pt x="6596" y="1025"/>
                  </a:lnTo>
                  <a:lnTo>
                    <a:pt x="6240" y="5527"/>
                  </a:lnTo>
                  <a:lnTo>
                    <a:pt x="5616" y="14040"/>
                  </a:lnTo>
                  <a:lnTo>
                    <a:pt x="4991" y="27100"/>
                  </a:lnTo>
                  <a:lnTo>
                    <a:pt x="4635" y="44818"/>
                  </a:lnTo>
                  <a:lnTo>
                    <a:pt x="4813" y="65612"/>
                  </a:lnTo>
                  <a:lnTo>
                    <a:pt x="7844" y="108403"/>
                  </a:lnTo>
                  <a:lnTo>
                    <a:pt x="22186" y="154837"/>
                  </a:lnTo>
                  <a:lnTo>
                    <a:pt x="62547" y="175375"/>
                  </a:lnTo>
                  <a:lnTo>
                    <a:pt x="106441" y="146469"/>
                  </a:lnTo>
                  <a:lnTo>
                    <a:pt x="133364" y="111255"/>
                  </a:lnTo>
                  <a:lnTo>
                    <a:pt x="150391" y="74259"/>
                  </a:lnTo>
                  <a:lnTo>
                    <a:pt x="159707" y="29541"/>
                  </a:lnTo>
                  <a:lnTo>
                    <a:pt x="156899" y="9984"/>
                  </a:lnTo>
                  <a:lnTo>
                    <a:pt x="154559" y="10218"/>
                  </a:lnTo>
                  <a:lnTo>
                    <a:pt x="147806" y="57722"/>
                  </a:lnTo>
                  <a:lnTo>
                    <a:pt x="149945" y="112013"/>
                  </a:lnTo>
                  <a:lnTo>
                    <a:pt x="156330" y="180233"/>
                  </a:lnTo>
                  <a:lnTo>
                    <a:pt x="166159" y="256499"/>
                  </a:lnTo>
                  <a:lnTo>
                    <a:pt x="171875" y="295969"/>
                  </a:lnTo>
                  <a:lnTo>
                    <a:pt x="177826" y="335405"/>
                  </a:lnTo>
                  <a:lnTo>
                    <a:pt x="183643" y="373973"/>
                  </a:lnTo>
                  <a:lnTo>
                    <a:pt x="193271" y="445023"/>
                  </a:lnTo>
                  <a:lnTo>
                    <a:pt x="198441" y="502880"/>
                  </a:lnTo>
                  <a:lnTo>
                    <a:pt x="200402" y="544155"/>
                  </a:lnTo>
                  <a:lnTo>
                    <a:pt x="200770" y="557961"/>
                  </a:lnTo>
                  <a:lnTo>
                    <a:pt x="200670" y="567957"/>
                  </a:lnTo>
                  <a:lnTo>
                    <a:pt x="176834" y="594378"/>
                  </a:lnTo>
                  <a:lnTo>
                    <a:pt x="169825" y="593454"/>
                  </a:lnTo>
                  <a:lnTo>
                    <a:pt x="134222" y="568013"/>
                  </a:lnTo>
                  <a:lnTo>
                    <a:pt x="100814" y="528989"/>
                  </a:lnTo>
                  <a:lnTo>
                    <a:pt x="73323" y="478955"/>
                  </a:lnTo>
                  <a:lnTo>
                    <a:pt x="59505" y="423795"/>
                  </a:lnTo>
                  <a:lnTo>
                    <a:pt x="58480" y="395814"/>
                  </a:lnTo>
                  <a:lnTo>
                    <a:pt x="61522" y="368434"/>
                  </a:lnTo>
                  <a:lnTo>
                    <a:pt x="76432" y="319292"/>
                  </a:lnTo>
                  <a:lnTo>
                    <a:pt x="96579" y="283967"/>
                  </a:lnTo>
                  <a:lnTo>
                    <a:pt x="117685" y="261925"/>
                  </a:lnTo>
                  <a:lnTo>
                    <a:pt x="128371" y="253178"/>
                  </a:lnTo>
                </a:path>
              </a:pathLst>
            </a:custGeom>
            <a:ln w="45378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9" name="object 89"/>
          <p:cNvGrpSpPr/>
          <p:nvPr/>
        </p:nvGrpSpPr>
        <p:grpSpPr>
          <a:xfrm>
            <a:off x="6519255" y="4335846"/>
            <a:ext cx="1207770" cy="828040"/>
            <a:chOff x="6519255" y="4335846"/>
            <a:chExt cx="1207770" cy="828040"/>
          </a:xfrm>
        </p:grpSpPr>
        <p:sp>
          <p:nvSpPr>
            <p:cNvPr id="90" name="object 90"/>
            <p:cNvSpPr/>
            <p:nvPr/>
          </p:nvSpPr>
          <p:spPr>
            <a:xfrm>
              <a:off x="6541944" y="4358535"/>
              <a:ext cx="254000" cy="360680"/>
            </a:xfrm>
            <a:custGeom>
              <a:avLst/>
              <a:gdLst/>
              <a:ahLst/>
              <a:cxnLst/>
              <a:rect l="l" t="t" r="r" b="b"/>
              <a:pathLst>
                <a:path w="254000" h="360679">
                  <a:moveTo>
                    <a:pt x="176489" y="233209"/>
                  </a:moveTo>
                  <a:lnTo>
                    <a:pt x="164755" y="190084"/>
                  </a:lnTo>
                  <a:lnTo>
                    <a:pt x="141632" y="157434"/>
                  </a:lnTo>
                  <a:lnTo>
                    <a:pt x="98931" y="141209"/>
                  </a:lnTo>
                  <a:lnTo>
                    <a:pt x="59271" y="161100"/>
                  </a:lnTo>
                  <a:lnTo>
                    <a:pt x="29964" y="193304"/>
                  </a:lnTo>
                  <a:lnTo>
                    <a:pt x="7800" y="236853"/>
                  </a:lnTo>
                  <a:lnTo>
                    <a:pt x="0" y="284257"/>
                  </a:lnTo>
                  <a:lnTo>
                    <a:pt x="3187" y="305953"/>
                  </a:lnTo>
                  <a:lnTo>
                    <a:pt x="24314" y="339740"/>
                  </a:lnTo>
                  <a:lnTo>
                    <a:pt x="73702" y="360578"/>
                  </a:lnTo>
                  <a:lnTo>
                    <a:pt x="90194" y="358729"/>
                  </a:lnTo>
                  <a:lnTo>
                    <a:pt x="131224" y="328040"/>
                  </a:lnTo>
                  <a:lnTo>
                    <a:pt x="148920" y="287968"/>
                  </a:lnTo>
                  <a:lnTo>
                    <a:pt x="159674" y="233621"/>
                  </a:lnTo>
                  <a:lnTo>
                    <a:pt x="164822" y="170081"/>
                  </a:lnTo>
                  <a:lnTo>
                    <a:pt x="165947" y="106297"/>
                  </a:lnTo>
                  <a:lnTo>
                    <a:pt x="164387" y="51894"/>
                  </a:lnTo>
                  <a:lnTo>
                    <a:pt x="159194" y="7131"/>
                  </a:lnTo>
                  <a:lnTo>
                    <a:pt x="154381" y="0"/>
                  </a:lnTo>
                  <a:lnTo>
                    <a:pt x="151584" y="780"/>
                  </a:lnTo>
                  <a:lnTo>
                    <a:pt x="139136" y="41119"/>
                  </a:lnTo>
                  <a:lnTo>
                    <a:pt x="135035" y="87431"/>
                  </a:lnTo>
                  <a:lnTo>
                    <a:pt x="137208" y="145911"/>
                  </a:lnTo>
                  <a:lnTo>
                    <a:pt x="146457" y="208003"/>
                  </a:lnTo>
                  <a:lnTo>
                    <a:pt x="160230" y="262327"/>
                  </a:lnTo>
                  <a:lnTo>
                    <a:pt x="175319" y="303268"/>
                  </a:lnTo>
                  <a:lnTo>
                    <a:pt x="193694" y="340453"/>
                  </a:lnTo>
                  <a:lnTo>
                    <a:pt x="236396" y="345891"/>
                  </a:lnTo>
                  <a:lnTo>
                    <a:pt x="250236" y="329443"/>
                  </a:lnTo>
                  <a:lnTo>
                    <a:pt x="253512" y="323069"/>
                  </a:lnTo>
                </a:path>
              </a:pathLst>
            </a:custGeom>
            <a:ln w="45378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6831440" y="4515111"/>
              <a:ext cx="294005" cy="201930"/>
            </a:xfrm>
            <a:custGeom>
              <a:avLst/>
              <a:gdLst/>
              <a:ahLst/>
              <a:cxnLst/>
              <a:rect l="l" t="t" r="r" b="b"/>
              <a:pathLst>
                <a:path w="294004" h="201929">
                  <a:moveTo>
                    <a:pt x="49599" y="110865"/>
                  </a:moveTo>
                  <a:lnTo>
                    <a:pt x="86684" y="83764"/>
                  </a:lnTo>
                  <a:lnTo>
                    <a:pt x="110932" y="49532"/>
                  </a:lnTo>
                  <a:lnTo>
                    <a:pt x="95955" y="11733"/>
                  </a:lnTo>
                  <a:lnTo>
                    <a:pt x="55237" y="0"/>
                  </a:lnTo>
                  <a:lnTo>
                    <a:pt x="40327" y="5315"/>
                  </a:lnTo>
                  <a:lnTo>
                    <a:pt x="15099" y="34109"/>
                  </a:lnTo>
                  <a:lnTo>
                    <a:pt x="1103" y="77346"/>
                  </a:lnTo>
                  <a:lnTo>
                    <a:pt x="0" y="100301"/>
                  </a:lnTo>
                  <a:lnTo>
                    <a:pt x="2975" y="122454"/>
                  </a:lnTo>
                  <a:lnTo>
                    <a:pt x="20358" y="160075"/>
                  </a:lnTo>
                  <a:lnTo>
                    <a:pt x="69601" y="187053"/>
                  </a:lnTo>
                  <a:lnTo>
                    <a:pt x="89536" y="186462"/>
                  </a:lnTo>
                  <a:lnTo>
                    <a:pt x="130366" y="170594"/>
                  </a:lnTo>
                  <a:lnTo>
                    <a:pt x="167986" y="140819"/>
                  </a:lnTo>
                  <a:lnTo>
                    <a:pt x="197672" y="105160"/>
                  </a:lnTo>
                  <a:lnTo>
                    <a:pt x="222801" y="62659"/>
                  </a:lnTo>
                  <a:lnTo>
                    <a:pt x="232172" y="28137"/>
                  </a:lnTo>
                  <a:lnTo>
                    <a:pt x="230033" y="22431"/>
                  </a:lnTo>
                  <a:lnTo>
                    <a:pt x="227893" y="16726"/>
                  </a:lnTo>
                  <a:lnTo>
                    <a:pt x="222188" y="12447"/>
                  </a:lnTo>
                  <a:lnTo>
                    <a:pt x="217196" y="13160"/>
                  </a:lnTo>
                  <a:lnTo>
                    <a:pt x="212204" y="13873"/>
                  </a:lnTo>
                  <a:lnTo>
                    <a:pt x="207925" y="19578"/>
                  </a:lnTo>
                  <a:lnTo>
                    <a:pt x="205785" y="30276"/>
                  </a:lnTo>
                  <a:lnTo>
                    <a:pt x="204660" y="39235"/>
                  </a:lnTo>
                  <a:lnTo>
                    <a:pt x="204804" y="50067"/>
                  </a:lnTo>
                  <a:lnTo>
                    <a:pt x="217341" y="93604"/>
                  </a:lnTo>
                  <a:lnTo>
                    <a:pt x="235549" y="127190"/>
                  </a:lnTo>
                  <a:lnTo>
                    <a:pt x="265068" y="165245"/>
                  </a:lnTo>
                  <a:lnTo>
                    <a:pt x="280669" y="180757"/>
                  </a:lnTo>
                  <a:lnTo>
                    <a:pt x="289227" y="189315"/>
                  </a:lnTo>
                  <a:lnTo>
                    <a:pt x="293506" y="195020"/>
                  </a:lnTo>
                  <a:lnTo>
                    <a:pt x="292079" y="198586"/>
                  </a:lnTo>
                  <a:lnTo>
                    <a:pt x="289851" y="200804"/>
                  </a:lnTo>
                  <a:lnTo>
                    <a:pt x="284948" y="201885"/>
                  </a:lnTo>
                  <a:lnTo>
                    <a:pt x="276835" y="201495"/>
                  </a:lnTo>
                  <a:lnTo>
                    <a:pt x="264979" y="199299"/>
                  </a:lnTo>
                  <a:lnTo>
                    <a:pt x="249110" y="195110"/>
                  </a:lnTo>
                  <a:lnTo>
                    <a:pt x="230033" y="189315"/>
                  </a:lnTo>
                  <a:lnTo>
                    <a:pt x="208816" y="182451"/>
                  </a:lnTo>
                  <a:lnTo>
                    <a:pt x="186529" y="175051"/>
                  </a:lnTo>
                </a:path>
              </a:pathLst>
            </a:custGeom>
            <a:ln w="45378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2" name="object 9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170722" y="4526265"/>
              <a:ext cx="79611" cy="190867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7186279" y="4417729"/>
              <a:ext cx="24765" cy="15875"/>
            </a:xfrm>
            <a:custGeom>
              <a:avLst/>
              <a:gdLst/>
              <a:ahLst/>
              <a:cxnLst/>
              <a:rect l="l" t="t" r="r" b="b"/>
              <a:pathLst>
                <a:path w="24765" h="15875">
                  <a:moveTo>
                    <a:pt x="2852" y="15689"/>
                  </a:moveTo>
                  <a:lnTo>
                    <a:pt x="1426" y="8557"/>
                  </a:lnTo>
                  <a:lnTo>
                    <a:pt x="0" y="1426"/>
                  </a:lnTo>
                  <a:lnTo>
                    <a:pt x="3565" y="713"/>
                  </a:lnTo>
                  <a:lnTo>
                    <a:pt x="7131" y="0"/>
                  </a:lnTo>
                  <a:lnTo>
                    <a:pt x="15689" y="5705"/>
                  </a:lnTo>
                  <a:lnTo>
                    <a:pt x="24247" y="11410"/>
                  </a:lnTo>
                </a:path>
              </a:pathLst>
            </a:custGeom>
            <a:ln w="45378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7302527" y="4533264"/>
              <a:ext cx="172720" cy="607695"/>
            </a:xfrm>
            <a:custGeom>
              <a:avLst/>
              <a:gdLst/>
              <a:ahLst/>
              <a:cxnLst/>
              <a:rect l="l" t="t" r="r" b="b"/>
              <a:pathLst>
                <a:path w="172720" h="607695">
                  <a:moveTo>
                    <a:pt x="113395" y="71318"/>
                  </a:moveTo>
                  <a:lnTo>
                    <a:pt x="110543" y="26387"/>
                  </a:lnTo>
                  <a:lnTo>
                    <a:pt x="75597" y="0"/>
                  </a:lnTo>
                  <a:lnTo>
                    <a:pt x="62759" y="835"/>
                  </a:lnTo>
                  <a:lnTo>
                    <a:pt x="24248" y="27814"/>
                  </a:lnTo>
                  <a:lnTo>
                    <a:pt x="6240" y="64988"/>
                  </a:lnTo>
                  <a:lnTo>
                    <a:pt x="0" y="102697"/>
                  </a:lnTo>
                  <a:lnTo>
                    <a:pt x="2395" y="116727"/>
                  </a:lnTo>
                  <a:lnTo>
                    <a:pt x="34878" y="144485"/>
                  </a:lnTo>
                  <a:lnTo>
                    <a:pt x="82372" y="128784"/>
                  </a:lnTo>
                  <a:lnTo>
                    <a:pt x="107689" y="99655"/>
                  </a:lnTo>
                  <a:lnTo>
                    <a:pt x="129174" y="57410"/>
                  </a:lnTo>
                  <a:lnTo>
                    <a:pt x="131938" y="18542"/>
                  </a:lnTo>
                  <a:lnTo>
                    <a:pt x="119814" y="61333"/>
                  </a:lnTo>
                  <a:lnTo>
                    <a:pt x="118655" y="112682"/>
                  </a:lnTo>
                  <a:lnTo>
                    <a:pt x="123380" y="181147"/>
                  </a:lnTo>
                  <a:lnTo>
                    <a:pt x="128584" y="219692"/>
                  </a:lnTo>
                  <a:lnTo>
                    <a:pt x="135058" y="259508"/>
                  </a:lnTo>
                  <a:lnTo>
                    <a:pt x="141934" y="299189"/>
                  </a:lnTo>
                  <a:lnTo>
                    <a:pt x="148341" y="337333"/>
                  </a:lnTo>
                  <a:lnTo>
                    <a:pt x="157791" y="406155"/>
                  </a:lnTo>
                  <a:lnTo>
                    <a:pt x="164031" y="468558"/>
                  </a:lnTo>
                  <a:lnTo>
                    <a:pt x="168756" y="527039"/>
                  </a:lnTo>
                  <a:lnTo>
                    <a:pt x="171876" y="572682"/>
                  </a:lnTo>
                  <a:lnTo>
                    <a:pt x="172678" y="597198"/>
                  </a:lnTo>
                  <a:lnTo>
                    <a:pt x="171776" y="603070"/>
                  </a:lnTo>
                  <a:lnTo>
                    <a:pt x="169737" y="606201"/>
                  </a:lnTo>
                  <a:lnTo>
                    <a:pt x="166338" y="607360"/>
                  </a:lnTo>
                  <a:lnTo>
                    <a:pt x="161268" y="605845"/>
                  </a:lnTo>
                  <a:lnTo>
                    <a:pt x="132919" y="574844"/>
                  </a:lnTo>
                  <a:lnTo>
                    <a:pt x="105461" y="528532"/>
                  </a:lnTo>
                  <a:lnTo>
                    <a:pt x="80065" y="466920"/>
                  </a:lnTo>
                  <a:lnTo>
                    <a:pt x="63417" y="400438"/>
                  </a:lnTo>
                  <a:lnTo>
                    <a:pt x="59907" y="370139"/>
                  </a:lnTo>
                  <a:lnTo>
                    <a:pt x="60208" y="343986"/>
                  </a:lnTo>
                  <a:lnTo>
                    <a:pt x="70437" y="303446"/>
                  </a:lnTo>
                  <a:lnTo>
                    <a:pt x="101093" y="264767"/>
                  </a:lnTo>
                  <a:lnTo>
                    <a:pt x="113462" y="255429"/>
                  </a:lnTo>
                  <a:lnTo>
                    <a:pt x="126232" y="246760"/>
                  </a:lnTo>
                </a:path>
              </a:pathLst>
            </a:custGeom>
            <a:ln w="45378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5" name="object 9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508768" y="4497737"/>
              <a:ext cx="217968" cy="219394"/>
            </a:xfrm>
            <a:prstGeom prst="rect">
              <a:avLst/>
            </a:prstGeom>
          </p:spPr>
        </p:pic>
      </p:grpSp>
      <p:grpSp>
        <p:nvGrpSpPr>
          <p:cNvPr id="96" name="object 96"/>
          <p:cNvGrpSpPr/>
          <p:nvPr/>
        </p:nvGrpSpPr>
        <p:grpSpPr>
          <a:xfrm>
            <a:off x="2895216" y="5116776"/>
            <a:ext cx="1338580" cy="501650"/>
            <a:chOff x="2895216" y="5116776"/>
            <a:chExt cx="1338580" cy="501650"/>
          </a:xfrm>
        </p:grpSpPr>
        <p:sp>
          <p:nvSpPr>
            <p:cNvPr id="97" name="object 97"/>
            <p:cNvSpPr/>
            <p:nvPr/>
          </p:nvSpPr>
          <p:spPr>
            <a:xfrm>
              <a:off x="2917905" y="5178244"/>
              <a:ext cx="233679" cy="417195"/>
            </a:xfrm>
            <a:custGeom>
              <a:avLst/>
              <a:gdLst/>
              <a:ahLst/>
              <a:cxnLst/>
              <a:rect l="l" t="t" r="r" b="b"/>
              <a:pathLst>
                <a:path w="233680" h="417195">
                  <a:moveTo>
                    <a:pt x="4992" y="76756"/>
                  </a:moveTo>
                  <a:lnTo>
                    <a:pt x="2908" y="68331"/>
                  </a:lnTo>
                  <a:lnTo>
                    <a:pt x="1158" y="60709"/>
                  </a:lnTo>
                  <a:lnTo>
                    <a:pt x="78" y="54692"/>
                  </a:lnTo>
                  <a:lnTo>
                    <a:pt x="0" y="51081"/>
                  </a:lnTo>
                  <a:lnTo>
                    <a:pt x="1147" y="50624"/>
                  </a:lnTo>
                  <a:lnTo>
                    <a:pt x="12458" y="90161"/>
                  </a:lnTo>
                  <a:lnTo>
                    <a:pt x="18297" y="139081"/>
                  </a:lnTo>
                  <a:lnTo>
                    <a:pt x="22576" y="207189"/>
                  </a:lnTo>
                  <a:lnTo>
                    <a:pt x="24069" y="246225"/>
                  </a:lnTo>
                  <a:lnTo>
                    <a:pt x="25295" y="285929"/>
                  </a:lnTo>
                  <a:lnTo>
                    <a:pt x="26387" y="324228"/>
                  </a:lnTo>
                  <a:lnTo>
                    <a:pt x="27401" y="358974"/>
                  </a:lnTo>
                  <a:lnTo>
                    <a:pt x="28081" y="387701"/>
                  </a:lnTo>
                  <a:lnTo>
                    <a:pt x="28092" y="407871"/>
                  </a:lnTo>
                  <a:lnTo>
                    <a:pt x="27100" y="416942"/>
                  </a:lnTo>
                  <a:lnTo>
                    <a:pt x="24883" y="413198"/>
                  </a:lnTo>
                  <a:lnTo>
                    <a:pt x="17773" y="374418"/>
                  </a:lnTo>
                  <a:lnTo>
                    <a:pt x="9371" y="309787"/>
                  </a:lnTo>
                  <a:lnTo>
                    <a:pt x="3421" y="234279"/>
                  </a:lnTo>
                  <a:lnTo>
                    <a:pt x="2852" y="195856"/>
                  </a:lnTo>
                  <a:lnTo>
                    <a:pt x="4535" y="158726"/>
                  </a:lnTo>
                  <a:lnTo>
                    <a:pt x="13784" y="92757"/>
                  </a:lnTo>
                  <a:lnTo>
                    <a:pt x="28694" y="44685"/>
                  </a:lnTo>
                  <a:lnTo>
                    <a:pt x="58480" y="7577"/>
                  </a:lnTo>
                  <a:lnTo>
                    <a:pt x="82461" y="0"/>
                  </a:lnTo>
                  <a:lnTo>
                    <a:pt x="95487" y="1459"/>
                  </a:lnTo>
                  <a:lnTo>
                    <a:pt x="136930" y="28616"/>
                  </a:lnTo>
                  <a:lnTo>
                    <a:pt x="168755" y="70259"/>
                  </a:lnTo>
                  <a:lnTo>
                    <a:pt x="177581" y="110275"/>
                  </a:lnTo>
                  <a:lnTo>
                    <a:pt x="162638" y="158114"/>
                  </a:lnTo>
                  <a:lnTo>
                    <a:pt x="140395" y="192146"/>
                  </a:lnTo>
                  <a:lnTo>
                    <a:pt x="113807" y="222612"/>
                  </a:lnTo>
                  <a:lnTo>
                    <a:pt x="85046" y="248810"/>
                  </a:lnTo>
                  <a:lnTo>
                    <a:pt x="127748" y="230178"/>
                  </a:lnTo>
                  <a:lnTo>
                    <a:pt x="168310" y="229376"/>
                  </a:lnTo>
                  <a:lnTo>
                    <a:pt x="204058" y="243283"/>
                  </a:lnTo>
                  <a:lnTo>
                    <a:pt x="232630" y="282240"/>
                  </a:lnTo>
                  <a:lnTo>
                    <a:pt x="233209" y="297128"/>
                  </a:lnTo>
                  <a:lnTo>
                    <a:pt x="229509" y="312015"/>
                  </a:lnTo>
                  <a:lnTo>
                    <a:pt x="196035" y="351686"/>
                  </a:lnTo>
                  <a:lnTo>
                    <a:pt x="161178" y="370585"/>
                  </a:lnTo>
                  <a:lnTo>
                    <a:pt x="123647" y="381639"/>
                  </a:lnTo>
                  <a:lnTo>
                    <a:pt x="80923" y="386788"/>
                  </a:lnTo>
                  <a:lnTo>
                    <a:pt x="60620" y="349190"/>
                  </a:lnTo>
                  <a:lnTo>
                    <a:pt x="69178" y="337779"/>
                  </a:lnTo>
                </a:path>
              </a:pathLst>
            </a:custGeom>
            <a:ln w="45378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8" name="object 9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156952" y="5343567"/>
              <a:ext cx="178029" cy="245068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362046" y="5347757"/>
              <a:ext cx="191167" cy="232142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3586811" y="5360027"/>
              <a:ext cx="209550" cy="187325"/>
            </a:xfrm>
            <a:custGeom>
              <a:avLst/>
              <a:gdLst/>
              <a:ahLst/>
              <a:cxnLst/>
              <a:rect l="l" t="t" r="r" b="b"/>
              <a:pathLst>
                <a:path w="209550" h="187325">
                  <a:moveTo>
                    <a:pt x="131993" y="53299"/>
                  </a:moveTo>
                  <a:lnTo>
                    <a:pt x="113451" y="11934"/>
                  </a:lnTo>
                  <a:lnTo>
                    <a:pt x="82561" y="0"/>
                  </a:lnTo>
                  <a:lnTo>
                    <a:pt x="69233" y="1236"/>
                  </a:lnTo>
                  <a:lnTo>
                    <a:pt x="27212" y="23702"/>
                  </a:lnTo>
                  <a:lnTo>
                    <a:pt x="7109" y="56619"/>
                  </a:lnTo>
                  <a:lnTo>
                    <a:pt x="0" y="98296"/>
                  </a:lnTo>
                  <a:lnTo>
                    <a:pt x="2195" y="118198"/>
                  </a:lnTo>
                  <a:lnTo>
                    <a:pt x="30076" y="160220"/>
                  </a:lnTo>
                  <a:lnTo>
                    <a:pt x="57656" y="170839"/>
                  </a:lnTo>
                  <a:lnTo>
                    <a:pt x="71819" y="170260"/>
                  </a:lnTo>
                  <a:lnTo>
                    <a:pt x="110063" y="142112"/>
                  </a:lnTo>
                  <a:lnTo>
                    <a:pt x="128160" y="106854"/>
                  </a:lnTo>
                  <a:lnTo>
                    <a:pt x="139749" y="58915"/>
                  </a:lnTo>
                  <a:lnTo>
                    <a:pt x="140552" y="36895"/>
                  </a:lnTo>
                  <a:lnTo>
                    <a:pt x="140552" y="24771"/>
                  </a:lnTo>
                  <a:lnTo>
                    <a:pt x="140552" y="17640"/>
                  </a:lnTo>
                  <a:lnTo>
                    <a:pt x="134088" y="67139"/>
                  </a:lnTo>
                  <a:lnTo>
                    <a:pt x="135381" y="88066"/>
                  </a:lnTo>
                  <a:lnTo>
                    <a:pt x="144117" y="130322"/>
                  </a:lnTo>
                  <a:lnTo>
                    <a:pt x="172801" y="173347"/>
                  </a:lnTo>
                  <a:lnTo>
                    <a:pt x="197695" y="186930"/>
                  </a:lnTo>
                  <a:lnTo>
                    <a:pt x="203590" y="186875"/>
                  </a:lnTo>
                  <a:lnTo>
                    <a:pt x="209017" y="185950"/>
                  </a:lnTo>
                </a:path>
              </a:pathLst>
            </a:custGeom>
            <a:ln w="45378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3842541" y="5139466"/>
              <a:ext cx="368935" cy="398780"/>
            </a:xfrm>
            <a:custGeom>
              <a:avLst/>
              <a:gdLst/>
              <a:ahLst/>
              <a:cxnLst/>
              <a:rect l="l" t="t" r="r" b="b"/>
              <a:pathLst>
                <a:path w="368935" h="398779">
                  <a:moveTo>
                    <a:pt x="94496" y="269581"/>
                  </a:moveTo>
                  <a:lnTo>
                    <a:pt x="75240" y="230356"/>
                  </a:lnTo>
                  <a:lnTo>
                    <a:pt x="33162" y="216092"/>
                  </a:lnTo>
                  <a:lnTo>
                    <a:pt x="2496" y="261736"/>
                  </a:lnTo>
                  <a:lnTo>
                    <a:pt x="0" y="284703"/>
                  </a:lnTo>
                  <a:lnTo>
                    <a:pt x="178" y="310143"/>
                  </a:lnTo>
                  <a:lnTo>
                    <a:pt x="9627" y="358015"/>
                  </a:lnTo>
                  <a:lnTo>
                    <a:pt x="46033" y="395825"/>
                  </a:lnTo>
                  <a:lnTo>
                    <a:pt x="61690" y="398666"/>
                  </a:lnTo>
                  <a:lnTo>
                    <a:pt x="77937" y="396906"/>
                  </a:lnTo>
                  <a:lnTo>
                    <a:pt x="125876" y="363008"/>
                  </a:lnTo>
                  <a:lnTo>
                    <a:pt x="153690" y="317007"/>
                  </a:lnTo>
                  <a:lnTo>
                    <a:pt x="177225" y="260310"/>
                  </a:lnTo>
                  <a:lnTo>
                    <a:pt x="195500" y="201383"/>
                  </a:lnTo>
                  <a:lnTo>
                    <a:pt x="203612" y="144062"/>
                  </a:lnTo>
                  <a:lnTo>
                    <a:pt x="202353" y="116950"/>
                  </a:lnTo>
                  <a:lnTo>
                    <a:pt x="192881" y="69947"/>
                  </a:lnTo>
                  <a:lnTo>
                    <a:pt x="178116" y="29418"/>
                  </a:lnTo>
                  <a:lnTo>
                    <a:pt x="157255" y="0"/>
                  </a:lnTo>
                  <a:lnTo>
                    <a:pt x="152976" y="0"/>
                  </a:lnTo>
                  <a:lnTo>
                    <a:pt x="144853" y="60530"/>
                  </a:lnTo>
                  <a:lnTo>
                    <a:pt x="144741" y="123023"/>
                  </a:lnTo>
                  <a:lnTo>
                    <a:pt x="150079" y="192101"/>
                  </a:lnTo>
                  <a:lnTo>
                    <a:pt x="160598" y="256799"/>
                  </a:lnTo>
                  <a:lnTo>
                    <a:pt x="172266" y="310188"/>
                  </a:lnTo>
                  <a:lnTo>
                    <a:pt x="182674" y="349858"/>
                  </a:lnTo>
                  <a:lnTo>
                    <a:pt x="194519" y="387166"/>
                  </a:lnTo>
                  <a:lnTo>
                    <a:pt x="199422" y="388860"/>
                  </a:lnTo>
                  <a:lnTo>
                    <a:pt x="199723" y="379366"/>
                  </a:lnTo>
                  <a:lnTo>
                    <a:pt x="206732" y="328864"/>
                  </a:lnTo>
                  <a:lnTo>
                    <a:pt x="218589" y="288124"/>
                  </a:lnTo>
                  <a:lnTo>
                    <a:pt x="236151" y="253980"/>
                  </a:lnTo>
                  <a:lnTo>
                    <a:pt x="266383" y="219937"/>
                  </a:lnTo>
                  <a:lnTo>
                    <a:pt x="299769" y="204091"/>
                  </a:lnTo>
                  <a:lnTo>
                    <a:pt x="306042" y="204593"/>
                  </a:lnTo>
                  <a:lnTo>
                    <a:pt x="335071" y="242703"/>
                  </a:lnTo>
                  <a:lnTo>
                    <a:pt x="343607" y="281950"/>
                  </a:lnTo>
                  <a:lnTo>
                    <a:pt x="348755" y="328708"/>
                  </a:lnTo>
                  <a:lnTo>
                    <a:pt x="350527" y="348744"/>
                  </a:lnTo>
                  <a:lnTo>
                    <a:pt x="352031" y="363687"/>
                  </a:lnTo>
                  <a:lnTo>
                    <a:pt x="353469" y="373616"/>
                  </a:lnTo>
                  <a:lnTo>
                    <a:pt x="355040" y="379132"/>
                  </a:lnTo>
                  <a:lnTo>
                    <a:pt x="356946" y="380837"/>
                  </a:lnTo>
                  <a:lnTo>
                    <a:pt x="359798" y="380837"/>
                  </a:lnTo>
                  <a:lnTo>
                    <a:pt x="364077" y="372279"/>
                  </a:lnTo>
                  <a:lnTo>
                    <a:pt x="368356" y="363720"/>
                  </a:lnTo>
                </a:path>
              </a:pathLst>
            </a:custGeom>
            <a:ln w="45378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2" name="object 102"/>
          <p:cNvSpPr/>
          <p:nvPr/>
        </p:nvSpPr>
        <p:spPr>
          <a:xfrm>
            <a:off x="4399177" y="5298861"/>
            <a:ext cx="499109" cy="232410"/>
          </a:xfrm>
          <a:custGeom>
            <a:avLst/>
            <a:gdLst/>
            <a:ahLst/>
            <a:cxnLst/>
            <a:rect l="l" t="t" r="r" b="b"/>
            <a:pathLst>
              <a:path w="499110" h="232410">
                <a:moveTo>
                  <a:pt x="21395" y="71674"/>
                </a:moveTo>
                <a:lnTo>
                  <a:pt x="14263" y="74527"/>
                </a:lnTo>
                <a:lnTo>
                  <a:pt x="7131" y="77380"/>
                </a:lnTo>
                <a:lnTo>
                  <a:pt x="3565" y="75240"/>
                </a:lnTo>
                <a:lnTo>
                  <a:pt x="0" y="73101"/>
                </a:lnTo>
                <a:lnTo>
                  <a:pt x="0" y="65969"/>
                </a:lnTo>
                <a:lnTo>
                  <a:pt x="33708" y="33731"/>
                </a:lnTo>
                <a:lnTo>
                  <a:pt x="74438" y="12480"/>
                </a:lnTo>
                <a:lnTo>
                  <a:pt x="116604" y="0"/>
                </a:lnTo>
                <a:lnTo>
                  <a:pt x="122310" y="802"/>
                </a:lnTo>
                <a:lnTo>
                  <a:pt x="140496" y="37442"/>
                </a:lnTo>
                <a:lnTo>
                  <a:pt x="145132" y="77023"/>
                </a:lnTo>
                <a:lnTo>
                  <a:pt x="147628" y="123023"/>
                </a:lnTo>
                <a:lnTo>
                  <a:pt x="147360" y="164476"/>
                </a:lnTo>
                <a:lnTo>
                  <a:pt x="144429" y="211078"/>
                </a:lnTo>
                <a:lnTo>
                  <a:pt x="141922" y="232139"/>
                </a:lnTo>
                <a:lnTo>
                  <a:pt x="141543" y="231682"/>
                </a:lnTo>
                <a:lnTo>
                  <a:pt x="145432" y="183387"/>
                </a:lnTo>
                <a:lnTo>
                  <a:pt x="153879" y="135002"/>
                </a:lnTo>
                <a:lnTo>
                  <a:pt x="170873" y="85158"/>
                </a:lnTo>
                <a:lnTo>
                  <a:pt x="193472" y="44283"/>
                </a:lnTo>
                <a:lnTo>
                  <a:pt x="219748" y="13639"/>
                </a:lnTo>
                <a:lnTo>
                  <a:pt x="259040" y="15979"/>
                </a:lnTo>
                <a:lnTo>
                  <a:pt x="271420" y="72253"/>
                </a:lnTo>
                <a:lnTo>
                  <a:pt x="275989" y="123692"/>
                </a:lnTo>
                <a:lnTo>
                  <a:pt x="278139" y="147271"/>
                </a:lnTo>
                <a:lnTo>
                  <a:pt x="284859" y="191900"/>
                </a:lnTo>
                <a:lnTo>
                  <a:pt x="300961" y="222155"/>
                </a:lnTo>
                <a:lnTo>
                  <a:pt x="306666" y="225721"/>
                </a:lnTo>
                <a:lnTo>
                  <a:pt x="313798" y="225721"/>
                </a:lnTo>
                <a:lnTo>
                  <a:pt x="323783" y="220015"/>
                </a:lnTo>
                <a:lnTo>
                  <a:pt x="358729" y="182217"/>
                </a:lnTo>
                <a:lnTo>
                  <a:pt x="375934" y="146290"/>
                </a:lnTo>
                <a:lnTo>
                  <a:pt x="389395" y="108759"/>
                </a:lnTo>
                <a:lnTo>
                  <a:pt x="399123" y="68242"/>
                </a:lnTo>
                <a:lnTo>
                  <a:pt x="395814" y="39581"/>
                </a:lnTo>
                <a:lnTo>
                  <a:pt x="392783" y="40305"/>
                </a:lnTo>
                <a:lnTo>
                  <a:pt x="375310" y="89949"/>
                </a:lnTo>
                <a:lnTo>
                  <a:pt x="377149" y="145065"/>
                </a:lnTo>
                <a:lnTo>
                  <a:pt x="395101" y="192201"/>
                </a:lnTo>
                <a:lnTo>
                  <a:pt x="429333" y="220015"/>
                </a:lnTo>
                <a:lnTo>
                  <a:pt x="468558" y="211457"/>
                </a:lnTo>
                <a:lnTo>
                  <a:pt x="495659" y="172945"/>
                </a:lnTo>
                <a:lnTo>
                  <a:pt x="498957" y="148341"/>
                </a:lnTo>
                <a:lnTo>
                  <a:pt x="496963" y="135236"/>
                </a:lnTo>
                <a:lnTo>
                  <a:pt x="474264" y="93783"/>
                </a:lnTo>
                <a:lnTo>
                  <a:pt x="441970" y="61901"/>
                </a:lnTo>
                <a:lnTo>
                  <a:pt x="406512" y="47426"/>
                </a:lnTo>
                <a:lnTo>
                  <a:pt x="390108" y="71674"/>
                </a:lnTo>
                <a:lnTo>
                  <a:pt x="390822" y="78806"/>
                </a:lnTo>
                <a:lnTo>
                  <a:pt x="392248" y="85938"/>
                </a:lnTo>
                <a:lnTo>
                  <a:pt x="393674" y="93070"/>
                </a:lnTo>
              </a:path>
            </a:pathLst>
          </a:custGeom>
          <a:ln w="45378">
            <a:solidFill>
              <a:srgbClr val="61187C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03" name="object 103"/>
          <p:cNvGrpSpPr/>
          <p:nvPr/>
        </p:nvGrpSpPr>
        <p:grpSpPr>
          <a:xfrm>
            <a:off x="4931341" y="5136032"/>
            <a:ext cx="548005" cy="883285"/>
            <a:chOff x="4931341" y="5136032"/>
            <a:chExt cx="548005" cy="883285"/>
          </a:xfrm>
        </p:grpSpPr>
        <p:sp>
          <p:nvSpPr>
            <p:cNvPr id="104" name="object 104"/>
            <p:cNvSpPr/>
            <p:nvPr/>
          </p:nvSpPr>
          <p:spPr>
            <a:xfrm>
              <a:off x="4998247" y="5183549"/>
              <a:ext cx="34290" cy="308610"/>
            </a:xfrm>
            <a:custGeom>
              <a:avLst/>
              <a:gdLst/>
              <a:ahLst/>
              <a:cxnLst/>
              <a:rect l="l" t="t" r="r" b="b"/>
              <a:pathLst>
                <a:path w="34289" h="308610">
                  <a:moveTo>
                    <a:pt x="0" y="28660"/>
                  </a:moveTo>
                  <a:lnTo>
                    <a:pt x="0" y="19188"/>
                  </a:lnTo>
                  <a:lnTo>
                    <a:pt x="0" y="10653"/>
                  </a:lnTo>
                  <a:lnTo>
                    <a:pt x="0" y="3989"/>
                  </a:lnTo>
                  <a:lnTo>
                    <a:pt x="0" y="133"/>
                  </a:lnTo>
                  <a:lnTo>
                    <a:pt x="55" y="0"/>
                  </a:lnTo>
                  <a:lnTo>
                    <a:pt x="6830" y="52574"/>
                  </a:lnTo>
                  <a:lnTo>
                    <a:pt x="10965" y="80544"/>
                  </a:lnTo>
                  <a:lnTo>
                    <a:pt x="15500" y="112526"/>
                  </a:lnTo>
                  <a:lnTo>
                    <a:pt x="23969" y="182506"/>
                  </a:lnTo>
                  <a:lnTo>
                    <a:pt x="30098" y="247539"/>
                  </a:lnTo>
                  <a:lnTo>
                    <a:pt x="33329" y="290174"/>
                  </a:lnTo>
                  <a:lnTo>
                    <a:pt x="34232" y="308227"/>
                  </a:lnTo>
                  <a:lnTo>
                    <a:pt x="34232" y="301095"/>
                  </a:lnTo>
                  <a:lnTo>
                    <a:pt x="34232" y="293963"/>
                  </a:lnTo>
                </a:path>
              </a:pathLst>
            </a:custGeom>
            <a:ln w="45378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5" name="object 10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931341" y="5331086"/>
              <a:ext cx="153781" cy="66417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122473" y="5293644"/>
              <a:ext cx="73905" cy="215114"/>
            </a:xfrm>
            <a:prstGeom prst="rect">
              <a:avLst/>
            </a:prstGeom>
          </p:spPr>
        </p:pic>
        <p:sp>
          <p:nvSpPr>
            <p:cNvPr id="107" name="object 107"/>
            <p:cNvSpPr/>
            <p:nvPr/>
          </p:nvSpPr>
          <p:spPr>
            <a:xfrm>
              <a:off x="5152295" y="5230752"/>
              <a:ext cx="13335" cy="15875"/>
            </a:xfrm>
            <a:custGeom>
              <a:avLst/>
              <a:gdLst/>
              <a:ahLst/>
              <a:cxnLst/>
              <a:rect l="l" t="t" r="r" b="b"/>
              <a:pathLst>
                <a:path w="13335" h="15875">
                  <a:moveTo>
                    <a:pt x="8558" y="15690"/>
                  </a:moveTo>
                  <a:lnTo>
                    <a:pt x="4279" y="8558"/>
                  </a:lnTo>
                  <a:lnTo>
                    <a:pt x="0" y="1426"/>
                  </a:lnTo>
                  <a:lnTo>
                    <a:pt x="713" y="713"/>
                  </a:lnTo>
                  <a:lnTo>
                    <a:pt x="1426" y="0"/>
                  </a:lnTo>
                  <a:lnTo>
                    <a:pt x="7131" y="5705"/>
                  </a:lnTo>
                  <a:lnTo>
                    <a:pt x="12837" y="11410"/>
                  </a:lnTo>
                </a:path>
              </a:pathLst>
            </a:custGeom>
            <a:ln w="45378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5173689" y="5158721"/>
              <a:ext cx="222885" cy="838200"/>
            </a:xfrm>
            <a:custGeom>
              <a:avLst/>
              <a:gdLst/>
              <a:ahLst/>
              <a:cxnLst/>
              <a:rect l="l" t="t" r="r" b="b"/>
              <a:pathLst>
                <a:path w="222885" h="838200">
                  <a:moveTo>
                    <a:pt x="222511" y="57767"/>
                  </a:moveTo>
                  <a:lnTo>
                    <a:pt x="215380" y="15689"/>
                  </a:lnTo>
                  <a:lnTo>
                    <a:pt x="194697" y="0"/>
                  </a:lnTo>
                  <a:lnTo>
                    <a:pt x="187376" y="1927"/>
                  </a:lnTo>
                  <a:lnTo>
                    <a:pt x="162604" y="33519"/>
                  </a:lnTo>
                  <a:lnTo>
                    <a:pt x="146469" y="83263"/>
                  </a:lnTo>
                  <a:lnTo>
                    <a:pt x="136217" y="144775"/>
                  </a:lnTo>
                  <a:lnTo>
                    <a:pt x="134946" y="175386"/>
                  </a:lnTo>
                  <a:lnTo>
                    <a:pt x="136217" y="205663"/>
                  </a:lnTo>
                  <a:lnTo>
                    <a:pt x="144775" y="268155"/>
                  </a:lnTo>
                  <a:lnTo>
                    <a:pt x="158504" y="336353"/>
                  </a:lnTo>
                  <a:lnTo>
                    <a:pt x="166036" y="371755"/>
                  </a:lnTo>
                  <a:lnTo>
                    <a:pt x="173302" y="407225"/>
                  </a:lnTo>
                  <a:lnTo>
                    <a:pt x="185515" y="477295"/>
                  </a:lnTo>
                  <a:lnTo>
                    <a:pt x="193984" y="548434"/>
                  </a:lnTo>
                  <a:lnTo>
                    <a:pt x="198174" y="622070"/>
                  </a:lnTo>
                  <a:lnTo>
                    <a:pt x="198497" y="658152"/>
                  </a:lnTo>
                  <a:lnTo>
                    <a:pt x="197550" y="692496"/>
                  </a:lnTo>
                  <a:lnTo>
                    <a:pt x="192291" y="752492"/>
                  </a:lnTo>
                  <a:lnTo>
                    <a:pt x="185426" y="795908"/>
                  </a:lnTo>
                  <a:lnTo>
                    <a:pt x="170416" y="834731"/>
                  </a:lnTo>
                  <a:lnTo>
                    <a:pt x="158671" y="837673"/>
                  </a:lnTo>
                  <a:lnTo>
                    <a:pt x="149054" y="835132"/>
                  </a:lnTo>
                  <a:lnTo>
                    <a:pt x="103622" y="806048"/>
                  </a:lnTo>
                  <a:lnTo>
                    <a:pt x="67551" y="769932"/>
                  </a:lnTo>
                  <a:lnTo>
                    <a:pt x="35235" y="726807"/>
                  </a:lnTo>
                  <a:lnTo>
                    <a:pt x="13840" y="687359"/>
                  </a:lnTo>
                  <a:lnTo>
                    <a:pt x="3365" y="654798"/>
                  </a:lnTo>
                  <a:lnTo>
                    <a:pt x="0" y="639721"/>
                  </a:lnTo>
                </a:path>
              </a:pathLst>
            </a:custGeom>
            <a:ln w="45378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9" name="object 10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219465" y="5335009"/>
              <a:ext cx="259331" cy="197909"/>
            </a:xfrm>
            <a:prstGeom prst="rect">
              <a:avLst/>
            </a:prstGeom>
          </p:spPr>
        </p:pic>
        <p:sp>
          <p:nvSpPr>
            <p:cNvPr id="110" name="object 110"/>
            <p:cNvSpPr/>
            <p:nvPr/>
          </p:nvSpPr>
          <p:spPr>
            <a:xfrm>
              <a:off x="5434712" y="5250721"/>
              <a:ext cx="8890" cy="8890"/>
            </a:xfrm>
            <a:custGeom>
              <a:avLst/>
              <a:gdLst/>
              <a:ahLst/>
              <a:cxnLst/>
              <a:rect l="l" t="t" r="r" b="b"/>
              <a:pathLst>
                <a:path w="8889" h="8889">
                  <a:moveTo>
                    <a:pt x="0" y="8557"/>
                  </a:moveTo>
                  <a:lnTo>
                    <a:pt x="2852" y="5705"/>
                  </a:lnTo>
                  <a:lnTo>
                    <a:pt x="5705" y="2852"/>
                  </a:lnTo>
                  <a:lnTo>
                    <a:pt x="8558" y="0"/>
                  </a:lnTo>
                </a:path>
              </a:pathLst>
            </a:custGeom>
            <a:ln w="45378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1" name="object 111"/>
          <p:cNvGrpSpPr/>
          <p:nvPr/>
        </p:nvGrpSpPr>
        <p:grpSpPr>
          <a:xfrm>
            <a:off x="5529419" y="5142451"/>
            <a:ext cx="1126490" cy="399415"/>
            <a:chOff x="5529419" y="5142451"/>
            <a:chExt cx="1126490" cy="399415"/>
          </a:xfrm>
        </p:grpSpPr>
        <p:pic>
          <p:nvPicPr>
            <p:cNvPr id="112" name="object 112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529419" y="5318807"/>
              <a:ext cx="159052" cy="197798"/>
            </a:xfrm>
            <a:prstGeom prst="rect">
              <a:avLst/>
            </a:prstGeom>
          </p:spPr>
        </p:pic>
        <p:sp>
          <p:nvSpPr>
            <p:cNvPr id="113" name="object 113"/>
            <p:cNvSpPr/>
            <p:nvPr/>
          </p:nvSpPr>
          <p:spPr>
            <a:xfrm>
              <a:off x="5743519" y="5165140"/>
              <a:ext cx="889635" cy="354330"/>
            </a:xfrm>
            <a:custGeom>
              <a:avLst/>
              <a:gdLst/>
              <a:ahLst/>
              <a:cxnLst/>
              <a:rect l="l" t="t" r="r" b="b"/>
              <a:pathLst>
                <a:path w="889634" h="354329">
                  <a:moveTo>
                    <a:pt x="119100" y="226790"/>
                  </a:moveTo>
                  <a:lnTo>
                    <a:pt x="113183" y="187777"/>
                  </a:lnTo>
                  <a:lnTo>
                    <a:pt x="81725" y="160832"/>
                  </a:lnTo>
                  <a:lnTo>
                    <a:pt x="32382" y="171486"/>
                  </a:lnTo>
                  <a:lnTo>
                    <a:pt x="5348" y="212705"/>
                  </a:lnTo>
                  <a:lnTo>
                    <a:pt x="0" y="248899"/>
                  </a:lnTo>
                  <a:lnTo>
                    <a:pt x="2172" y="265815"/>
                  </a:lnTo>
                  <a:lnTo>
                    <a:pt x="23535" y="304527"/>
                  </a:lnTo>
                  <a:lnTo>
                    <a:pt x="69178" y="310232"/>
                  </a:lnTo>
                  <a:lnTo>
                    <a:pt x="105583" y="269314"/>
                  </a:lnTo>
                  <a:lnTo>
                    <a:pt x="122131" y="225810"/>
                  </a:lnTo>
                  <a:lnTo>
                    <a:pt x="120527" y="186852"/>
                  </a:lnTo>
                  <a:lnTo>
                    <a:pt x="110019" y="226946"/>
                  </a:lnTo>
                  <a:lnTo>
                    <a:pt x="121953" y="281705"/>
                  </a:lnTo>
                  <a:lnTo>
                    <a:pt x="151639" y="324429"/>
                  </a:lnTo>
                  <a:lnTo>
                    <a:pt x="193984" y="332341"/>
                  </a:lnTo>
                  <a:lnTo>
                    <a:pt x="218054" y="291823"/>
                  </a:lnTo>
                  <a:lnTo>
                    <a:pt x="227626" y="242792"/>
                  </a:lnTo>
                  <a:lnTo>
                    <a:pt x="229654" y="180122"/>
                  </a:lnTo>
                  <a:lnTo>
                    <a:pt x="227604" y="114264"/>
                  </a:lnTo>
                  <a:lnTo>
                    <a:pt x="223615" y="56452"/>
                  </a:lnTo>
                  <a:lnTo>
                    <a:pt x="218310" y="18052"/>
                  </a:lnTo>
                  <a:lnTo>
                    <a:pt x="210387" y="0"/>
                  </a:lnTo>
                  <a:lnTo>
                    <a:pt x="208549" y="1738"/>
                  </a:lnTo>
                  <a:lnTo>
                    <a:pt x="210488" y="56396"/>
                  </a:lnTo>
                  <a:lnTo>
                    <a:pt x="218176" y="112760"/>
                  </a:lnTo>
                  <a:lnTo>
                    <a:pt x="228819" y="173358"/>
                  </a:lnTo>
                  <a:lnTo>
                    <a:pt x="241076" y="229097"/>
                  </a:lnTo>
                  <a:lnTo>
                    <a:pt x="253869" y="276056"/>
                  </a:lnTo>
                  <a:lnTo>
                    <a:pt x="271721" y="324496"/>
                  </a:lnTo>
                  <a:lnTo>
                    <a:pt x="298821" y="350884"/>
                  </a:lnTo>
                  <a:lnTo>
                    <a:pt x="307380" y="350884"/>
                  </a:lnTo>
                  <a:lnTo>
                    <a:pt x="333054" y="317364"/>
                  </a:lnTo>
                  <a:lnTo>
                    <a:pt x="347853" y="275554"/>
                  </a:lnTo>
                  <a:lnTo>
                    <a:pt x="361581" y="231069"/>
                  </a:lnTo>
                  <a:lnTo>
                    <a:pt x="370407" y="190452"/>
                  </a:lnTo>
                  <a:lnTo>
                    <a:pt x="372992" y="171162"/>
                  </a:lnTo>
                  <a:lnTo>
                    <a:pt x="374418" y="162604"/>
                  </a:lnTo>
                  <a:lnTo>
                    <a:pt x="366573" y="208025"/>
                  </a:lnTo>
                  <a:lnTo>
                    <a:pt x="365593" y="251083"/>
                  </a:lnTo>
                  <a:lnTo>
                    <a:pt x="366573" y="271008"/>
                  </a:lnTo>
                  <a:lnTo>
                    <a:pt x="376201" y="309319"/>
                  </a:lnTo>
                  <a:lnTo>
                    <a:pt x="409643" y="329967"/>
                  </a:lnTo>
                  <a:lnTo>
                    <a:pt x="442984" y="303925"/>
                  </a:lnTo>
                  <a:lnTo>
                    <a:pt x="468558" y="259597"/>
                  </a:lnTo>
                  <a:lnTo>
                    <a:pt x="480292" y="220082"/>
                  </a:lnTo>
                  <a:lnTo>
                    <a:pt x="485674" y="180434"/>
                  </a:lnTo>
                  <a:lnTo>
                    <a:pt x="480281" y="219112"/>
                  </a:lnTo>
                  <a:lnTo>
                    <a:pt x="483579" y="270261"/>
                  </a:lnTo>
                  <a:lnTo>
                    <a:pt x="492093" y="312673"/>
                  </a:lnTo>
                  <a:lnTo>
                    <a:pt x="517544" y="349223"/>
                  </a:lnTo>
                  <a:lnTo>
                    <a:pt x="535597" y="353736"/>
                  </a:lnTo>
                  <a:lnTo>
                    <a:pt x="542249" y="353413"/>
                  </a:lnTo>
                  <a:lnTo>
                    <a:pt x="576515" y="332163"/>
                  </a:lnTo>
                  <a:lnTo>
                    <a:pt x="590612" y="293072"/>
                  </a:lnTo>
                  <a:lnTo>
                    <a:pt x="590512" y="238914"/>
                  </a:lnTo>
                  <a:lnTo>
                    <a:pt x="567846" y="193182"/>
                  </a:lnTo>
                  <a:lnTo>
                    <a:pt x="530248" y="166170"/>
                  </a:lnTo>
                  <a:lnTo>
                    <a:pt x="492806" y="156899"/>
                  </a:lnTo>
                  <a:lnTo>
                    <a:pt x="485674" y="159751"/>
                  </a:lnTo>
                  <a:lnTo>
                    <a:pt x="546027" y="166482"/>
                  </a:lnTo>
                  <a:lnTo>
                    <a:pt x="600585" y="162382"/>
                  </a:lnTo>
                  <a:lnTo>
                    <a:pt x="625457" y="160465"/>
                  </a:lnTo>
                  <a:lnTo>
                    <a:pt x="672093" y="161368"/>
                  </a:lnTo>
                  <a:lnTo>
                    <a:pt x="703963" y="193839"/>
                  </a:lnTo>
                  <a:lnTo>
                    <a:pt x="711039" y="245690"/>
                  </a:lnTo>
                  <a:lnTo>
                    <a:pt x="708531" y="292871"/>
                  </a:lnTo>
                  <a:lnTo>
                    <a:pt x="699628" y="330914"/>
                  </a:lnTo>
                  <a:lnTo>
                    <a:pt x="698202" y="330201"/>
                  </a:lnTo>
                  <a:lnTo>
                    <a:pt x="706448" y="281337"/>
                  </a:lnTo>
                  <a:lnTo>
                    <a:pt x="721424" y="236652"/>
                  </a:lnTo>
                  <a:lnTo>
                    <a:pt x="743711" y="191065"/>
                  </a:lnTo>
                  <a:lnTo>
                    <a:pt x="769029" y="154470"/>
                  </a:lnTo>
                  <a:lnTo>
                    <a:pt x="796442" y="130957"/>
                  </a:lnTo>
                  <a:lnTo>
                    <a:pt x="802281" y="131592"/>
                  </a:lnTo>
                  <a:lnTo>
                    <a:pt x="819353" y="165992"/>
                  </a:lnTo>
                  <a:lnTo>
                    <a:pt x="822584" y="206287"/>
                  </a:lnTo>
                  <a:lnTo>
                    <a:pt x="822651" y="230713"/>
                  </a:lnTo>
                  <a:lnTo>
                    <a:pt x="822183" y="254604"/>
                  </a:lnTo>
                  <a:lnTo>
                    <a:pt x="821581" y="275287"/>
                  </a:lnTo>
                  <a:lnTo>
                    <a:pt x="821203" y="290754"/>
                  </a:lnTo>
                  <a:lnTo>
                    <a:pt x="829427" y="328062"/>
                  </a:lnTo>
                  <a:lnTo>
                    <a:pt x="840837" y="333767"/>
                  </a:lnTo>
                  <a:lnTo>
                    <a:pt x="847969" y="333767"/>
                  </a:lnTo>
                  <a:lnTo>
                    <a:pt x="857241" y="326636"/>
                  </a:lnTo>
                  <a:lnTo>
                    <a:pt x="864562" y="320061"/>
                  </a:lnTo>
                  <a:lnTo>
                    <a:pt x="872484" y="311480"/>
                  </a:lnTo>
                  <a:lnTo>
                    <a:pt x="880809" y="301563"/>
                  </a:lnTo>
                  <a:lnTo>
                    <a:pt x="889333" y="290976"/>
                  </a:lnTo>
                </a:path>
              </a:pathLst>
            </a:custGeom>
            <a:ln w="45378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5892573" y="5246442"/>
              <a:ext cx="141605" cy="17145"/>
            </a:xfrm>
            <a:custGeom>
              <a:avLst/>
              <a:gdLst/>
              <a:ahLst/>
              <a:cxnLst/>
              <a:rect l="l" t="t" r="r" b="b"/>
              <a:pathLst>
                <a:path w="141604" h="17145">
                  <a:moveTo>
                    <a:pt x="0" y="17116"/>
                  </a:moveTo>
                  <a:lnTo>
                    <a:pt x="52062" y="5705"/>
                  </a:lnTo>
                  <a:lnTo>
                    <a:pt x="93159" y="2317"/>
                  </a:lnTo>
                  <a:lnTo>
                    <a:pt x="116749" y="1092"/>
                  </a:lnTo>
                  <a:lnTo>
                    <a:pt x="141209" y="0"/>
                  </a:lnTo>
                </a:path>
              </a:pathLst>
            </a:custGeom>
            <a:ln w="45378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6110806" y="5212210"/>
              <a:ext cx="4445" cy="26034"/>
            </a:xfrm>
            <a:custGeom>
              <a:avLst/>
              <a:gdLst/>
              <a:ahLst/>
              <a:cxnLst/>
              <a:rect l="l" t="t" r="r" b="b"/>
              <a:pathLst>
                <a:path w="4445" h="26035">
                  <a:moveTo>
                    <a:pt x="4279" y="0"/>
                  </a:moveTo>
                  <a:lnTo>
                    <a:pt x="3209" y="6418"/>
                  </a:lnTo>
                  <a:lnTo>
                    <a:pt x="2139" y="12837"/>
                  </a:lnTo>
                  <a:lnTo>
                    <a:pt x="1069" y="19255"/>
                  </a:lnTo>
                  <a:lnTo>
                    <a:pt x="0" y="25674"/>
                  </a:lnTo>
                </a:path>
              </a:pathLst>
            </a:custGeom>
            <a:ln w="45378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6" name="object 116"/>
          <p:cNvGrpSpPr/>
          <p:nvPr/>
        </p:nvGrpSpPr>
        <p:grpSpPr>
          <a:xfrm>
            <a:off x="6818055" y="5072559"/>
            <a:ext cx="1155700" cy="546100"/>
            <a:chOff x="6818055" y="5072559"/>
            <a:chExt cx="1155700" cy="546100"/>
          </a:xfrm>
        </p:grpSpPr>
        <p:sp>
          <p:nvSpPr>
            <p:cNvPr id="117" name="object 117"/>
            <p:cNvSpPr/>
            <p:nvPr/>
          </p:nvSpPr>
          <p:spPr>
            <a:xfrm>
              <a:off x="6840744" y="5102068"/>
              <a:ext cx="151765" cy="494030"/>
            </a:xfrm>
            <a:custGeom>
              <a:avLst/>
              <a:gdLst/>
              <a:ahLst/>
              <a:cxnLst/>
              <a:rect l="l" t="t" r="r" b="b"/>
              <a:pathLst>
                <a:path w="151765" h="494029">
                  <a:moveTo>
                    <a:pt x="151550" y="28839"/>
                  </a:moveTo>
                  <a:lnTo>
                    <a:pt x="140596" y="0"/>
                  </a:lnTo>
                  <a:lnTo>
                    <a:pt x="135236" y="1738"/>
                  </a:lnTo>
                  <a:lnTo>
                    <a:pt x="105472" y="35591"/>
                  </a:lnTo>
                  <a:lnTo>
                    <a:pt x="75006" y="84043"/>
                  </a:lnTo>
                  <a:lnTo>
                    <a:pt x="43191" y="147917"/>
                  </a:lnTo>
                  <a:lnTo>
                    <a:pt x="28883" y="183420"/>
                  </a:lnTo>
                  <a:lnTo>
                    <a:pt x="16715" y="219725"/>
                  </a:lnTo>
                  <a:lnTo>
                    <a:pt x="1872" y="290107"/>
                  </a:lnTo>
                  <a:lnTo>
                    <a:pt x="0" y="322847"/>
                  </a:lnTo>
                  <a:lnTo>
                    <a:pt x="1872" y="353714"/>
                  </a:lnTo>
                  <a:lnTo>
                    <a:pt x="16648" y="409208"/>
                  </a:lnTo>
                  <a:lnTo>
                    <a:pt x="41386" y="453381"/>
                  </a:lnTo>
                  <a:lnTo>
                    <a:pt x="78360" y="488661"/>
                  </a:lnTo>
                  <a:lnTo>
                    <a:pt x="99488" y="493831"/>
                  </a:lnTo>
                  <a:lnTo>
                    <a:pt x="109528" y="492851"/>
                  </a:lnTo>
                  <a:lnTo>
                    <a:pt x="119368" y="490265"/>
                  </a:lnTo>
                  <a:lnTo>
                    <a:pt x="129074" y="486610"/>
                  </a:lnTo>
                  <a:lnTo>
                    <a:pt x="138713" y="482420"/>
                  </a:lnTo>
                </a:path>
              </a:pathLst>
            </a:custGeom>
            <a:ln w="45378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7020823" y="5277009"/>
              <a:ext cx="450850" cy="187960"/>
            </a:xfrm>
            <a:custGeom>
              <a:avLst/>
              <a:gdLst/>
              <a:ahLst/>
              <a:cxnLst/>
              <a:rect l="l" t="t" r="r" b="b"/>
              <a:pathLst>
                <a:path w="450850" h="187960">
                  <a:moveTo>
                    <a:pt x="151194" y="55014"/>
                  </a:moveTo>
                  <a:lnTo>
                    <a:pt x="126232" y="12937"/>
                  </a:lnTo>
                  <a:lnTo>
                    <a:pt x="86115" y="0"/>
                  </a:lnTo>
                  <a:lnTo>
                    <a:pt x="70604" y="2239"/>
                  </a:lnTo>
                  <a:lnTo>
                    <a:pt x="27980" y="32828"/>
                  </a:lnTo>
                  <a:lnTo>
                    <a:pt x="8825" y="69936"/>
                  </a:lnTo>
                  <a:lnTo>
                    <a:pt x="267" y="111902"/>
                  </a:lnTo>
                  <a:lnTo>
                    <a:pt x="0" y="130611"/>
                  </a:lnTo>
                  <a:lnTo>
                    <a:pt x="2373" y="145934"/>
                  </a:lnTo>
                  <a:lnTo>
                    <a:pt x="34566" y="178952"/>
                  </a:lnTo>
                  <a:lnTo>
                    <a:pt x="74883" y="175542"/>
                  </a:lnTo>
                  <a:lnTo>
                    <a:pt x="116403" y="138735"/>
                  </a:lnTo>
                  <a:lnTo>
                    <a:pt x="136662" y="104814"/>
                  </a:lnTo>
                  <a:lnTo>
                    <a:pt x="151906" y="58580"/>
                  </a:lnTo>
                  <a:lnTo>
                    <a:pt x="138033" y="95978"/>
                  </a:lnTo>
                  <a:lnTo>
                    <a:pt x="143794" y="143805"/>
                  </a:lnTo>
                  <a:lnTo>
                    <a:pt x="165056" y="177336"/>
                  </a:lnTo>
                  <a:lnTo>
                    <a:pt x="197550" y="187666"/>
                  </a:lnTo>
                  <a:lnTo>
                    <a:pt x="208615" y="185025"/>
                  </a:lnTo>
                  <a:lnTo>
                    <a:pt x="238201" y="159852"/>
                  </a:lnTo>
                  <a:lnTo>
                    <a:pt x="258761" y="114520"/>
                  </a:lnTo>
                  <a:lnTo>
                    <a:pt x="268244" y="62414"/>
                  </a:lnTo>
                  <a:lnTo>
                    <a:pt x="269581" y="17929"/>
                  </a:lnTo>
                  <a:lnTo>
                    <a:pt x="261112" y="70705"/>
                  </a:lnTo>
                  <a:lnTo>
                    <a:pt x="271709" y="124003"/>
                  </a:lnTo>
                  <a:lnTo>
                    <a:pt x="290263" y="163418"/>
                  </a:lnTo>
                  <a:lnTo>
                    <a:pt x="322535" y="184278"/>
                  </a:lnTo>
                  <a:lnTo>
                    <a:pt x="353847" y="146379"/>
                  </a:lnTo>
                  <a:lnTo>
                    <a:pt x="364501" y="108202"/>
                  </a:lnTo>
                  <a:lnTo>
                    <a:pt x="372479" y="63294"/>
                  </a:lnTo>
                  <a:lnTo>
                    <a:pt x="377539" y="21495"/>
                  </a:lnTo>
                  <a:lnTo>
                    <a:pt x="375421" y="64542"/>
                  </a:lnTo>
                  <a:lnTo>
                    <a:pt x="378140" y="106330"/>
                  </a:lnTo>
                  <a:lnTo>
                    <a:pt x="389395" y="153611"/>
                  </a:lnTo>
                  <a:lnTo>
                    <a:pt x="426503" y="179966"/>
                  </a:lnTo>
                  <a:lnTo>
                    <a:pt x="446449" y="177681"/>
                  </a:lnTo>
                  <a:lnTo>
                    <a:pt x="450728" y="174828"/>
                  </a:lnTo>
                </a:path>
              </a:pathLst>
            </a:custGeom>
            <a:ln w="45378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7500591" y="5095248"/>
              <a:ext cx="450215" cy="349885"/>
            </a:xfrm>
            <a:custGeom>
              <a:avLst/>
              <a:gdLst/>
              <a:ahLst/>
              <a:cxnLst/>
              <a:rect l="l" t="t" r="r" b="b"/>
              <a:pathLst>
                <a:path w="450215" h="349885">
                  <a:moveTo>
                    <a:pt x="133564" y="241054"/>
                  </a:moveTo>
                  <a:lnTo>
                    <a:pt x="126432" y="201829"/>
                  </a:lnTo>
                  <a:lnTo>
                    <a:pt x="89347" y="180434"/>
                  </a:lnTo>
                  <a:lnTo>
                    <a:pt x="39425" y="194698"/>
                  </a:lnTo>
                  <a:lnTo>
                    <a:pt x="15355" y="231605"/>
                  </a:lnTo>
                  <a:lnTo>
                    <a:pt x="913" y="276000"/>
                  </a:lnTo>
                  <a:lnTo>
                    <a:pt x="0" y="295401"/>
                  </a:lnTo>
                  <a:lnTo>
                    <a:pt x="3231" y="311926"/>
                  </a:lnTo>
                  <a:lnTo>
                    <a:pt x="9939" y="325644"/>
                  </a:lnTo>
                  <a:lnTo>
                    <a:pt x="19456" y="336620"/>
                  </a:lnTo>
                  <a:lnTo>
                    <a:pt x="31134" y="344755"/>
                  </a:lnTo>
                  <a:lnTo>
                    <a:pt x="44417" y="349279"/>
                  </a:lnTo>
                  <a:lnTo>
                    <a:pt x="58770" y="349257"/>
                  </a:lnTo>
                  <a:lnTo>
                    <a:pt x="102362" y="314690"/>
                  </a:lnTo>
                  <a:lnTo>
                    <a:pt x="123579" y="265302"/>
                  </a:lnTo>
                  <a:lnTo>
                    <a:pt x="132227" y="203345"/>
                  </a:lnTo>
                  <a:lnTo>
                    <a:pt x="132851" y="146201"/>
                  </a:lnTo>
                  <a:lnTo>
                    <a:pt x="130043" y="95655"/>
                  </a:lnTo>
                  <a:lnTo>
                    <a:pt x="120014" y="58480"/>
                  </a:lnTo>
                  <a:lnTo>
                    <a:pt x="117261" y="59416"/>
                  </a:lnTo>
                  <a:lnTo>
                    <a:pt x="110219" y="116114"/>
                  </a:lnTo>
                  <a:lnTo>
                    <a:pt x="112648" y="174149"/>
                  </a:lnTo>
                  <a:lnTo>
                    <a:pt x="120092" y="231482"/>
                  </a:lnTo>
                  <a:lnTo>
                    <a:pt x="131481" y="277682"/>
                  </a:lnTo>
                  <a:lnTo>
                    <a:pt x="150591" y="322624"/>
                  </a:lnTo>
                  <a:lnTo>
                    <a:pt x="184913" y="346604"/>
                  </a:lnTo>
                  <a:lnTo>
                    <a:pt x="192045" y="346604"/>
                  </a:lnTo>
                  <a:lnTo>
                    <a:pt x="221196" y="320395"/>
                  </a:lnTo>
                  <a:lnTo>
                    <a:pt x="239594" y="272635"/>
                  </a:lnTo>
                  <a:lnTo>
                    <a:pt x="247862" y="232117"/>
                  </a:lnTo>
                  <a:lnTo>
                    <a:pt x="252843" y="192380"/>
                  </a:lnTo>
                  <a:lnTo>
                    <a:pt x="249578" y="234736"/>
                  </a:lnTo>
                  <a:lnTo>
                    <a:pt x="255707" y="273983"/>
                  </a:lnTo>
                  <a:lnTo>
                    <a:pt x="272812" y="320484"/>
                  </a:lnTo>
                  <a:lnTo>
                    <a:pt x="301875" y="346604"/>
                  </a:lnTo>
                  <a:lnTo>
                    <a:pt x="308293" y="345178"/>
                  </a:lnTo>
                  <a:lnTo>
                    <a:pt x="333076" y="308472"/>
                  </a:lnTo>
                  <a:lnTo>
                    <a:pt x="343596" y="265101"/>
                  </a:lnTo>
                  <a:lnTo>
                    <a:pt x="349981" y="202431"/>
                  </a:lnTo>
                  <a:lnTo>
                    <a:pt x="351429" y="131158"/>
                  </a:lnTo>
                  <a:lnTo>
                    <a:pt x="350426" y="72655"/>
                  </a:lnTo>
                  <a:lnTo>
                    <a:pt x="347518" y="22108"/>
                  </a:lnTo>
                  <a:lnTo>
                    <a:pt x="344665" y="0"/>
                  </a:lnTo>
                  <a:lnTo>
                    <a:pt x="343239" y="0"/>
                  </a:lnTo>
                  <a:lnTo>
                    <a:pt x="337935" y="53911"/>
                  </a:lnTo>
                  <a:lnTo>
                    <a:pt x="336954" y="111724"/>
                  </a:lnTo>
                  <a:lnTo>
                    <a:pt x="339093" y="178562"/>
                  </a:lnTo>
                  <a:lnTo>
                    <a:pt x="344353" y="241054"/>
                  </a:lnTo>
                  <a:lnTo>
                    <a:pt x="350749" y="284814"/>
                  </a:lnTo>
                  <a:lnTo>
                    <a:pt x="371677" y="321465"/>
                  </a:lnTo>
                  <a:lnTo>
                    <a:pt x="412696" y="318066"/>
                  </a:lnTo>
                  <a:lnTo>
                    <a:pt x="443752" y="289116"/>
                  </a:lnTo>
                  <a:lnTo>
                    <a:pt x="450215" y="279566"/>
                  </a:lnTo>
                </a:path>
              </a:pathLst>
            </a:custGeom>
            <a:ln w="45378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7779645" y="5216489"/>
              <a:ext cx="167005" cy="17145"/>
            </a:xfrm>
            <a:custGeom>
              <a:avLst/>
              <a:gdLst/>
              <a:ahLst/>
              <a:cxnLst/>
              <a:rect l="l" t="t" r="r" b="b"/>
              <a:pathLst>
                <a:path w="167004" h="17145">
                  <a:moveTo>
                    <a:pt x="0" y="17116"/>
                  </a:moveTo>
                  <a:lnTo>
                    <a:pt x="38333" y="356"/>
                  </a:lnTo>
                  <a:lnTo>
                    <a:pt x="69891" y="0"/>
                  </a:lnTo>
                  <a:lnTo>
                    <a:pt x="90863" y="0"/>
                  </a:lnTo>
                  <a:lnTo>
                    <a:pt x="114643" y="0"/>
                  </a:lnTo>
                  <a:lnTo>
                    <a:pt x="140295" y="0"/>
                  </a:lnTo>
                  <a:lnTo>
                    <a:pt x="166884" y="0"/>
                  </a:lnTo>
                </a:path>
              </a:pathLst>
            </a:custGeom>
            <a:ln w="45378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/>
            <p:cNvSpPr/>
            <p:nvPr/>
          </p:nvSpPr>
          <p:spPr>
            <a:xfrm>
              <a:off x="7659830" y="5118070"/>
              <a:ext cx="26034" cy="8890"/>
            </a:xfrm>
            <a:custGeom>
              <a:avLst/>
              <a:gdLst/>
              <a:ahLst/>
              <a:cxnLst/>
              <a:rect l="l" t="t" r="r" b="b"/>
              <a:pathLst>
                <a:path w="26034" h="8889">
                  <a:moveTo>
                    <a:pt x="0" y="0"/>
                  </a:moveTo>
                  <a:lnTo>
                    <a:pt x="6418" y="2139"/>
                  </a:lnTo>
                  <a:lnTo>
                    <a:pt x="12837" y="4279"/>
                  </a:lnTo>
                  <a:lnTo>
                    <a:pt x="19255" y="6418"/>
                  </a:lnTo>
                  <a:lnTo>
                    <a:pt x="25674" y="8558"/>
                  </a:lnTo>
                </a:path>
              </a:pathLst>
            </a:custGeom>
            <a:ln w="45378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2" name="object 122"/>
          <p:cNvGrpSpPr/>
          <p:nvPr/>
        </p:nvGrpSpPr>
        <p:grpSpPr>
          <a:xfrm>
            <a:off x="8112118" y="4954171"/>
            <a:ext cx="1042035" cy="568960"/>
            <a:chOff x="8112118" y="4954171"/>
            <a:chExt cx="1042035" cy="568960"/>
          </a:xfrm>
        </p:grpSpPr>
        <p:sp>
          <p:nvSpPr>
            <p:cNvPr id="123" name="object 123"/>
            <p:cNvSpPr/>
            <p:nvPr/>
          </p:nvSpPr>
          <p:spPr>
            <a:xfrm>
              <a:off x="8224344" y="5138753"/>
              <a:ext cx="26034" cy="296545"/>
            </a:xfrm>
            <a:custGeom>
              <a:avLst/>
              <a:gdLst/>
              <a:ahLst/>
              <a:cxnLst/>
              <a:rect l="l" t="t" r="r" b="b"/>
              <a:pathLst>
                <a:path w="26034" h="296545">
                  <a:moveTo>
                    <a:pt x="17439" y="17829"/>
                  </a:moveTo>
                  <a:lnTo>
                    <a:pt x="17439" y="9271"/>
                  </a:lnTo>
                  <a:lnTo>
                    <a:pt x="17439" y="713"/>
                  </a:lnTo>
                  <a:lnTo>
                    <a:pt x="16726" y="0"/>
                  </a:lnTo>
                  <a:lnTo>
                    <a:pt x="8045" y="53142"/>
                  </a:lnTo>
                  <a:lnTo>
                    <a:pt x="2095" y="109506"/>
                  </a:lnTo>
                  <a:lnTo>
                    <a:pt x="0" y="171073"/>
                  </a:lnTo>
                  <a:lnTo>
                    <a:pt x="947" y="200046"/>
                  </a:lnTo>
                  <a:lnTo>
                    <a:pt x="5315" y="248899"/>
                  </a:lnTo>
                  <a:lnTo>
                    <a:pt x="13940" y="288815"/>
                  </a:lnTo>
                  <a:lnTo>
                    <a:pt x="20292" y="295969"/>
                  </a:lnTo>
                  <a:lnTo>
                    <a:pt x="23145" y="287410"/>
                  </a:lnTo>
                  <a:lnTo>
                    <a:pt x="25997" y="278852"/>
                  </a:lnTo>
                </a:path>
              </a:pathLst>
            </a:custGeom>
            <a:ln w="45378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4" name="object 12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112118" y="5245773"/>
              <a:ext cx="152355" cy="66150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8298057" y="5227229"/>
              <a:ext cx="163253" cy="214491"/>
            </a:xfrm>
            <a:prstGeom prst="rect">
              <a:avLst/>
            </a:prstGeom>
          </p:spPr>
        </p:pic>
        <p:sp>
          <p:nvSpPr>
            <p:cNvPr id="126" name="object 126"/>
            <p:cNvSpPr/>
            <p:nvPr/>
          </p:nvSpPr>
          <p:spPr>
            <a:xfrm>
              <a:off x="8507845" y="5016086"/>
              <a:ext cx="466090" cy="402590"/>
            </a:xfrm>
            <a:custGeom>
              <a:avLst/>
              <a:gdLst/>
              <a:ahLst/>
              <a:cxnLst/>
              <a:rect l="l" t="t" r="r" b="b"/>
              <a:pathLst>
                <a:path w="466090" h="402589">
                  <a:moveTo>
                    <a:pt x="131893" y="281705"/>
                  </a:moveTo>
                  <a:lnTo>
                    <a:pt x="115412" y="247027"/>
                  </a:lnTo>
                  <a:lnTo>
                    <a:pt x="78404" y="231783"/>
                  </a:lnTo>
                  <a:lnTo>
                    <a:pt x="34778" y="246626"/>
                  </a:lnTo>
                  <a:lnTo>
                    <a:pt x="11499" y="278418"/>
                  </a:lnTo>
                  <a:lnTo>
                    <a:pt x="0" y="320785"/>
                  </a:lnTo>
                  <a:lnTo>
                    <a:pt x="668" y="340899"/>
                  </a:lnTo>
                  <a:lnTo>
                    <a:pt x="28649" y="380815"/>
                  </a:lnTo>
                  <a:lnTo>
                    <a:pt x="71718" y="385740"/>
                  </a:lnTo>
                  <a:lnTo>
                    <a:pt x="111322" y="351363"/>
                  </a:lnTo>
                  <a:lnTo>
                    <a:pt x="130979" y="314434"/>
                  </a:lnTo>
                  <a:lnTo>
                    <a:pt x="143749" y="277783"/>
                  </a:lnTo>
                  <a:lnTo>
                    <a:pt x="138846" y="324585"/>
                  </a:lnTo>
                  <a:lnTo>
                    <a:pt x="143426" y="363387"/>
                  </a:lnTo>
                  <a:lnTo>
                    <a:pt x="187788" y="378163"/>
                  </a:lnTo>
                  <a:lnTo>
                    <a:pt x="224149" y="352210"/>
                  </a:lnTo>
                  <a:lnTo>
                    <a:pt x="246715" y="307380"/>
                  </a:lnTo>
                  <a:lnTo>
                    <a:pt x="254236" y="262249"/>
                  </a:lnTo>
                  <a:lnTo>
                    <a:pt x="248141" y="303457"/>
                  </a:lnTo>
                  <a:lnTo>
                    <a:pt x="252420" y="349457"/>
                  </a:lnTo>
                  <a:lnTo>
                    <a:pt x="269369" y="389273"/>
                  </a:lnTo>
                  <a:lnTo>
                    <a:pt x="288435" y="402054"/>
                  </a:lnTo>
                  <a:lnTo>
                    <a:pt x="295211" y="401631"/>
                  </a:lnTo>
                  <a:lnTo>
                    <a:pt x="334447" y="372290"/>
                  </a:lnTo>
                  <a:lnTo>
                    <a:pt x="358895" y="337010"/>
                  </a:lnTo>
                  <a:lnTo>
                    <a:pt x="381962" y="287689"/>
                  </a:lnTo>
                  <a:lnTo>
                    <a:pt x="399023" y="228072"/>
                  </a:lnTo>
                  <a:lnTo>
                    <a:pt x="408740" y="165112"/>
                  </a:lnTo>
                  <a:lnTo>
                    <a:pt x="413108" y="108670"/>
                  </a:lnTo>
                  <a:lnTo>
                    <a:pt x="414267" y="64899"/>
                  </a:lnTo>
                  <a:lnTo>
                    <a:pt x="414044" y="26476"/>
                  </a:lnTo>
                  <a:lnTo>
                    <a:pt x="400048" y="0"/>
                  </a:lnTo>
                  <a:lnTo>
                    <a:pt x="395513" y="501"/>
                  </a:lnTo>
                  <a:lnTo>
                    <a:pt x="373426" y="33040"/>
                  </a:lnTo>
                  <a:lnTo>
                    <a:pt x="362617" y="70504"/>
                  </a:lnTo>
                  <a:lnTo>
                    <a:pt x="356299" y="116415"/>
                  </a:lnTo>
                  <a:lnTo>
                    <a:pt x="356878" y="168633"/>
                  </a:lnTo>
                  <a:lnTo>
                    <a:pt x="365381" y="228272"/>
                  </a:lnTo>
                  <a:lnTo>
                    <a:pt x="380469" y="288915"/>
                  </a:lnTo>
                  <a:lnTo>
                    <a:pt x="398521" y="336832"/>
                  </a:lnTo>
                  <a:lnTo>
                    <a:pt x="424296" y="375845"/>
                  </a:lnTo>
                  <a:lnTo>
                    <a:pt x="462808" y="363721"/>
                  </a:lnTo>
                  <a:lnTo>
                    <a:pt x="465661" y="355876"/>
                  </a:lnTo>
                  <a:lnTo>
                    <a:pt x="465661" y="348744"/>
                  </a:lnTo>
                  <a:lnTo>
                    <a:pt x="465661" y="341612"/>
                  </a:lnTo>
                </a:path>
              </a:pathLst>
            </a:custGeom>
            <a:ln w="45378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7" name="object 127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8681235" y="5082543"/>
              <a:ext cx="73905" cy="91022"/>
            </a:xfrm>
            <a:prstGeom prst="rect">
              <a:avLst/>
            </a:prstGeom>
          </p:spPr>
        </p:pic>
        <p:sp>
          <p:nvSpPr>
            <p:cNvPr id="128" name="object 128"/>
            <p:cNvSpPr/>
            <p:nvPr/>
          </p:nvSpPr>
          <p:spPr>
            <a:xfrm>
              <a:off x="8943552" y="4976860"/>
              <a:ext cx="187960" cy="523875"/>
            </a:xfrm>
            <a:custGeom>
              <a:avLst/>
              <a:gdLst/>
              <a:ahLst/>
              <a:cxnLst/>
              <a:rect l="l" t="t" r="r" b="b"/>
              <a:pathLst>
                <a:path w="187959" h="523875">
                  <a:moveTo>
                    <a:pt x="81302" y="21395"/>
                  </a:moveTo>
                  <a:lnTo>
                    <a:pt x="81302" y="11410"/>
                  </a:lnTo>
                  <a:lnTo>
                    <a:pt x="81302" y="1426"/>
                  </a:lnTo>
                  <a:lnTo>
                    <a:pt x="82728" y="0"/>
                  </a:lnTo>
                  <a:lnTo>
                    <a:pt x="84210" y="679"/>
                  </a:lnTo>
                  <a:lnTo>
                    <a:pt x="87096" y="5438"/>
                  </a:lnTo>
                  <a:lnTo>
                    <a:pt x="92256" y="15143"/>
                  </a:lnTo>
                  <a:lnTo>
                    <a:pt x="100558" y="30666"/>
                  </a:lnTo>
                  <a:lnTo>
                    <a:pt x="126856" y="79697"/>
                  </a:lnTo>
                  <a:lnTo>
                    <a:pt x="156899" y="144775"/>
                  </a:lnTo>
                  <a:lnTo>
                    <a:pt x="179453" y="215914"/>
                  </a:lnTo>
                  <a:lnTo>
                    <a:pt x="187566" y="285984"/>
                  </a:lnTo>
                  <a:lnTo>
                    <a:pt x="184590" y="318701"/>
                  </a:lnTo>
                  <a:lnTo>
                    <a:pt x="165803" y="377449"/>
                  </a:lnTo>
                  <a:lnTo>
                    <a:pt x="134033" y="425555"/>
                  </a:lnTo>
                  <a:lnTo>
                    <a:pt x="97037" y="462217"/>
                  </a:lnTo>
                  <a:lnTo>
                    <a:pt x="65111" y="487970"/>
                  </a:lnTo>
                  <a:lnTo>
                    <a:pt x="33519" y="510635"/>
                  </a:lnTo>
                  <a:lnTo>
                    <a:pt x="5705" y="523473"/>
                  </a:lnTo>
                  <a:lnTo>
                    <a:pt x="2852" y="520620"/>
                  </a:lnTo>
                  <a:lnTo>
                    <a:pt x="0" y="517767"/>
                  </a:lnTo>
                </a:path>
              </a:pathLst>
            </a:custGeom>
            <a:ln w="45378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57243" y="1400710"/>
            <a:ext cx="229870" cy="341630"/>
          </a:xfrm>
          <a:custGeom>
            <a:avLst/>
            <a:gdLst/>
            <a:ahLst/>
            <a:cxnLst/>
            <a:rect l="l" t="t" r="r" b="b"/>
            <a:pathLst>
              <a:path w="229869" h="341630">
                <a:moveTo>
                  <a:pt x="229558" y="73198"/>
                </a:moveTo>
                <a:lnTo>
                  <a:pt x="208331" y="28387"/>
                </a:lnTo>
                <a:lnTo>
                  <a:pt x="161788" y="4618"/>
                </a:lnTo>
                <a:lnTo>
                  <a:pt x="128942" y="0"/>
                </a:lnTo>
                <a:lnTo>
                  <a:pt x="114484" y="2149"/>
                </a:lnTo>
                <a:lnTo>
                  <a:pt x="73690" y="27294"/>
                </a:lnTo>
                <a:lnTo>
                  <a:pt x="39307" y="71626"/>
                </a:lnTo>
                <a:lnTo>
                  <a:pt x="26152" y="112973"/>
                </a:lnTo>
                <a:lnTo>
                  <a:pt x="25943" y="123512"/>
                </a:lnTo>
                <a:lnTo>
                  <a:pt x="27294" y="131841"/>
                </a:lnTo>
                <a:lnTo>
                  <a:pt x="61418" y="153583"/>
                </a:lnTo>
                <a:lnTo>
                  <a:pt x="74942" y="157047"/>
                </a:lnTo>
                <a:lnTo>
                  <a:pt x="91194" y="161248"/>
                </a:lnTo>
                <a:lnTo>
                  <a:pt x="130207" y="172745"/>
                </a:lnTo>
                <a:lnTo>
                  <a:pt x="167451" y="187191"/>
                </a:lnTo>
                <a:lnTo>
                  <a:pt x="200949" y="210186"/>
                </a:lnTo>
                <a:lnTo>
                  <a:pt x="222482" y="243008"/>
                </a:lnTo>
                <a:lnTo>
                  <a:pt x="223723" y="252061"/>
                </a:lnTo>
                <a:lnTo>
                  <a:pt x="223563" y="262367"/>
                </a:lnTo>
                <a:lnTo>
                  <a:pt x="199782" y="306097"/>
                </a:lnTo>
                <a:lnTo>
                  <a:pt x="158324" y="330886"/>
                </a:lnTo>
                <a:lnTo>
                  <a:pt x="106917" y="341278"/>
                </a:lnTo>
                <a:lnTo>
                  <a:pt x="89351" y="340909"/>
                </a:lnTo>
                <a:lnTo>
                  <a:pt x="44024" y="331844"/>
                </a:lnTo>
                <a:lnTo>
                  <a:pt x="7861" y="307473"/>
                </a:lnTo>
                <a:lnTo>
                  <a:pt x="1572" y="294108"/>
                </a:lnTo>
                <a:lnTo>
                  <a:pt x="0" y="287033"/>
                </a:lnTo>
                <a:lnTo>
                  <a:pt x="1572" y="279171"/>
                </a:lnTo>
                <a:lnTo>
                  <a:pt x="3930" y="274454"/>
                </a:lnTo>
                <a:lnTo>
                  <a:pt x="6289" y="269738"/>
                </a:lnTo>
                <a:lnTo>
                  <a:pt x="9433" y="268165"/>
                </a:lnTo>
                <a:lnTo>
                  <a:pt x="12578" y="266593"/>
                </a:lnTo>
              </a:path>
            </a:pathLst>
          </a:custGeom>
          <a:ln w="473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2266198" y="1461362"/>
            <a:ext cx="496570" cy="301625"/>
            <a:chOff x="2266198" y="1461362"/>
            <a:chExt cx="496570" cy="3016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6198" y="1485328"/>
              <a:ext cx="199263" cy="25279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520132" y="1485013"/>
              <a:ext cx="219075" cy="254635"/>
            </a:xfrm>
            <a:custGeom>
              <a:avLst/>
              <a:gdLst/>
              <a:ahLst/>
              <a:cxnLst/>
              <a:rect l="l" t="t" r="r" b="b"/>
              <a:pathLst>
                <a:path w="219075" h="254635">
                  <a:moveTo>
                    <a:pt x="166665" y="59649"/>
                  </a:moveTo>
                  <a:lnTo>
                    <a:pt x="146618" y="17688"/>
                  </a:lnTo>
                  <a:lnTo>
                    <a:pt x="100235" y="0"/>
                  </a:lnTo>
                  <a:lnTo>
                    <a:pt x="86428" y="1412"/>
                  </a:lnTo>
                  <a:lnTo>
                    <a:pt x="44712" y="22012"/>
                  </a:lnTo>
                  <a:lnTo>
                    <a:pt x="21226" y="53360"/>
                  </a:lnTo>
                  <a:lnTo>
                    <a:pt x="5601" y="100333"/>
                  </a:lnTo>
                  <a:lnTo>
                    <a:pt x="0" y="150844"/>
                  </a:lnTo>
                  <a:lnTo>
                    <a:pt x="1449" y="172966"/>
                  </a:lnTo>
                  <a:lnTo>
                    <a:pt x="22012" y="222384"/>
                  </a:lnTo>
                  <a:lnTo>
                    <a:pt x="62806" y="248253"/>
                  </a:lnTo>
                  <a:lnTo>
                    <a:pt x="96881" y="254125"/>
                  </a:lnTo>
                  <a:lnTo>
                    <a:pt x="114877" y="253634"/>
                  </a:lnTo>
                  <a:lnTo>
                    <a:pt x="168360" y="235245"/>
                  </a:lnTo>
                  <a:lnTo>
                    <a:pt x="202017" y="210456"/>
                  </a:lnTo>
                  <a:lnTo>
                    <a:pt x="218551" y="196441"/>
                  </a:lnTo>
                </a:path>
              </a:pathLst>
            </a:custGeom>
            <a:ln w="473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3006763" y="1440166"/>
            <a:ext cx="246379" cy="311785"/>
          </a:xfrm>
          <a:custGeom>
            <a:avLst/>
            <a:gdLst/>
            <a:ahLst/>
            <a:cxnLst/>
            <a:rect l="l" t="t" r="r" b="b"/>
            <a:pathLst>
              <a:path w="246379" h="311785">
                <a:moveTo>
                  <a:pt x="43238" y="62045"/>
                </a:moveTo>
                <a:lnTo>
                  <a:pt x="22012" y="28240"/>
                </a:lnTo>
                <a:lnTo>
                  <a:pt x="58961" y="2297"/>
                </a:lnTo>
                <a:lnTo>
                  <a:pt x="74156" y="0"/>
                </a:lnTo>
                <a:lnTo>
                  <a:pt x="90899" y="429"/>
                </a:lnTo>
                <a:lnTo>
                  <a:pt x="142306" y="21656"/>
                </a:lnTo>
                <a:lnTo>
                  <a:pt x="169453" y="53397"/>
                </a:lnTo>
                <a:lnTo>
                  <a:pt x="183555" y="96820"/>
                </a:lnTo>
                <a:lnTo>
                  <a:pt x="185041" y="121498"/>
                </a:lnTo>
                <a:lnTo>
                  <a:pt x="183432" y="146913"/>
                </a:lnTo>
                <a:lnTo>
                  <a:pt x="172954" y="196195"/>
                </a:lnTo>
                <a:lnTo>
                  <a:pt x="155364" y="238770"/>
                </a:lnTo>
                <a:lnTo>
                  <a:pt x="133044" y="270585"/>
                </a:lnTo>
                <a:lnTo>
                  <a:pt x="95125" y="297892"/>
                </a:lnTo>
                <a:lnTo>
                  <a:pt x="58200" y="308947"/>
                </a:lnTo>
                <a:lnTo>
                  <a:pt x="32232" y="311453"/>
                </a:lnTo>
                <a:lnTo>
                  <a:pt x="26287" y="310691"/>
                </a:lnTo>
                <a:lnTo>
                  <a:pt x="3537" y="268976"/>
                </a:lnTo>
                <a:lnTo>
                  <a:pt x="0" y="223207"/>
                </a:lnTo>
                <a:lnTo>
                  <a:pt x="1338" y="212581"/>
                </a:lnTo>
                <a:lnTo>
                  <a:pt x="32134" y="185373"/>
                </a:lnTo>
                <a:lnTo>
                  <a:pt x="76355" y="184096"/>
                </a:lnTo>
                <a:lnTo>
                  <a:pt x="111609" y="209474"/>
                </a:lnTo>
                <a:lnTo>
                  <a:pt x="134555" y="236744"/>
                </a:lnTo>
                <a:lnTo>
                  <a:pt x="145439" y="249936"/>
                </a:lnTo>
                <a:lnTo>
                  <a:pt x="176946" y="276801"/>
                </a:lnTo>
                <a:lnTo>
                  <a:pt x="201735" y="281604"/>
                </a:lnTo>
                <a:lnTo>
                  <a:pt x="215898" y="280400"/>
                </a:lnTo>
                <a:lnTo>
                  <a:pt x="230798" y="277722"/>
                </a:lnTo>
                <a:lnTo>
                  <a:pt x="246067" y="274307"/>
                </a:lnTo>
              </a:path>
            </a:pathLst>
          </a:custGeom>
          <a:ln w="473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" name="object 7"/>
          <p:cNvGrpSpPr/>
          <p:nvPr/>
        </p:nvGrpSpPr>
        <p:grpSpPr>
          <a:xfrm>
            <a:off x="3493328" y="1398371"/>
            <a:ext cx="948690" cy="831850"/>
            <a:chOff x="3493328" y="1398371"/>
            <a:chExt cx="948690" cy="831850"/>
          </a:xfrm>
        </p:grpSpPr>
        <p:sp>
          <p:nvSpPr>
            <p:cNvPr id="8" name="object 8"/>
            <p:cNvSpPr/>
            <p:nvPr/>
          </p:nvSpPr>
          <p:spPr>
            <a:xfrm>
              <a:off x="3516979" y="1422022"/>
              <a:ext cx="245745" cy="9525"/>
            </a:xfrm>
            <a:custGeom>
              <a:avLst/>
              <a:gdLst/>
              <a:ahLst/>
              <a:cxnLst/>
              <a:rect l="l" t="t" r="r" b="b"/>
              <a:pathLst>
                <a:path w="245745" h="9525">
                  <a:moveTo>
                    <a:pt x="0" y="9433"/>
                  </a:moveTo>
                  <a:lnTo>
                    <a:pt x="69968" y="7075"/>
                  </a:lnTo>
                  <a:lnTo>
                    <a:pt x="135219" y="4716"/>
                  </a:lnTo>
                  <a:lnTo>
                    <a:pt x="192608" y="2358"/>
                  </a:lnTo>
                  <a:lnTo>
                    <a:pt x="219239" y="1179"/>
                  </a:lnTo>
                  <a:lnTo>
                    <a:pt x="245281" y="0"/>
                  </a:lnTo>
                </a:path>
              </a:pathLst>
            </a:custGeom>
            <a:ln w="473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644337" y="1455041"/>
              <a:ext cx="8255" cy="283210"/>
            </a:xfrm>
            <a:custGeom>
              <a:avLst/>
              <a:gdLst/>
              <a:ahLst/>
              <a:cxnLst/>
              <a:rect l="l" t="t" r="r" b="b"/>
              <a:pathLst>
                <a:path w="8254" h="283210">
                  <a:moveTo>
                    <a:pt x="0" y="0"/>
                  </a:moveTo>
                  <a:lnTo>
                    <a:pt x="2358" y="68002"/>
                  </a:lnTo>
                  <a:lnTo>
                    <a:pt x="4717" y="133646"/>
                  </a:lnTo>
                  <a:lnTo>
                    <a:pt x="5871" y="164749"/>
                  </a:lnTo>
                  <a:lnTo>
                    <a:pt x="6879" y="193787"/>
                  </a:lnTo>
                  <a:lnTo>
                    <a:pt x="7591" y="219878"/>
                  </a:lnTo>
                  <a:lnTo>
                    <a:pt x="7861" y="242136"/>
                  </a:lnTo>
                  <a:lnTo>
                    <a:pt x="7591" y="259800"/>
                  </a:lnTo>
                  <a:lnTo>
                    <a:pt x="6879" y="272600"/>
                  </a:lnTo>
                  <a:lnTo>
                    <a:pt x="5871" y="280388"/>
                  </a:lnTo>
                  <a:lnTo>
                    <a:pt x="4717" y="283016"/>
                  </a:lnTo>
                  <a:lnTo>
                    <a:pt x="3537" y="280584"/>
                  </a:lnTo>
                  <a:lnTo>
                    <a:pt x="2358" y="274172"/>
                  </a:lnTo>
                  <a:lnTo>
                    <a:pt x="1179" y="265107"/>
                  </a:lnTo>
                  <a:lnTo>
                    <a:pt x="0" y="254715"/>
                  </a:lnTo>
                </a:path>
              </a:pathLst>
            </a:custGeom>
            <a:ln w="473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771694" y="1571392"/>
              <a:ext cx="210185" cy="635000"/>
            </a:xfrm>
            <a:custGeom>
              <a:avLst/>
              <a:gdLst/>
              <a:ahLst/>
              <a:cxnLst/>
              <a:rect l="l" t="t" r="r" b="b"/>
              <a:pathLst>
                <a:path w="210185" h="635000">
                  <a:moveTo>
                    <a:pt x="4717" y="15723"/>
                  </a:moveTo>
                  <a:lnTo>
                    <a:pt x="3144" y="7861"/>
                  </a:lnTo>
                  <a:lnTo>
                    <a:pt x="1572" y="0"/>
                  </a:lnTo>
                  <a:lnTo>
                    <a:pt x="786" y="0"/>
                  </a:lnTo>
                  <a:lnTo>
                    <a:pt x="331" y="1596"/>
                  </a:lnTo>
                  <a:lnTo>
                    <a:pt x="98" y="6878"/>
                  </a:lnTo>
                  <a:lnTo>
                    <a:pt x="12" y="16583"/>
                  </a:lnTo>
                  <a:lnTo>
                    <a:pt x="0" y="31446"/>
                  </a:lnTo>
                  <a:lnTo>
                    <a:pt x="73" y="51640"/>
                  </a:lnTo>
                  <a:lnTo>
                    <a:pt x="1989" y="99105"/>
                  </a:lnTo>
                  <a:lnTo>
                    <a:pt x="9188" y="138830"/>
                  </a:lnTo>
                  <a:lnTo>
                    <a:pt x="36163" y="168237"/>
                  </a:lnTo>
                  <a:lnTo>
                    <a:pt x="82706" y="166137"/>
                  </a:lnTo>
                  <a:lnTo>
                    <a:pt x="111953" y="141606"/>
                  </a:lnTo>
                  <a:lnTo>
                    <a:pt x="132541" y="103379"/>
                  </a:lnTo>
                  <a:lnTo>
                    <a:pt x="145046" y="52574"/>
                  </a:lnTo>
                  <a:lnTo>
                    <a:pt x="136791" y="9433"/>
                  </a:lnTo>
                  <a:lnTo>
                    <a:pt x="119004" y="51051"/>
                  </a:lnTo>
                  <a:lnTo>
                    <a:pt x="120281" y="100579"/>
                  </a:lnTo>
                  <a:lnTo>
                    <a:pt x="128512" y="169896"/>
                  </a:lnTo>
                  <a:lnTo>
                    <a:pt x="135218" y="210395"/>
                  </a:lnTo>
                  <a:lnTo>
                    <a:pt x="143105" y="252811"/>
                  </a:lnTo>
                  <a:lnTo>
                    <a:pt x="151728" y="295595"/>
                  </a:lnTo>
                  <a:lnTo>
                    <a:pt x="160658" y="337384"/>
                  </a:lnTo>
                  <a:lnTo>
                    <a:pt x="169515" y="377552"/>
                  </a:lnTo>
                  <a:lnTo>
                    <a:pt x="177929" y="415656"/>
                  </a:lnTo>
                  <a:lnTo>
                    <a:pt x="185533" y="451254"/>
                  </a:lnTo>
                  <a:lnTo>
                    <a:pt x="197423" y="513066"/>
                  </a:lnTo>
                  <a:lnTo>
                    <a:pt x="205187" y="558958"/>
                  </a:lnTo>
                  <a:lnTo>
                    <a:pt x="210051" y="596546"/>
                  </a:lnTo>
                  <a:lnTo>
                    <a:pt x="209904" y="604555"/>
                  </a:lnTo>
                  <a:lnTo>
                    <a:pt x="189955" y="634822"/>
                  </a:lnTo>
                  <a:lnTo>
                    <a:pt x="182450" y="634797"/>
                  </a:lnTo>
                  <a:lnTo>
                    <a:pt x="131828" y="610414"/>
                  </a:lnTo>
                  <a:lnTo>
                    <a:pt x="96746" y="572814"/>
                  </a:lnTo>
                  <a:lnTo>
                    <a:pt x="63039" y="519158"/>
                  </a:lnTo>
                  <a:lnTo>
                    <a:pt x="42071" y="462776"/>
                  </a:lnTo>
                  <a:lnTo>
                    <a:pt x="38619" y="435727"/>
                  </a:lnTo>
                  <a:lnTo>
                    <a:pt x="40032" y="408973"/>
                  </a:lnTo>
                  <a:lnTo>
                    <a:pt x="46383" y="382072"/>
                  </a:lnTo>
                  <a:lnTo>
                    <a:pt x="57524" y="354679"/>
                  </a:lnTo>
                  <a:lnTo>
                    <a:pt x="72424" y="326845"/>
                  </a:lnTo>
                  <a:lnTo>
                    <a:pt x="89830" y="298715"/>
                  </a:lnTo>
                  <a:lnTo>
                    <a:pt x="108489" y="270438"/>
                  </a:lnTo>
                </a:path>
              </a:pathLst>
            </a:custGeom>
            <a:ln w="473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010686" y="1563200"/>
              <a:ext cx="160020" cy="396875"/>
            </a:xfrm>
            <a:custGeom>
              <a:avLst/>
              <a:gdLst/>
              <a:ahLst/>
              <a:cxnLst/>
              <a:rect l="l" t="t" r="r" b="b"/>
              <a:pathLst>
                <a:path w="160020" h="396875">
                  <a:moveTo>
                    <a:pt x="1572" y="14482"/>
                  </a:moveTo>
                  <a:lnTo>
                    <a:pt x="491" y="32441"/>
                  </a:lnTo>
                  <a:lnTo>
                    <a:pt x="0" y="52021"/>
                  </a:lnTo>
                  <a:lnTo>
                    <a:pt x="687" y="74844"/>
                  </a:lnTo>
                  <a:lnTo>
                    <a:pt x="3144" y="102532"/>
                  </a:lnTo>
                  <a:lnTo>
                    <a:pt x="7689" y="136042"/>
                  </a:lnTo>
                  <a:lnTo>
                    <a:pt x="13561" y="173679"/>
                  </a:lnTo>
                  <a:lnTo>
                    <a:pt x="19727" y="213085"/>
                  </a:lnTo>
                  <a:lnTo>
                    <a:pt x="25157" y="251902"/>
                  </a:lnTo>
                  <a:lnTo>
                    <a:pt x="31446" y="320297"/>
                  </a:lnTo>
                  <a:lnTo>
                    <a:pt x="33018" y="369825"/>
                  </a:lnTo>
                  <a:lnTo>
                    <a:pt x="30365" y="396579"/>
                  </a:lnTo>
                  <a:lnTo>
                    <a:pt x="28301" y="391838"/>
                  </a:lnTo>
                  <a:lnTo>
                    <a:pt x="19568" y="337556"/>
                  </a:lnTo>
                  <a:lnTo>
                    <a:pt x="13721" y="273116"/>
                  </a:lnTo>
                  <a:lnTo>
                    <a:pt x="9323" y="196834"/>
                  </a:lnTo>
                  <a:lnTo>
                    <a:pt x="6989" y="124188"/>
                  </a:lnTo>
                  <a:lnTo>
                    <a:pt x="6780" y="93000"/>
                  </a:lnTo>
                  <a:lnTo>
                    <a:pt x="7308" y="66381"/>
                  </a:lnTo>
                  <a:lnTo>
                    <a:pt x="14052" y="19199"/>
                  </a:lnTo>
                  <a:lnTo>
                    <a:pt x="45916" y="0"/>
                  </a:lnTo>
                  <a:lnTo>
                    <a:pt x="55031" y="331"/>
                  </a:lnTo>
                  <a:lnTo>
                    <a:pt x="99842" y="26274"/>
                  </a:lnTo>
                  <a:lnTo>
                    <a:pt x="128045" y="60079"/>
                  </a:lnTo>
                  <a:lnTo>
                    <a:pt x="150942" y="98601"/>
                  </a:lnTo>
                  <a:lnTo>
                    <a:pt x="159884" y="131226"/>
                  </a:lnTo>
                  <a:lnTo>
                    <a:pt x="159454" y="144812"/>
                  </a:lnTo>
                  <a:lnTo>
                    <a:pt x="134445" y="184747"/>
                  </a:lnTo>
                  <a:lnTo>
                    <a:pt x="93650" y="204830"/>
                  </a:lnTo>
                  <a:lnTo>
                    <a:pt x="54122" y="215603"/>
                  </a:lnTo>
                  <a:lnTo>
                    <a:pt x="19654" y="197657"/>
                  </a:lnTo>
                  <a:lnTo>
                    <a:pt x="25157" y="174858"/>
                  </a:lnTo>
                </a:path>
              </a:pathLst>
            </a:custGeom>
            <a:ln w="473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06139" y="1544536"/>
              <a:ext cx="235426" cy="245474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4581371" y="1362209"/>
            <a:ext cx="638810" cy="371475"/>
            <a:chOff x="4581371" y="1362209"/>
            <a:chExt cx="638810" cy="371475"/>
          </a:xfrm>
        </p:grpSpPr>
        <p:sp>
          <p:nvSpPr>
            <p:cNvPr id="14" name="object 14"/>
            <p:cNvSpPr/>
            <p:nvPr/>
          </p:nvSpPr>
          <p:spPr>
            <a:xfrm>
              <a:off x="4605022" y="1385860"/>
              <a:ext cx="514350" cy="8255"/>
            </a:xfrm>
            <a:custGeom>
              <a:avLst/>
              <a:gdLst/>
              <a:ahLst/>
              <a:cxnLst/>
              <a:rect l="l" t="t" r="r" b="b"/>
              <a:pathLst>
                <a:path w="514350" h="8255">
                  <a:moveTo>
                    <a:pt x="15722" y="7861"/>
                  </a:moveTo>
                  <a:lnTo>
                    <a:pt x="7861" y="7861"/>
                  </a:lnTo>
                  <a:lnTo>
                    <a:pt x="0" y="7861"/>
                  </a:lnTo>
                  <a:lnTo>
                    <a:pt x="0" y="7861"/>
                  </a:lnTo>
                  <a:lnTo>
                    <a:pt x="396223" y="7861"/>
                  </a:lnTo>
                  <a:lnTo>
                    <a:pt x="425643" y="7836"/>
                  </a:lnTo>
                  <a:lnTo>
                    <a:pt x="467088" y="7198"/>
                  </a:lnTo>
                  <a:lnTo>
                    <a:pt x="510658" y="1756"/>
                  </a:lnTo>
                  <a:lnTo>
                    <a:pt x="514147" y="0"/>
                  </a:lnTo>
                  <a:lnTo>
                    <a:pt x="503140" y="1572"/>
                  </a:lnTo>
                  <a:lnTo>
                    <a:pt x="492134" y="3144"/>
                  </a:lnTo>
                </a:path>
              </a:pathLst>
            </a:custGeom>
            <a:ln w="473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795272" y="1426739"/>
              <a:ext cx="12065" cy="278765"/>
            </a:xfrm>
            <a:custGeom>
              <a:avLst/>
              <a:gdLst/>
              <a:ahLst/>
              <a:cxnLst/>
              <a:rect l="l" t="t" r="r" b="b"/>
              <a:pathLst>
                <a:path w="12064" h="278764">
                  <a:moveTo>
                    <a:pt x="9434" y="0"/>
                  </a:moveTo>
                  <a:lnTo>
                    <a:pt x="9532" y="68002"/>
                  </a:lnTo>
                  <a:lnTo>
                    <a:pt x="10220" y="133646"/>
                  </a:lnTo>
                  <a:lnTo>
                    <a:pt x="10895" y="164700"/>
                  </a:lnTo>
                  <a:lnTo>
                    <a:pt x="11497" y="193394"/>
                  </a:lnTo>
                  <a:lnTo>
                    <a:pt x="11006" y="238991"/>
                  </a:lnTo>
                  <a:lnTo>
                    <a:pt x="3488" y="272157"/>
                  </a:lnTo>
                  <a:lnTo>
                    <a:pt x="0" y="278299"/>
                  </a:lnTo>
                </a:path>
              </a:pathLst>
            </a:custGeom>
            <a:ln w="473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941497" y="1431457"/>
              <a:ext cx="17780" cy="266065"/>
            </a:xfrm>
            <a:custGeom>
              <a:avLst/>
              <a:gdLst/>
              <a:ahLst/>
              <a:cxnLst/>
              <a:rect l="l" t="t" r="r" b="b"/>
              <a:pathLst>
                <a:path w="17779" h="266064">
                  <a:moveTo>
                    <a:pt x="0" y="0"/>
                  </a:moveTo>
                  <a:lnTo>
                    <a:pt x="196" y="70066"/>
                  </a:lnTo>
                  <a:lnTo>
                    <a:pt x="1572" y="136005"/>
                  </a:lnTo>
                  <a:lnTo>
                    <a:pt x="4913" y="193296"/>
                  </a:lnTo>
                  <a:lnTo>
                    <a:pt x="9434" y="235847"/>
                  </a:lnTo>
                  <a:lnTo>
                    <a:pt x="16509" y="265721"/>
                  </a:lnTo>
                  <a:lnTo>
                    <a:pt x="17295" y="265721"/>
                  </a:lnTo>
                  <a:lnTo>
                    <a:pt x="15723" y="257859"/>
                  </a:lnTo>
                  <a:lnTo>
                    <a:pt x="14150" y="249998"/>
                  </a:lnTo>
                </a:path>
              </a:pathLst>
            </a:custGeom>
            <a:ln w="473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667914" y="1690889"/>
              <a:ext cx="528320" cy="19050"/>
            </a:xfrm>
            <a:custGeom>
              <a:avLst/>
              <a:gdLst/>
              <a:ahLst/>
              <a:cxnLst/>
              <a:rect l="l" t="t" r="r" b="b"/>
              <a:pathLst>
                <a:path w="528320" h="19050">
                  <a:moveTo>
                    <a:pt x="0" y="14150"/>
                  </a:moveTo>
                  <a:lnTo>
                    <a:pt x="39000" y="15317"/>
                  </a:lnTo>
                  <a:lnTo>
                    <a:pt x="78517" y="16411"/>
                  </a:lnTo>
                  <a:lnTo>
                    <a:pt x="119065" y="17356"/>
                  </a:lnTo>
                  <a:lnTo>
                    <a:pt x="161162" y="18081"/>
                  </a:lnTo>
                  <a:lnTo>
                    <a:pt x="205051" y="18511"/>
                  </a:lnTo>
                  <a:lnTo>
                    <a:pt x="249899" y="18573"/>
                  </a:lnTo>
                  <a:lnTo>
                    <a:pt x="294600" y="18192"/>
                  </a:lnTo>
                  <a:lnTo>
                    <a:pt x="338047" y="17295"/>
                  </a:lnTo>
                  <a:lnTo>
                    <a:pt x="379112" y="15846"/>
                  </a:lnTo>
                  <a:lnTo>
                    <a:pt x="449153" y="11767"/>
                  </a:lnTo>
                  <a:lnTo>
                    <a:pt x="495242" y="7075"/>
                  </a:lnTo>
                  <a:lnTo>
                    <a:pt x="519736" y="2358"/>
                  </a:lnTo>
                  <a:lnTo>
                    <a:pt x="528298" y="0"/>
                  </a:lnTo>
                </a:path>
              </a:pathLst>
            </a:custGeom>
            <a:ln w="473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" name="object 18"/>
          <p:cNvGrpSpPr/>
          <p:nvPr/>
        </p:nvGrpSpPr>
        <p:grpSpPr>
          <a:xfrm>
            <a:off x="1913152" y="2143649"/>
            <a:ext cx="764540" cy="3668395"/>
            <a:chOff x="1913152" y="2143649"/>
            <a:chExt cx="764540" cy="3668395"/>
          </a:xfrm>
        </p:grpSpPr>
        <p:sp>
          <p:nvSpPr>
            <p:cNvPr id="19" name="object 19"/>
            <p:cNvSpPr/>
            <p:nvPr/>
          </p:nvSpPr>
          <p:spPr>
            <a:xfrm>
              <a:off x="1936803" y="2167300"/>
              <a:ext cx="627380" cy="738505"/>
            </a:xfrm>
            <a:custGeom>
              <a:avLst/>
              <a:gdLst/>
              <a:ahLst/>
              <a:cxnLst/>
              <a:rect l="l" t="t" r="r" b="b"/>
              <a:pathLst>
                <a:path w="627380" h="738505">
                  <a:moveTo>
                    <a:pt x="0" y="0"/>
                  </a:moveTo>
                  <a:lnTo>
                    <a:pt x="2555" y="61516"/>
                  </a:lnTo>
                  <a:lnTo>
                    <a:pt x="6289" y="124212"/>
                  </a:lnTo>
                  <a:lnTo>
                    <a:pt x="11792" y="189365"/>
                  </a:lnTo>
                  <a:lnTo>
                    <a:pt x="14691" y="223379"/>
                  </a:lnTo>
                  <a:lnTo>
                    <a:pt x="19383" y="295226"/>
                  </a:lnTo>
                  <a:lnTo>
                    <a:pt x="22380" y="369862"/>
                  </a:lnTo>
                  <a:lnTo>
                    <a:pt x="23584" y="406443"/>
                  </a:lnTo>
                  <a:lnTo>
                    <a:pt x="24763" y="441808"/>
                  </a:lnTo>
                  <a:lnTo>
                    <a:pt x="27122" y="511358"/>
                  </a:lnTo>
                  <a:lnTo>
                    <a:pt x="29468" y="584176"/>
                  </a:lnTo>
                  <a:lnTo>
                    <a:pt x="31507" y="653186"/>
                  </a:lnTo>
                  <a:lnTo>
                    <a:pt x="32736" y="699078"/>
                  </a:lnTo>
                  <a:lnTo>
                    <a:pt x="33313" y="711570"/>
                  </a:lnTo>
                  <a:lnTo>
                    <a:pt x="69181" y="737416"/>
                  </a:lnTo>
                  <a:lnTo>
                    <a:pt x="89855" y="738042"/>
                  </a:lnTo>
                  <a:lnTo>
                    <a:pt x="115466" y="737710"/>
                  </a:lnTo>
                  <a:lnTo>
                    <a:pt x="175313" y="735057"/>
                  </a:lnTo>
                  <a:lnTo>
                    <a:pt x="238402" y="730929"/>
                  </a:lnTo>
                  <a:lnTo>
                    <a:pt x="302670" y="725623"/>
                  </a:lnTo>
                  <a:lnTo>
                    <a:pt x="335320" y="722577"/>
                  </a:lnTo>
                  <a:lnTo>
                    <a:pt x="368707" y="719530"/>
                  </a:lnTo>
                  <a:lnTo>
                    <a:pt x="439462" y="714617"/>
                  </a:lnTo>
                  <a:lnTo>
                    <a:pt x="514245" y="712455"/>
                  </a:lnTo>
                  <a:lnTo>
                    <a:pt x="547914" y="711963"/>
                  </a:lnTo>
                  <a:lnTo>
                    <a:pt x="575467" y="711472"/>
                  </a:lnTo>
                  <a:lnTo>
                    <a:pt x="615045" y="709040"/>
                  </a:lnTo>
                  <a:lnTo>
                    <a:pt x="624209" y="707541"/>
                  </a:lnTo>
                  <a:lnTo>
                    <a:pt x="625781" y="707541"/>
                  </a:lnTo>
                  <a:lnTo>
                    <a:pt x="627353" y="707541"/>
                  </a:lnTo>
                </a:path>
              </a:pathLst>
            </a:custGeom>
            <a:ln w="473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965103" y="2860691"/>
              <a:ext cx="645160" cy="945515"/>
            </a:xfrm>
            <a:custGeom>
              <a:avLst/>
              <a:gdLst/>
              <a:ahLst/>
              <a:cxnLst/>
              <a:rect l="l" t="t" r="r" b="b"/>
              <a:pathLst>
                <a:path w="645160" h="945514">
                  <a:moveTo>
                    <a:pt x="0" y="0"/>
                  </a:moveTo>
                  <a:lnTo>
                    <a:pt x="2554" y="56603"/>
                  </a:lnTo>
                  <a:lnTo>
                    <a:pt x="6289" y="113206"/>
                  </a:lnTo>
                  <a:lnTo>
                    <a:pt x="11792" y="169810"/>
                  </a:lnTo>
                  <a:lnTo>
                    <a:pt x="14691" y="198111"/>
                  </a:lnTo>
                  <a:lnTo>
                    <a:pt x="17295" y="226413"/>
                  </a:lnTo>
                  <a:lnTo>
                    <a:pt x="19383" y="254666"/>
                  </a:lnTo>
                  <a:lnTo>
                    <a:pt x="21029" y="282623"/>
                  </a:lnTo>
                  <a:lnTo>
                    <a:pt x="22380" y="309991"/>
                  </a:lnTo>
                  <a:lnTo>
                    <a:pt x="23584" y="336475"/>
                  </a:lnTo>
                  <a:lnTo>
                    <a:pt x="24763" y="361976"/>
                  </a:lnTo>
                  <a:lnTo>
                    <a:pt x="27122" y="412978"/>
                  </a:lnTo>
                  <a:lnTo>
                    <a:pt x="29480" y="469581"/>
                  </a:lnTo>
                  <a:lnTo>
                    <a:pt x="31839" y="531786"/>
                  </a:lnTo>
                  <a:lnTo>
                    <a:pt x="33018" y="562889"/>
                  </a:lnTo>
                  <a:lnTo>
                    <a:pt x="35278" y="623226"/>
                  </a:lnTo>
                  <a:lnTo>
                    <a:pt x="36949" y="687101"/>
                  </a:lnTo>
                  <a:lnTo>
                    <a:pt x="37735" y="758642"/>
                  </a:lnTo>
                  <a:lnTo>
                    <a:pt x="38054" y="793675"/>
                  </a:lnTo>
                  <a:lnTo>
                    <a:pt x="39246" y="852379"/>
                  </a:lnTo>
                  <a:lnTo>
                    <a:pt x="41285" y="892350"/>
                  </a:lnTo>
                  <a:lnTo>
                    <a:pt x="47316" y="931646"/>
                  </a:lnTo>
                  <a:lnTo>
                    <a:pt x="86477" y="944961"/>
                  </a:lnTo>
                  <a:lnTo>
                    <a:pt x="106966" y="944421"/>
                  </a:lnTo>
                  <a:lnTo>
                    <a:pt x="132467" y="942996"/>
                  </a:lnTo>
                  <a:lnTo>
                    <a:pt x="162095" y="940981"/>
                  </a:lnTo>
                  <a:lnTo>
                    <a:pt x="194967" y="938672"/>
                  </a:lnTo>
                  <a:lnTo>
                    <a:pt x="230172" y="936326"/>
                  </a:lnTo>
                  <a:lnTo>
                    <a:pt x="266703" y="934053"/>
                  </a:lnTo>
                  <a:lnTo>
                    <a:pt x="303530" y="931928"/>
                  </a:lnTo>
                  <a:lnTo>
                    <a:pt x="339620" y="930024"/>
                  </a:lnTo>
                  <a:lnTo>
                    <a:pt x="374149" y="928366"/>
                  </a:lnTo>
                  <a:lnTo>
                    <a:pt x="407131" y="926781"/>
                  </a:lnTo>
                  <a:lnTo>
                    <a:pt x="469336" y="922949"/>
                  </a:lnTo>
                  <a:lnTo>
                    <a:pt x="526430" y="917347"/>
                  </a:lnTo>
                  <a:lnTo>
                    <a:pt x="572322" y="911156"/>
                  </a:lnTo>
                  <a:lnTo>
                    <a:pt x="612011" y="903970"/>
                  </a:lnTo>
                  <a:lnTo>
                    <a:pt x="620278" y="902509"/>
                  </a:lnTo>
                  <a:lnTo>
                    <a:pt x="630498" y="900936"/>
                  </a:lnTo>
                  <a:lnTo>
                    <a:pt x="638360" y="900936"/>
                  </a:lnTo>
                  <a:lnTo>
                    <a:pt x="641504" y="900936"/>
                  </a:lnTo>
                  <a:lnTo>
                    <a:pt x="644649" y="900936"/>
                  </a:lnTo>
                  <a:lnTo>
                    <a:pt x="643076" y="900936"/>
                  </a:lnTo>
                  <a:lnTo>
                    <a:pt x="641504" y="900936"/>
                  </a:lnTo>
                </a:path>
              </a:pathLst>
            </a:custGeom>
            <a:ln w="473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993786" y="3747477"/>
              <a:ext cx="660400" cy="957580"/>
            </a:xfrm>
            <a:custGeom>
              <a:avLst/>
              <a:gdLst/>
              <a:ahLst/>
              <a:cxnLst/>
              <a:rect l="l" t="t" r="r" b="b"/>
              <a:pathLst>
                <a:path w="660400" h="957579">
                  <a:moveTo>
                    <a:pt x="18487" y="0"/>
                  </a:moveTo>
                  <a:lnTo>
                    <a:pt x="20747" y="76060"/>
                  </a:lnTo>
                  <a:lnTo>
                    <a:pt x="21693" y="115196"/>
                  </a:lnTo>
                  <a:lnTo>
                    <a:pt x="22417" y="155659"/>
                  </a:lnTo>
                  <a:lnTo>
                    <a:pt x="22859" y="197730"/>
                  </a:lnTo>
                  <a:lnTo>
                    <a:pt x="23007" y="241055"/>
                  </a:lnTo>
                  <a:lnTo>
                    <a:pt x="22859" y="285117"/>
                  </a:lnTo>
                  <a:lnTo>
                    <a:pt x="22417" y="329400"/>
                  </a:lnTo>
                  <a:lnTo>
                    <a:pt x="21693" y="373277"/>
                  </a:lnTo>
                  <a:lnTo>
                    <a:pt x="20747" y="415680"/>
                  </a:lnTo>
                  <a:lnTo>
                    <a:pt x="19653" y="455430"/>
                  </a:lnTo>
                  <a:lnTo>
                    <a:pt x="17295" y="522696"/>
                  </a:lnTo>
                  <a:lnTo>
                    <a:pt x="14617" y="576253"/>
                  </a:lnTo>
                  <a:lnTo>
                    <a:pt x="11104" y="627329"/>
                  </a:lnTo>
                  <a:lnTo>
                    <a:pt x="9151" y="654869"/>
                  </a:lnTo>
                  <a:lnTo>
                    <a:pt x="5908" y="717762"/>
                  </a:lnTo>
                  <a:lnTo>
                    <a:pt x="4434" y="791169"/>
                  </a:lnTo>
                  <a:lnTo>
                    <a:pt x="4028" y="826436"/>
                  </a:lnTo>
                  <a:lnTo>
                    <a:pt x="3549" y="856911"/>
                  </a:lnTo>
                  <a:lnTo>
                    <a:pt x="2837" y="880459"/>
                  </a:lnTo>
                  <a:lnTo>
                    <a:pt x="1977" y="897890"/>
                  </a:lnTo>
                  <a:lnTo>
                    <a:pt x="1117" y="910751"/>
                  </a:lnTo>
                  <a:lnTo>
                    <a:pt x="405" y="920590"/>
                  </a:lnTo>
                  <a:lnTo>
                    <a:pt x="0" y="928734"/>
                  </a:lnTo>
                  <a:lnTo>
                    <a:pt x="30279" y="957540"/>
                  </a:lnTo>
                  <a:lnTo>
                    <a:pt x="45965" y="956741"/>
                  </a:lnTo>
                  <a:lnTo>
                    <a:pt x="65558" y="954690"/>
                  </a:lnTo>
                  <a:lnTo>
                    <a:pt x="88541" y="951901"/>
                  </a:lnTo>
                  <a:lnTo>
                    <a:pt x="114398" y="948892"/>
                  </a:lnTo>
                  <a:lnTo>
                    <a:pt x="172573" y="943585"/>
                  </a:lnTo>
                  <a:lnTo>
                    <a:pt x="235466" y="939458"/>
                  </a:lnTo>
                  <a:lnTo>
                    <a:pt x="298653" y="936313"/>
                  </a:lnTo>
                  <a:lnTo>
                    <a:pt x="329326" y="934815"/>
                  </a:lnTo>
                  <a:lnTo>
                    <a:pt x="387158" y="931252"/>
                  </a:lnTo>
                  <a:lnTo>
                    <a:pt x="441918" y="926535"/>
                  </a:lnTo>
                  <a:lnTo>
                    <a:pt x="498448" y="920664"/>
                  </a:lnTo>
                  <a:lnTo>
                    <a:pt x="554978" y="914227"/>
                  </a:lnTo>
                  <a:lnTo>
                    <a:pt x="603277" y="908343"/>
                  </a:lnTo>
                  <a:lnTo>
                    <a:pt x="642167" y="903307"/>
                  </a:lnTo>
                  <a:lnTo>
                    <a:pt x="659991" y="900936"/>
                  </a:lnTo>
                </a:path>
              </a:pathLst>
            </a:custGeom>
            <a:ln w="473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998122" y="4620112"/>
              <a:ext cx="655955" cy="1168400"/>
            </a:xfrm>
            <a:custGeom>
              <a:avLst/>
              <a:gdLst/>
              <a:ahLst/>
              <a:cxnLst/>
              <a:rect l="l" t="t" r="r" b="b"/>
              <a:pathLst>
                <a:path w="655955" h="1168400">
                  <a:moveTo>
                    <a:pt x="9433" y="0"/>
                  </a:moveTo>
                  <a:lnTo>
                    <a:pt x="11792" y="72326"/>
                  </a:lnTo>
                  <a:lnTo>
                    <a:pt x="14150" y="139936"/>
                  </a:lnTo>
                  <a:lnTo>
                    <a:pt x="16509" y="200568"/>
                  </a:lnTo>
                  <a:lnTo>
                    <a:pt x="17688" y="230479"/>
                  </a:lnTo>
                  <a:lnTo>
                    <a:pt x="20022" y="295398"/>
                  </a:lnTo>
                  <a:lnTo>
                    <a:pt x="21742" y="367037"/>
                  </a:lnTo>
                  <a:lnTo>
                    <a:pt x="22012" y="403299"/>
                  </a:lnTo>
                  <a:lnTo>
                    <a:pt x="21742" y="438885"/>
                  </a:lnTo>
                  <a:lnTo>
                    <a:pt x="21029" y="473955"/>
                  </a:lnTo>
                  <a:lnTo>
                    <a:pt x="20022" y="508877"/>
                  </a:lnTo>
                  <a:lnTo>
                    <a:pt x="18867" y="544021"/>
                  </a:lnTo>
                  <a:lnTo>
                    <a:pt x="17688" y="579656"/>
                  </a:lnTo>
                  <a:lnTo>
                    <a:pt x="16509" y="615659"/>
                  </a:lnTo>
                  <a:lnTo>
                    <a:pt x="14150" y="687888"/>
                  </a:lnTo>
                  <a:lnTo>
                    <a:pt x="11792" y="759231"/>
                  </a:lnTo>
                  <a:lnTo>
                    <a:pt x="9433" y="829396"/>
                  </a:lnTo>
                  <a:lnTo>
                    <a:pt x="8254" y="864085"/>
                  </a:lnTo>
                  <a:lnTo>
                    <a:pt x="7075" y="898774"/>
                  </a:lnTo>
                  <a:lnTo>
                    <a:pt x="4717" y="969332"/>
                  </a:lnTo>
                  <a:lnTo>
                    <a:pt x="2456" y="1040086"/>
                  </a:lnTo>
                  <a:lnTo>
                    <a:pt x="786" y="1096690"/>
                  </a:lnTo>
                  <a:lnTo>
                    <a:pt x="12" y="1135273"/>
                  </a:lnTo>
                  <a:lnTo>
                    <a:pt x="0" y="1141501"/>
                  </a:lnTo>
                  <a:lnTo>
                    <a:pt x="0" y="1149362"/>
                  </a:lnTo>
                  <a:lnTo>
                    <a:pt x="0" y="1157224"/>
                  </a:lnTo>
                  <a:lnTo>
                    <a:pt x="3930" y="1161940"/>
                  </a:lnTo>
                  <a:lnTo>
                    <a:pt x="7861" y="1166658"/>
                  </a:lnTo>
                  <a:lnTo>
                    <a:pt x="15723" y="1168230"/>
                  </a:lnTo>
                  <a:lnTo>
                    <a:pt x="28301" y="1167444"/>
                  </a:lnTo>
                  <a:lnTo>
                    <a:pt x="38718" y="1166449"/>
                  </a:lnTo>
                  <a:lnTo>
                    <a:pt x="51493" y="1164790"/>
                  </a:lnTo>
                  <a:lnTo>
                    <a:pt x="67216" y="1162690"/>
                  </a:lnTo>
                  <a:lnTo>
                    <a:pt x="86477" y="1160368"/>
                  </a:lnTo>
                  <a:lnTo>
                    <a:pt x="136496" y="1155750"/>
                  </a:lnTo>
                  <a:lnTo>
                    <a:pt x="198897" y="1151721"/>
                  </a:lnTo>
                  <a:lnTo>
                    <a:pt x="269455" y="1148871"/>
                  </a:lnTo>
                  <a:lnTo>
                    <a:pt x="343551" y="1147790"/>
                  </a:lnTo>
                  <a:lnTo>
                    <a:pt x="380610" y="1148060"/>
                  </a:lnTo>
                  <a:lnTo>
                    <a:pt x="417744" y="1148772"/>
                  </a:lnTo>
                  <a:lnTo>
                    <a:pt x="455320" y="1149780"/>
                  </a:lnTo>
                  <a:lnTo>
                    <a:pt x="493707" y="1150934"/>
                  </a:lnTo>
                  <a:lnTo>
                    <a:pt x="533162" y="1152114"/>
                  </a:lnTo>
                  <a:lnTo>
                    <a:pt x="573502" y="1153293"/>
                  </a:lnTo>
                  <a:lnTo>
                    <a:pt x="614431" y="1154472"/>
                  </a:lnTo>
                  <a:lnTo>
                    <a:pt x="655655" y="1155651"/>
                  </a:lnTo>
                </a:path>
              </a:pathLst>
            </a:custGeom>
            <a:ln w="4730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" name="object 23"/>
          <p:cNvGrpSpPr/>
          <p:nvPr/>
        </p:nvGrpSpPr>
        <p:grpSpPr>
          <a:xfrm>
            <a:off x="2897224" y="2581539"/>
            <a:ext cx="267970" cy="443865"/>
            <a:chOff x="2897224" y="2581539"/>
            <a:chExt cx="267970" cy="443865"/>
          </a:xfrm>
        </p:grpSpPr>
        <p:sp>
          <p:nvSpPr>
            <p:cNvPr id="24" name="object 24"/>
            <p:cNvSpPr/>
            <p:nvPr/>
          </p:nvSpPr>
          <p:spPr>
            <a:xfrm>
              <a:off x="2920875" y="2605190"/>
              <a:ext cx="220345" cy="396240"/>
            </a:xfrm>
            <a:custGeom>
              <a:avLst/>
              <a:gdLst/>
              <a:ahLst/>
              <a:cxnLst/>
              <a:rect l="l" t="t" r="r" b="b"/>
              <a:pathLst>
                <a:path w="220344" h="396239">
                  <a:moveTo>
                    <a:pt x="133843" y="47955"/>
                  </a:moveTo>
                  <a:lnTo>
                    <a:pt x="136128" y="37502"/>
                  </a:lnTo>
                  <a:lnTo>
                    <a:pt x="137970" y="28006"/>
                  </a:lnTo>
                  <a:lnTo>
                    <a:pt x="138928" y="20427"/>
                  </a:lnTo>
                  <a:lnTo>
                    <a:pt x="138560" y="15723"/>
                  </a:lnTo>
                  <a:lnTo>
                    <a:pt x="136533" y="14752"/>
                  </a:lnTo>
                  <a:lnTo>
                    <a:pt x="132958" y="17983"/>
                  </a:lnTo>
                  <a:lnTo>
                    <a:pt x="115147" y="56394"/>
                  </a:lnTo>
                  <a:lnTo>
                    <a:pt x="99276" y="105406"/>
                  </a:lnTo>
                  <a:lnTo>
                    <a:pt x="81625" y="167549"/>
                  </a:lnTo>
                  <a:lnTo>
                    <a:pt x="72424" y="201059"/>
                  </a:lnTo>
                  <a:lnTo>
                    <a:pt x="63076" y="234274"/>
                  </a:lnTo>
                  <a:lnTo>
                    <a:pt x="44270" y="294158"/>
                  </a:lnTo>
                  <a:lnTo>
                    <a:pt x="26680" y="341008"/>
                  </a:lnTo>
                  <a:lnTo>
                    <a:pt x="7370" y="385118"/>
                  </a:lnTo>
                  <a:lnTo>
                    <a:pt x="982" y="396223"/>
                  </a:lnTo>
                  <a:lnTo>
                    <a:pt x="0" y="395928"/>
                  </a:lnTo>
                  <a:lnTo>
                    <a:pt x="16570" y="339190"/>
                  </a:lnTo>
                  <a:lnTo>
                    <a:pt x="37919" y="276420"/>
                  </a:lnTo>
                  <a:lnTo>
                    <a:pt x="63727" y="206133"/>
                  </a:lnTo>
                  <a:lnTo>
                    <a:pt x="90752" y="139530"/>
                  </a:lnTo>
                  <a:lnTo>
                    <a:pt x="116572" y="84241"/>
                  </a:lnTo>
                  <a:lnTo>
                    <a:pt x="138240" y="43508"/>
                  </a:lnTo>
                  <a:lnTo>
                    <a:pt x="146421" y="28301"/>
                  </a:lnTo>
                  <a:lnTo>
                    <a:pt x="152403" y="16361"/>
                  </a:lnTo>
                  <a:lnTo>
                    <a:pt x="156543" y="7665"/>
                  </a:lnTo>
                  <a:lnTo>
                    <a:pt x="159356" y="2211"/>
                  </a:lnTo>
                  <a:lnTo>
                    <a:pt x="161358" y="0"/>
                  </a:lnTo>
                  <a:lnTo>
                    <a:pt x="162992" y="1252"/>
                  </a:lnTo>
                  <a:lnTo>
                    <a:pt x="164405" y="7075"/>
                  </a:lnTo>
                  <a:lnTo>
                    <a:pt x="165670" y="18794"/>
                  </a:lnTo>
                  <a:lnTo>
                    <a:pt x="166861" y="37735"/>
                  </a:lnTo>
                  <a:lnTo>
                    <a:pt x="168090" y="64513"/>
                  </a:lnTo>
                  <a:lnTo>
                    <a:pt x="169613" y="96893"/>
                  </a:lnTo>
                  <a:lnTo>
                    <a:pt x="174723" y="166665"/>
                  </a:lnTo>
                  <a:lnTo>
                    <a:pt x="183666" y="227297"/>
                  </a:lnTo>
                  <a:lnTo>
                    <a:pt x="194377" y="274368"/>
                  </a:lnTo>
                  <a:lnTo>
                    <a:pt x="208638" y="320580"/>
                  </a:lnTo>
                  <a:lnTo>
                    <a:pt x="220320" y="351412"/>
                  </a:lnTo>
                  <a:lnTo>
                    <a:pt x="219534" y="352198"/>
                  </a:lnTo>
                  <a:lnTo>
                    <a:pt x="198701" y="322705"/>
                  </a:lnTo>
                  <a:lnTo>
                    <a:pt x="195163" y="316821"/>
                  </a:lnTo>
                </a:path>
              </a:pathLst>
            </a:custGeom>
            <a:ln w="47301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974530" y="2846540"/>
              <a:ext cx="99060" cy="9525"/>
            </a:xfrm>
            <a:custGeom>
              <a:avLst/>
              <a:gdLst/>
              <a:ahLst/>
              <a:cxnLst/>
              <a:rect l="l" t="t" r="r" b="b"/>
              <a:pathLst>
                <a:path w="99060" h="9525">
                  <a:moveTo>
                    <a:pt x="0" y="9433"/>
                  </a:moveTo>
                  <a:lnTo>
                    <a:pt x="24763" y="7075"/>
                  </a:lnTo>
                  <a:lnTo>
                    <a:pt x="49527" y="4716"/>
                  </a:lnTo>
                  <a:lnTo>
                    <a:pt x="74291" y="2358"/>
                  </a:lnTo>
                  <a:lnTo>
                    <a:pt x="99055" y="0"/>
                  </a:lnTo>
                </a:path>
              </a:pathLst>
            </a:custGeom>
            <a:ln w="47301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6" name="object 26"/>
          <p:cNvGrpSpPr/>
          <p:nvPr/>
        </p:nvGrpSpPr>
        <p:grpSpPr>
          <a:xfrm>
            <a:off x="3214120" y="2708896"/>
            <a:ext cx="1021715" cy="262890"/>
            <a:chOff x="3214120" y="2708896"/>
            <a:chExt cx="1021715" cy="262890"/>
          </a:xfrm>
        </p:grpSpPr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14120" y="2737985"/>
              <a:ext cx="180284" cy="229985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31369" y="2708896"/>
              <a:ext cx="189449" cy="249651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670280" y="2741195"/>
              <a:ext cx="542290" cy="207010"/>
            </a:xfrm>
            <a:custGeom>
              <a:avLst/>
              <a:gdLst/>
              <a:ahLst/>
              <a:cxnLst/>
              <a:rect l="l" t="t" r="r" b="b"/>
              <a:pathLst>
                <a:path w="542289" h="207010">
                  <a:moveTo>
                    <a:pt x="40093" y="105345"/>
                  </a:moveTo>
                  <a:lnTo>
                    <a:pt x="76551" y="89032"/>
                  </a:lnTo>
                  <a:lnTo>
                    <a:pt x="114692" y="67056"/>
                  </a:lnTo>
                  <a:lnTo>
                    <a:pt x="107617" y="23388"/>
                  </a:lnTo>
                  <a:lnTo>
                    <a:pt x="63383" y="15919"/>
                  </a:lnTo>
                  <a:lnTo>
                    <a:pt x="15366" y="42624"/>
                  </a:lnTo>
                  <a:lnTo>
                    <a:pt x="12" y="80605"/>
                  </a:lnTo>
                  <a:lnTo>
                    <a:pt x="0" y="102986"/>
                  </a:lnTo>
                  <a:lnTo>
                    <a:pt x="5773" y="126166"/>
                  </a:lnTo>
                  <a:lnTo>
                    <a:pt x="29407" y="168987"/>
                  </a:lnTo>
                  <a:lnTo>
                    <a:pt x="58630" y="197116"/>
                  </a:lnTo>
                  <a:lnTo>
                    <a:pt x="87251" y="206427"/>
                  </a:lnTo>
                  <a:lnTo>
                    <a:pt x="101414" y="205187"/>
                  </a:lnTo>
                  <a:lnTo>
                    <a:pt x="145193" y="180091"/>
                  </a:lnTo>
                  <a:lnTo>
                    <a:pt x="178064" y="142663"/>
                  </a:lnTo>
                  <a:lnTo>
                    <a:pt x="210690" y="95640"/>
                  </a:lnTo>
                  <a:lnTo>
                    <a:pt x="234176" y="55804"/>
                  </a:lnTo>
                  <a:lnTo>
                    <a:pt x="249211" y="19653"/>
                  </a:lnTo>
                  <a:lnTo>
                    <a:pt x="252356" y="7861"/>
                  </a:lnTo>
                  <a:lnTo>
                    <a:pt x="252356" y="0"/>
                  </a:lnTo>
                  <a:lnTo>
                    <a:pt x="249997" y="0"/>
                  </a:lnTo>
                  <a:lnTo>
                    <a:pt x="247639" y="0"/>
                  </a:lnTo>
                  <a:lnTo>
                    <a:pt x="242922" y="7861"/>
                  </a:lnTo>
                  <a:lnTo>
                    <a:pt x="240564" y="22798"/>
                  </a:lnTo>
                  <a:lnTo>
                    <a:pt x="239347" y="35217"/>
                  </a:lnTo>
                  <a:lnTo>
                    <a:pt x="239679" y="49626"/>
                  </a:lnTo>
                  <a:lnTo>
                    <a:pt x="256238" y="98159"/>
                  </a:lnTo>
                  <a:lnTo>
                    <a:pt x="288519" y="140722"/>
                  </a:lnTo>
                  <a:lnTo>
                    <a:pt x="296823" y="150708"/>
                  </a:lnTo>
                  <a:lnTo>
                    <a:pt x="313676" y="187105"/>
                  </a:lnTo>
                  <a:lnTo>
                    <a:pt x="297953" y="201256"/>
                  </a:lnTo>
                  <a:lnTo>
                    <a:pt x="306601" y="195753"/>
                  </a:lnTo>
                  <a:lnTo>
                    <a:pt x="315887" y="189979"/>
                  </a:lnTo>
                  <a:lnTo>
                    <a:pt x="329596" y="180816"/>
                  </a:lnTo>
                  <a:lnTo>
                    <a:pt x="363204" y="151728"/>
                  </a:lnTo>
                  <a:lnTo>
                    <a:pt x="394749" y="110455"/>
                  </a:lnTo>
                  <a:lnTo>
                    <a:pt x="417449" y="71540"/>
                  </a:lnTo>
                  <a:lnTo>
                    <a:pt x="430814" y="32232"/>
                  </a:lnTo>
                  <a:lnTo>
                    <a:pt x="429241" y="8647"/>
                  </a:lnTo>
                  <a:lnTo>
                    <a:pt x="427104" y="10134"/>
                  </a:lnTo>
                  <a:lnTo>
                    <a:pt x="418923" y="56603"/>
                  </a:lnTo>
                  <a:lnTo>
                    <a:pt x="435568" y="100665"/>
                  </a:lnTo>
                  <a:lnTo>
                    <a:pt x="459717" y="131890"/>
                  </a:lnTo>
                  <a:lnTo>
                    <a:pt x="499308" y="165486"/>
                  </a:lnTo>
                  <a:lnTo>
                    <a:pt x="533800" y="185533"/>
                  </a:lnTo>
                  <a:lnTo>
                    <a:pt x="541662" y="190250"/>
                  </a:lnTo>
                  <a:lnTo>
                    <a:pt x="541662" y="193394"/>
                  </a:lnTo>
                  <a:lnTo>
                    <a:pt x="540151" y="195482"/>
                  </a:lnTo>
                  <a:lnTo>
                    <a:pt x="500585" y="200801"/>
                  </a:lnTo>
                  <a:lnTo>
                    <a:pt x="467075" y="201563"/>
                  </a:lnTo>
                  <a:lnTo>
                    <a:pt x="452826" y="200470"/>
                  </a:lnTo>
                  <a:lnTo>
                    <a:pt x="442471" y="198025"/>
                  </a:lnTo>
                  <a:lnTo>
                    <a:pt x="435433" y="194475"/>
                  </a:lnTo>
                  <a:lnTo>
                    <a:pt x="430605" y="190188"/>
                  </a:lnTo>
                  <a:lnTo>
                    <a:pt x="426883" y="185533"/>
                  </a:lnTo>
                </a:path>
              </a:pathLst>
            </a:custGeom>
            <a:ln w="47301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/>
          <p:nvPr/>
        </p:nvSpPr>
        <p:spPr>
          <a:xfrm>
            <a:off x="4369960" y="2582194"/>
            <a:ext cx="588010" cy="393065"/>
          </a:xfrm>
          <a:custGeom>
            <a:avLst/>
            <a:gdLst/>
            <a:ahLst/>
            <a:cxnLst/>
            <a:rect l="l" t="t" r="r" b="b"/>
            <a:pathLst>
              <a:path w="588010" h="393064">
                <a:moveTo>
                  <a:pt x="246067" y="108686"/>
                </a:moveTo>
                <a:lnTo>
                  <a:pt x="236240" y="71835"/>
                </a:lnTo>
                <a:lnTo>
                  <a:pt x="216377" y="28019"/>
                </a:lnTo>
                <a:lnTo>
                  <a:pt x="185533" y="4913"/>
                </a:lnTo>
                <a:lnTo>
                  <a:pt x="157821" y="0"/>
                </a:lnTo>
                <a:lnTo>
                  <a:pt x="141754" y="2039"/>
                </a:lnTo>
                <a:lnTo>
                  <a:pt x="105369" y="18572"/>
                </a:lnTo>
                <a:lnTo>
                  <a:pt x="67388" y="51394"/>
                </a:lnTo>
                <a:lnTo>
                  <a:pt x="35708" y="96107"/>
                </a:lnTo>
                <a:lnTo>
                  <a:pt x="14163" y="150352"/>
                </a:lnTo>
                <a:lnTo>
                  <a:pt x="2358" y="213724"/>
                </a:lnTo>
                <a:lnTo>
                  <a:pt x="0" y="246951"/>
                </a:lnTo>
                <a:lnTo>
                  <a:pt x="0" y="278852"/>
                </a:lnTo>
                <a:lnTo>
                  <a:pt x="7050" y="331684"/>
                </a:lnTo>
                <a:lnTo>
                  <a:pt x="22921" y="366619"/>
                </a:lnTo>
                <a:lnTo>
                  <a:pt x="60435" y="391604"/>
                </a:lnTo>
                <a:lnTo>
                  <a:pt x="75483" y="392820"/>
                </a:lnTo>
                <a:lnTo>
                  <a:pt x="91194" y="390130"/>
                </a:lnTo>
                <a:lnTo>
                  <a:pt x="138621" y="357738"/>
                </a:lnTo>
                <a:lnTo>
                  <a:pt x="166788" y="316870"/>
                </a:lnTo>
                <a:lnTo>
                  <a:pt x="188456" y="270487"/>
                </a:lnTo>
                <a:lnTo>
                  <a:pt x="202337" y="227003"/>
                </a:lnTo>
                <a:lnTo>
                  <a:pt x="187695" y="269848"/>
                </a:lnTo>
                <a:lnTo>
                  <a:pt x="189623" y="319523"/>
                </a:lnTo>
                <a:lnTo>
                  <a:pt x="199683" y="357112"/>
                </a:lnTo>
                <a:lnTo>
                  <a:pt x="233083" y="380831"/>
                </a:lnTo>
                <a:lnTo>
                  <a:pt x="271224" y="375193"/>
                </a:lnTo>
                <a:lnTo>
                  <a:pt x="312018" y="349655"/>
                </a:lnTo>
                <a:lnTo>
                  <a:pt x="334411" y="314266"/>
                </a:lnTo>
                <a:lnTo>
                  <a:pt x="339644" y="283999"/>
                </a:lnTo>
                <a:lnTo>
                  <a:pt x="339423" y="276530"/>
                </a:lnTo>
                <a:lnTo>
                  <a:pt x="309352" y="240551"/>
                </a:lnTo>
                <a:lnTo>
                  <a:pt x="265229" y="222580"/>
                </a:lnTo>
                <a:lnTo>
                  <a:pt x="224939" y="213810"/>
                </a:lnTo>
                <a:lnTo>
                  <a:pt x="184746" y="218748"/>
                </a:lnTo>
                <a:lnTo>
                  <a:pt x="249826" y="220394"/>
                </a:lnTo>
                <a:lnTo>
                  <a:pt x="282033" y="219534"/>
                </a:lnTo>
                <a:lnTo>
                  <a:pt x="315126" y="218674"/>
                </a:lnTo>
                <a:lnTo>
                  <a:pt x="368929" y="217532"/>
                </a:lnTo>
                <a:lnTo>
                  <a:pt x="411160" y="218748"/>
                </a:lnTo>
                <a:lnTo>
                  <a:pt x="442287" y="242640"/>
                </a:lnTo>
                <a:lnTo>
                  <a:pt x="450468" y="283213"/>
                </a:lnTo>
                <a:lnTo>
                  <a:pt x="449694" y="334731"/>
                </a:lnTo>
                <a:lnTo>
                  <a:pt x="442471" y="372908"/>
                </a:lnTo>
                <a:lnTo>
                  <a:pt x="441034" y="374407"/>
                </a:lnTo>
                <a:lnTo>
                  <a:pt x="440199" y="372822"/>
                </a:lnTo>
                <a:lnTo>
                  <a:pt x="448576" y="324203"/>
                </a:lnTo>
                <a:lnTo>
                  <a:pt x="462088" y="276862"/>
                </a:lnTo>
                <a:lnTo>
                  <a:pt x="480833" y="232444"/>
                </a:lnTo>
                <a:lnTo>
                  <a:pt x="501863" y="200384"/>
                </a:lnTo>
                <a:lnTo>
                  <a:pt x="536441" y="178715"/>
                </a:lnTo>
                <a:lnTo>
                  <a:pt x="544020" y="181012"/>
                </a:lnTo>
                <a:lnTo>
                  <a:pt x="573109" y="219534"/>
                </a:lnTo>
                <a:lnTo>
                  <a:pt x="582542" y="260021"/>
                </a:lnTo>
                <a:lnTo>
                  <a:pt x="587259" y="302867"/>
                </a:lnTo>
                <a:lnTo>
                  <a:pt x="587898" y="320838"/>
                </a:lnTo>
                <a:lnTo>
                  <a:pt x="587652" y="336377"/>
                </a:lnTo>
                <a:lnTo>
                  <a:pt x="586817" y="350294"/>
                </a:lnTo>
                <a:lnTo>
                  <a:pt x="585687" y="363401"/>
                </a:lnTo>
              </a:path>
            </a:pathLst>
          </a:custGeom>
          <a:ln w="47301">
            <a:solidFill>
              <a:srgbClr val="6118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5054999" y="2613837"/>
            <a:ext cx="25400" cy="314960"/>
          </a:xfrm>
          <a:custGeom>
            <a:avLst/>
            <a:gdLst/>
            <a:ahLst/>
            <a:cxnLst/>
            <a:rect l="l" t="t" r="r" b="b"/>
            <a:pathLst>
              <a:path w="25400" h="314960">
                <a:moveTo>
                  <a:pt x="4422" y="15723"/>
                </a:moveTo>
                <a:lnTo>
                  <a:pt x="2849" y="7861"/>
                </a:lnTo>
                <a:lnTo>
                  <a:pt x="1277" y="0"/>
                </a:lnTo>
                <a:lnTo>
                  <a:pt x="491" y="0"/>
                </a:lnTo>
                <a:lnTo>
                  <a:pt x="61" y="1719"/>
                </a:lnTo>
                <a:lnTo>
                  <a:pt x="0" y="7861"/>
                </a:lnTo>
                <a:lnTo>
                  <a:pt x="380" y="19899"/>
                </a:lnTo>
                <a:lnTo>
                  <a:pt x="2751" y="66946"/>
                </a:lnTo>
                <a:lnTo>
                  <a:pt x="7468" y="139911"/>
                </a:lnTo>
                <a:lnTo>
                  <a:pt x="10711" y="180816"/>
                </a:lnTo>
                <a:lnTo>
                  <a:pt x="14457" y="221499"/>
                </a:lnTo>
                <a:lnTo>
                  <a:pt x="21656" y="288716"/>
                </a:lnTo>
                <a:lnTo>
                  <a:pt x="25169" y="314659"/>
                </a:lnTo>
                <a:lnTo>
                  <a:pt x="25157" y="310532"/>
                </a:lnTo>
                <a:lnTo>
                  <a:pt x="24407" y="299329"/>
                </a:lnTo>
                <a:lnTo>
                  <a:pt x="23290" y="284589"/>
                </a:lnTo>
              </a:path>
            </a:pathLst>
          </a:custGeom>
          <a:ln w="47301">
            <a:solidFill>
              <a:srgbClr val="61187C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2" name="object 3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65015" y="2752922"/>
            <a:ext cx="146357" cy="70100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158410" y="2725405"/>
            <a:ext cx="193526" cy="237551"/>
          </a:xfrm>
          <a:prstGeom prst="rect">
            <a:avLst/>
          </a:prstGeom>
        </p:spPr>
      </p:pic>
      <p:grpSp>
        <p:nvGrpSpPr>
          <p:cNvPr id="34" name="object 34"/>
          <p:cNvGrpSpPr/>
          <p:nvPr/>
        </p:nvGrpSpPr>
        <p:grpSpPr>
          <a:xfrm>
            <a:off x="5378104" y="2500565"/>
            <a:ext cx="490855" cy="447040"/>
            <a:chOff x="5378104" y="2500565"/>
            <a:chExt cx="490855" cy="447040"/>
          </a:xfrm>
        </p:grpSpPr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78104" y="2706637"/>
              <a:ext cx="192974" cy="232626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5597521" y="2524216"/>
              <a:ext cx="37465" cy="394970"/>
            </a:xfrm>
            <a:custGeom>
              <a:avLst/>
              <a:gdLst/>
              <a:ahLst/>
              <a:cxnLst/>
              <a:rect l="l" t="t" r="r" b="b"/>
              <a:pathLst>
                <a:path w="37464" h="394969">
                  <a:moveTo>
                    <a:pt x="4348" y="29874"/>
                  </a:moveTo>
                  <a:lnTo>
                    <a:pt x="3181" y="19457"/>
                  </a:lnTo>
                  <a:lnTo>
                    <a:pt x="2088" y="10220"/>
                  </a:lnTo>
                  <a:lnTo>
                    <a:pt x="1142" y="3341"/>
                  </a:lnTo>
                  <a:lnTo>
                    <a:pt x="417" y="0"/>
                  </a:lnTo>
                  <a:lnTo>
                    <a:pt x="0" y="1326"/>
                  </a:lnTo>
                  <a:lnTo>
                    <a:pt x="1990" y="42452"/>
                  </a:lnTo>
                  <a:lnTo>
                    <a:pt x="6903" y="105639"/>
                  </a:lnTo>
                  <a:lnTo>
                    <a:pt x="9950" y="144272"/>
                  </a:lnTo>
                  <a:lnTo>
                    <a:pt x="12996" y="184747"/>
                  </a:lnTo>
                  <a:lnTo>
                    <a:pt x="15797" y="224939"/>
                  </a:lnTo>
                  <a:lnTo>
                    <a:pt x="18302" y="262773"/>
                  </a:lnTo>
                  <a:lnTo>
                    <a:pt x="20513" y="296184"/>
                  </a:lnTo>
                  <a:lnTo>
                    <a:pt x="22430" y="323110"/>
                  </a:lnTo>
                  <a:lnTo>
                    <a:pt x="24051" y="342224"/>
                  </a:lnTo>
                  <a:lnTo>
                    <a:pt x="25378" y="355146"/>
                  </a:lnTo>
                  <a:lnTo>
                    <a:pt x="26410" y="364236"/>
                  </a:lnTo>
                  <a:lnTo>
                    <a:pt x="27147" y="371852"/>
                  </a:lnTo>
                  <a:lnTo>
                    <a:pt x="27933" y="382072"/>
                  </a:lnTo>
                  <a:lnTo>
                    <a:pt x="27933" y="394651"/>
                  </a:lnTo>
                  <a:lnTo>
                    <a:pt x="28719" y="394651"/>
                  </a:lnTo>
                  <a:lnTo>
                    <a:pt x="29505" y="394651"/>
                  </a:lnTo>
                  <a:lnTo>
                    <a:pt x="31078" y="382072"/>
                  </a:lnTo>
                  <a:lnTo>
                    <a:pt x="32650" y="371852"/>
                  </a:lnTo>
                  <a:lnTo>
                    <a:pt x="33829" y="364592"/>
                  </a:lnTo>
                  <a:lnTo>
                    <a:pt x="35008" y="357996"/>
                  </a:lnTo>
                  <a:lnTo>
                    <a:pt x="36187" y="351842"/>
                  </a:lnTo>
                  <a:lnTo>
                    <a:pt x="37367" y="345909"/>
                  </a:lnTo>
                </a:path>
              </a:pathLst>
            </a:custGeom>
            <a:ln w="47301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5691492" y="2677516"/>
              <a:ext cx="153670" cy="246379"/>
            </a:xfrm>
            <a:custGeom>
              <a:avLst/>
              <a:gdLst/>
              <a:ahLst/>
              <a:cxnLst/>
              <a:rect l="l" t="t" r="r" b="b"/>
              <a:pathLst>
                <a:path w="153670" h="246380">
                  <a:moveTo>
                    <a:pt x="141508" y="65251"/>
                  </a:moveTo>
                  <a:lnTo>
                    <a:pt x="139850" y="25783"/>
                  </a:lnTo>
                  <a:lnTo>
                    <a:pt x="109275" y="0"/>
                  </a:lnTo>
                  <a:lnTo>
                    <a:pt x="95530" y="1596"/>
                  </a:lnTo>
                  <a:lnTo>
                    <a:pt x="50314" y="17295"/>
                  </a:lnTo>
                  <a:lnTo>
                    <a:pt x="24002" y="45597"/>
                  </a:lnTo>
                  <a:lnTo>
                    <a:pt x="19395" y="67916"/>
                  </a:lnTo>
                  <a:lnTo>
                    <a:pt x="21521" y="79303"/>
                  </a:lnTo>
                  <a:lnTo>
                    <a:pt x="54453" y="111671"/>
                  </a:lnTo>
                  <a:lnTo>
                    <a:pt x="92803" y="128942"/>
                  </a:lnTo>
                  <a:lnTo>
                    <a:pt x="123205" y="139678"/>
                  </a:lnTo>
                  <a:lnTo>
                    <a:pt x="132664" y="143178"/>
                  </a:lnTo>
                  <a:lnTo>
                    <a:pt x="153497" y="177376"/>
                  </a:lnTo>
                  <a:lnTo>
                    <a:pt x="152514" y="187891"/>
                  </a:lnTo>
                  <a:lnTo>
                    <a:pt x="121854" y="226413"/>
                  </a:lnTo>
                  <a:lnTo>
                    <a:pt x="80728" y="242775"/>
                  </a:lnTo>
                  <a:lnTo>
                    <a:pt x="58372" y="246263"/>
                  </a:lnTo>
                  <a:lnTo>
                    <a:pt x="50117" y="245477"/>
                  </a:lnTo>
                  <a:lnTo>
                    <a:pt x="18573" y="220025"/>
                  </a:lnTo>
                  <a:lnTo>
                    <a:pt x="9397" y="209007"/>
                  </a:lnTo>
                  <a:lnTo>
                    <a:pt x="0" y="197325"/>
                  </a:lnTo>
                </a:path>
              </a:pathLst>
            </a:custGeom>
            <a:ln w="47301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/>
          <p:nvPr/>
        </p:nvSpPr>
        <p:spPr>
          <a:xfrm>
            <a:off x="2903776" y="3433014"/>
            <a:ext cx="303530" cy="458470"/>
          </a:xfrm>
          <a:custGeom>
            <a:avLst/>
            <a:gdLst/>
            <a:ahLst/>
            <a:cxnLst/>
            <a:rect l="l" t="t" r="r" b="b"/>
            <a:pathLst>
              <a:path w="303530" h="458470">
                <a:moveTo>
                  <a:pt x="0" y="12578"/>
                </a:moveTo>
                <a:lnTo>
                  <a:pt x="4716" y="6289"/>
                </a:lnTo>
                <a:lnTo>
                  <a:pt x="9433" y="0"/>
                </a:lnTo>
                <a:lnTo>
                  <a:pt x="11792" y="2358"/>
                </a:lnTo>
                <a:lnTo>
                  <a:pt x="13192" y="5822"/>
                </a:lnTo>
                <a:lnTo>
                  <a:pt x="14150" y="12971"/>
                </a:lnTo>
                <a:lnTo>
                  <a:pt x="15109" y="24247"/>
                </a:lnTo>
                <a:lnTo>
                  <a:pt x="16509" y="40093"/>
                </a:lnTo>
                <a:lnTo>
                  <a:pt x="18683" y="60816"/>
                </a:lnTo>
                <a:lnTo>
                  <a:pt x="21521" y="86182"/>
                </a:lnTo>
                <a:lnTo>
                  <a:pt x="24800" y="115823"/>
                </a:lnTo>
                <a:lnTo>
                  <a:pt x="31802" y="186245"/>
                </a:lnTo>
                <a:lnTo>
                  <a:pt x="35082" y="225037"/>
                </a:lnTo>
                <a:lnTo>
                  <a:pt x="37919" y="264124"/>
                </a:lnTo>
                <a:lnTo>
                  <a:pt x="41469" y="336868"/>
                </a:lnTo>
                <a:lnTo>
                  <a:pt x="42747" y="395633"/>
                </a:lnTo>
                <a:lnTo>
                  <a:pt x="43238" y="418235"/>
                </a:lnTo>
                <a:lnTo>
                  <a:pt x="43951" y="435666"/>
                </a:lnTo>
                <a:lnTo>
                  <a:pt x="44811" y="448011"/>
                </a:lnTo>
                <a:lnTo>
                  <a:pt x="45670" y="455492"/>
                </a:lnTo>
                <a:lnTo>
                  <a:pt x="46383" y="458329"/>
                </a:lnTo>
                <a:lnTo>
                  <a:pt x="46813" y="456622"/>
                </a:lnTo>
                <a:lnTo>
                  <a:pt x="46874" y="449976"/>
                </a:lnTo>
                <a:lnTo>
                  <a:pt x="46493" y="437877"/>
                </a:lnTo>
                <a:lnTo>
                  <a:pt x="45597" y="419808"/>
                </a:lnTo>
                <a:lnTo>
                  <a:pt x="44147" y="395560"/>
                </a:lnTo>
                <a:lnTo>
                  <a:pt x="42256" y="366152"/>
                </a:lnTo>
                <a:lnTo>
                  <a:pt x="40069" y="332913"/>
                </a:lnTo>
                <a:lnTo>
                  <a:pt x="37735" y="297167"/>
                </a:lnTo>
                <a:lnTo>
                  <a:pt x="33116" y="222679"/>
                </a:lnTo>
                <a:lnTo>
                  <a:pt x="29087" y="149369"/>
                </a:lnTo>
                <a:lnTo>
                  <a:pt x="26139" y="83725"/>
                </a:lnTo>
                <a:lnTo>
                  <a:pt x="24371" y="34590"/>
                </a:lnTo>
                <a:lnTo>
                  <a:pt x="23781" y="8647"/>
                </a:lnTo>
                <a:lnTo>
                  <a:pt x="23928" y="3193"/>
                </a:lnTo>
                <a:lnTo>
                  <a:pt x="24371" y="1572"/>
                </a:lnTo>
                <a:lnTo>
                  <a:pt x="25218" y="3206"/>
                </a:lnTo>
                <a:lnTo>
                  <a:pt x="27024" y="8745"/>
                </a:lnTo>
                <a:lnTo>
                  <a:pt x="30451" y="19150"/>
                </a:lnTo>
                <a:lnTo>
                  <a:pt x="44614" y="57868"/>
                </a:lnTo>
                <a:lnTo>
                  <a:pt x="68002" y="114643"/>
                </a:lnTo>
                <a:lnTo>
                  <a:pt x="96071" y="173089"/>
                </a:lnTo>
                <a:lnTo>
                  <a:pt x="123218" y="220824"/>
                </a:lnTo>
                <a:lnTo>
                  <a:pt x="150156" y="257957"/>
                </a:lnTo>
                <a:lnTo>
                  <a:pt x="166677" y="264529"/>
                </a:lnTo>
                <a:lnTo>
                  <a:pt x="172856" y="262478"/>
                </a:lnTo>
                <a:lnTo>
                  <a:pt x="198885" y="229631"/>
                </a:lnTo>
                <a:lnTo>
                  <a:pt x="221954" y="183494"/>
                </a:lnTo>
                <a:lnTo>
                  <a:pt x="244212" y="128524"/>
                </a:lnTo>
                <a:lnTo>
                  <a:pt x="262122" y="75630"/>
                </a:lnTo>
                <a:lnTo>
                  <a:pt x="273926" y="35745"/>
                </a:lnTo>
                <a:lnTo>
                  <a:pt x="277513" y="22602"/>
                </a:lnTo>
                <a:lnTo>
                  <a:pt x="279921" y="13880"/>
                </a:lnTo>
                <a:lnTo>
                  <a:pt x="281444" y="9433"/>
                </a:lnTo>
                <a:lnTo>
                  <a:pt x="282365" y="9347"/>
                </a:lnTo>
                <a:lnTo>
                  <a:pt x="282918" y="14642"/>
                </a:lnTo>
                <a:lnTo>
                  <a:pt x="283324" y="26569"/>
                </a:lnTo>
                <a:lnTo>
                  <a:pt x="283803" y="46383"/>
                </a:lnTo>
                <a:lnTo>
                  <a:pt x="284540" y="74758"/>
                </a:lnTo>
                <a:lnTo>
                  <a:pt x="286898" y="150082"/>
                </a:lnTo>
                <a:lnTo>
                  <a:pt x="288519" y="192608"/>
                </a:lnTo>
                <a:lnTo>
                  <a:pt x="290399" y="235405"/>
                </a:lnTo>
                <a:lnTo>
                  <a:pt x="292352" y="276137"/>
                </a:lnTo>
                <a:lnTo>
                  <a:pt x="294158" y="312448"/>
                </a:lnTo>
                <a:lnTo>
                  <a:pt x="295595" y="341978"/>
                </a:lnTo>
                <a:lnTo>
                  <a:pt x="297806" y="386863"/>
                </a:lnTo>
                <a:lnTo>
                  <a:pt x="303456" y="410374"/>
                </a:lnTo>
                <a:lnTo>
                  <a:pt x="303456" y="408801"/>
                </a:lnTo>
                <a:lnTo>
                  <a:pt x="303456" y="407229"/>
                </a:lnTo>
                <a:lnTo>
                  <a:pt x="300312" y="396223"/>
                </a:lnTo>
                <a:lnTo>
                  <a:pt x="297167" y="385217"/>
                </a:lnTo>
              </a:path>
            </a:pathLst>
          </a:custGeom>
          <a:ln w="47301">
            <a:solidFill>
              <a:srgbClr val="61187C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9" name="object 39"/>
          <p:cNvGrpSpPr/>
          <p:nvPr/>
        </p:nvGrpSpPr>
        <p:grpSpPr>
          <a:xfrm>
            <a:off x="3299147" y="3392067"/>
            <a:ext cx="1203960" cy="449580"/>
            <a:chOff x="3299147" y="3392067"/>
            <a:chExt cx="1203960" cy="449580"/>
          </a:xfrm>
        </p:grpSpPr>
        <p:pic>
          <p:nvPicPr>
            <p:cNvPr id="40" name="object 4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299147" y="3590178"/>
              <a:ext cx="172914" cy="251309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3516979" y="3415718"/>
              <a:ext cx="634365" cy="393700"/>
            </a:xfrm>
            <a:custGeom>
              <a:avLst/>
              <a:gdLst/>
              <a:ahLst/>
              <a:cxnLst/>
              <a:rect l="l" t="t" r="r" b="b"/>
              <a:pathLst>
                <a:path w="634364" h="393700">
                  <a:moveTo>
                    <a:pt x="0" y="213834"/>
                  </a:moveTo>
                  <a:lnTo>
                    <a:pt x="1166" y="204560"/>
                  </a:lnTo>
                  <a:lnTo>
                    <a:pt x="2260" y="196244"/>
                  </a:lnTo>
                  <a:lnTo>
                    <a:pt x="3206" y="189844"/>
                  </a:lnTo>
                  <a:lnTo>
                    <a:pt x="3930" y="186319"/>
                  </a:lnTo>
                  <a:lnTo>
                    <a:pt x="4422" y="186565"/>
                  </a:lnTo>
                  <a:lnTo>
                    <a:pt x="4913" y="191232"/>
                  </a:lnTo>
                  <a:lnTo>
                    <a:pt x="5699" y="200912"/>
                  </a:lnTo>
                  <a:lnTo>
                    <a:pt x="7075" y="216193"/>
                  </a:lnTo>
                  <a:lnTo>
                    <a:pt x="9225" y="237112"/>
                  </a:lnTo>
                  <a:lnTo>
                    <a:pt x="11890" y="261495"/>
                  </a:lnTo>
                  <a:lnTo>
                    <a:pt x="14703" y="286615"/>
                  </a:lnTo>
                  <a:lnTo>
                    <a:pt x="17295" y="309746"/>
                  </a:lnTo>
                  <a:lnTo>
                    <a:pt x="19396" y="328773"/>
                  </a:lnTo>
                  <a:lnTo>
                    <a:pt x="24370" y="367135"/>
                  </a:lnTo>
                  <a:lnTo>
                    <a:pt x="31446" y="393078"/>
                  </a:lnTo>
                  <a:lnTo>
                    <a:pt x="32465" y="392354"/>
                  </a:lnTo>
                  <a:lnTo>
                    <a:pt x="33706" y="387280"/>
                  </a:lnTo>
                  <a:lnTo>
                    <a:pt x="35978" y="377048"/>
                  </a:lnTo>
                  <a:lnTo>
                    <a:pt x="40094" y="360846"/>
                  </a:lnTo>
                  <a:lnTo>
                    <a:pt x="55227" y="312301"/>
                  </a:lnTo>
                  <a:lnTo>
                    <a:pt x="76257" y="260218"/>
                  </a:lnTo>
                  <a:lnTo>
                    <a:pt x="98761" y="223661"/>
                  </a:lnTo>
                  <a:lnTo>
                    <a:pt x="128377" y="198811"/>
                  </a:lnTo>
                  <a:lnTo>
                    <a:pt x="136300" y="197620"/>
                  </a:lnTo>
                  <a:lnTo>
                    <a:pt x="143486" y="200408"/>
                  </a:lnTo>
                  <a:lnTo>
                    <a:pt x="162145" y="234176"/>
                  </a:lnTo>
                  <a:lnTo>
                    <a:pt x="172880" y="287709"/>
                  </a:lnTo>
                  <a:lnTo>
                    <a:pt x="175313" y="335689"/>
                  </a:lnTo>
                  <a:lnTo>
                    <a:pt x="176086" y="348218"/>
                  </a:lnTo>
                  <a:lnTo>
                    <a:pt x="194967" y="382072"/>
                  </a:lnTo>
                  <a:lnTo>
                    <a:pt x="232395" y="350749"/>
                  </a:lnTo>
                  <a:lnTo>
                    <a:pt x="255501" y="301884"/>
                  </a:lnTo>
                  <a:lnTo>
                    <a:pt x="265721" y="259432"/>
                  </a:lnTo>
                  <a:lnTo>
                    <a:pt x="271224" y="221696"/>
                  </a:lnTo>
                  <a:lnTo>
                    <a:pt x="254690" y="265033"/>
                  </a:lnTo>
                  <a:lnTo>
                    <a:pt x="258277" y="305987"/>
                  </a:lnTo>
                  <a:lnTo>
                    <a:pt x="269431" y="343968"/>
                  </a:lnTo>
                  <a:lnTo>
                    <a:pt x="297560" y="379026"/>
                  </a:lnTo>
                  <a:lnTo>
                    <a:pt x="319966" y="385217"/>
                  </a:lnTo>
                  <a:lnTo>
                    <a:pt x="331033" y="383657"/>
                  </a:lnTo>
                  <a:lnTo>
                    <a:pt x="363204" y="356129"/>
                  </a:lnTo>
                  <a:lnTo>
                    <a:pt x="383546" y="315544"/>
                  </a:lnTo>
                  <a:lnTo>
                    <a:pt x="398581" y="262576"/>
                  </a:lnTo>
                  <a:lnTo>
                    <a:pt x="404478" y="204400"/>
                  </a:lnTo>
                  <a:lnTo>
                    <a:pt x="404551" y="175018"/>
                  </a:lnTo>
                  <a:lnTo>
                    <a:pt x="403298" y="146225"/>
                  </a:lnTo>
                  <a:lnTo>
                    <a:pt x="401161" y="118672"/>
                  </a:lnTo>
                  <a:lnTo>
                    <a:pt x="398581" y="93258"/>
                  </a:lnTo>
                  <a:lnTo>
                    <a:pt x="396002" y="70938"/>
                  </a:lnTo>
                  <a:lnTo>
                    <a:pt x="393864" y="52672"/>
                  </a:lnTo>
                  <a:lnTo>
                    <a:pt x="392476" y="39049"/>
                  </a:lnTo>
                  <a:lnTo>
                    <a:pt x="385217" y="0"/>
                  </a:lnTo>
                  <a:lnTo>
                    <a:pt x="382072" y="1572"/>
                  </a:lnTo>
                  <a:lnTo>
                    <a:pt x="374211" y="41666"/>
                  </a:lnTo>
                  <a:lnTo>
                    <a:pt x="373228" y="93356"/>
                  </a:lnTo>
                  <a:lnTo>
                    <a:pt x="373989" y="124802"/>
                  </a:lnTo>
                  <a:lnTo>
                    <a:pt x="378756" y="191576"/>
                  </a:lnTo>
                  <a:lnTo>
                    <a:pt x="388828" y="254862"/>
                  </a:lnTo>
                  <a:lnTo>
                    <a:pt x="405239" y="305410"/>
                  </a:lnTo>
                  <a:lnTo>
                    <a:pt x="425630" y="339386"/>
                  </a:lnTo>
                  <a:lnTo>
                    <a:pt x="459521" y="365330"/>
                  </a:lnTo>
                  <a:lnTo>
                    <a:pt x="490562" y="341978"/>
                  </a:lnTo>
                  <a:lnTo>
                    <a:pt x="506924" y="285706"/>
                  </a:lnTo>
                  <a:lnTo>
                    <a:pt x="513987" y="243598"/>
                  </a:lnTo>
                  <a:lnTo>
                    <a:pt x="518077" y="194180"/>
                  </a:lnTo>
                  <a:lnTo>
                    <a:pt x="503141" y="233685"/>
                  </a:lnTo>
                  <a:lnTo>
                    <a:pt x="504713" y="278299"/>
                  </a:lnTo>
                  <a:lnTo>
                    <a:pt x="512476" y="315937"/>
                  </a:lnTo>
                  <a:lnTo>
                    <a:pt x="531049" y="353463"/>
                  </a:lnTo>
                  <a:lnTo>
                    <a:pt x="566475" y="370845"/>
                  </a:lnTo>
                  <a:lnTo>
                    <a:pt x="578022" y="369690"/>
                  </a:lnTo>
                  <a:lnTo>
                    <a:pt x="612073" y="344116"/>
                  </a:lnTo>
                  <a:lnTo>
                    <a:pt x="628385" y="308493"/>
                  </a:lnTo>
                  <a:lnTo>
                    <a:pt x="634232" y="266360"/>
                  </a:lnTo>
                  <a:lnTo>
                    <a:pt x="632660" y="245281"/>
                  </a:lnTo>
                  <a:lnTo>
                    <a:pt x="621850" y="207545"/>
                  </a:lnTo>
                  <a:lnTo>
                    <a:pt x="593549" y="170289"/>
                  </a:lnTo>
                  <a:lnTo>
                    <a:pt x="556599" y="150156"/>
                  </a:lnTo>
                  <a:lnTo>
                    <a:pt x="533076" y="188002"/>
                  </a:lnTo>
                  <a:lnTo>
                    <a:pt x="533015" y="199684"/>
                  </a:lnTo>
                </a:path>
              </a:pathLst>
            </a:custGeom>
            <a:ln w="47301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4218133" y="3574436"/>
              <a:ext cx="162560" cy="239395"/>
            </a:xfrm>
            <a:custGeom>
              <a:avLst/>
              <a:gdLst/>
              <a:ahLst/>
              <a:cxnLst/>
              <a:rect l="l" t="t" r="r" b="b"/>
              <a:pathLst>
                <a:path w="162560" h="239395">
                  <a:moveTo>
                    <a:pt x="1670" y="36249"/>
                  </a:moveTo>
                  <a:lnTo>
                    <a:pt x="577" y="25771"/>
                  </a:lnTo>
                  <a:lnTo>
                    <a:pt x="0" y="16103"/>
                  </a:lnTo>
                  <a:lnTo>
                    <a:pt x="454" y="8058"/>
                  </a:lnTo>
                  <a:lnTo>
                    <a:pt x="2456" y="2444"/>
                  </a:lnTo>
                  <a:lnTo>
                    <a:pt x="6412" y="0"/>
                  </a:lnTo>
                  <a:lnTo>
                    <a:pt x="12283" y="1166"/>
                  </a:lnTo>
                  <a:lnTo>
                    <a:pt x="39811" y="29837"/>
                  </a:lnTo>
                  <a:lnTo>
                    <a:pt x="62241" y="69095"/>
                  </a:lnTo>
                  <a:lnTo>
                    <a:pt x="80974" y="118206"/>
                  </a:lnTo>
                  <a:lnTo>
                    <a:pt x="92766" y="167144"/>
                  </a:lnTo>
                  <a:lnTo>
                    <a:pt x="97483" y="213429"/>
                  </a:lnTo>
                  <a:lnTo>
                    <a:pt x="83430" y="239077"/>
                  </a:lnTo>
                  <a:lnTo>
                    <a:pt x="79500" y="237505"/>
                  </a:lnTo>
                  <a:lnTo>
                    <a:pt x="77362" y="185705"/>
                  </a:lnTo>
                  <a:lnTo>
                    <a:pt x="85077" y="137724"/>
                  </a:lnTo>
                  <a:lnTo>
                    <a:pt x="99154" y="90960"/>
                  </a:lnTo>
                  <a:lnTo>
                    <a:pt x="117825" y="55141"/>
                  </a:lnTo>
                  <a:lnTo>
                    <a:pt x="145341" y="28191"/>
                  </a:lnTo>
                  <a:lnTo>
                    <a:pt x="153767" y="24628"/>
                  </a:lnTo>
                  <a:lnTo>
                    <a:pt x="162046" y="22098"/>
                  </a:lnTo>
                </a:path>
              </a:pathLst>
            </a:custGeom>
            <a:ln w="47301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432369" y="3563449"/>
              <a:ext cx="70222" cy="253274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4450934" y="3472321"/>
              <a:ext cx="14604" cy="20955"/>
            </a:xfrm>
            <a:custGeom>
              <a:avLst/>
              <a:gdLst/>
              <a:ahLst/>
              <a:cxnLst/>
              <a:rect l="l" t="t" r="r" b="b"/>
              <a:pathLst>
                <a:path w="14604" h="20954">
                  <a:moveTo>
                    <a:pt x="9433" y="20439"/>
                  </a:moveTo>
                  <a:lnTo>
                    <a:pt x="4716" y="11006"/>
                  </a:lnTo>
                  <a:lnTo>
                    <a:pt x="0" y="1572"/>
                  </a:lnTo>
                  <a:lnTo>
                    <a:pt x="786" y="786"/>
                  </a:lnTo>
                  <a:lnTo>
                    <a:pt x="1572" y="0"/>
                  </a:lnTo>
                  <a:lnTo>
                    <a:pt x="7861" y="7861"/>
                  </a:lnTo>
                  <a:lnTo>
                    <a:pt x="14150" y="15723"/>
                  </a:lnTo>
                </a:path>
              </a:pathLst>
            </a:custGeom>
            <a:ln w="47301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/>
          <p:nvPr/>
        </p:nvSpPr>
        <p:spPr>
          <a:xfrm>
            <a:off x="4573576" y="3558799"/>
            <a:ext cx="193675" cy="230504"/>
          </a:xfrm>
          <a:custGeom>
            <a:avLst/>
            <a:gdLst/>
            <a:ahLst/>
            <a:cxnLst/>
            <a:rect l="l" t="t" r="r" b="b"/>
            <a:pathLst>
              <a:path w="193675" h="230504">
                <a:moveTo>
                  <a:pt x="0" y="42452"/>
                </a:moveTo>
                <a:lnTo>
                  <a:pt x="0" y="34590"/>
                </a:lnTo>
                <a:lnTo>
                  <a:pt x="0" y="26729"/>
                </a:lnTo>
                <a:lnTo>
                  <a:pt x="1572" y="18081"/>
                </a:lnTo>
                <a:lnTo>
                  <a:pt x="3144" y="9433"/>
                </a:lnTo>
                <a:lnTo>
                  <a:pt x="6289" y="0"/>
                </a:lnTo>
                <a:lnTo>
                  <a:pt x="7861" y="0"/>
                </a:lnTo>
                <a:lnTo>
                  <a:pt x="8807" y="1903"/>
                </a:lnTo>
                <a:lnTo>
                  <a:pt x="9531" y="8156"/>
                </a:lnTo>
                <a:lnTo>
                  <a:pt x="10404" y="19567"/>
                </a:lnTo>
                <a:lnTo>
                  <a:pt x="11792" y="36949"/>
                </a:lnTo>
                <a:lnTo>
                  <a:pt x="16804" y="87754"/>
                </a:lnTo>
                <a:lnTo>
                  <a:pt x="23584" y="141508"/>
                </a:lnTo>
                <a:lnTo>
                  <a:pt x="30463" y="179440"/>
                </a:lnTo>
                <a:lnTo>
                  <a:pt x="36163" y="204401"/>
                </a:lnTo>
                <a:lnTo>
                  <a:pt x="38239" y="214313"/>
                </a:lnTo>
                <a:lnTo>
                  <a:pt x="39799" y="222384"/>
                </a:lnTo>
                <a:lnTo>
                  <a:pt x="40916" y="227948"/>
                </a:lnTo>
                <a:lnTo>
                  <a:pt x="41666" y="230344"/>
                </a:lnTo>
                <a:lnTo>
                  <a:pt x="42145" y="228882"/>
                </a:lnTo>
                <a:lnTo>
                  <a:pt x="42550" y="222777"/>
                </a:lnTo>
                <a:lnTo>
                  <a:pt x="43103" y="211218"/>
                </a:lnTo>
                <a:lnTo>
                  <a:pt x="44024" y="193394"/>
                </a:lnTo>
                <a:lnTo>
                  <a:pt x="48152" y="140722"/>
                </a:lnTo>
                <a:lnTo>
                  <a:pt x="58175" y="83332"/>
                </a:lnTo>
                <a:lnTo>
                  <a:pt x="76257" y="40781"/>
                </a:lnTo>
                <a:lnTo>
                  <a:pt x="110798" y="10981"/>
                </a:lnTo>
                <a:lnTo>
                  <a:pt x="122247" y="9433"/>
                </a:lnTo>
                <a:lnTo>
                  <a:pt x="133106" y="11423"/>
                </a:lnTo>
                <a:lnTo>
                  <a:pt x="166739" y="51223"/>
                </a:lnTo>
                <a:lnTo>
                  <a:pt x="178531" y="96771"/>
                </a:lnTo>
                <a:lnTo>
                  <a:pt x="187326" y="150475"/>
                </a:lnTo>
                <a:lnTo>
                  <a:pt x="193001" y="195458"/>
                </a:lnTo>
                <a:lnTo>
                  <a:pt x="193345" y="200138"/>
                </a:lnTo>
                <a:lnTo>
                  <a:pt x="193394" y="202828"/>
                </a:lnTo>
              </a:path>
            </a:pathLst>
          </a:custGeom>
          <a:ln w="47301">
            <a:solidFill>
              <a:srgbClr val="6118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4878605" y="3556871"/>
            <a:ext cx="180340" cy="777240"/>
          </a:xfrm>
          <a:custGeom>
            <a:avLst/>
            <a:gdLst/>
            <a:ahLst/>
            <a:cxnLst/>
            <a:rect l="l" t="t" r="r" b="b"/>
            <a:pathLst>
              <a:path w="180339" h="777239">
                <a:moveTo>
                  <a:pt x="128929" y="105701"/>
                </a:moveTo>
                <a:lnTo>
                  <a:pt x="123070" y="51751"/>
                </a:lnTo>
                <a:lnTo>
                  <a:pt x="104264" y="13229"/>
                </a:lnTo>
                <a:lnTo>
                  <a:pt x="71024" y="0"/>
                </a:lnTo>
                <a:lnTo>
                  <a:pt x="57979" y="3206"/>
                </a:lnTo>
                <a:lnTo>
                  <a:pt x="19015" y="49245"/>
                </a:lnTo>
                <a:lnTo>
                  <a:pt x="1817" y="103588"/>
                </a:lnTo>
                <a:lnTo>
                  <a:pt x="0" y="129286"/>
                </a:lnTo>
                <a:lnTo>
                  <a:pt x="4090" y="150315"/>
                </a:lnTo>
                <a:lnTo>
                  <a:pt x="35377" y="187461"/>
                </a:lnTo>
                <a:lnTo>
                  <a:pt x="77829" y="177241"/>
                </a:lnTo>
                <a:lnTo>
                  <a:pt x="104755" y="133020"/>
                </a:lnTo>
                <a:lnTo>
                  <a:pt x="128143" y="82902"/>
                </a:lnTo>
                <a:lnTo>
                  <a:pt x="140415" y="40671"/>
                </a:lnTo>
                <a:lnTo>
                  <a:pt x="123979" y="94424"/>
                </a:lnTo>
                <a:lnTo>
                  <a:pt x="117419" y="165031"/>
                </a:lnTo>
                <a:lnTo>
                  <a:pt x="116351" y="204757"/>
                </a:lnTo>
                <a:lnTo>
                  <a:pt x="117456" y="244863"/>
                </a:lnTo>
                <a:lnTo>
                  <a:pt x="120478" y="285043"/>
                </a:lnTo>
                <a:lnTo>
                  <a:pt x="124974" y="325371"/>
                </a:lnTo>
                <a:lnTo>
                  <a:pt x="130501" y="365919"/>
                </a:lnTo>
                <a:lnTo>
                  <a:pt x="136656" y="406762"/>
                </a:lnTo>
                <a:lnTo>
                  <a:pt x="143178" y="447974"/>
                </a:lnTo>
                <a:lnTo>
                  <a:pt x="149848" y="489628"/>
                </a:lnTo>
                <a:lnTo>
                  <a:pt x="156445" y="531798"/>
                </a:lnTo>
                <a:lnTo>
                  <a:pt x="162734" y="574214"/>
                </a:lnTo>
                <a:lnTo>
                  <a:pt x="168434" y="615229"/>
                </a:lnTo>
                <a:lnTo>
                  <a:pt x="176885" y="685099"/>
                </a:lnTo>
                <a:lnTo>
                  <a:pt x="180030" y="729812"/>
                </a:lnTo>
                <a:lnTo>
                  <a:pt x="179759" y="744245"/>
                </a:lnTo>
                <a:lnTo>
                  <a:pt x="160056" y="777239"/>
                </a:lnTo>
                <a:lnTo>
                  <a:pt x="154283" y="776195"/>
                </a:lnTo>
                <a:lnTo>
                  <a:pt x="121657" y="741506"/>
                </a:lnTo>
                <a:lnTo>
                  <a:pt x="102200" y="696891"/>
                </a:lnTo>
                <a:lnTo>
                  <a:pt x="85396" y="631051"/>
                </a:lnTo>
                <a:lnTo>
                  <a:pt x="76257" y="561672"/>
                </a:lnTo>
                <a:lnTo>
                  <a:pt x="76072" y="532118"/>
                </a:lnTo>
                <a:lnTo>
                  <a:pt x="78910" y="506838"/>
                </a:lnTo>
                <a:lnTo>
                  <a:pt x="92766" y="467333"/>
                </a:lnTo>
                <a:lnTo>
                  <a:pt x="129028" y="427755"/>
                </a:lnTo>
                <a:lnTo>
                  <a:pt x="143080" y="417019"/>
                </a:lnTo>
              </a:path>
            </a:pathLst>
          </a:custGeom>
          <a:ln w="47301">
            <a:solidFill>
              <a:srgbClr val="6118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3842448" y="3506913"/>
            <a:ext cx="137160" cy="9525"/>
          </a:xfrm>
          <a:custGeom>
            <a:avLst/>
            <a:gdLst/>
            <a:ahLst/>
            <a:cxnLst/>
            <a:rect l="l" t="t" r="r" b="b"/>
            <a:pathLst>
              <a:path w="137160" h="9525">
                <a:moveTo>
                  <a:pt x="0" y="9433"/>
                </a:moveTo>
                <a:lnTo>
                  <a:pt x="56898" y="9237"/>
                </a:lnTo>
                <a:lnTo>
                  <a:pt x="101414" y="7861"/>
                </a:lnTo>
                <a:lnTo>
                  <a:pt x="131816" y="2333"/>
                </a:lnTo>
                <a:lnTo>
                  <a:pt x="136791" y="0"/>
                </a:lnTo>
              </a:path>
            </a:pathLst>
          </a:custGeom>
          <a:ln w="47301">
            <a:solidFill>
              <a:srgbClr val="61187C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8" name="object 4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682007" y="3370054"/>
            <a:ext cx="75603" cy="85037"/>
          </a:xfrm>
          <a:prstGeom prst="rect">
            <a:avLst/>
          </a:prstGeom>
        </p:spPr>
      </p:pic>
      <p:sp>
        <p:nvSpPr>
          <p:cNvPr id="49" name="object 49"/>
          <p:cNvSpPr/>
          <p:nvPr/>
        </p:nvSpPr>
        <p:spPr>
          <a:xfrm>
            <a:off x="5175158" y="3358329"/>
            <a:ext cx="318770" cy="404495"/>
          </a:xfrm>
          <a:custGeom>
            <a:avLst/>
            <a:gdLst/>
            <a:ahLst/>
            <a:cxnLst/>
            <a:rect l="l" t="t" r="r" b="b"/>
            <a:pathLst>
              <a:path w="318770" h="404495">
                <a:moveTo>
                  <a:pt x="318221" y="341978"/>
                </a:moveTo>
                <a:lnTo>
                  <a:pt x="266826" y="312694"/>
                </a:lnTo>
                <a:lnTo>
                  <a:pt x="218379" y="277513"/>
                </a:lnTo>
                <a:lnTo>
                  <a:pt x="174944" y="232211"/>
                </a:lnTo>
                <a:lnTo>
                  <a:pt x="135047" y="179243"/>
                </a:lnTo>
                <a:lnTo>
                  <a:pt x="97311" y="123721"/>
                </a:lnTo>
                <a:lnTo>
                  <a:pt x="79991" y="97766"/>
                </a:lnTo>
                <a:lnTo>
                  <a:pt x="64293" y="74684"/>
                </a:lnTo>
                <a:lnTo>
                  <a:pt x="38841" y="39799"/>
                </a:lnTo>
                <a:lnTo>
                  <a:pt x="14814" y="9507"/>
                </a:lnTo>
                <a:lnTo>
                  <a:pt x="3758" y="0"/>
                </a:lnTo>
                <a:lnTo>
                  <a:pt x="1719" y="2063"/>
                </a:lnTo>
                <a:lnTo>
                  <a:pt x="417" y="7665"/>
                </a:lnTo>
                <a:lnTo>
                  <a:pt x="0" y="17688"/>
                </a:lnTo>
                <a:lnTo>
                  <a:pt x="614" y="33018"/>
                </a:lnTo>
                <a:lnTo>
                  <a:pt x="2321" y="54244"/>
                </a:lnTo>
                <a:lnTo>
                  <a:pt x="4839" y="80777"/>
                </a:lnTo>
                <a:lnTo>
                  <a:pt x="7800" y="111732"/>
                </a:lnTo>
                <a:lnTo>
                  <a:pt x="10834" y="146225"/>
                </a:lnTo>
                <a:lnTo>
                  <a:pt x="15944" y="220713"/>
                </a:lnTo>
                <a:lnTo>
                  <a:pt x="18695" y="289306"/>
                </a:lnTo>
                <a:lnTo>
                  <a:pt x="18867" y="316698"/>
                </a:lnTo>
                <a:lnTo>
                  <a:pt x="18302" y="339227"/>
                </a:lnTo>
                <a:lnTo>
                  <a:pt x="17148" y="357628"/>
                </a:lnTo>
                <a:lnTo>
                  <a:pt x="15551" y="372638"/>
                </a:lnTo>
                <a:lnTo>
                  <a:pt x="13720" y="384848"/>
                </a:lnTo>
                <a:lnTo>
                  <a:pt x="12111" y="394258"/>
                </a:lnTo>
                <a:lnTo>
                  <a:pt x="11239" y="400719"/>
                </a:lnTo>
                <a:lnTo>
                  <a:pt x="11620" y="404085"/>
                </a:lnTo>
                <a:lnTo>
                  <a:pt x="13843" y="404195"/>
                </a:lnTo>
                <a:lnTo>
                  <a:pt x="18794" y="400842"/>
                </a:lnTo>
                <a:lnTo>
                  <a:pt x="27429" y="393803"/>
                </a:lnTo>
                <a:lnTo>
                  <a:pt x="40708" y="382858"/>
                </a:lnTo>
                <a:lnTo>
                  <a:pt x="59146" y="367958"/>
                </a:lnTo>
                <a:lnTo>
                  <a:pt x="106045" y="329019"/>
                </a:lnTo>
                <a:lnTo>
                  <a:pt x="155192" y="283373"/>
                </a:lnTo>
                <a:lnTo>
                  <a:pt x="197448" y="239274"/>
                </a:lnTo>
                <a:lnTo>
                  <a:pt x="214449" y="220910"/>
                </a:lnTo>
                <a:lnTo>
                  <a:pt x="228120" y="206329"/>
                </a:lnTo>
                <a:lnTo>
                  <a:pt x="238918" y="195065"/>
                </a:lnTo>
                <a:lnTo>
                  <a:pt x="247504" y="186307"/>
                </a:lnTo>
                <a:lnTo>
                  <a:pt x="254543" y="179244"/>
                </a:lnTo>
                <a:lnTo>
                  <a:pt x="263191" y="170596"/>
                </a:lnTo>
                <a:lnTo>
                  <a:pt x="269480" y="164307"/>
                </a:lnTo>
                <a:lnTo>
                  <a:pt x="268694" y="163520"/>
                </a:lnTo>
                <a:lnTo>
                  <a:pt x="267907" y="162734"/>
                </a:lnTo>
                <a:lnTo>
                  <a:pt x="260046" y="167451"/>
                </a:lnTo>
                <a:lnTo>
                  <a:pt x="252184" y="172168"/>
                </a:lnTo>
              </a:path>
            </a:pathLst>
          </a:custGeom>
          <a:ln w="47301">
            <a:solidFill>
              <a:srgbClr val="61187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5724805" y="3313518"/>
            <a:ext cx="9525" cy="346075"/>
          </a:xfrm>
          <a:custGeom>
            <a:avLst/>
            <a:gdLst/>
            <a:ahLst/>
            <a:cxnLst/>
            <a:rect l="l" t="t" r="r" b="b"/>
            <a:pathLst>
              <a:path w="9525" h="346075">
                <a:moveTo>
                  <a:pt x="9139" y="18867"/>
                </a:moveTo>
                <a:lnTo>
                  <a:pt x="9139" y="9433"/>
                </a:lnTo>
                <a:lnTo>
                  <a:pt x="9139" y="0"/>
                </a:lnTo>
                <a:lnTo>
                  <a:pt x="8353" y="1572"/>
                </a:lnTo>
                <a:lnTo>
                  <a:pt x="4422" y="51100"/>
                </a:lnTo>
                <a:lnTo>
                  <a:pt x="2161" y="116744"/>
                </a:lnTo>
                <a:lnTo>
                  <a:pt x="491" y="189464"/>
                </a:lnTo>
                <a:lnTo>
                  <a:pt x="0" y="247541"/>
                </a:lnTo>
                <a:lnTo>
                  <a:pt x="380" y="270720"/>
                </a:lnTo>
                <a:lnTo>
                  <a:pt x="4422" y="323012"/>
                </a:lnTo>
                <a:lnTo>
                  <a:pt x="9139" y="345909"/>
                </a:lnTo>
                <a:lnTo>
                  <a:pt x="9139" y="338047"/>
                </a:lnTo>
                <a:lnTo>
                  <a:pt x="8353" y="330972"/>
                </a:lnTo>
                <a:lnTo>
                  <a:pt x="7566" y="323896"/>
                </a:lnTo>
                <a:lnTo>
                  <a:pt x="5994" y="317607"/>
                </a:lnTo>
                <a:lnTo>
                  <a:pt x="4422" y="311318"/>
                </a:lnTo>
              </a:path>
            </a:pathLst>
          </a:custGeom>
          <a:ln w="47301">
            <a:solidFill>
              <a:srgbClr val="61187C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1" name="object 51"/>
          <p:cNvGrpSpPr/>
          <p:nvPr/>
        </p:nvGrpSpPr>
        <p:grpSpPr>
          <a:xfrm>
            <a:off x="5834505" y="3333892"/>
            <a:ext cx="767080" cy="799465"/>
            <a:chOff x="5834505" y="3333892"/>
            <a:chExt cx="767080" cy="799465"/>
          </a:xfrm>
        </p:grpSpPr>
        <p:sp>
          <p:nvSpPr>
            <p:cNvPr id="52" name="object 52"/>
            <p:cNvSpPr/>
            <p:nvPr/>
          </p:nvSpPr>
          <p:spPr>
            <a:xfrm>
              <a:off x="5858156" y="3451415"/>
              <a:ext cx="147320" cy="214629"/>
            </a:xfrm>
            <a:custGeom>
              <a:avLst/>
              <a:gdLst/>
              <a:ahLst/>
              <a:cxnLst/>
              <a:rect l="l" t="t" r="r" b="b"/>
              <a:pathLst>
                <a:path w="147320" h="214629">
                  <a:moveTo>
                    <a:pt x="22012" y="22479"/>
                  </a:moveTo>
                  <a:lnTo>
                    <a:pt x="3021" y="59809"/>
                  </a:lnTo>
                  <a:lnTo>
                    <a:pt x="1302" y="93393"/>
                  </a:lnTo>
                  <a:lnTo>
                    <a:pt x="2358" y="112101"/>
                  </a:lnTo>
                  <a:lnTo>
                    <a:pt x="15624" y="166051"/>
                  </a:lnTo>
                  <a:lnTo>
                    <a:pt x="48446" y="204278"/>
                  </a:lnTo>
                  <a:lnTo>
                    <a:pt x="75470" y="214301"/>
                  </a:lnTo>
                  <a:lnTo>
                    <a:pt x="87877" y="213392"/>
                  </a:lnTo>
                  <a:lnTo>
                    <a:pt x="119495" y="184427"/>
                  </a:lnTo>
                  <a:lnTo>
                    <a:pt x="136398" y="144628"/>
                  </a:lnTo>
                  <a:lnTo>
                    <a:pt x="146225" y="101881"/>
                  </a:lnTo>
                  <a:lnTo>
                    <a:pt x="147085" y="83934"/>
                  </a:lnTo>
                  <a:lnTo>
                    <a:pt x="144849" y="68567"/>
                  </a:lnTo>
                  <a:lnTo>
                    <a:pt x="118316" y="31507"/>
                  </a:lnTo>
                  <a:lnTo>
                    <a:pt x="72326" y="5969"/>
                  </a:lnTo>
                  <a:lnTo>
                    <a:pt x="32637" y="0"/>
                  </a:lnTo>
                  <a:lnTo>
                    <a:pt x="22798" y="1252"/>
                  </a:lnTo>
                  <a:lnTo>
                    <a:pt x="11006" y="3611"/>
                  </a:lnTo>
                  <a:lnTo>
                    <a:pt x="4716" y="8328"/>
                  </a:lnTo>
                  <a:lnTo>
                    <a:pt x="2358" y="14617"/>
                  </a:lnTo>
                  <a:lnTo>
                    <a:pt x="0" y="20906"/>
                  </a:lnTo>
                  <a:lnTo>
                    <a:pt x="1572" y="28768"/>
                  </a:lnTo>
                  <a:lnTo>
                    <a:pt x="3144" y="36630"/>
                  </a:lnTo>
                </a:path>
              </a:pathLst>
            </a:custGeom>
            <a:ln w="47301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6071795" y="3462655"/>
              <a:ext cx="175260" cy="647065"/>
            </a:xfrm>
            <a:custGeom>
              <a:avLst/>
              <a:gdLst/>
              <a:ahLst/>
              <a:cxnLst/>
              <a:rect l="l" t="t" r="r" b="b"/>
              <a:pathLst>
                <a:path w="175260" h="647064">
                  <a:moveTo>
                    <a:pt x="129126" y="63126"/>
                  </a:moveTo>
                  <a:lnTo>
                    <a:pt x="116523" y="23658"/>
                  </a:lnTo>
                  <a:lnTo>
                    <a:pt x="81072" y="0"/>
                  </a:lnTo>
                  <a:lnTo>
                    <a:pt x="67806" y="1805"/>
                  </a:lnTo>
                  <a:lnTo>
                    <a:pt x="23695" y="27675"/>
                  </a:lnTo>
                  <a:lnTo>
                    <a:pt x="3930" y="60435"/>
                  </a:lnTo>
                  <a:lnTo>
                    <a:pt x="0" y="79733"/>
                  </a:lnTo>
                  <a:lnTo>
                    <a:pt x="491" y="99178"/>
                  </a:lnTo>
                  <a:lnTo>
                    <a:pt x="29185" y="145181"/>
                  </a:lnTo>
                  <a:lnTo>
                    <a:pt x="77633" y="153091"/>
                  </a:lnTo>
                  <a:lnTo>
                    <a:pt x="116547" y="118157"/>
                  </a:lnTo>
                  <a:lnTo>
                    <a:pt x="130207" y="82485"/>
                  </a:lnTo>
                  <a:lnTo>
                    <a:pt x="137516" y="38079"/>
                  </a:lnTo>
                  <a:lnTo>
                    <a:pt x="118107" y="75753"/>
                  </a:lnTo>
                  <a:lnTo>
                    <a:pt x="115626" y="130882"/>
                  </a:lnTo>
                  <a:lnTo>
                    <a:pt x="121498" y="199106"/>
                  </a:lnTo>
                  <a:lnTo>
                    <a:pt x="135133" y="276297"/>
                  </a:lnTo>
                  <a:lnTo>
                    <a:pt x="143277" y="317841"/>
                  </a:lnTo>
                  <a:lnTo>
                    <a:pt x="151445" y="360969"/>
                  </a:lnTo>
                  <a:lnTo>
                    <a:pt x="159098" y="404613"/>
                  </a:lnTo>
                  <a:lnTo>
                    <a:pt x="165719" y="447520"/>
                  </a:lnTo>
                  <a:lnTo>
                    <a:pt x="170792" y="488437"/>
                  </a:lnTo>
                  <a:lnTo>
                    <a:pt x="175214" y="559682"/>
                  </a:lnTo>
                  <a:lnTo>
                    <a:pt x="174883" y="588045"/>
                  </a:lnTo>
                  <a:lnTo>
                    <a:pt x="170239" y="625867"/>
                  </a:lnTo>
                  <a:lnTo>
                    <a:pt x="151114" y="646467"/>
                  </a:lnTo>
                  <a:lnTo>
                    <a:pt x="144849" y="645766"/>
                  </a:lnTo>
                  <a:lnTo>
                    <a:pt x="117444" y="619123"/>
                  </a:lnTo>
                  <a:lnTo>
                    <a:pt x="93294" y="575270"/>
                  </a:lnTo>
                  <a:lnTo>
                    <a:pt x="72277" y="512034"/>
                  </a:lnTo>
                  <a:lnTo>
                    <a:pt x="59403" y="440027"/>
                  </a:lnTo>
                  <a:lnTo>
                    <a:pt x="56799" y="406676"/>
                  </a:lnTo>
                  <a:lnTo>
                    <a:pt x="56959" y="377883"/>
                  </a:lnTo>
                  <a:lnTo>
                    <a:pt x="62880" y="334153"/>
                  </a:lnTo>
                  <a:lnTo>
                    <a:pt x="74783" y="297892"/>
                  </a:lnTo>
                  <a:lnTo>
                    <a:pt x="78406" y="290878"/>
                  </a:lnTo>
                  <a:lnTo>
                    <a:pt x="81956" y="284822"/>
                  </a:lnTo>
                </a:path>
              </a:pathLst>
            </a:custGeom>
            <a:ln w="47301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6310652" y="3455812"/>
              <a:ext cx="197485" cy="624205"/>
            </a:xfrm>
            <a:custGeom>
              <a:avLst/>
              <a:gdLst/>
              <a:ahLst/>
              <a:cxnLst/>
              <a:rect l="l" t="t" r="r" b="b"/>
              <a:pathLst>
                <a:path w="197484" h="624204">
                  <a:moveTo>
                    <a:pt x="154418" y="84118"/>
                  </a:moveTo>
                  <a:lnTo>
                    <a:pt x="149775" y="42992"/>
                  </a:lnTo>
                  <a:lnTo>
                    <a:pt x="119827" y="10318"/>
                  </a:lnTo>
                  <a:lnTo>
                    <a:pt x="86808" y="0"/>
                  </a:lnTo>
                  <a:lnTo>
                    <a:pt x="68985" y="196"/>
                  </a:lnTo>
                  <a:lnTo>
                    <a:pt x="21557" y="26729"/>
                  </a:lnTo>
                  <a:lnTo>
                    <a:pt x="3574" y="65938"/>
                  </a:lnTo>
                  <a:lnTo>
                    <a:pt x="0" y="88086"/>
                  </a:lnTo>
                  <a:lnTo>
                    <a:pt x="331" y="109275"/>
                  </a:lnTo>
                  <a:lnTo>
                    <a:pt x="21668" y="155818"/>
                  </a:lnTo>
                  <a:lnTo>
                    <a:pt x="55755" y="173151"/>
                  </a:lnTo>
                  <a:lnTo>
                    <a:pt x="95124" y="151077"/>
                  </a:lnTo>
                  <a:lnTo>
                    <a:pt x="120994" y="118525"/>
                  </a:lnTo>
                  <a:lnTo>
                    <a:pt x="141446" y="80286"/>
                  </a:lnTo>
                  <a:lnTo>
                    <a:pt x="147195" y="37686"/>
                  </a:lnTo>
                  <a:lnTo>
                    <a:pt x="133659" y="87214"/>
                  </a:lnTo>
                  <a:lnTo>
                    <a:pt x="132135" y="152661"/>
                  </a:lnTo>
                  <a:lnTo>
                    <a:pt x="140341" y="228956"/>
                  </a:lnTo>
                  <a:lnTo>
                    <a:pt x="148129" y="268177"/>
                  </a:lnTo>
                  <a:lnTo>
                    <a:pt x="157096" y="307547"/>
                  </a:lnTo>
                  <a:lnTo>
                    <a:pt x="166210" y="346695"/>
                  </a:lnTo>
                  <a:lnTo>
                    <a:pt x="174576" y="385180"/>
                  </a:lnTo>
                  <a:lnTo>
                    <a:pt x="187768" y="457138"/>
                  </a:lnTo>
                  <a:lnTo>
                    <a:pt x="194880" y="517132"/>
                  </a:lnTo>
                  <a:lnTo>
                    <a:pt x="196797" y="561623"/>
                  </a:lnTo>
                  <a:lnTo>
                    <a:pt x="196870" y="577825"/>
                  </a:lnTo>
                  <a:lnTo>
                    <a:pt x="196821" y="590072"/>
                  </a:lnTo>
                  <a:lnTo>
                    <a:pt x="170141" y="624209"/>
                  </a:lnTo>
                  <a:lnTo>
                    <a:pt x="158164" y="622145"/>
                  </a:lnTo>
                  <a:lnTo>
                    <a:pt x="111179" y="591190"/>
                  </a:lnTo>
                  <a:lnTo>
                    <a:pt x="77866" y="544512"/>
                  </a:lnTo>
                  <a:lnTo>
                    <a:pt x="52218" y="486631"/>
                  </a:lnTo>
                  <a:lnTo>
                    <a:pt x="41211" y="429733"/>
                  </a:lnTo>
                  <a:lnTo>
                    <a:pt x="41162" y="403827"/>
                  </a:lnTo>
                  <a:lnTo>
                    <a:pt x="44356" y="380500"/>
                  </a:lnTo>
                  <a:lnTo>
                    <a:pt x="58802" y="342273"/>
                  </a:lnTo>
                  <a:lnTo>
                    <a:pt x="91071" y="295202"/>
                  </a:lnTo>
                  <a:lnTo>
                    <a:pt x="114336" y="264542"/>
                  </a:lnTo>
                  <a:lnTo>
                    <a:pt x="126116" y="249212"/>
                  </a:lnTo>
                </a:path>
              </a:pathLst>
            </a:custGeom>
            <a:ln w="47301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6564126" y="3459743"/>
              <a:ext cx="13970" cy="173355"/>
            </a:xfrm>
            <a:custGeom>
              <a:avLst/>
              <a:gdLst/>
              <a:ahLst/>
              <a:cxnLst/>
              <a:rect l="l" t="t" r="r" b="b"/>
              <a:pathLst>
                <a:path w="13970" h="173354">
                  <a:moveTo>
                    <a:pt x="0" y="28301"/>
                  </a:moveTo>
                  <a:lnTo>
                    <a:pt x="3476" y="17909"/>
                  </a:lnTo>
                  <a:lnTo>
                    <a:pt x="6584" y="8844"/>
                  </a:lnTo>
                  <a:lnTo>
                    <a:pt x="8954" y="2432"/>
                  </a:lnTo>
                  <a:lnTo>
                    <a:pt x="10220" y="0"/>
                  </a:lnTo>
                  <a:lnTo>
                    <a:pt x="10183" y="2665"/>
                  </a:lnTo>
                  <a:lnTo>
                    <a:pt x="9335" y="10711"/>
                  </a:lnTo>
                  <a:lnTo>
                    <a:pt x="8340" y="24211"/>
                  </a:lnTo>
                  <a:lnTo>
                    <a:pt x="8377" y="67339"/>
                  </a:lnTo>
                  <a:lnTo>
                    <a:pt x="11178" y="119962"/>
                  </a:lnTo>
                  <a:lnTo>
                    <a:pt x="12578" y="142294"/>
                  </a:lnTo>
                  <a:lnTo>
                    <a:pt x="13462" y="158472"/>
                  </a:lnTo>
                  <a:lnTo>
                    <a:pt x="13757" y="168532"/>
                  </a:lnTo>
                  <a:lnTo>
                    <a:pt x="13462" y="173138"/>
                  </a:lnTo>
                  <a:lnTo>
                    <a:pt x="12578" y="172954"/>
                  </a:lnTo>
                  <a:lnTo>
                    <a:pt x="11129" y="168704"/>
                  </a:lnTo>
                  <a:lnTo>
                    <a:pt x="9237" y="161358"/>
                  </a:lnTo>
                  <a:lnTo>
                    <a:pt x="7050" y="151949"/>
                  </a:lnTo>
                  <a:lnTo>
                    <a:pt x="4717" y="141508"/>
                  </a:lnTo>
                </a:path>
              </a:pathLst>
            </a:custGeom>
            <a:ln w="47301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512174" y="3333892"/>
              <a:ext cx="66169" cy="74031"/>
            </a:xfrm>
            <a:prstGeom prst="rect">
              <a:avLst/>
            </a:prstGeom>
          </p:spPr>
        </p:pic>
      </p:grpSp>
      <p:grpSp>
        <p:nvGrpSpPr>
          <p:cNvPr id="57" name="object 57"/>
          <p:cNvGrpSpPr/>
          <p:nvPr/>
        </p:nvGrpSpPr>
        <p:grpSpPr>
          <a:xfrm>
            <a:off x="6658399" y="3418011"/>
            <a:ext cx="481330" cy="808990"/>
            <a:chOff x="6658399" y="3418011"/>
            <a:chExt cx="481330" cy="808990"/>
          </a:xfrm>
        </p:grpSpPr>
        <p:pic>
          <p:nvPicPr>
            <p:cNvPr id="58" name="object 5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658399" y="3421942"/>
              <a:ext cx="216227" cy="207677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6906597" y="3441661"/>
              <a:ext cx="209550" cy="761365"/>
            </a:xfrm>
            <a:custGeom>
              <a:avLst/>
              <a:gdLst/>
              <a:ahLst/>
              <a:cxnLst/>
              <a:rect l="l" t="t" r="r" b="b"/>
              <a:pathLst>
                <a:path w="209550" h="761364">
                  <a:moveTo>
                    <a:pt x="129224" y="93552"/>
                  </a:moveTo>
                  <a:lnTo>
                    <a:pt x="125784" y="54638"/>
                  </a:lnTo>
                  <a:lnTo>
                    <a:pt x="106708" y="11608"/>
                  </a:lnTo>
                  <a:lnTo>
                    <a:pt x="67904" y="0"/>
                  </a:lnTo>
                  <a:lnTo>
                    <a:pt x="53839" y="3623"/>
                  </a:lnTo>
                  <a:lnTo>
                    <a:pt x="16804" y="33804"/>
                  </a:lnTo>
                  <a:lnTo>
                    <a:pt x="0" y="82890"/>
                  </a:lnTo>
                  <a:lnTo>
                    <a:pt x="2653" y="99842"/>
                  </a:lnTo>
                  <a:lnTo>
                    <a:pt x="36482" y="140415"/>
                  </a:lnTo>
                  <a:lnTo>
                    <a:pt x="79008" y="149173"/>
                  </a:lnTo>
                  <a:lnTo>
                    <a:pt x="112481" y="113403"/>
                  </a:lnTo>
                  <a:lnTo>
                    <a:pt x="128032" y="73014"/>
                  </a:lnTo>
                  <a:lnTo>
                    <a:pt x="137675" y="32527"/>
                  </a:lnTo>
                  <a:lnTo>
                    <a:pt x="124114" y="77890"/>
                  </a:lnTo>
                  <a:lnTo>
                    <a:pt x="124310" y="133339"/>
                  </a:lnTo>
                  <a:lnTo>
                    <a:pt x="133707" y="202693"/>
                  </a:lnTo>
                  <a:lnTo>
                    <a:pt x="141901" y="240859"/>
                  </a:lnTo>
                  <a:lnTo>
                    <a:pt x="151420" y="280645"/>
                  </a:lnTo>
                  <a:lnTo>
                    <a:pt x="161456" y="321538"/>
                  </a:lnTo>
                  <a:lnTo>
                    <a:pt x="171271" y="363106"/>
                  </a:lnTo>
                  <a:lnTo>
                    <a:pt x="180422" y="405264"/>
                  </a:lnTo>
                  <a:lnTo>
                    <a:pt x="188542" y="448011"/>
                  </a:lnTo>
                  <a:lnTo>
                    <a:pt x="195261" y="491348"/>
                  </a:lnTo>
                  <a:lnTo>
                    <a:pt x="200322" y="534955"/>
                  </a:lnTo>
                  <a:lnTo>
                    <a:pt x="203909" y="577236"/>
                  </a:lnTo>
                  <a:lnTo>
                    <a:pt x="206316" y="616273"/>
                  </a:lnTo>
                  <a:lnTo>
                    <a:pt x="208724" y="677471"/>
                  </a:lnTo>
                  <a:lnTo>
                    <a:pt x="209019" y="698894"/>
                  </a:lnTo>
                  <a:lnTo>
                    <a:pt x="208724" y="715600"/>
                  </a:lnTo>
                  <a:lnTo>
                    <a:pt x="200985" y="754195"/>
                  </a:lnTo>
                  <a:lnTo>
                    <a:pt x="191465" y="761123"/>
                  </a:lnTo>
                  <a:lnTo>
                    <a:pt x="184550" y="760803"/>
                  </a:lnTo>
                  <a:lnTo>
                    <a:pt x="151015" y="732932"/>
                  </a:lnTo>
                  <a:lnTo>
                    <a:pt x="118832" y="686720"/>
                  </a:lnTo>
                  <a:lnTo>
                    <a:pt x="84941" y="619995"/>
                  </a:lnTo>
                  <a:lnTo>
                    <a:pt x="69574" y="582051"/>
                  </a:lnTo>
                  <a:lnTo>
                    <a:pt x="56713" y="544549"/>
                  </a:lnTo>
                  <a:lnTo>
                    <a:pt x="42648" y="481239"/>
                  </a:lnTo>
                  <a:lnTo>
                    <a:pt x="41960" y="457642"/>
                  </a:lnTo>
                  <a:lnTo>
                    <a:pt x="44810" y="438909"/>
                  </a:lnTo>
                  <a:lnTo>
                    <a:pt x="68198" y="406247"/>
                  </a:lnTo>
                  <a:lnTo>
                    <a:pt x="87558" y="396223"/>
                  </a:lnTo>
                  <a:lnTo>
                    <a:pt x="95726" y="392231"/>
                  </a:lnTo>
                  <a:lnTo>
                    <a:pt x="102790" y="388460"/>
                  </a:lnTo>
                  <a:lnTo>
                    <a:pt x="109116" y="384836"/>
                  </a:lnTo>
                  <a:lnTo>
                    <a:pt x="115073" y="381286"/>
                  </a:lnTo>
                </a:path>
              </a:pathLst>
            </a:custGeom>
            <a:ln w="47301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6700919" y="3467604"/>
              <a:ext cx="9525" cy="129539"/>
            </a:xfrm>
            <a:custGeom>
              <a:avLst/>
              <a:gdLst/>
              <a:ahLst/>
              <a:cxnLst/>
              <a:rect l="l" t="t" r="r" b="b"/>
              <a:pathLst>
                <a:path w="9525" h="129539">
                  <a:moveTo>
                    <a:pt x="4717" y="15723"/>
                  </a:moveTo>
                  <a:lnTo>
                    <a:pt x="3144" y="7861"/>
                  </a:lnTo>
                  <a:lnTo>
                    <a:pt x="1572" y="0"/>
                  </a:lnTo>
                  <a:lnTo>
                    <a:pt x="786" y="786"/>
                  </a:lnTo>
                  <a:lnTo>
                    <a:pt x="331" y="2984"/>
                  </a:lnTo>
                  <a:lnTo>
                    <a:pt x="98" y="8352"/>
                  </a:lnTo>
                  <a:lnTo>
                    <a:pt x="12" y="16816"/>
                  </a:lnTo>
                  <a:lnTo>
                    <a:pt x="0" y="28301"/>
                  </a:lnTo>
                  <a:lnTo>
                    <a:pt x="24" y="42513"/>
                  </a:lnTo>
                  <a:lnTo>
                    <a:pt x="1572" y="88835"/>
                  </a:lnTo>
                  <a:lnTo>
                    <a:pt x="7100" y="120564"/>
                  </a:lnTo>
                  <a:lnTo>
                    <a:pt x="9434" y="128929"/>
                  </a:lnTo>
                </a:path>
              </a:pathLst>
            </a:custGeom>
            <a:ln w="47301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1" name="object 61"/>
          <p:cNvGrpSpPr/>
          <p:nvPr/>
        </p:nvGrpSpPr>
        <p:grpSpPr>
          <a:xfrm>
            <a:off x="2823522" y="4407784"/>
            <a:ext cx="835660" cy="406400"/>
            <a:chOff x="2823522" y="4407784"/>
            <a:chExt cx="835660" cy="406400"/>
          </a:xfrm>
        </p:grpSpPr>
        <p:sp>
          <p:nvSpPr>
            <p:cNvPr id="62" name="object 62"/>
            <p:cNvSpPr/>
            <p:nvPr/>
          </p:nvSpPr>
          <p:spPr>
            <a:xfrm>
              <a:off x="2847173" y="4431434"/>
              <a:ext cx="318135" cy="19050"/>
            </a:xfrm>
            <a:custGeom>
              <a:avLst/>
              <a:gdLst/>
              <a:ahLst/>
              <a:cxnLst/>
              <a:rect l="l" t="t" r="r" b="b"/>
              <a:pathLst>
                <a:path w="318135" h="19050">
                  <a:moveTo>
                    <a:pt x="0" y="18867"/>
                  </a:moveTo>
                  <a:lnTo>
                    <a:pt x="75471" y="14150"/>
                  </a:lnTo>
                  <a:lnTo>
                    <a:pt x="150942" y="9433"/>
                  </a:lnTo>
                  <a:lnTo>
                    <a:pt x="223760" y="4913"/>
                  </a:lnTo>
                  <a:lnTo>
                    <a:pt x="280658" y="1572"/>
                  </a:lnTo>
                  <a:lnTo>
                    <a:pt x="317607" y="0"/>
                  </a:lnTo>
                  <a:lnTo>
                    <a:pt x="309746" y="0"/>
                  </a:lnTo>
                  <a:lnTo>
                    <a:pt x="301098" y="2358"/>
                  </a:lnTo>
                  <a:lnTo>
                    <a:pt x="294477" y="4532"/>
                  </a:lnTo>
                  <a:lnTo>
                    <a:pt x="287635" y="7370"/>
                  </a:lnTo>
                  <a:lnTo>
                    <a:pt x="280645" y="10649"/>
                  </a:lnTo>
                  <a:lnTo>
                    <a:pt x="273582" y="14150"/>
                  </a:lnTo>
                </a:path>
              </a:pathLst>
            </a:custGeom>
            <a:ln w="47301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3026908" y="4472314"/>
              <a:ext cx="28575" cy="300355"/>
            </a:xfrm>
            <a:custGeom>
              <a:avLst/>
              <a:gdLst/>
              <a:ahLst/>
              <a:cxnLst/>
              <a:rect l="l" t="t" r="r" b="b"/>
              <a:pathLst>
                <a:path w="28575" h="300354">
                  <a:moveTo>
                    <a:pt x="13659" y="15723"/>
                  </a:moveTo>
                  <a:lnTo>
                    <a:pt x="8942" y="7861"/>
                  </a:lnTo>
                  <a:lnTo>
                    <a:pt x="4225" y="0"/>
                  </a:lnTo>
                  <a:lnTo>
                    <a:pt x="1867" y="0"/>
                  </a:lnTo>
                  <a:lnTo>
                    <a:pt x="528" y="1560"/>
                  </a:lnTo>
                  <a:lnTo>
                    <a:pt x="0" y="6584"/>
                  </a:lnTo>
                  <a:lnTo>
                    <a:pt x="208" y="15588"/>
                  </a:lnTo>
                  <a:lnTo>
                    <a:pt x="4520" y="69968"/>
                  </a:lnTo>
                  <a:lnTo>
                    <a:pt x="9728" y="124999"/>
                  </a:lnTo>
                  <a:lnTo>
                    <a:pt x="16017" y="186810"/>
                  </a:lnTo>
                  <a:lnTo>
                    <a:pt x="22307" y="242136"/>
                  </a:lnTo>
                  <a:lnTo>
                    <a:pt x="27122" y="278889"/>
                  </a:lnTo>
                  <a:lnTo>
                    <a:pt x="28166" y="289674"/>
                  </a:lnTo>
                  <a:lnTo>
                    <a:pt x="27810" y="295595"/>
                  </a:lnTo>
                  <a:lnTo>
                    <a:pt x="26237" y="300312"/>
                  </a:lnTo>
                  <a:lnTo>
                    <a:pt x="19948" y="292450"/>
                  </a:lnTo>
                  <a:lnTo>
                    <a:pt x="13659" y="284589"/>
                  </a:lnTo>
                </a:path>
              </a:pathLst>
            </a:custGeom>
            <a:ln w="47301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2899059" y="4766337"/>
              <a:ext cx="228600" cy="24130"/>
            </a:xfrm>
            <a:custGeom>
              <a:avLst/>
              <a:gdLst/>
              <a:ahLst/>
              <a:cxnLst/>
              <a:rect l="l" t="t" r="r" b="b"/>
              <a:pathLst>
                <a:path w="228600" h="24129">
                  <a:moveTo>
                    <a:pt x="0" y="23584"/>
                  </a:moveTo>
                  <a:lnTo>
                    <a:pt x="51001" y="16804"/>
                  </a:lnTo>
                  <a:lnTo>
                    <a:pt x="96697" y="11792"/>
                  </a:lnTo>
                  <a:lnTo>
                    <a:pt x="150315" y="8807"/>
                  </a:lnTo>
                  <a:lnTo>
                    <a:pt x="166665" y="7861"/>
                  </a:lnTo>
                  <a:lnTo>
                    <a:pt x="211550" y="2997"/>
                  </a:lnTo>
                  <a:lnTo>
                    <a:pt x="227985" y="0"/>
                  </a:lnTo>
                  <a:lnTo>
                    <a:pt x="220124" y="0"/>
                  </a:lnTo>
                  <a:lnTo>
                    <a:pt x="212262" y="0"/>
                  </a:lnTo>
                </a:path>
              </a:pathLst>
            </a:custGeom>
            <a:ln w="47301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168239" y="4531996"/>
              <a:ext cx="216730" cy="234406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405279" y="4543788"/>
              <a:ext cx="253275" cy="242956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3620752" y="4469170"/>
              <a:ext cx="5080" cy="5080"/>
            </a:xfrm>
            <a:custGeom>
              <a:avLst/>
              <a:gdLst/>
              <a:ahLst/>
              <a:cxnLst/>
              <a:rect l="l" t="t" r="r" b="b"/>
              <a:pathLst>
                <a:path w="5079" h="5079">
                  <a:moveTo>
                    <a:pt x="0" y="4717"/>
                  </a:moveTo>
                  <a:lnTo>
                    <a:pt x="1572" y="3144"/>
                  </a:lnTo>
                  <a:lnTo>
                    <a:pt x="3144" y="1572"/>
                  </a:lnTo>
                  <a:lnTo>
                    <a:pt x="4717" y="0"/>
                  </a:lnTo>
                </a:path>
              </a:pathLst>
            </a:custGeom>
            <a:ln w="47301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8" name="object 68"/>
          <p:cNvGrpSpPr/>
          <p:nvPr/>
        </p:nvGrpSpPr>
        <p:grpSpPr>
          <a:xfrm>
            <a:off x="3709375" y="4344105"/>
            <a:ext cx="873760" cy="443230"/>
            <a:chOff x="3709375" y="4344105"/>
            <a:chExt cx="873760" cy="443230"/>
          </a:xfrm>
        </p:grpSpPr>
        <p:sp>
          <p:nvSpPr>
            <p:cNvPr id="69" name="object 69"/>
            <p:cNvSpPr/>
            <p:nvPr/>
          </p:nvSpPr>
          <p:spPr>
            <a:xfrm>
              <a:off x="3733026" y="4391340"/>
              <a:ext cx="194945" cy="372110"/>
            </a:xfrm>
            <a:custGeom>
              <a:avLst/>
              <a:gdLst/>
              <a:ahLst/>
              <a:cxnLst/>
              <a:rect l="l" t="t" r="r" b="b"/>
              <a:pathLst>
                <a:path w="194945" h="372110">
                  <a:moveTo>
                    <a:pt x="128290" y="233488"/>
                  </a:moveTo>
                  <a:lnTo>
                    <a:pt x="120429" y="188677"/>
                  </a:lnTo>
                  <a:lnTo>
                    <a:pt x="77190" y="165879"/>
                  </a:lnTo>
                  <a:lnTo>
                    <a:pt x="31642" y="190974"/>
                  </a:lnTo>
                  <a:lnTo>
                    <a:pt x="9433" y="231854"/>
                  </a:lnTo>
                  <a:lnTo>
                    <a:pt x="0" y="282635"/>
                  </a:lnTo>
                  <a:lnTo>
                    <a:pt x="147" y="305815"/>
                  </a:lnTo>
                  <a:lnTo>
                    <a:pt x="18057" y="350589"/>
                  </a:lnTo>
                  <a:lnTo>
                    <a:pt x="66700" y="362357"/>
                  </a:lnTo>
                  <a:lnTo>
                    <a:pt x="105983" y="321734"/>
                  </a:lnTo>
                  <a:lnTo>
                    <a:pt x="125146" y="266507"/>
                  </a:lnTo>
                  <a:lnTo>
                    <a:pt x="133892" y="193296"/>
                  </a:lnTo>
                  <a:lnTo>
                    <a:pt x="134764" y="155179"/>
                  </a:lnTo>
                  <a:lnTo>
                    <a:pt x="131349" y="88381"/>
                  </a:lnTo>
                  <a:lnTo>
                    <a:pt x="123512" y="40892"/>
                  </a:lnTo>
                  <a:lnTo>
                    <a:pt x="109619" y="4815"/>
                  </a:lnTo>
                  <a:lnTo>
                    <a:pt x="101561" y="0"/>
                  </a:lnTo>
                  <a:lnTo>
                    <a:pt x="98293" y="2112"/>
                  </a:lnTo>
                  <a:lnTo>
                    <a:pt x="88332" y="60226"/>
                  </a:lnTo>
                  <a:lnTo>
                    <a:pt x="87128" y="124274"/>
                  </a:lnTo>
                  <a:lnTo>
                    <a:pt x="95333" y="199143"/>
                  </a:lnTo>
                  <a:lnTo>
                    <a:pt x="111769" y="270388"/>
                  </a:lnTo>
                  <a:lnTo>
                    <a:pt x="128131" y="322140"/>
                  </a:lnTo>
                  <a:lnTo>
                    <a:pt x="146372" y="360060"/>
                  </a:lnTo>
                  <a:lnTo>
                    <a:pt x="161960" y="371778"/>
                  </a:lnTo>
                  <a:lnTo>
                    <a:pt x="167598" y="369494"/>
                  </a:lnTo>
                  <a:lnTo>
                    <a:pt x="173765" y="363610"/>
                  </a:lnTo>
                  <a:lnTo>
                    <a:pt x="180373" y="354851"/>
                  </a:lnTo>
                  <a:lnTo>
                    <a:pt x="187277" y="344177"/>
                  </a:lnTo>
                  <a:lnTo>
                    <a:pt x="194328" y="332544"/>
                  </a:lnTo>
                </a:path>
              </a:pathLst>
            </a:custGeom>
            <a:ln w="47301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4005969" y="4367756"/>
              <a:ext cx="553720" cy="384810"/>
            </a:xfrm>
            <a:custGeom>
              <a:avLst/>
              <a:gdLst/>
              <a:ahLst/>
              <a:cxnLst/>
              <a:rect l="l" t="t" r="r" b="b"/>
              <a:pathLst>
                <a:path w="553720" h="384810">
                  <a:moveTo>
                    <a:pt x="25157" y="290092"/>
                  </a:moveTo>
                  <a:lnTo>
                    <a:pt x="70754" y="279872"/>
                  </a:lnTo>
                  <a:lnTo>
                    <a:pt x="99842" y="242136"/>
                  </a:lnTo>
                  <a:lnTo>
                    <a:pt x="89892" y="198799"/>
                  </a:lnTo>
                  <a:lnTo>
                    <a:pt x="57782" y="176099"/>
                  </a:lnTo>
                  <a:lnTo>
                    <a:pt x="20452" y="205789"/>
                  </a:lnTo>
                  <a:lnTo>
                    <a:pt x="3378" y="253572"/>
                  </a:lnTo>
                  <a:lnTo>
                    <a:pt x="0" y="279086"/>
                  </a:lnTo>
                  <a:lnTo>
                    <a:pt x="1117" y="302634"/>
                  </a:lnTo>
                  <a:lnTo>
                    <a:pt x="16030" y="341769"/>
                  </a:lnTo>
                  <a:lnTo>
                    <a:pt x="45191" y="368843"/>
                  </a:lnTo>
                  <a:lnTo>
                    <a:pt x="80937" y="382674"/>
                  </a:lnTo>
                  <a:lnTo>
                    <a:pt x="97483" y="384431"/>
                  </a:lnTo>
                  <a:lnTo>
                    <a:pt x="111499" y="382686"/>
                  </a:lnTo>
                  <a:lnTo>
                    <a:pt x="145439" y="357701"/>
                  </a:lnTo>
                  <a:lnTo>
                    <a:pt x="168434" y="326943"/>
                  </a:lnTo>
                  <a:lnTo>
                    <a:pt x="187891" y="290878"/>
                  </a:lnTo>
                  <a:lnTo>
                    <a:pt x="200937" y="240023"/>
                  </a:lnTo>
                  <a:lnTo>
                    <a:pt x="202214" y="215259"/>
                  </a:lnTo>
                  <a:lnTo>
                    <a:pt x="201649" y="206169"/>
                  </a:lnTo>
                  <a:lnTo>
                    <a:pt x="200494" y="198554"/>
                  </a:lnTo>
                  <a:lnTo>
                    <a:pt x="198898" y="191822"/>
                  </a:lnTo>
                  <a:lnTo>
                    <a:pt x="196539" y="183174"/>
                  </a:lnTo>
                  <a:lnTo>
                    <a:pt x="193394" y="175313"/>
                  </a:lnTo>
                  <a:lnTo>
                    <a:pt x="191036" y="176099"/>
                  </a:lnTo>
                  <a:lnTo>
                    <a:pt x="190360" y="229828"/>
                  </a:lnTo>
                  <a:lnTo>
                    <a:pt x="195200" y="275572"/>
                  </a:lnTo>
                  <a:lnTo>
                    <a:pt x="197325" y="296381"/>
                  </a:lnTo>
                  <a:lnTo>
                    <a:pt x="198701" y="313062"/>
                  </a:lnTo>
                  <a:lnTo>
                    <a:pt x="199487" y="326058"/>
                  </a:lnTo>
                  <a:lnTo>
                    <a:pt x="199979" y="336401"/>
                  </a:lnTo>
                  <a:lnTo>
                    <a:pt x="200470" y="345123"/>
                  </a:lnTo>
                  <a:lnTo>
                    <a:pt x="201256" y="356129"/>
                  </a:lnTo>
                  <a:lnTo>
                    <a:pt x="202828" y="365563"/>
                  </a:lnTo>
                  <a:lnTo>
                    <a:pt x="202828" y="366349"/>
                  </a:lnTo>
                  <a:lnTo>
                    <a:pt x="202595" y="365280"/>
                  </a:lnTo>
                  <a:lnTo>
                    <a:pt x="202140" y="360748"/>
                  </a:lnTo>
                  <a:lnTo>
                    <a:pt x="201833" y="352530"/>
                  </a:lnTo>
                  <a:lnTo>
                    <a:pt x="202042" y="340406"/>
                  </a:lnTo>
                  <a:lnTo>
                    <a:pt x="209449" y="285350"/>
                  </a:lnTo>
                  <a:lnTo>
                    <a:pt x="223588" y="245588"/>
                  </a:lnTo>
                  <a:lnTo>
                    <a:pt x="245256" y="213085"/>
                  </a:lnTo>
                  <a:lnTo>
                    <a:pt x="283999" y="188186"/>
                  </a:lnTo>
                  <a:lnTo>
                    <a:pt x="296111" y="186110"/>
                  </a:lnTo>
                  <a:lnTo>
                    <a:pt x="306601" y="186319"/>
                  </a:lnTo>
                  <a:lnTo>
                    <a:pt x="333441" y="229238"/>
                  </a:lnTo>
                  <a:lnTo>
                    <a:pt x="338477" y="268104"/>
                  </a:lnTo>
                  <a:lnTo>
                    <a:pt x="342064" y="303235"/>
                  </a:lnTo>
                  <a:lnTo>
                    <a:pt x="343649" y="317018"/>
                  </a:lnTo>
                  <a:lnTo>
                    <a:pt x="353476" y="355245"/>
                  </a:lnTo>
                  <a:lnTo>
                    <a:pt x="380991" y="372761"/>
                  </a:lnTo>
                  <a:lnTo>
                    <a:pt x="387575" y="372638"/>
                  </a:lnTo>
                  <a:lnTo>
                    <a:pt x="421184" y="339325"/>
                  </a:lnTo>
                  <a:lnTo>
                    <a:pt x="433983" y="277845"/>
                  </a:lnTo>
                  <a:lnTo>
                    <a:pt x="440420" y="214240"/>
                  </a:lnTo>
                  <a:lnTo>
                    <a:pt x="443958" y="141655"/>
                  </a:lnTo>
                  <a:lnTo>
                    <a:pt x="444596" y="72768"/>
                  </a:lnTo>
                  <a:lnTo>
                    <a:pt x="443442" y="23547"/>
                  </a:lnTo>
                  <a:lnTo>
                    <a:pt x="439462" y="0"/>
                  </a:lnTo>
                  <a:lnTo>
                    <a:pt x="437582" y="4913"/>
                  </a:lnTo>
                  <a:lnTo>
                    <a:pt x="432386" y="59747"/>
                  </a:lnTo>
                  <a:lnTo>
                    <a:pt x="431207" y="129028"/>
                  </a:lnTo>
                  <a:lnTo>
                    <a:pt x="431502" y="168643"/>
                  </a:lnTo>
                  <a:lnTo>
                    <a:pt x="432386" y="208331"/>
                  </a:lnTo>
                  <a:lnTo>
                    <a:pt x="435826" y="279773"/>
                  </a:lnTo>
                  <a:lnTo>
                    <a:pt x="441034" y="331758"/>
                  </a:lnTo>
                  <a:lnTo>
                    <a:pt x="458329" y="366349"/>
                  </a:lnTo>
                  <a:lnTo>
                    <a:pt x="496065" y="355343"/>
                  </a:lnTo>
                  <a:lnTo>
                    <a:pt x="533874" y="318529"/>
                  </a:lnTo>
                  <a:lnTo>
                    <a:pt x="553295" y="278398"/>
                  </a:lnTo>
                  <a:lnTo>
                    <a:pt x="553455" y="271224"/>
                  </a:lnTo>
                </a:path>
              </a:pathLst>
            </a:custGeom>
            <a:ln w="47301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1" name="object 7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321939" y="4447091"/>
              <a:ext cx="229690" cy="69314"/>
            </a:xfrm>
            <a:prstGeom prst="rect">
              <a:avLst/>
            </a:prstGeom>
          </p:spPr>
        </p:pic>
      </p:grpSp>
      <p:grpSp>
        <p:nvGrpSpPr>
          <p:cNvPr id="72" name="object 72"/>
          <p:cNvGrpSpPr/>
          <p:nvPr/>
        </p:nvGrpSpPr>
        <p:grpSpPr>
          <a:xfrm>
            <a:off x="4764374" y="4326478"/>
            <a:ext cx="1738630" cy="607060"/>
            <a:chOff x="4764374" y="4326478"/>
            <a:chExt cx="1738630" cy="607060"/>
          </a:xfrm>
        </p:grpSpPr>
        <p:sp>
          <p:nvSpPr>
            <p:cNvPr id="73" name="object 73"/>
            <p:cNvSpPr/>
            <p:nvPr/>
          </p:nvSpPr>
          <p:spPr>
            <a:xfrm>
              <a:off x="4788025" y="4350129"/>
              <a:ext cx="212725" cy="394335"/>
            </a:xfrm>
            <a:custGeom>
              <a:avLst/>
              <a:gdLst/>
              <a:ahLst/>
              <a:cxnLst/>
              <a:rect l="l" t="t" r="r" b="b"/>
              <a:pathLst>
                <a:path w="212725" h="394335">
                  <a:moveTo>
                    <a:pt x="16681" y="81305"/>
                  </a:moveTo>
                  <a:lnTo>
                    <a:pt x="15108" y="71872"/>
                  </a:lnTo>
                  <a:lnTo>
                    <a:pt x="13536" y="62438"/>
                  </a:lnTo>
                  <a:lnTo>
                    <a:pt x="11178" y="61652"/>
                  </a:lnTo>
                  <a:lnTo>
                    <a:pt x="1719" y="121792"/>
                  </a:lnTo>
                  <a:lnTo>
                    <a:pt x="0" y="187240"/>
                  </a:lnTo>
                  <a:lnTo>
                    <a:pt x="171" y="224386"/>
                  </a:lnTo>
                  <a:lnTo>
                    <a:pt x="1142" y="262048"/>
                  </a:lnTo>
                  <a:lnTo>
                    <a:pt x="2628" y="298088"/>
                  </a:lnTo>
                  <a:lnTo>
                    <a:pt x="4262" y="330296"/>
                  </a:lnTo>
                  <a:lnTo>
                    <a:pt x="5674" y="356461"/>
                  </a:lnTo>
                  <a:lnTo>
                    <a:pt x="6583" y="374960"/>
                  </a:lnTo>
                  <a:lnTo>
                    <a:pt x="7050" y="386531"/>
                  </a:lnTo>
                  <a:lnTo>
                    <a:pt x="7222" y="392501"/>
                  </a:lnTo>
                  <a:lnTo>
                    <a:pt x="7247" y="394196"/>
                  </a:lnTo>
                  <a:lnTo>
                    <a:pt x="7247" y="392378"/>
                  </a:lnTo>
                  <a:lnTo>
                    <a:pt x="7247" y="187437"/>
                  </a:lnTo>
                  <a:lnTo>
                    <a:pt x="7308" y="147834"/>
                  </a:lnTo>
                  <a:lnTo>
                    <a:pt x="8905" y="83074"/>
                  </a:lnTo>
                  <a:lnTo>
                    <a:pt x="14801" y="39356"/>
                  </a:lnTo>
                  <a:lnTo>
                    <a:pt x="36875" y="2677"/>
                  </a:lnTo>
                  <a:lnTo>
                    <a:pt x="52500" y="0"/>
                  </a:lnTo>
                  <a:lnTo>
                    <a:pt x="63850" y="1904"/>
                  </a:lnTo>
                  <a:lnTo>
                    <a:pt x="114373" y="19703"/>
                  </a:lnTo>
                  <a:lnTo>
                    <a:pt x="152968" y="40818"/>
                  </a:lnTo>
                  <a:lnTo>
                    <a:pt x="186552" y="66565"/>
                  </a:lnTo>
                  <a:lnTo>
                    <a:pt x="212139" y="105185"/>
                  </a:lnTo>
                  <a:lnTo>
                    <a:pt x="212667" y="118316"/>
                  </a:lnTo>
                  <a:lnTo>
                    <a:pt x="209289" y="132406"/>
                  </a:lnTo>
                  <a:lnTo>
                    <a:pt x="176786" y="180607"/>
                  </a:lnTo>
                  <a:lnTo>
                    <a:pt x="138191" y="212237"/>
                  </a:lnTo>
                  <a:lnTo>
                    <a:pt x="93970" y="237665"/>
                  </a:lnTo>
                  <a:lnTo>
                    <a:pt x="57671" y="251791"/>
                  </a:lnTo>
                  <a:lnTo>
                    <a:pt x="44884" y="254162"/>
                  </a:lnTo>
                  <a:lnTo>
                    <a:pt x="35487" y="254027"/>
                  </a:lnTo>
                  <a:lnTo>
                    <a:pt x="29259" y="251902"/>
                  </a:lnTo>
                  <a:lnTo>
                    <a:pt x="22970" y="247971"/>
                  </a:lnTo>
                  <a:lnTo>
                    <a:pt x="24542" y="240109"/>
                  </a:lnTo>
                  <a:lnTo>
                    <a:pt x="28473" y="233820"/>
                  </a:lnTo>
                  <a:lnTo>
                    <a:pt x="32404" y="227531"/>
                  </a:lnTo>
                  <a:lnTo>
                    <a:pt x="38693" y="222814"/>
                  </a:lnTo>
                  <a:lnTo>
                    <a:pt x="45768" y="220455"/>
                  </a:lnTo>
                  <a:lnTo>
                    <a:pt x="51247" y="219202"/>
                  </a:lnTo>
                  <a:lnTo>
                    <a:pt x="57168" y="219276"/>
                  </a:lnTo>
                  <a:lnTo>
                    <a:pt x="98232" y="254027"/>
                  </a:lnTo>
                  <a:lnTo>
                    <a:pt x="121682" y="289097"/>
                  </a:lnTo>
                  <a:lnTo>
                    <a:pt x="146151" y="329682"/>
                  </a:lnTo>
                  <a:lnTo>
                    <a:pt x="156617" y="347027"/>
                  </a:lnTo>
                  <a:lnTo>
                    <a:pt x="164958" y="360072"/>
                  </a:lnTo>
                  <a:lnTo>
                    <a:pt x="171456" y="368843"/>
                  </a:lnTo>
                  <a:lnTo>
                    <a:pt x="176627" y="373781"/>
                  </a:lnTo>
                  <a:lnTo>
                    <a:pt x="180988" y="375328"/>
                  </a:lnTo>
                  <a:lnTo>
                    <a:pt x="186491" y="375328"/>
                  </a:lnTo>
                  <a:lnTo>
                    <a:pt x="191208" y="367467"/>
                  </a:lnTo>
                  <a:lnTo>
                    <a:pt x="194353" y="361964"/>
                  </a:lnTo>
                  <a:lnTo>
                    <a:pt x="197497" y="356461"/>
                  </a:lnTo>
                  <a:lnTo>
                    <a:pt x="199069" y="353316"/>
                  </a:lnTo>
                  <a:lnTo>
                    <a:pt x="200642" y="350171"/>
                  </a:lnTo>
                </a:path>
              </a:pathLst>
            </a:custGeom>
            <a:ln w="47301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5046608" y="4519483"/>
              <a:ext cx="308610" cy="189865"/>
            </a:xfrm>
            <a:custGeom>
              <a:avLst/>
              <a:gdLst/>
              <a:ahLst/>
              <a:cxnLst/>
              <a:rect l="l" t="t" r="r" b="b"/>
              <a:pathLst>
                <a:path w="308610" h="189864">
                  <a:moveTo>
                    <a:pt x="36396" y="114779"/>
                  </a:moveTo>
                  <a:lnTo>
                    <a:pt x="75532" y="93774"/>
                  </a:lnTo>
                  <a:lnTo>
                    <a:pt x="95653" y="55719"/>
                  </a:lnTo>
                  <a:lnTo>
                    <a:pt x="88148" y="16472"/>
                  </a:lnTo>
                  <a:lnTo>
                    <a:pt x="58409" y="0"/>
                  </a:lnTo>
                  <a:lnTo>
                    <a:pt x="46432" y="393"/>
                  </a:lnTo>
                  <a:lnTo>
                    <a:pt x="13598" y="25157"/>
                  </a:lnTo>
                  <a:lnTo>
                    <a:pt x="1117" y="64170"/>
                  </a:lnTo>
                  <a:lnTo>
                    <a:pt x="0" y="87398"/>
                  </a:lnTo>
                  <a:lnTo>
                    <a:pt x="3378" y="110848"/>
                  </a:lnTo>
                  <a:lnTo>
                    <a:pt x="24505" y="152613"/>
                  </a:lnTo>
                  <a:lnTo>
                    <a:pt x="59195" y="180816"/>
                  </a:lnTo>
                  <a:lnTo>
                    <a:pt x="100370" y="189267"/>
                  </a:lnTo>
                  <a:lnTo>
                    <a:pt x="121878" y="185901"/>
                  </a:lnTo>
                  <a:lnTo>
                    <a:pt x="164110" y="164872"/>
                  </a:lnTo>
                  <a:lnTo>
                    <a:pt x="200691" y="129249"/>
                  </a:lnTo>
                  <a:lnTo>
                    <a:pt x="225430" y="87165"/>
                  </a:lnTo>
                  <a:lnTo>
                    <a:pt x="237739" y="47464"/>
                  </a:lnTo>
                  <a:lnTo>
                    <a:pt x="243561" y="6240"/>
                  </a:lnTo>
                  <a:lnTo>
                    <a:pt x="247148" y="48877"/>
                  </a:lnTo>
                  <a:lnTo>
                    <a:pt x="257982" y="88062"/>
                  </a:lnTo>
                  <a:lnTo>
                    <a:pt x="273177" y="123193"/>
                  </a:lnTo>
                  <a:lnTo>
                    <a:pt x="296614" y="158017"/>
                  </a:lnTo>
                  <a:lnTo>
                    <a:pt x="302314" y="166137"/>
                  </a:lnTo>
                  <a:lnTo>
                    <a:pt x="306245" y="172856"/>
                  </a:lnTo>
                  <a:lnTo>
                    <a:pt x="308112" y="178249"/>
                  </a:lnTo>
                  <a:lnTo>
                    <a:pt x="307621" y="182388"/>
                  </a:lnTo>
                  <a:lnTo>
                    <a:pt x="271801" y="189807"/>
                  </a:lnTo>
                  <a:lnTo>
                    <a:pt x="260254" y="189267"/>
                  </a:lnTo>
                  <a:lnTo>
                    <a:pt x="215935" y="168139"/>
                  </a:lnTo>
                  <a:lnTo>
                    <a:pt x="206243" y="158300"/>
                  </a:lnTo>
                  <a:lnTo>
                    <a:pt x="196772" y="147797"/>
                  </a:lnTo>
                </a:path>
              </a:pathLst>
            </a:custGeom>
            <a:ln w="47301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5442230" y="4501401"/>
              <a:ext cx="168910" cy="408305"/>
            </a:xfrm>
            <a:custGeom>
              <a:avLst/>
              <a:gdLst/>
              <a:ahLst/>
              <a:cxnLst/>
              <a:rect l="l" t="t" r="r" b="b"/>
              <a:pathLst>
                <a:path w="168910" h="408304">
                  <a:moveTo>
                    <a:pt x="8697" y="57389"/>
                  </a:moveTo>
                  <a:lnTo>
                    <a:pt x="5552" y="46383"/>
                  </a:lnTo>
                  <a:lnTo>
                    <a:pt x="2407" y="35377"/>
                  </a:lnTo>
                  <a:lnTo>
                    <a:pt x="835" y="36163"/>
                  </a:lnTo>
                  <a:lnTo>
                    <a:pt x="0" y="39087"/>
                  </a:lnTo>
                  <a:lnTo>
                    <a:pt x="49" y="47169"/>
                  </a:lnTo>
                  <a:lnTo>
                    <a:pt x="1277" y="61148"/>
                  </a:lnTo>
                  <a:lnTo>
                    <a:pt x="3979" y="81760"/>
                  </a:lnTo>
                  <a:lnTo>
                    <a:pt x="8316" y="109362"/>
                  </a:lnTo>
                  <a:lnTo>
                    <a:pt x="13905" y="142786"/>
                  </a:lnTo>
                  <a:lnTo>
                    <a:pt x="20231" y="180484"/>
                  </a:lnTo>
                  <a:lnTo>
                    <a:pt x="26778" y="220910"/>
                  </a:lnTo>
                  <a:lnTo>
                    <a:pt x="33067" y="262331"/>
                  </a:lnTo>
                  <a:lnTo>
                    <a:pt x="38767" y="302277"/>
                  </a:lnTo>
                  <a:lnTo>
                    <a:pt x="47218" y="367135"/>
                  </a:lnTo>
                  <a:lnTo>
                    <a:pt x="50092" y="406271"/>
                  </a:lnTo>
                  <a:lnTo>
                    <a:pt x="48790" y="408016"/>
                  </a:lnTo>
                  <a:lnTo>
                    <a:pt x="46616" y="406345"/>
                  </a:lnTo>
                  <a:lnTo>
                    <a:pt x="33473" y="347088"/>
                  </a:lnTo>
                  <a:lnTo>
                    <a:pt x="26717" y="281641"/>
                  </a:lnTo>
                  <a:lnTo>
                    <a:pt x="20845" y="206734"/>
                  </a:lnTo>
                  <a:lnTo>
                    <a:pt x="16447" y="135931"/>
                  </a:lnTo>
                  <a:lnTo>
                    <a:pt x="14101" y="81809"/>
                  </a:lnTo>
                  <a:lnTo>
                    <a:pt x="13806" y="62499"/>
                  </a:lnTo>
                  <a:lnTo>
                    <a:pt x="14101" y="47316"/>
                  </a:lnTo>
                  <a:lnTo>
                    <a:pt x="25206" y="7861"/>
                  </a:lnTo>
                  <a:lnTo>
                    <a:pt x="51149" y="0"/>
                  </a:lnTo>
                  <a:lnTo>
                    <a:pt x="61430" y="1424"/>
                  </a:lnTo>
                  <a:lnTo>
                    <a:pt x="100677" y="20440"/>
                  </a:lnTo>
                  <a:lnTo>
                    <a:pt x="130453" y="48741"/>
                  </a:lnTo>
                  <a:lnTo>
                    <a:pt x="154922" y="81760"/>
                  </a:lnTo>
                  <a:lnTo>
                    <a:pt x="168299" y="123549"/>
                  </a:lnTo>
                  <a:lnTo>
                    <a:pt x="166714" y="135219"/>
                  </a:lnTo>
                  <a:lnTo>
                    <a:pt x="138412" y="171382"/>
                  </a:lnTo>
                  <a:lnTo>
                    <a:pt x="96746" y="187891"/>
                  </a:lnTo>
                  <a:lnTo>
                    <a:pt x="57438" y="191036"/>
                  </a:lnTo>
                  <a:lnTo>
                    <a:pt x="45326" y="152821"/>
                  </a:lnTo>
                  <a:lnTo>
                    <a:pt x="46432" y="142294"/>
                  </a:lnTo>
                </a:path>
              </a:pathLst>
            </a:custGeom>
            <a:ln w="47301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6" name="object 7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669217" y="4500144"/>
              <a:ext cx="171391" cy="238927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5899036" y="4488442"/>
              <a:ext cx="353695" cy="231775"/>
            </a:xfrm>
            <a:custGeom>
              <a:avLst/>
              <a:gdLst/>
              <a:ahLst/>
              <a:cxnLst/>
              <a:rect l="l" t="t" r="r" b="b"/>
              <a:pathLst>
                <a:path w="353695" h="231775">
                  <a:moveTo>
                    <a:pt x="0" y="51481"/>
                  </a:moveTo>
                  <a:lnTo>
                    <a:pt x="995" y="94707"/>
                  </a:lnTo>
                  <a:lnTo>
                    <a:pt x="4508" y="135747"/>
                  </a:lnTo>
                  <a:lnTo>
                    <a:pt x="9986" y="182130"/>
                  </a:lnTo>
                  <a:lnTo>
                    <a:pt x="16214" y="225418"/>
                  </a:lnTo>
                  <a:lnTo>
                    <a:pt x="18081" y="231511"/>
                  </a:lnTo>
                  <a:lnTo>
                    <a:pt x="18585" y="229103"/>
                  </a:lnTo>
                  <a:lnTo>
                    <a:pt x="19162" y="222273"/>
                  </a:lnTo>
                  <a:lnTo>
                    <a:pt x="20182" y="209842"/>
                  </a:lnTo>
                  <a:lnTo>
                    <a:pt x="22012" y="190630"/>
                  </a:lnTo>
                  <a:lnTo>
                    <a:pt x="28989" y="133536"/>
                  </a:lnTo>
                  <a:lnTo>
                    <a:pt x="40094" y="73493"/>
                  </a:lnTo>
                  <a:lnTo>
                    <a:pt x="54343" y="33301"/>
                  </a:lnTo>
                  <a:lnTo>
                    <a:pt x="82644" y="1265"/>
                  </a:lnTo>
                  <a:lnTo>
                    <a:pt x="89413" y="0"/>
                  </a:lnTo>
                  <a:lnTo>
                    <a:pt x="96697" y="1166"/>
                  </a:lnTo>
                  <a:lnTo>
                    <a:pt x="131288" y="34185"/>
                  </a:lnTo>
                  <a:lnTo>
                    <a:pt x="147699" y="71331"/>
                  </a:lnTo>
                  <a:lnTo>
                    <a:pt x="158803" y="114373"/>
                  </a:lnTo>
                  <a:lnTo>
                    <a:pt x="162243" y="153878"/>
                  </a:lnTo>
                  <a:lnTo>
                    <a:pt x="162452" y="170755"/>
                  </a:lnTo>
                  <a:lnTo>
                    <a:pt x="162734" y="185127"/>
                  </a:lnTo>
                  <a:lnTo>
                    <a:pt x="182978" y="219816"/>
                  </a:lnTo>
                  <a:lnTo>
                    <a:pt x="191184" y="218232"/>
                  </a:lnTo>
                  <a:lnTo>
                    <a:pt x="231327" y="197608"/>
                  </a:lnTo>
                  <a:lnTo>
                    <a:pt x="261790" y="166260"/>
                  </a:lnTo>
                  <a:lnTo>
                    <a:pt x="283802" y="120269"/>
                  </a:lnTo>
                  <a:lnTo>
                    <a:pt x="296381" y="76638"/>
                  </a:lnTo>
                  <a:lnTo>
                    <a:pt x="301884" y="37330"/>
                  </a:lnTo>
                  <a:lnTo>
                    <a:pt x="301884" y="29468"/>
                  </a:lnTo>
                  <a:lnTo>
                    <a:pt x="301884" y="21607"/>
                  </a:lnTo>
                  <a:lnTo>
                    <a:pt x="301098" y="22393"/>
                  </a:lnTo>
                  <a:lnTo>
                    <a:pt x="300447" y="24665"/>
                  </a:lnTo>
                  <a:lnTo>
                    <a:pt x="300017" y="30549"/>
                  </a:lnTo>
                  <a:lnTo>
                    <a:pt x="300324" y="40413"/>
                  </a:lnTo>
                  <a:lnTo>
                    <a:pt x="309648" y="94228"/>
                  </a:lnTo>
                  <a:lnTo>
                    <a:pt x="321538" y="135599"/>
                  </a:lnTo>
                  <a:lnTo>
                    <a:pt x="340664" y="176172"/>
                  </a:lnTo>
                  <a:lnTo>
                    <a:pt x="345909" y="185127"/>
                  </a:lnTo>
                  <a:lnTo>
                    <a:pt x="349975" y="192805"/>
                  </a:lnTo>
                  <a:lnTo>
                    <a:pt x="352493" y="199376"/>
                  </a:lnTo>
                  <a:lnTo>
                    <a:pt x="353095" y="204916"/>
                  </a:lnTo>
                  <a:lnTo>
                    <a:pt x="351412" y="209498"/>
                  </a:lnTo>
                  <a:lnTo>
                    <a:pt x="347186" y="213097"/>
                  </a:lnTo>
                  <a:lnTo>
                    <a:pt x="340602" y="215296"/>
                  </a:lnTo>
                  <a:lnTo>
                    <a:pt x="331955" y="215579"/>
                  </a:lnTo>
                  <a:lnTo>
                    <a:pt x="321538" y="213429"/>
                  </a:lnTo>
                  <a:lnTo>
                    <a:pt x="309660" y="208540"/>
                  </a:lnTo>
                  <a:lnTo>
                    <a:pt x="296676" y="201440"/>
                  </a:lnTo>
                  <a:lnTo>
                    <a:pt x="282955" y="192866"/>
                  </a:lnTo>
                  <a:lnTo>
                    <a:pt x="268865" y="183555"/>
                  </a:lnTo>
                </a:path>
              </a:pathLst>
            </a:custGeom>
            <a:ln w="47301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8" name="object 7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290379" y="4476375"/>
              <a:ext cx="212493" cy="244381"/>
            </a:xfrm>
            <a:prstGeom prst="rect">
              <a:avLst/>
            </a:prstGeom>
          </p:spPr>
        </p:pic>
      </p:grpSp>
      <p:grpSp>
        <p:nvGrpSpPr>
          <p:cNvPr id="79" name="object 79"/>
          <p:cNvGrpSpPr/>
          <p:nvPr/>
        </p:nvGrpSpPr>
        <p:grpSpPr>
          <a:xfrm>
            <a:off x="2953938" y="5451444"/>
            <a:ext cx="1436370" cy="920750"/>
            <a:chOff x="2953938" y="5451444"/>
            <a:chExt cx="1436370" cy="920750"/>
          </a:xfrm>
        </p:grpSpPr>
        <p:sp>
          <p:nvSpPr>
            <p:cNvPr id="80" name="object 80"/>
            <p:cNvSpPr/>
            <p:nvPr/>
          </p:nvSpPr>
          <p:spPr>
            <a:xfrm>
              <a:off x="2977589" y="5475095"/>
              <a:ext cx="219075" cy="337820"/>
            </a:xfrm>
            <a:custGeom>
              <a:avLst/>
              <a:gdLst/>
              <a:ahLst/>
              <a:cxnLst/>
              <a:rect l="l" t="t" r="r" b="b"/>
              <a:pathLst>
                <a:path w="219075" h="337820">
                  <a:moveTo>
                    <a:pt x="166751" y="107273"/>
                  </a:moveTo>
                  <a:lnTo>
                    <a:pt x="161837" y="61774"/>
                  </a:lnTo>
                  <a:lnTo>
                    <a:pt x="151851" y="15072"/>
                  </a:lnTo>
                  <a:lnTo>
                    <a:pt x="123107" y="0"/>
                  </a:lnTo>
                  <a:lnTo>
                    <a:pt x="111425" y="847"/>
                  </a:lnTo>
                  <a:lnTo>
                    <a:pt x="67658" y="26102"/>
                  </a:lnTo>
                  <a:lnTo>
                    <a:pt x="36433" y="66000"/>
                  </a:lnTo>
                  <a:lnTo>
                    <a:pt x="11915" y="119950"/>
                  </a:lnTo>
                  <a:lnTo>
                    <a:pt x="0" y="180877"/>
                  </a:lnTo>
                  <a:lnTo>
                    <a:pt x="85" y="211046"/>
                  </a:lnTo>
                  <a:lnTo>
                    <a:pt x="12861" y="265487"/>
                  </a:lnTo>
                  <a:lnTo>
                    <a:pt x="36249" y="306957"/>
                  </a:lnTo>
                  <a:lnTo>
                    <a:pt x="79143" y="336254"/>
                  </a:lnTo>
                  <a:lnTo>
                    <a:pt x="95997" y="337618"/>
                  </a:lnTo>
                  <a:lnTo>
                    <a:pt x="114385" y="335271"/>
                  </a:lnTo>
                  <a:lnTo>
                    <a:pt x="152047" y="322914"/>
                  </a:lnTo>
                  <a:lnTo>
                    <a:pt x="196527" y="298310"/>
                  </a:lnTo>
                  <a:lnTo>
                    <a:pt x="207914" y="290055"/>
                  </a:lnTo>
                  <a:lnTo>
                    <a:pt x="218637" y="281800"/>
                  </a:lnTo>
                </a:path>
              </a:pathLst>
            </a:custGeom>
            <a:ln w="47301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3239049" y="5488030"/>
              <a:ext cx="180975" cy="319405"/>
            </a:xfrm>
            <a:custGeom>
              <a:avLst/>
              <a:gdLst/>
              <a:ahLst/>
              <a:cxnLst/>
              <a:rect l="l" t="t" r="r" b="b"/>
              <a:pathLst>
                <a:path w="180975" h="319404">
                  <a:moveTo>
                    <a:pt x="13782" y="23584"/>
                  </a:moveTo>
                  <a:lnTo>
                    <a:pt x="10281" y="15477"/>
                  </a:lnTo>
                  <a:lnTo>
                    <a:pt x="7001" y="8254"/>
                  </a:lnTo>
                  <a:lnTo>
                    <a:pt x="4164" y="2800"/>
                  </a:lnTo>
                  <a:lnTo>
                    <a:pt x="1989" y="0"/>
                  </a:lnTo>
                  <a:lnTo>
                    <a:pt x="638" y="810"/>
                  </a:lnTo>
                  <a:lnTo>
                    <a:pt x="24" y="6485"/>
                  </a:lnTo>
                  <a:lnTo>
                    <a:pt x="0" y="18351"/>
                  </a:lnTo>
                  <a:lnTo>
                    <a:pt x="417" y="37735"/>
                  </a:lnTo>
                  <a:lnTo>
                    <a:pt x="2088" y="98564"/>
                  </a:lnTo>
                  <a:lnTo>
                    <a:pt x="4348" y="170596"/>
                  </a:lnTo>
                  <a:lnTo>
                    <a:pt x="6608" y="233194"/>
                  </a:lnTo>
                  <a:lnTo>
                    <a:pt x="7554" y="258707"/>
                  </a:lnTo>
                  <a:lnTo>
                    <a:pt x="8279" y="279872"/>
                  </a:lnTo>
                  <a:lnTo>
                    <a:pt x="8721" y="296406"/>
                  </a:lnTo>
                  <a:lnTo>
                    <a:pt x="8868" y="308370"/>
                  </a:lnTo>
                  <a:lnTo>
                    <a:pt x="8721" y="315912"/>
                  </a:lnTo>
                  <a:lnTo>
                    <a:pt x="8279" y="319180"/>
                  </a:lnTo>
                  <a:lnTo>
                    <a:pt x="7652" y="318234"/>
                  </a:lnTo>
                  <a:lnTo>
                    <a:pt x="7394" y="312792"/>
                  </a:lnTo>
                  <a:lnTo>
                    <a:pt x="8168" y="302486"/>
                  </a:lnTo>
                  <a:lnTo>
                    <a:pt x="22135" y="242234"/>
                  </a:lnTo>
                  <a:lnTo>
                    <a:pt x="41297" y="193394"/>
                  </a:lnTo>
                  <a:lnTo>
                    <a:pt x="65570" y="155757"/>
                  </a:lnTo>
                  <a:lnTo>
                    <a:pt x="99092" y="127087"/>
                  </a:lnTo>
                  <a:lnTo>
                    <a:pt x="107826" y="124999"/>
                  </a:lnTo>
                  <a:lnTo>
                    <a:pt x="116117" y="126448"/>
                  </a:lnTo>
                  <a:lnTo>
                    <a:pt x="152490" y="163680"/>
                  </a:lnTo>
                  <a:lnTo>
                    <a:pt x="173175" y="214719"/>
                  </a:lnTo>
                  <a:lnTo>
                    <a:pt x="180754" y="267207"/>
                  </a:lnTo>
                  <a:lnTo>
                    <a:pt x="180742" y="282525"/>
                  </a:lnTo>
                  <a:lnTo>
                    <a:pt x="179993" y="297106"/>
                  </a:lnTo>
                  <a:lnTo>
                    <a:pt x="178875" y="311318"/>
                  </a:lnTo>
                </a:path>
              </a:pathLst>
            </a:custGeom>
            <a:ln w="47301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3490545" y="5597208"/>
              <a:ext cx="422909" cy="207010"/>
            </a:xfrm>
            <a:custGeom>
              <a:avLst/>
              <a:gdLst/>
              <a:ahLst/>
              <a:cxnLst/>
              <a:rect l="l" t="t" r="r" b="b"/>
              <a:pathLst>
                <a:path w="422910" h="207010">
                  <a:moveTo>
                    <a:pt x="120773" y="65349"/>
                  </a:moveTo>
                  <a:lnTo>
                    <a:pt x="98220" y="20132"/>
                  </a:lnTo>
                  <a:lnTo>
                    <a:pt x="68395" y="0"/>
                  </a:lnTo>
                  <a:lnTo>
                    <a:pt x="56713" y="1904"/>
                  </a:lnTo>
                  <a:lnTo>
                    <a:pt x="20538" y="36752"/>
                  </a:lnTo>
                  <a:lnTo>
                    <a:pt x="3635" y="77141"/>
                  </a:lnTo>
                  <a:lnTo>
                    <a:pt x="0" y="120871"/>
                  </a:lnTo>
                  <a:lnTo>
                    <a:pt x="2641" y="140931"/>
                  </a:lnTo>
                  <a:lnTo>
                    <a:pt x="22601" y="181111"/>
                  </a:lnTo>
                  <a:lnTo>
                    <a:pt x="66430" y="189758"/>
                  </a:lnTo>
                  <a:lnTo>
                    <a:pt x="99313" y="152588"/>
                  </a:lnTo>
                  <a:lnTo>
                    <a:pt x="114865" y="108121"/>
                  </a:lnTo>
                  <a:lnTo>
                    <a:pt x="123132" y="70704"/>
                  </a:lnTo>
                  <a:lnTo>
                    <a:pt x="120773" y="30758"/>
                  </a:lnTo>
                  <a:lnTo>
                    <a:pt x="96758" y="61406"/>
                  </a:lnTo>
                  <a:lnTo>
                    <a:pt x="97974" y="117235"/>
                  </a:lnTo>
                  <a:lnTo>
                    <a:pt x="108096" y="156052"/>
                  </a:lnTo>
                  <a:lnTo>
                    <a:pt x="139923" y="197534"/>
                  </a:lnTo>
                  <a:lnTo>
                    <a:pt x="170067" y="203455"/>
                  </a:lnTo>
                  <a:lnTo>
                    <a:pt x="186024" y="197423"/>
                  </a:lnTo>
                  <a:lnTo>
                    <a:pt x="216095" y="166960"/>
                  </a:lnTo>
                  <a:lnTo>
                    <a:pt x="237910" y="123525"/>
                  </a:lnTo>
                  <a:lnTo>
                    <a:pt x="246558" y="80876"/>
                  </a:lnTo>
                  <a:lnTo>
                    <a:pt x="246976" y="62278"/>
                  </a:lnTo>
                  <a:lnTo>
                    <a:pt x="245772" y="46481"/>
                  </a:lnTo>
                  <a:lnTo>
                    <a:pt x="243414" y="107605"/>
                  </a:lnTo>
                  <a:lnTo>
                    <a:pt x="246853" y="133450"/>
                  </a:lnTo>
                  <a:lnTo>
                    <a:pt x="249703" y="155757"/>
                  </a:lnTo>
                  <a:lnTo>
                    <a:pt x="251521" y="171984"/>
                  </a:lnTo>
                  <a:lnTo>
                    <a:pt x="252455" y="182388"/>
                  </a:lnTo>
                  <a:lnTo>
                    <a:pt x="252798" y="187928"/>
                  </a:lnTo>
                  <a:lnTo>
                    <a:pt x="252848" y="189562"/>
                  </a:lnTo>
                  <a:lnTo>
                    <a:pt x="252909" y="188026"/>
                  </a:lnTo>
                  <a:lnTo>
                    <a:pt x="260451" y="145353"/>
                  </a:lnTo>
                  <a:lnTo>
                    <a:pt x="271924" y="104890"/>
                  </a:lnTo>
                  <a:lnTo>
                    <a:pt x="288360" y="65140"/>
                  </a:lnTo>
                  <a:lnTo>
                    <a:pt x="318099" y="23683"/>
                  </a:lnTo>
                  <a:lnTo>
                    <a:pt x="337753" y="13954"/>
                  </a:lnTo>
                  <a:lnTo>
                    <a:pt x="347506" y="15391"/>
                  </a:lnTo>
                  <a:lnTo>
                    <a:pt x="377552" y="46874"/>
                  </a:lnTo>
                  <a:lnTo>
                    <a:pt x="395928" y="88934"/>
                  </a:lnTo>
                  <a:lnTo>
                    <a:pt x="410472" y="144358"/>
                  </a:lnTo>
                  <a:lnTo>
                    <a:pt x="416712" y="175165"/>
                  </a:lnTo>
                  <a:lnTo>
                    <a:pt x="422657" y="206857"/>
                  </a:lnTo>
                </a:path>
              </a:pathLst>
            </a:custGeom>
            <a:ln w="47301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3964807" y="5592588"/>
              <a:ext cx="215900" cy="756285"/>
            </a:xfrm>
            <a:custGeom>
              <a:avLst/>
              <a:gdLst/>
              <a:ahLst/>
              <a:cxnLst/>
              <a:rect l="l" t="t" r="r" b="b"/>
              <a:pathLst>
                <a:path w="215900" h="756285">
                  <a:moveTo>
                    <a:pt x="155941" y="84118"/>
                  </a:moveTo>
                  <a:lnTo>
                    <a:pt x="152293" y="40118"/>
                  </a:lnTo>
                  <a:lnTo>
                    <a:pt x="128131" y="8156"/>
                  </a:lnTo>
                  <a:lnTo>
                    <a:pt x="97765" y="0"/>
                  </a:lnTo>
                  <a:lnTo>
                    <a:pt x="79156" y="1375"/>
                  </a:lnTo>
                  <a:lnTo>
                    <a:pt x="41052" y="16804"/>
                  </a:lnTo>
                  <a:lnTo>
                    <a:pt x="11915" y="50719"/>
                  </a:lnTo>
                  <a:lnTo>
                    <a:pt x="0" y="96341"/>
                  </a:lnTo>
                  <a:lnTo>
                    <a:pt x="1854" y="118710"/>
                  </a:lnTo>
                  <a:lnTo>
                    <a:pt x="20722" y="154774"/>
                  </a:lnTo>
                  <a:lnTo>
                    <a:pt x="62610" y="180423"/>
                  </a:lnTo>
                  <a:lnTo>
                    <a:pt x="108047" y="159442"/>
                  </a:lnTo>
                  <a:lnTo>
                    <a:pt x="133143" y="114779"/>
                  </a:lnTo>
                  <a:lnTo>
                    <a:pt x="146630" y="64145"/>
                  </a:lnTo>
                  <a:lnTo>
                    <a:pt x="135894" y="124802"/>
                  </a:lnTo>
                  <a:lnTo>
                    <a:pt x="140218" y="200470"/>
                  </a:lnTo>
                  <a:lnTo>
                    <a:pt x="146262" y="241092"/>
                  </a:lnTo>
                  <a:lnTo>
                    <a:pt x="154369" y="282525"/>
                  </a:lnTo>
                  <a:lnTo>
                    <a:pt x="163655" y="324400"/>
                  </a:lnTo>
                  <a:lnTo>
                    <a:pt x="173237" y="366349"/>
                  </a:lnTo>
                  <a:lnTo>
                    <a:pt x="182351" y="408089"/>
                  </a:lnTo>
                  <a:lnTo>
                    <a:pt x="190729" y="449682"/>
                  </a:lnTo>
                  <a:lnTo>
                    <a:pt x="198222" y="491274"/>
                  </a:lnTo>
                  <a:lnTo>
                    <a:pt x="204683" y="533015"/>
                  </a:lnTo>
                  <a:lnTo>
                    <a:pt x="209940" y="574718"/>
                  </a:lnTo>
                  <a:lnTo>
                    <a:pt x="213724" y="614873"/>
                  </a:lnTo>
                  <a:lnTo>
                    <a:pt x="215738" y="651638"/>
                  </a:lnTo>
                  <a:lnTo>
                    <a:pt x="215689" y="683170"/>
                  </a:lnTo>
                  <a:lnTo>
                    <a:pt x="209302" y="726802"/>
                  </a:lnTo>
                  <a:lnTo>
                    <a:pt x="183653" y="755890"/>
                  </a:lnTo>
                  <a:lnTo>
                    <a:pt x="175497" y="753188"/>
                  </a:lnTo>
                  <a:lnTo>
                    <a:pt x="143559" y="717663"/>
                  </a:lnTo>
                  <a:lnTo>
                    <a:pt x="117419" y="669806"/>
                  </a:lnTo>
                  <a:lnTo>
                    <a:pt x="90985" y="605341"/>
                  </a:lnTo>
                  <a:lnTo>
                    <a:pt x="71036" y="540876"/>
                  </a:lnTo>
                  <a:lnTo>
                    <a:pt x="64256" y="490758"/>
                  </a:lnTo>
                  <a:lnTo>
                    <a:pt x="66725" y="468795"/>
                  </a:lnTo>
                  <a:lnTo>
                    <a:pt x="73395" y="446537"/>
                  </a:lnTo>
                  <a:lnTo>
                    <a:pt x="84266" y="422596"/>
                  </a:lnTo>
                  <a:lnTo>
                    <a:pt x="98454" y="397107"/>
                  </a:lnTo>
                  <a:lnTo>
                    <a:pt x="114852" y="370587"/>
                  </a:lnTo>
                  <a:lnTo>
                    <a:pt x="132357" y="343550"/>
                  </a:lnTo>
                </a:path>
              </a:pathLst>
            </a:custGeom>
            <a:ln w="47301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4" name="object 8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167852" y="5582425"/>
              <a:ext cx="221828" cy="241556"/>
            </a:xfrm>
            <a:prstGeom prst="rect">
              <a:avLst/>
            </a:prstGeom>
          </p:spPr>
        </p:pic>
      </p:grpSp>
      <p:grpSp>
        <p:nvGrpSpPr>
          <p:cNvPr id="85" name="object 85"/>
          <p:cNvGrpSpPr/>
          <p:nvPr/>
        </p:nvGrpSpPr>
        <p:grpSpPr>
          <a:xfrm>
            <a:off x="4589491" y="5344686"/>
            <a:ext cx="2739390" cy="1031875"/>
            <a:chOff x="4589491" y="5344686"/>
            <a:chExt cx="2739390" cy="1031875"/>
          </a:xfrm>
        </p:grpSpPr>
        <p:sp>
          <p:nvSpPr>
            <p:cNvPr id="86" name="object 86"/>
            <p:cNvSpPr/>
            <p:nvPr/>
          </p:nvSpPr>
          <p:spPr>
            <a:xfrm>
              <a:off x="4613142" y="5405410"/>
              <a:ext cx="484505" cy="400685"/>
            </a:xfrm>
            <a:custGeom>
              <a:avLst/>
              <a:gdLst/>
              <a:ahLst/>
              <a:cxnLst/>
              <a:rect l="l" t="t" r="r" b="b"/>
              <a:pathLst>
                <a:path w="484504" h="400685">
                  <a:moveTo>
                    <a:pt x="21754" y="115638"/>
                  </a:moveTo>
                  <a:lnTo>
                    <a:pt x="13892" y="114066"/>
                  </a:lnTo>
                  <a:lnTo>
                    <a:pt x="6031" y="112494"/>
                  </a:lnTo>
                  <a:lnTo>
                    <a:pt x="2100" y="106204"/>
                  </a:lnTo>
                  <a:lnTo>
                    <a:pt x="0" y="100578"/>
                  </a:lnTo>
                  <a:lnTo>
                    <a:pt x="36" y="93036"/>
                  </a:lnTo>
                  <a:lnTo>
                    <a:pt x="19211" y="57708"/>
                  </a:lnTo>
                  <a:lnTo>
                    <a:pt x="44884" y="28719"/>
                  </a:lnTo>
                  <a:lnTo>
                    <a:pt x="75606" y="2235"/>
                  </a:lnTo>
                  <a:lnTo>
                    <a:pt x="83443" y="0"/>
                  </a:lnTo>
                  <a:lnTo>
                    <a:pt x="91722" y="859"/>
                  </a:lnTo>
                  <a:lnTo>
                    <a:pt x="127885" y="42526"/>
                  </a:lnTo>
                  <a:lnTo>
                    <a:pt x="136140" y="95100"/>
                  </a:lnTo>
                  <a:lnTo>
                    <a:pt x="137319" y="165952"/>
                  </a:lnTo>
                  <a:lnTo>
                    <a:pt x="136324" y="205874"/>
                  </a:lnTo>
                  <a:lnTo>
                    <a:pt x="134666" y="245944"/>
                  </a:lnTo>
                  <a:lnTo>
                    <a:pt x="130244" y="315322"/>
                  </a:lnTo>
                  <a:lnTo>
                    <a:pt x="125625" y="357775"/>
                  </a:lnTo>
                  <a:lnTo>
                    <a:pt x="118648" y="396690"/>
                  </a:lnTo>
                  <a:lnTo>
                    <a:pt x="117616" y="400375"/>
                  </a:lnTo>
                  <a:lnTo>
                    <a:pt x="116879" y="400227"/>
                  </a:lnTo>
                  <a:lnTo>
                    <a:pt x="119237" y="355416"/>
                  </a:lnTo>
                  <a:lnTo>
                    <a:pt x="126411" y="308738"/>
                  </a:lnTo>
                  <a:lnTo>
                    <a:pt x="138891" y="246141"/>
                  </a:lnTo>
                  <a:lnTo>
                    <a:pt x="156482" y="171062"/>
                  </a:lnTo>
                  <a:lnTo>
                    <a:pt x="175841" y="103060"/>
                  </a:lnTo>
                  <a:lnTo>
                    <a:pt x="193529" y="60116"/>
                  </a:lnTo>
                  <a:lnTo>
                    <a:pt x="221831" y="27490"/>
                  </a:lnTo>
                  <a:lnTo>
                    <a:pt x="252098" y="61393"/>
                  </a:lnTo>
                  <a:lnTo>
                    <a:pt x="266740" y="115737"/>
                  </a:lnTo>
                  <a:lnTo>
                    <a:pt x="279614" y="184820"/>
                  </a:lnTo>
                  <a:lnTo>
                    <a:pt x="285117" y="252233"/>
                  </a:lnTo>
                  <a:lnTo>
                    <a:pt x="285903" y="304316"/>
                  </a:lnTo>
                  <a:lnTo>
                    <a:pt x="284331" y="348341"/>
                  </a:lnTo>
                  <a:lnTo>
                    <a:pt x="281112" y="296283"/>
                  </a:lnTo>
                  <a:lnTo>
                    <a:pt x="290104" y="224595"/>
                  </a:lnTo>
                  <a:lnTo>
                    <a:pt x="297695" y="186392"/>
                  </a:lnTo>
                  <a:lnTo>
                    <a:pt x="319118" y="116326"/>
                  </a:lnTo>
                  <a:lnTo>
                    <a:pt x="341720" y="64538"/>
                  </a:lnTo>
                  <a:lnTo>
                    <a:pt x="364826" y="32367"/>
                  </a:lnTo>
                  <a:lnTo>
                    <a:pt x="403925" y="35745"/>
                  </a:lnTo>
                  <a:lnTo>
                    <a:pt x="420950" y="80016"/>
                  </a:lnTo>
                  <a:lnTo>
                    <a:pt x="433185" y="137307"/>
                  </a:lnTo>
                  <a:lnTo>
                    <a:pt x="442569" y="205101"/>
                  </a:lnTo>
                  <a:lnTo>
                    <a:pt x="447925" y="268951"/>
                  </a:lnTo>
                  <a:lnTo>
                    <a:pt x="450357" y="312608"/>
                  </a:lnTo>
                  <a:lnTo>
                    <a:pt x="450996" y="326034"/>
                  </a:lnTo>
                  <a:lnTo>
                    <a:pt x="451635" y="336659"/>
                  </a:lnTo>
                  <a:lnTo>
                    <a:pt x="458096" y="378940"/>
                  </a:lnTo>
                  <a:lnTo>
                    <a:pt x="463575" y="390793"/>
                  </a:lnTo>
                  <a:lnTo>
                    <a:pt x="466719" y="382932"/>
                  </a:lnTo>
                  <a:lnTo>
                    <a:pt x="470650" y="374284"/>
                  </a:lnTo>
                  <a:lnTo>
                    <a:pt x="473733" y="367663"/>
                  </a:lnTo>
                  <a:lnTo>
                    <a:pt x="477037" y="360821"/>
                  </a:lnTo>
                  <a:lnTo>
                    <a:pt x="480489" y="353832"/>
                  </a:lnTo>
                  <a:lnTo>
                    <a:pt x="484014" y="346769"/>
                  </a:lnTo>
                </a:path>
              </a:pathLst>
            </a:custGeom>
            <a:ln w="47301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5147471" y="5568219"/>
              <a:ext cx="468630" cy="199390"/>
            </a:xfrm>
            <a:custGeom>
              <a:avLst/>
              <a:gdLst/>
              <a:ahLst/>
              <a:cxnLst/>
              <a:rect l="l" t="t" r="r" b="b"/>
              <a:pathLst>
                <a:path w="468629" h="199389">
                  <a:moveTo>
                    <a:pt x="133646" y="80188"/>
                  </a:moveTo>
                  <a:lnTo>
                    <a:pt x="122923" y="40057"/>
                  </a:lnTo>
                  <a:lnTo>
                    <a:pt x="92373" y="14838"/>
                  </a:lnTo>
                  <a:lnTo>
                    <a:pt x="46223" y="30291"/>
                  </a:lnTo>
                  <a:lnTo>
                    <a:pt x="17995" y="65521"/>
                  </a:lnTo>
                  <a:lnTo>
                    <a:pt x="1719" y="102925"/>
                  </a:lnTo>
                  <a:lnTo>
                    <a:pt x="0" y="119397"/>
                  </a:lnTo>
                  <a:lnTo>
                    <a:pt x="2997" y="134543"/>
                  </a:lnTo>
                  <a:lnTo>
                    <a:pt x="40388" y="172168"/>
                  </a:lnTo>
                  <a:lnTo>
                    <a:pt x="92324" y="178027"/>
                  </a:lnTo>
                  <a:lnTo>
                    <a:pt x="128143" y="136791"/>
                  </a:lnTo>
                  <a:lnTo>
                    <a:pt x="141803" y="92471"/>
                  </a:lnTo>
                  <a:lnTo>
                    <a:pt x="147797" y="51100"/>
                  </a:lnTo>
                  <a:lnTo>
                    <a:pt x="130403" y="99547"/>
                  </a:lnTo>
                  <a:lnTo>
                    <a:pt x="138363" y="146225"/>
                  </a:lnTo>
                  <a:lnTo>
                    <a:pt x="158705" y="181012"/>
                  </a:lnTo>
                  <a:lnTo>
                    <a:pt x="204093" y="198873"/>
                  </a:lnTo>
                  <a:lnTo>
                    <a:pt x="220222" y="193591"/>
                  </a:lnTo>
                  <a:lnTo>
                    <a:pt x="248425" y="161948"/>
                  </a:lnTo>
                  <a:lnTo>
                    <a:pt x="266409" y="103674"/>
                  </a:lnTo>
                  <a:lnTo>
                    <a:pt x="274368" y="44810"/>
                  </a:lnTo>
                  <a:lnTo>
                    <a:pt x="273042" y="3132"/>
                  </a:lnTo>
                  <a:lnTo>
                    <a:pt x="271224" y="0"/>
                  </a:lnTo>
                  <a:lnTo>
                    <a:pt x="269615" y="736"/>
                  </a:lnTo>
                  <a:lnTo>
                    <a:pt x="267576" y="56050"/>
                  </a:lnTo>
                  <a:lnTo>
                    <a:pt x="269615" y="110074"/>
                  </a:lnTo>
                  <a:lnTo>
                    <a:pt x="273115" y="153214"/>
                  </a:lnTo>
                  <a:lnTo>
                    <a:pt x="288040" y="152883"/>
                  </a:lnTo>
                  <a:lnTo>
                    <a:pt x="295595" y="133646"/>
                  </a:lnTo>
                  <a:lnTo>
                    <a:pt x="321047" y="80581"/>
                  </a:lnTo>
                  <a:lnTo>
                    <a:pt x="352984" y="29874"/>
                  </a:lnTo>
                  <a:lnTo>
                    <a:pt x="383055" y="4422"/>
                  </a:lnTo>
                  <a:lnTo>
                    <a:pt x="396763" y="1904"/>
                  </a:lnTo>
                  <a:lnTo>
                    <a:pt x="409587" y="5503"/>
                  </a:lnTo>
                  <a:lnTo>
                    <a:pt x="441758" y="46850"/>
                  </a:lnTo>
                  <a:lnTo>
                    <a:pt x="455946" y="92606"/>
                  </a:lnTo>
                  <a:lnTo>
                    <a:pt x="464938" y="146335"/>
                  </a:lnTo>
                  <a:lnTo>
                    <a:pt x="468549" y="174526"/>
                  </a:lnTo>
                </a:path>
              </a:pathLst>
            </a:custGeom>
            <a:ln w="47301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8" name="object 8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667939" y="5528255"/>
              <a:ext cx="231164" cy="238141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5916223" y="5556130"/>
              <a:ext cx="177800" cy="796925"/>
            </a:xfrm>
            <a:custGeom>
              <a:avLst/>
              <a:gdLst/>
              <a:ahLst/>
              <a:cxnLst/>
              <a:rect l="l" t="t" r="r" b="b"/>
              <a:pathLst>
                <a:path w="177800" h="796925">
                  <a:moveTo>
                    <a:pt x="133757" y="78124"/>
                  </a:moveTo>
                  <a:lnTo>
                    <a:pt x="133978" y="37661"/>
                  </a:lnTo>
                  <a:lnTo>
                    <a:pt x="105517" y="3353"/>
                  </a:lnTo>
                  <a:lnTo>
                    <a:pt x="80925" y="0"/>
                  </a:lnTo>
                  <a:lnTo>
                    <a:pt x="67818" y="3242"/>
                  </a:lnTo>
                  <a:lnTo>
                    <a:pt x="31446" y="42477"/>
                  </a:lnTo>
                  <a:lnTo>
                    <a:pt x="14814" y="88221"/>
                  </a:lnTo>
                  <a:lnTo>
                    <a:pt x="8954" y="129126"/>
                  </a:lnTo>
                  <a:lnTo>
                    <a:pt x="10527" y="144358"/>
                  </a:lnTo>
                  <a:lnTo>
                    <a:pt x="40401" y="175018"/>
                  </a:lnTo>
                  <a:lnTo>
                    <a:pt x="79205" y="164540"/>
                  </a:lnTo>
                  <a:lnTo>
                    <a:pt x="116461" y="125293"/>
                  </a:lnTo>
                  <a:lnTo>
                    <a:pt x="133487" y="73775"/>
                  </a:lnTo>
                  <a:lnTo>
                    <a:pt x="133892" y="35266"/>
                  </a:lnTo>
                  <a:lnTo>
                    <a:pt x="111794" y="75667"/>
                  </a:lnTo>
                  <a:lnTo>
                    <a:pt x="107273" y="123918"/>
                  </a:lnTo>
                  <a:lnTo>
                    <a:pt x="110799" y="188579"/>
                  </a:lnTo>
                  <a:lnTo>
                    <a:pt x="122075" y="264935"/>
                  </a:lnTo>
                  <a:lnTo>
                    <a:pt x="129040" y="305324"/>
                  </a:lnTo>
                  <a:lnTo>
                    <a:pt x="136091" y="346093"/>
                  </a:lnTo>
                  <a:lnTo>
                    <a:pt x="142994" y="386789"/>
                  </a:lnTo>
                  <a:lnTo>
                    <a:pt x="149603" y="427043"/>
                  </a:lnTo>
                  <a:lnTo>
                    <a:pt x="155770" y="466486"/>
                  </a:lnTo>
                  <a:lnTo>
                    <a:pt x="161359" y="504860"/>
                  </a:lnTo>
                  <a:lnTo>
                    <a:pt x="170473" y="579250"/>
                  </a:lnTo>
                  <a:lnTo>
                    <a:pt x="176320" y="652142"/>
                  </a:lnTo>
                  <a:lnTo>
                    <a:pt x="177720" y="718228"/>
                  </a:lnTo>
                  <a:lnTo>
                    <a:pt x="176210" y="744786"/>
                  </a:lnTo>
                  <a:lnTo>
                    <a:pt x="161174" y="789671"/>
                  </a:lnTo>
                  <a:lnTo>
                    <a:pt x="142294" y="796709"/>
                  </a:lnTo>
                  <a:lnTo>
                    <a:pt x="130121" y="793822"/>
                  </a:lnTo>
                  <a:lnTo>
                    <a:pt x="82030" y="749011"/>
                  </a:lnTo>
                  <a:lnTo>
                    <a:pt x="45007" y="689361"/>
                  </a:lnTo>
                  <a:lnTo>
                    <a:pt x="28412" y="654377"/>
                  </a:lnTo>
                  <a:lnTo>
                    <a:pt x="14715" y="617833"/>
                  </a:lnTo>
                  <a:lnTo>
                    <a:pt x="4925" y="580774"/>
                  </a:lnTo>
                  <a:lnTo>
                    <a:pt x="0" y="544156"/>
                  </a:lnTo>
                  <a:lnTo>
                    <a:pt x="896" y="508939"/>
                  </a:lnTo>
                  <a:lnTo>
                    <a:pt x="8021" y="475981"/>
                  </a:lnTo>
                  <a:lnTo>
                    <a:pt x="19567" y="445751"/>
                  </a:lnTo>
                  <a:lnTo>
                    <a:pt x="33178" y="418616"/>
                  </a:lnTo>
                  <a:lnTo>
                    <a:pt x="46493" y="394946"/>
                  </a:lnTo>
                  <a:lnTo>
                    <a:pt x="57659" y="374886"/>
                  </a:lnTo>
                  <a:lnTo>
                    <a:pt x="66835" y="357701"/>
                  </a:lnTo>
                  <a:lnTo>
                    <a:pt x="74685" y="342433"/>
                  </a:lnTo>
                  <a:lnTo>
                    <a:pt x="81871" y="328122"/>
                  </a:lnTo>
                </a:path>
              </a:pathLst>
            </a:custGeom>
            <a:ln w="47301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0" name="object 9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104944" y="5535035"/>
              <a:ext cx="223401" cy="235291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6361297" y="5524107"/>
              <a:ext cx="273685" cy="206375"/>
            </a:xfrm>
            <a:custGeom>
              <a:avLst/>
              <a:gdLst/>
              <a:ahLst/>
              <a:cxnLst/>
              <a:rect l="l" t="t" r="r" b="b"/>
              <a:pathLst>
                <a:path w="273684" h="206375">
                  <a:moveTo>
                    <a:pt x="0" y="53544"/>
                  </a:moveTo>
                  <a:lnTo>
                    <a:pt x="2358" y="95309"/>
                  </a:lnTo>
                  <a:lnTo>
                    <a:pt x="5896" y="149026"/>
                  </a:lnTo>
                  <a:lnTo>
                    <a:pt x="11006" y="198197"/>
                  </a:lnTo>
                  <a:lnTo>
                    <a:pt x="12578" y="206059"/>
                  </a:lnTo>
                  <a:lnTo>
                    <a:pt x="13364" y="206059"/>
                  </a:lnTo>
                  <a:lnTo>
                    <a:pt x="13844" y="204511"/>
                  </a:lnTo>
                  <a:lnTo>
                    <a:pt x="14249" y="199573"/>
                  </a:lnTo>
                  <a:lnTo>
                    <a:pt x="14802" y="190802"/>
                  </a:lnTo>
                  <a:lnTo>
                    <a:pt x="15723" y="177757"/>
                  </a:lnTo>
                  <a:lnTo>
                    <a:pt x="19850" y="139432"/>
                  </a:lnTo>
                  <a:lnTo>
                    <a:pt x="29874" y="92852"/>
                  </a:lnTo>
                  <a:lnTo>
                    <a:pt x="47562" y="48434"/>
                  </a:lnTo>
                  <a:lnTo>
                    <a:pt x="67609" y="15808"/>
                  </a:lnTo>
                  <a:lnTo>
                    <a:pt x="90936" y="0"/>
                  </a:lnTo>
                  <a:lnTo>
                    <a:pt x="96697" y="872"/>
                  </a:lnTo>
                  <a:lnTo>
                    <a:pt x="121203" y="49024"/>
                  </a:lnTo>
                  <a:lnTo>
                    <a:pt x="132479" y="91771"/>
                  </a:lnTo>
                  <a:lnTo>
                    <a:pt x="140918" y="137074"/>
                  </a:lnTo>
                  <a:lnTo>
                    <a:pt x="141508" y="154959"/>
                  </a:lnTo>
                  <a:lnTo>
                    <a:pt x="141508" y="164036"/>
                  </a:lnTo>
                  <a:lnTo>
                    <a:pt x="141508" y="172745"/>
                  </a:lnTo>
                  <a:lnTo>
                    <a:pt x="141508" y="179833"/>
                  </a:lnTo>
                  <a:lnTo>
                    <a:pt x="141508" y="184046"/>
                  </a:lnTo>
                  <a:lnTo>
                    <a:pt x="141594" y="184255"/>
                  </a:lnTo>
                  <a:lnTo>
                    <a:pt x="152060" y="134089"/>
                  </a:lnTo>
                  <a:lnTo>
                    <a:pt x="165695" y="85863"/>
                  </a:lnTo>
                  <a:lnTo>
                    <a:pt x="179760" y="48434"/>
                  </a:lnTo>
                  <a:lnTo>
                    <a:pt x="209904" y="16595"/>
                  </a:lnTo>
                  <a:lnTo>
                    <a:pt x="221696" y="14236"/>
                  </a:lnTo>
                  <a:lnTo>
                    <a:pt x="227592" y="14973"/>
                  </a:lnTo>
                  <a:lnTo>
                    <a:pt x="251128" y="47071"/>
                  </a:lnTo>
                  <a:lnTo>
                    <a:pt x="261643" y="84733"/>
                  </a:lnTo>
                  <a:lnTo>
                    <a:pt x="268718" y="128168"/>
                  </a:lnTo>
                  <a:lnTo>
                    <a:pt x="272354" y="172660"/>
                  </a:lnTo>
                  <a:lnTo>
                    <a:pt x="273583" y="195053"/>
                  </a:lnTo>
                </a:path>
              </a:pathLst>
            </a:custGeom>
            <a:ln w="47301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6700979" y="5368337"/>
              <a:ext cx="603885" cy="357505"/>
            </a:xfrm>
            <a:custGeom>
              <a:avLst/>
              <a:gdLst/>
              <a:ahLst/>
              <a:cxnLst/>
              <a:rect l="l" t="t" r="r" b="b"/>
              <a:pathLst>
                <a:path w="603884" h="357504">
                  <a:moveTo>
                    <a:pt x="42391" y="275351"/>
                  </a:moveTo>
                  <a:lnTo>
                    <a:pt x="95346" y="264959"/>
                  </a:lnTo>
                  <a:lnTo>
                    <a:pt x="126804" y="236338"/>
                  </a:lnTo>
                  <a:lnTo>
                    <a:pt x="120122" y="190901"/>
                  </a:lnTo>
                  <a:lnTo>
                    <a:pt x="78554" y="155855"/>
                  </a:lnTo>
                  <a:lnTo>
                    <a:pt x="61909" y="154320"/>
                  </a:lnTo>
                  <a:lnTo>
                    <a:pt x="45634" y="158902"/>
                  </a:lnTo>
                  <a:lnTo>
                    <a:pt x="8475" y="205383"/>
                  </a:lnTo>
                  <a:lnTo>
                    <a:pt x="0" y="253044"/>
                  </a:lnTo>
                  <a:lnTo>
                    <a:pt x="1510" y="276137"/>
                  </a:lnTo>
                  <a:lnTo>
                    <a:pt x="16840" y="313087"/>
                  </a:lnTo>
                  <a:lnTo>
                    <a:pt x="48680" y="335885"/>
                  </a:lnTo>
                  <a:lnTo>
                    <a:pt x="94375" y="343550"/>
                  </a:lnTo>
                  <a:lnTo>
                    <a:pt x="140660" y="335885"/>
                  </a:lnTo>
                  <a:lnTo>
                    <a:pt x="174661" y="313381"/>
                  </a:lnTo>
                  <a:lnTo>
                    <a:pt x="195691" y="278496"/>
                  </a:lnTo>
                  <a:lnTo>
                    <a:pt x="206402" y="236043"/>
                  </a:lnTo>
                  <a:lnTo>
                    <a:pt x="211488" y="185238"/>
                  </a:lnTo>
                  <a:lnTo>
                    <a:pt x="211611" y="176295"/>
                  </a:lnTo>
                  <a:lnTo>
                    <a:pt x="210849" y="170890"/>
                  </a:lnTo>
                  <a:lnTo>
                    <a:pt x="190164" y="203970"/>
                  </a:lnTo>
                  <a:lnTo>
                    <a:pt x="183727" y="242713"/>
                  </a:lnTo>
                  <a:lnTo>
                    <a:pt x="180177" y="283655"/>
                  </a:lnTo>
                  <a:lnTo>
                    <a:pt x="179182" y="332741"/>
                  </a:lnTo>
                  <a:lnTo>
                    <a:pt x="179182" y="349250"/>
                  </a:lnTo>
                  <a:lnTo>
                    <a:pt x="179182" y="357112"/>
                  </a:lnTo>
                  <a:lnTo>
                    <a:pt x="182327" y="357112"/>
                  </a:lnTo>
                  <a:lnTo>
                    <a:pt x="185287" y="355527"/>
                  </a:lnTo>
                  <a:lnTo>
                    <a:pt x="210346" y="306883"/>
                  </a:lnTo>
                  <a:lnTo>
                    <a:pt x="219964" y="283704"/>
                  </a:lnTo>
                  <a:lnTo>
                    <a:pt x="230614" y="258903"/>
                  </a:lnTo>
                  <a:lnTo>
                    <a:pt x="254063" y="212139"/>
                  </a:lnTo>
                  <a:lnTo>
                    <a:pt x="277451" y="176320"/>
                  </a:lnTo>
                  <a:lnTo>
                    <a:pt x="309340" y="147797"/>
                  </a:lnTo>
                  <a:lnTo>
                    <a:pt x="314401" y="147993"/>
                  </a:lnTo>
                  <a:lnTo>
                    <a:pt x="335124" y="188002"/>
                  </a:lnTo>
                  <a:lnTo>
                    <a:pt x="342961" y="225663"/>
                  </a:lnTo>
                  <a:lnTo>
                    <a:pt x="347690" y="266617"/>
                  </a:lnTo>
                  <a:lnTo>
                    <a:pt x="349606" y="303198"/>
                  </a:lnTo>
                  <a:lnTo>
                    <a:pt x="350564" y="317804"/>
                  </a:lnTo>
                  <a:lnTo>
                    <a:pt x="378178" y="349250"/>
                  </a:lnTo>
                  <a:lnTo>
                    <a:pt x="387797" y="347113"/>
                  </a:lnTo>
                  <a:lnTo>
                    <a:pt x="421909" y="322422"/>
                  </a:lnTo>
                  <a:lnTo>
                    <a:pt x="444117" y="287930"/>
                  </a:lnTo>
                  <a:lnTo>
                    <a:pt x="461118" y="236731"/>
                  </a:lnTo>
                  <a:lnTo>
                    <a:pt x="471633" y="166075"/>
                  </a:lnTo>
                  <a:lnTo>
                    <a:pt x="474335" y="123463"/>
                  </a:lnTo>
                  <a:lnTo>
                    <a:pt x="475564" y="80482"/>
                  </a:lnTo>
                  <a:lnTo>
                    <a:pt x="475613" y="42366"/>
                  </a:lnTo>
                  <a:lnTo>
                    <a:pt x="473340" y="466"/>
                  </a:lnTo>
                  <a:lnTo>
                    <a:pt x="471534" y="0"/>
                  </a:lnTo>
                  <a:lnTo>
                    <a:pt x="469581" y="11030"/>
                  </a:lnTo>
                  <a:lnTo>
                    <a:pt x="466093" y="59895"/>
                  </a:lnTo>
                  <a:lnTo>
                    <a:pt x="464054" y="131140"/>
                  </a:lnTo>
                  <a:lnTo>
                    <a:pt x="463771" y="170006"/>
                  </a:lnTo>
                  <a:lnTo>
                    <a:pt x="464054" y="208319"/>
                  </a:lnTo>
                  <a:lnTo>
                    <a:pt x="466093" y="275806"/>
                  </a:lnTo>
                  <a:lnTo>
                    <a:pt x="469643" y="319413"/>
                  </a:lnTo>
                  <a:lnTo>
                    <a:pt x="498387" y="346277"/>
                  </a:lnTo>
                  <a:lnTo>
                    <a:pt x="542289" y="328515"/>
                  </a:lnTo>
                  <a:lnTo>
                    <a:pt x="584913" y="296246"/>
                  </a:lnTo>
                  <a:lnTo>
                    <a:pt x="598818" y="272980"/>
                  </a:lnTo>
                  <a:lnTo>
                    <a:pt x="603708" y="261200"/>
                  </a:lnTo>
                </a:path>
              </a:pathLst>
            </a:custGeom>
            <a:ln w="47301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7073557" y="5450294"/>
              <a:ext cx="198120" cy="14604"/>
            </a:xfrm>
            <a:custGeom>
              <a:avLst/>
              <a:gdLst/>
              <a:ahLst/>
              <a:cxnLst/>
              <a:rect l="l" t="t" r="r" b="b"/>
              <a:pathLst>
                <a:path w="198120" h="14604">
                  <a:moveTo>
                    <a:pt x="0" y="14150"/>
                  </a:moveTo>
                  <a:lnTo>
                    <a:pt x="60337" y="11693"/>
                  </a:lnTo>
                  <a:lnTo>
                    <a:pt x="114778" y="8647"/>
                  </a:lnTo>
                  <a:lnTo>
                    <a:pt x="159393" y="4618"/>
                  </a:lnTo>
                  <a:lnTo>
                    <a:pt x="179120" y="2346"/>
                  </a:lnTo>
                  <a:lnTo>
                    <a:pt x="198111" y="0"/>
                  </a:lnTo>
                </a:path>
              </a:pathLst>
            </a:custGeom>
            <a:ln w="47301">
              <a:solidFill>
                <a:srgbClr val="61187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56739" y="1384158"/>
            <a:ext cx="250190" cy="403225"/>
            <a:chOff x="1556739" y="1384158"/>
            <a:chExt cx="250190" cy="403225"/>
          </a:xfrm>
        </p:grpSpPr>
        <p:sp>
          <p:nvSpPr>
            <p:cNvPr id="3" name="object 3"/>
            <p:cNvSpPr/>
            <p:nvPr/>
          </p:nvSpPr>
          <p:spPr>
            <a:xfrm>
              <a:off x="1579976" y="1407395"/>
              <a:ext cx="10795" cy="356870"/>
            </a:xfrm>
            <a:custGeom>
              <a:avLst/>
              <a:gdLst/>
              <a:ahLst/>
              <a:cxnLst/>
              <a:rect l="l" t="t" r="r" b="b"/>
              <a:pathLst>
                <a:path w="10794" h="356869">
                  <a:moveTo>
                    <a:pt x="0" y="0"/>
                  </a:moveTo>
                  <a:lnTo>
                    <a:pt x="2661" y="67872"/>
                  </a:lnTo>
                  <a:lnTo>
                    <a:pt x="5323" y="143730"/>
                  </a:lnTo>
                  <a:lnTo>
                    <a:pt x="6640" y="186373"/>
                  </a:lnTo>
                  <a:lnTo>
                    <a:pt x="7874" y="229348"/>
                  </a:lnTo>
                  <a:lnTo>
                    <a:pt x="8941" y="268996"/>
                  </a:lnTo>
                  <a:lnTo>
                    <a:pt x="10272" y="324725"/>
                  </a:lnTo>
                  <a:lnTo>
                    <a:pt x="10632" y="349567"/>
                  </a:lnTo>
                  <a:lnTo>
                    <a:pt x="10646" y="356665"/>
                  </a:lnTo>
                </a:path>
              </a:pathLst>
            </a:custGeom>
            <a:ln w="464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3771" y="1563012"/>
              <a:ext cx="198193" cy="6716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770795" y="1441426"/>
              <a:ext cx="12700" cy="260985"/>
            </a:xfrm>
            <a:custGeom>
              <a:avLst/>
              <a:gdLst/>
              <a:ahLst/>
              <a:cxnLst/>
              <a:rect l="l" t="t" r="r" b="b"/>
              <a:pathLst>
                <a:path w="12700" h="260985">
                  <a:moveTo>
                    <a:pt x="0" y="0"/>
                  </a:moveTo>
                  <a:lnTo>
                    <a:pt x="172" y="59998"/>
                  </a:lnTo>
                  <a:lnTo>
                    <a:pt x="1379" y="119996"/>
                  </a:lnTo>
                  <a:lnTo>
                    <a:pt x="4223" y="177925"/>
                  </a:lnTo>
                  <a:lnTo>
                    <a:pt x="7585" y="223440"/>
                  </a:lnTo>
                  <a:lnTo>
                    <a:pt x="11367" y="255250"/>
                  </a:lnTo>
                  <a:lnTo>
                    <a:pt x="12413" y="260681"/>
                  </a:lnTo>
                </a:path>
              </a:pathLst>
            </a:custGeom>
            <a:ln w="464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1852382" y="1396735"/>
            <a:ext cx="753110" cy="338455"/>
            <a:chOff x="1852382" y="1396735"/>
            <a:chExt cx="753110" cy="338455"/>
          </a:xfrm>
        </p:grpSpPr>
        <p:sp>
          <p:nvSpPr>
            <p:cNvPr id="7" name="object 7"/>
            <p:cNvSpPr/>
            <p:nvPr/>
          </p:nvSpPr>
          <p:spPr>
            <a:xfrm>
              <a:off x="1875619" y="1452461"/>
              <a:ext cx="19685" cy="258445"/>
            </a:xfrm>
            <a:custGeom>
              <a:avLst/>
              <a:gdLst/>
              <a:ahLst/>
              <a:cxnLst/>
              <a:rect l="l" t="t" r="r" b="b"/>
              <a:pathLst>
                <a:path w="19685" h="258444">
                  <a:moveTo>
                    <a:pt x="11034" y="13792"/>
                  </a:moveTo>
                  <a:lnTo>
                    <a:pt x="8275" y="6896"/>
                  </a:lnTo>
                  <a:lnTo>
                    <a:pt x="5517" y="0"/>
                  </a:lnTo>
                  <a:lnTo>
                    <a:pt x="3448" y="0"/>
                  </a:lnTo>
                  <a:lnTo>
                    <a:pt x="2036" y="1487"/>
                  </a:lnTo>
                  <a:lnTo>
                    <a:pt x="948" y="6723"/>
                  </a:lnTo>
                  <a:lnTo>
                    <a:pt x="247" y="16874"/>
                  </a:lnTo>
                  <a:lnTo>
                    <a:pt x="0" y="33102"/>
                  </a:lnTo>
                  <a:lnTo>
                    <a:pt x="258" y="55967"/>
                  </a:lnTo>
                  <a:lnTo>
                    <a:pt x="2327" y="113595"/>
                  </a:lnTo>
                  <a:lnTo>
                    <a:pt x="6422" y="171028"/>
                  </a:lnTo>
                  <a:lnTo>
                    <a:pt x="11508" y="216372"/>
                  </a:lnTo>
                  <a:lnTo>
                    <a:pt x="17962" y="257340"/>
                  </a:lnTo>
                  <a:lnTo>
                    <a:pt x="18620" y="257922"/>
                  </a:lnTo>
                  <a:lnTo>
                    <a:pt x="19309" y="256543"/>
                  </a:lnTo>
                  <a:lnTo>
                    <a:pt x="19309" y="246888"/>
                  </a:lnTo>
                  <a:lnTo>
                    <a:pt x="19309" y="237233"/>
                  </a:lnTo>
                </a:path>
              </a:pathLst>
            </a:custGeom>
            <a:ln w="464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982167" y="1435910"/>
              <a:ext cx="149860" cy="219710"/>
            </a:xfrm>
            <a:custGeom>
              <a:avLst/>
              <a:gdLst/>
              <a:ahLst/>
              <a:cxnLst/>
              <a:rect l="l" t="t" r="r" b="b"/>
              <a:pathLst>
                <a:path w="149860" h="219710">
                  <a:moveTo>
                    <a:pt x="7930" y="34481"/>
                  </a:moveTo>
                  <a:lnTo>
                    <a:pt x="6551" y="26206"/>
                  </a:lnTo>
                  <a:lnTo>
                    <a:pt x="5172" y="17930"/>
                  </a:lnTo>
                  <a:lnTo>
                    <a:pt x="3792" y="17240"/>
                  </a:lnTo>
                  <a:lnTo>
                    <a:pt x="2801" y="18264"/>
                  </a:lnTo>
                  <a:lnTo>
                    <a:pt x="2068" y="22844"/>
                  </a:lnTo>
                  <a:lnTo>
                    <a:pt x="1853" y="31690"/>
                  </a:lnTo>
                  <a:lnTo>
                    <a:pt x="2413" y="45515"/>
                  </a:lnTo>
                  <a:lnTo>
                    <a:pt x="3922" y="64696"/>
                  </a:lnTo>
                  <a:lnTo>
                    <a:pt x="6206" y="88272"/>
                  </a:lnTo>
                  <a:lnTo>
                    <a:pt x="9008" y="114953"/>
                  </a:lnTo>
                  <a:lnTo>
                    <a:pt x="12068" y="143443"/>
                  </a:lnTo>
                  <a:lnTo>
                    <a:pt x="15085" y="171977"/>
                  </a:lnTo>
                  <a:lnTo>
                    <a:pt x="17585" y="196890"/>
                  </a:lnTo>
                  <a:lnTo>
                    <a:pt x="19051" y="214044"/>
                  </a:lnTo>
                  <a:lnTo>
                    <a:pt x="18964" y="219303"/>
                  </a:lnTo>
                  <a:lnTo>
                    <a:pt x="17025" y="209982"/>
                  </a:lnTo>
                  <a:lnTo>
                    <a:pt x="10042" y="161600"/>
                  </a:lnTo>
                  <a:lnTo>
                    <a:pt x="3933" y="103509"/>
                  </a:lnTo>
                  <a:lnTo>
                    <a:pt x="1023" y="56657"/>
                  </a:lnTo>
                  <a:lnTo>
                    <a:pt x="0" y="26593"/>
                  </a:lnTo>
                  <a:lnTo>
                    <a:pt x="172" y="17758"/>
                  </a:lnTo>
                  <a:lnTo>
                    <a:pt x="1120" y="11766"/>
                  </a:lnTo>
                  <a:lnTo>
                    <a:pt x="3103" y="7585"/>
                  </a:lnTo>
                  <a:lnTo>
                    <a:pt x="6551" y="2758"/>
                  </a:lnTo>
                  <a:lnTo>
                    <a:pt x="13447" y="0"/>
                  </a:lnTo>
                  <a:lnTo>
                    <a:pt x="24481" y="1379"/>
                  </a:lnTo>
                  <a:lnTo>
                    <a:pt x="67928" y="17240"/>
                  </a:lnTo>
                  <a:lnTo>
                    <a:pt x="107302" y="41485"/>
                  </a:lnTo>
                  <a:lnTo>
                    <a:pt x="136978" y="67497"/>
                  </a:lnTo>
                  <a:lnTo>
                    <a:pt x="149283" y="92399"/>
                  </a:lnTo>
                  <a:lnTo>
                    <a:pt x="149132" y="100600"/>
                  </a:lnTo>
                  <a:lnTo>
                    <a:pt x="124823" y="131202"/>
                  </a:lnTo>
                  <a:lnTo>
                    <a:pt x="89156" y="146794"/>
                  </a:lnTo>
                  <a:lnTo>
                    <a:pt x="42412" y="154477"/>
                  </a:lnTo>
                  <a:lnTo>
                    <a:pt x="20344" y="133788"/>
                  </a:lnTo>
                </a:path>
              </a:pathLst>
            </a:custGeom>
            <a:ln w="464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181127" y="1439358"/>
              <a:ext cx="181610" cy="272415"/>
            </a:xfrm>
            <a:custGeom>
              <a:avLst/>
              <a:gdLst/>
              <a:ahLst/>
              <a:cxnLst/>
              <a:rect l="l" t="t" r="r" b="b"/>
              <a:pathLst>
                <a:path w="181610" h="272414">
                  <a:moveTo>
                    <a:pt x="127581" y="14482"/>
                  </a:moveTo>
                  <a:lnTo>
                    <a:pt x="126202" y="7585"/>
                  </a:lnTo>
                  <a:lnTo>
                    <a:pt x="124823" y="689"/>
                  </a:lnTo>
                  <a:lnTo>
                    <a:pt x="122064" y="0"/>
                  </a:lnTo>
                  <a:lnTo>
                    <a:pt x="119672" y="862"/>
                  </a:lnTo>
                  <a:lnTo>
                    <a:pt x="97302" y="52853"/>
                  </a:lnTo>
                  <a:lnTo>
                    <a:pt x="87410" y="80600"/>
                  </a:lnTo>
                  <a:lnTo>
                    <a:pt x="76225" y="111321"/>
                  </a:lnTo>
                  <a:lnTo>
                    <a:pt x="51582" y="172839"/>
                  </a:lnTo>
                  <a:lnTo>
                    <a:pt x="27768" y="224216"/>
                  </a:lnTo>
                  <a:lnTo>
                    <a:pt x="4827" y="266198"/>
                  </a:lnTo>
                  <a:lnTo>
                    <a:pt x="0" y="272404"/>
                  </a:lnTo>
                  <a:lnTo>
                    <a:pt x="398" y="270982"/>
                  </a:lnTo>
                  <a:lnTo>
                    <a:pt x="2672" y="266198"/>
                  </a:lnTo>
                  <a:lnTo>
                    <a:pt x="6885" y="257275"/>
                  </a:lnTo>
                  <a:lnTo>
                    <a:pt x="30947" y="200596"/>
                  </a:lnTo>
                  <a:lnTo>
                    <a:pt x="52411" y="144822"/>
                  </a:lnTo>
                  <a:lnTo>
                    <a:pt x="73187" y="86376"/>
                  </a:lnTo>
                  <a:lnTo>
                    <a:pt x="82378" y="59868"/>
                  </a:lnTo>
                  <a:lnTo>
                    <a:pt x="90341" y="37240"/>
                  </a:lnTo>
                  <a:lnTo>
                    <a:pt x="96860" y="19783"/>
                  </a:lnTo>
                  <a:lnTo>
                    <a:pt x="102151" y="7758"/>
                  </a:lnTo>
                  <a:lnTo>
                    <a:pt x="106537" y="1163"/>
                  </a:lnTo>
                  <a:lnTo>
                    <a:pt x="110340" y="0"/>
                  </a:lnTo>
                  <a:lnTo>
                    <a:pt x="113875" y="4180"/>
                  </a:lnTo>
                  <a:lnTo>
                    <a:pt x="117409" y="13275"/>
                  </a:lnTo>
                  <a:lnTo>
                    <a:pt x="121202" y="26766"/>
                  </a:lnTo>
                  <a:lnTo>
                    <a:pt x="125512" y="44136"/>
                  </a:lnTo>
                  <a:lnTo>
                    <a:pt x="130512" y="64728"/>
                  </a:lnTo>
                  <a:lnTo>
                    <a:pt x="136029" y="87324"/>
                  </a:lnTo>
                  <a:lnTo>
                    <a:pt x="147581" y="133099"/>
                  </a:lnTo>
                  <a:lnTo>
                    <a:pt x="158356" y="172408"/>
                  </a:lnTo>
                  <a:lnTo>
                    <a:pt x="171449" y="215768"/>
                  </a:lnTo>
                  <a:lnTo>
                    <a:pt x="181373" y="236543"/>
                  </a:lnTo>
                  <a:lnTo>
                    <a:pt x="181373" y="226889"/>
                  </a:lnTo>
                  <a:lnTo>
                    <a:pt x="181373" y="217234"/>
                  </a:lnTo>
                </a:path>
              </a:pathLst>
            </a:custGeom>
            <a:ln w="464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242503" y="1588738"/>
              <a:ext cx="66675" cy="14604"/>
            </a:xfrm>
            <a:custGeom>
              <a:avLst/>
              <a:gdLst/>
              <a:ahLst/>
              <a:cxnLst/>
              <a:rect l="l" t="t" r="r" b="b"/>
              <a:pathLst>
                <a:path w="66675" h="14605">
                  <a:moveTo>
                    <a:pt x="0" y="14062"/>
                  </a:moveTo>
                  <a:lnTo>
                    <a:pt x="4137" y="8544"/>
                  </a:lnTo>
                  <a:lnTo>
                    <a:pt x="8275" y="3027"/>
                  </a:lnTo>
                  <a:lnTo>
                    <a:pt x="19309" y="959"/>
                  </a:lnTo>
                  <a:lnTo>
                    <a:pt x="28770" y="0"/>
                  </a:lnTo>
                  <a:lnTo>
                    <a:pt x="40171" y="10"/>
                  </a:lnTo>
                  <a:lnTo>
                    <a:pt x="52864" y="668"/>
                  </a:lnTo>
                  <a:lnTo>
                    <a:pt x="66204" y="1648"/>
                  </a:lnTo>
                </a:path>
              </a:pathLst>
            </a:custGeom>
            <a:ln w="464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429395" y="1419972"/>
              <a:ext cx="153035" cy="260350"/>
            </a:xfrm>
            <a:custGeom>
              <a:avLst/>
              <a:gdLst/>
              <a:ahLst/>
              <a:cxnLst/>
              <a:rect l="l" t="t" r="r" b="b"/>
              <a:pathLst>
                <a:path w="153035" h="260350">
                  <a:moveTo>
                    <a:pt x="86204" y="21454"/>
                  </a:moveTo>
                  <a:lnTo>
                    <a:pt x="86204" y="13178"/>
                  </a:lnTo>
                  <a:lnTo>
                    <a:pt x="86204" y="4902"/>
                  </a:lnTo>
                  <a:lnTo>
                    <a:pt x="84135" y="6282"/>
                  </a:lnTo>
                  <a:lnTo>
                    <a:pt x="70342" y="44211"/>
                  </a:lnTo>
                  <a:lnTo>
                    <a:pt x="56894" y="90762"/>
                  </a:lnTo>
                  <a:lnTo>
                    <a:pt x="49200" y="117334"/>
                  </a:lnTo>
                  <a:lnTo>
                    <a:pt x="33770" y="167688"/>
                  </a:lnTo>
                  <a:lnTo>
                    <a:pt x="19848" y="208786"/>
                  </a:lnTo>
                  <a:lnTo>
                    <a:pt x="4310" y="250584"/>
                  </a:lnTo>
                  <a:lnTo>
                    <a:pt x="0" y="260066"/>
                  </a:lnTo>
                  <a:lnTo>
                    <a:pt x="366" y="257437"/>
                  </a:lnTo>
                  <a:lnTo>
                    <a:pt x="2413" y="249377"/>
                  </a:lnTo>
                  <a:lnTo>
                    <a:pt x="6012" y="235627"/>
                  </a:lnTo>
                  <a:lnTo>
                    <a:pt x="11034" y="215930"/>
                  </a:lnTo>
                  <a:lnTo>
                    <a:pt x="17305" y="190478"/>
                  </a:lnTo>
                  <a:lnTo>
                    <a:pt x="24481" y="161276"/>
                  </a:lnTo>
                  <a:lnTo>
                    <a:pt x="32175" y="130782"/>
                  </a:lnTo>
                  <a:lnTo>
                    <a:pt x="47595" y="75353"/>
                  </a:lnTo>
                  <a:lnTo>
                    <a:pt x="61237" y="34535"/>
                  </a:lnTo>
                  <a:lnTo>
                    <a:pt x="78919" y="0"/>
                  </a:lnTo>
                  <a:lnTo>
                    <a:pt x="82066" y="75"/>
                  </a:lnTo>
                  <a:lnTo>
                    <a:pt x="96548" y="35936"/>
                  </a:lnTo>
                  <a:lnTo>
                    <a:pt x="107065" y="80762"/>
                  </a:lnTo>
                  <a:lnTo>
                    <a:pt x="118616" y="133864"/>
                  </a:lnTo>
                  <a:lnTo>
                    <a:pt x="124166" y="159499"/>
                  </a:lnTo>
                  <a:lnTo>
                    <a:pt x="134230" y="204562"/>
                  </a:lnTo>
                  <a:lnTo>
                    <a:pt x="145771" y="248343"/>
                  </a:lnTo>
                  <a:lnTo>
                    <a:pt x="150339" y="257308"/>
                  </a:lnTo>
                  <a:lnTo>
                    <a:pt x="152408" y="257308"/>
                  </a:lnTo>
                  <a:lnTo>
                    <a:pt x="152408" y="244894"/>
                  </a:lnTo>
                  <a:lnTo>
                    <a:pt x="152408" y="232481"/>
                  </a:lnTo>
                </a:path>
              </a:pathLst>
            </a:custGeom>
            <a:ln w="464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478357" y="1576034"/>
              <a:ext cx="78740" cy="10795"/>
            </a:xfrm>
            <a:custGeom>
              <a:avLst/>
              <a:gdLst/>
              <a:ahLst/>
              <a:cxnLst/>
              <a:rect l="l" t="t" r="r" b="b"/>
              <a:pathLst>
                <a:path w="78739" h="10794">
                  <a:moveTo>
                    <a:pt x="0" y="10215"/>
                  </a:moveTo>
                  <a:lnTo>
                    <a:pt x="35268" y="0"/>
                  </a:lnTo>
                  <a:lnTo>
                    <a:pt x="48532" y="215"/>
                  </a:lnTo>
                  <a:lnTo>
                    <a:pt x="63219" y="948"/>
                  </a:lnTo>
                  <a:lnTo>
                    <a:pt x="78618" y="1939"/>
                  </a:lnTo>
                </a:path>
              </a:pathLst>
            </a:custGeom>
            <a:ln w="464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994236" y="1602800"/>
              <a:ext cx="25400" cy="99695"/>
            </a:xfrm>
            <a:custGeom>
              <a:avLst/>
              <a:gdLst/>
              <a:ahLst/>
              <a:cxnLst/>
              <a:rect l="l" t="t" r="r" b="b"/>
              <a:pathLst>
                <a:path w="25400" h="99694">
                  <a:moveTo>
                    <a:pt x="0" y="0"/>
                  </a:moveTo>
                  <a:lnTo>
                    <a:pt x="6206" y="24826"/>
                  </a:lnTo>
                  <a:lnTo>
                    <a:pt x="12413" y="49653"/>
                  </a:lnTo>
                  <a:lnTo>
                    <a:pt x="18620" y="74480"/>
                  </a:lnTo>
                  <a:lnTo>
                    <a:pt x="24826" y="99307"/>
                  </a:lnTo>
                </a:path>
              </a:pathLst>
            </a:custGeom>
            <a:ln w="464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/>
          <p:cNvGrpSpPr/>
          <p:nvPr/>
        </p:nvGrpSpPr>
        <p:grpSpPr>
          <a:xfrm>
            <a:off x="2753656" y="1298193"/>
            <a:ext cx="2281555" cy="522605"/>
            <a:chOff x="2753656" y="1298193"/>
            <a:chExt cx="2281555" cy="522605"/>
          </a:xfrm>
        </p:grpSpPr>
        <p:sp>
          <p:nvSpPr>
            <p:cNvPr id="15" name="object 15"/>
            <p:cNvSpPr/>
            <p:nvPr/>
          </p:nvSpPr>
          <p:spPr>
            <a:xfrm>
              <a:off x="2776893" y="1340557"/>
              <a:ext cx="136525" cy="386080"/>
            </a:xfrm>
            <a:custGeom>
              <a:avLst/>
              <a:gdLst/>
              <a:ahLst/>
              <a:cxnLst/>
              <a:rect l="l" t="t" r="r" b="b"/>
              <a:pathLst>
                <a:path w="136525" h="386080">
                  <a:moveTo>
                    <a:pt x="98692" y="30527"/>
                  </a:moveTo>
                  <a:lnTo>
                    <a:pt x="92012" y="0"/>
                  </a:lnTo>
                  <a:lnTo>
                    <a:pt x="87486" y="1476"/>
                  </a:lnTo>
                  <a:lnTo>
                    <a:pt x="57056" y="36992"/>
                  </a:lnTo>
                  <a:lnTo>
                    <a:pt x="38005" y="74663"/>
                  </a:lnTo>
                  <a:lnTo>
                    <a:pt x="20764" y="126903"/>
                  </a:lnTo>
                  <a:lnTo>
                    <a:pt x="7661" y="186383"/>
                  </a:lnTo>
                  <a:lnTo>
                    <a:pt x="678" y="244571"/>
                  </a:lnTo>
                  <a:lnTo>
                    <a:pt x="0" y="271435"/>
                  </a:lnTo>
                  <a:lnTo>
                    <a:pt x="1454" y="296035"/>
                  </a:lnTo>
                  <a:lnTo>
                    <a:pt x="11540" y="336723"/>
                  </a:lnTo>
                  <a:lnTo>
                    <a:pt x="47239" y="374244"/>
                  </a:lnTo>
                  <a:lnTo>
                    <a:pt x="95244" y="385687"/>
                  </a:lnTo>
                  <a:lnTo>
                    <a:pt x="107905" y="385375"/>
                  </a:lnTo>
                  <a:lnTo>
                    <a:pt x="118433" y="383704"/>
                  </a:lnTo>
                  <a:lnTo>
                    <a:pt x="127538" y="381129"/>
                  </a:lnTo>
                  <a:lnTo>
                    <a:pt x="135933" y="378101"/>
                  </a:lnTo>
                </a:path>
              </a:pathLst>
            </a:custGeom>
            <a:ln w="464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983686" y="1410393"/>
              <a:ext cx="144780" cy="297815"/>
            </a:xfrm>
            <a:custGeom>
              <a:avLst/>
              <a:gdLst/>
              <a:ahLst/>
              <a:cxnLst/>
              <a:rect l="l" t="t" r="r" b="b"/>
              <a:pathLst>
                <a:path w="144780" h="297814">
                  <a:moveTo>
                    <a:pt x="11895" y="26895"/>
                  </a:moveTo>
                  <a:lnTo>
                    <a:pt x="11874" y="17747"/>
                  </a:lnTo>
                  <a:lnTo>
                    <a:pt x="11723" y="9568"/>
                  </a:lnTo>
                  <a:lnTo>
                    <a:pt x="11314" y="3329"/>
                  </a:lnTo>
                  <a:lnTo>
                    <a:pt x="10516" y="0"/>
                  </a:lnTo>
                  <a:lnTo>
                    <a:pt x="9266" y="517"/>
                  </a:lnTo>
                  <a:lnTo>
                    <a:pt x="4213" y="56431"/>
                  </a:lnTo>
                  <a:lnTo>
                    <a:pt x="3879" y="84738"/>
                  </a:lnTo>
                  <a:lnTo>
                    <a:pt x="3932" y="116019"/>
                  </a:lnTo>
                  <a:lnTo>
                    <a:pt x="4935" y="179606"/>
                  </a:lnTo>
                  <a:lnTo>
                    <a:pt x="6443" y="234000"/>
                  </a:lnTo>
                  <a:lnTo>
                    <a:pt x="7068" y="254474"/>
                  </a:lnTo>
                  <a:lnTo>
                    <a:pt x="7445" y="269096"/>
                  </a:lnTo>
                  <a:lnTo>
                    <a:pt x="7499" y="278352"/>
                  </a:lnTo>
                  <a:lnTo>
                    <a:pt x="7165" y="283083"/>
                  </a:lnTo>
                  <a:lnTo>
                    <a:pt x="6378" y="284128"/>
                  </a:lnTo>
                  <a:lnTo>
                    <a:pt x="5129" y="282135"/>
                  </a:lnTo>
                  <a:lnTo>
                    <a:pt x="107" y="239614"/>
                  </a:lnTo>
                  <a:lnTo>
                    <a:pt x="0" y="221113"/>
                  </a:lnTo>
                  <a:lnTo>
                    <a:pt x="668" y="202223"/>
                  </a:lnTo>
                  <a:lnTo>
                    <a:pt x="9051" y="158960"/>
                  </a:lnTo>
                  <a:lnTo>
                    <a:pt x="47412" y="135340"/>
                  </a:lnTo>
                  <a:lnTo>
                    <a:pt x="84307" y="132237"/>
                  </a:lnTo>
                  <a:lnTo>
                    <a:pt x="93789" y="132581"/>
                  </a:lnTo>
                  <a:lnTo>
                    <a:pt x="101979" y="133185"/>
                  </a:lnTo>
                  <a:lnTo>
                    <a:pt x="109134" y="133788"/>
                  </a:lnTo>
                  <a:lnTo>
                    <a:pt x="118099" y="134478"/>
                  </a:lnTo>
                  <a:lnTo>
                    <a:pt x="131881" y="86247"/>
                  </a:lnTo>
                  <a:lnTo>
                    <a:pt x="131202" y="33102"/>
                  </a:lnTo>
                  <a:lnTo>
                    <a:pt x="127064" y="2758"/>
                  </a:lnTo>
                  <a:lnTo>
                    <a:pt x="125426" y="4094"/>
                  </a:lnTo>
                  <a:lnTo>
                    <a:pt x="121407" y="63166"/>
                  </a:lnTo>
                  <a:lnTo>
                    <a:pt x="123196" y="124931"/>
                  </a:lnTo>
                  <a:lnTo>
                    <a:pt x="127280" y="187526"/>
                  </a:lnTo>
                  <a:lnTo>
                    <a:pt x="132366" y="238795"/>
                  </a:lnTo>
                  <a:lnTo>
                    <a:pt x="137840" y="284904"/>
                  </a:lnTo>
                  <a:lnTo>
                    <a:pt x="140167" y="297231"/>
                  </a:lnTo>
                  <a:lnTo>
                    <a:pt x="140167" y="290335"/>
                  </a:lnTo>
                  <a:lnTo>
                    <a:pt x="140857" y="279990"/>
                  </a:lnTo>
                  <a:lnTo>
                    <a:pt x="141492" y="271639"/>
                  </a:lnTo>
                  <a:lnTo>
                    <a:pt x="142322" y="262318"/>
                  </a:lnTo>
                  <a:lnTo>
                    <a:pt x="143281" y="252351"/>
                  </a:lnTo>
                  <a:lnTo>
                    <a:pt x="144305" y="242060"/>
                  </a:lnTo>
                </a:path>
              </a:pathLst>
            </a:custGeom>
            <a:ln w="464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92683" y="1496807"/>
              <a:ext cx="181987" cy="23664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393458" y="1321430"/>
              <a:ext cx="641985" cy="389255"/>
            </a:xfrm>
            <a:custGeom>
              <a:avLst/>
              <a:gdLst/>
              <a:ahLst/>
              <a:cxnLst/>
              <a:rect l="l" t="t" r="r" b="b"/>
              <a:pathLst>
                <a:path w="641985" h="389255">
                  <a:moveTo>
                    <a:pt x="127624" y="239992"/>
                  </a:moveTo>
                  <a:lnTo>
                    <a:pt x="104177" y="205510"/>
                  </a:lnTo>
                  <a:lnTo>
                    <a:pt x="65622" y="183711"/>
                  </a:lnTo>
                  <a:lnTo>
                    <a:pt x="26507" y="220940"/>
                  </a:lnTo>
                  <a:lnTo>
                    <a:pt x="9698" y="257232"/>
                  </a:lnTo>
                  <a:lnTo>
                    <a:pt x="905" y="295162"/>
                  </a:lnTo>
                  <a:lnTo>
                    <a:pt x="0" y="312899"/>
                  </a:lnTo>
                  <a:lnTo>
                    <a:pt x="1422" y="328954"/>
                  </a:lnTo>
                  <a:lnTo>
                    <a:pt x="18490" y="363479"/>
                  </a:lnTo>
                  <a:lnTo>
                    <a:pt x="61183" y="375181"/>
                  </a:lnTo>
                  <a:lnTo>
                    <a:pt x="95815" y="350247"/>
                  </a:lnTo>
                  <a:lnTo>
                    <a:pt x="120103" y="305722"/>
                  </a:lnTo>
                  <a:lnTo>
                    <a:pt x="130383" y="263439"/>
                  </a:lnTo>
                  <a:lnTo>
                    <a:pt x="134521" y="224820"/>
                  </a:lnTo>
                  <a:lnTo>
                    <a:pt x="128088" y="274678"/>
                  </a:lnTo>
                  <a:lnTo>
                    <a:pt x="134015" y="313190"/>
                  </a:lnTo>
                  <a:lnTo>
                    <a:pt x="150641" y="358177"/>
                  </a:lnTo>
                  <a:lnTo>
                    <a:pt x="184056" y="381064"/>
                  </a:lnTo>
                  <a:lnTo>
                    <a:pt x="215122" y="355236"/>
                  </a:lnTo>
                  <a:lnTo>
                    <a:pt x="243138" y="299559"/>
                  </a:lnTo>
                  <a:lnTo>
                    <a:pt x="260034" y="243440"/>
                  </a:lnTo>
                  <a:lnTo>
                    <a:pt x="271585" y="176373"/>
                  </a:lnTo>
                  <a:lnTo>
                    <a:pt x="277964" y="112410"/>
                  </a:lnTo>
                  <a:lnTo>
                    <a:pt x="280033" y="64739"/>
                  </a:lnTo>
                  <a:lnTo>
                    <a:pt x="275411" y="22176"/>
                  </a:lnTo>
                  <a:lnTo>
                    <a:pt x="257276" y="0"/>
                  </a:lnTo>
                  <a:lnTo>
                    <a:pt x="250379" y="0"/>
                  </a:lnTo>
                  <a:lnTo>
                    <a:pt x="227621" y="33791"/>
                  </a:lnTo>
                  <a:lnTo>
                    <a:pt x="221501" y="72152"/>
                  </a:lnTo>
                  <a:lnTo>
                    <a:pt x="220035" y="121375"/>
                  </a:lnTo>
                  <a:lnTo>
                    <a:pt x="225811" y="174218"/>
                  </a:lnTo>
                  <a:lnTo>
                    <a:pt x="237276" y="229647"/>
                  </a:lnTo>
                  <a:lnTo>
                    <a:pt x="252103" y="286197"/>
                  </a:lnTo>
                  <a:lnTo>
                    <a:pt x="268999" y="334471"/>
                  </a:lnTo>
                  <a:lnTo>
                    <a:pt x="295378" y="375785"/>
                  </a:lnTo>
                  <a:lnTo>
                    <a:pt x="318136" y="389125"/>
                  </a:lnTo>
                  <a:lnTo>
                    <a:pt x="325592" y="388176"/>
                  </a:lnTo>
                  <a:lnTo>
                    <a:pt x="363403" y="351637"/>
                  </a:lnTo>
                  <a:lnTo>
                    <a:pt x="381883" y="312446"/>
                  </a:lnTo>
                  <a:lnTo>
                    <a:pt x="395245" y="262017"/>
                  </a:lnTo>
                  <a:lnTo>
                    <a:pt x="401495" y="206404"/>
                  </a:lnTo>
                  <a:lnTo>
                    <a:pt x="401667" y="151557"/>
                  </a:lnTo>
                  <a:lnTo>
                    <a:pt x="399685" y="103110"/>
                  </a:lnTo>
                  <a:lnTo>
                    <a:pt x="396581" y="51032"/>
                  </a:lnTo>
                  <a:lnTo>
                    <a:pt x="382530" y="111461"/>
                  </a:lnTo>
                  <a:lnTo>
                    <a:pt x="382789" y="171028"/>
                  </a:lnTo>
                  <a:lnTo>
                    <a:pt x="386668" y="228182"/>
                  </a:lnTo>
                  <a:lnTo>
                    <a:pt x="393133" y="276542"/>
                  </a:lnTo>
                  <a:lnTo>
                    <a:pt x="404868" y="325614"/>
                  </a:lnTo>
                  <a:lnTo>
                    <a:pt x="432442" y="357229"/>
                  </a:lnTo>
                  <a:lnTo>
                    <a:pt x="473626" y="326131"/>
                  </a:lnTo>
                  <a:lnTo>
                    <a:pt x="490026" y="286940"/>
                  </a:lnTo>
                  <a:lnTo>
                    <a:pt x="502267" y="232826"/>
                  </a:lnTo>
                  <a:lnTo>
                    <a:pt x="506448" y="174315"/>
                  </a:lnTo>
                  <a:lnTo>
                    <a:pt x="505543" y="146805"/>
                  </a:lnTo>
                  <a:lnTo>
                    <a:pt x="501405" y="102065"/>
                  </a:lnTo>
                  <a:lnTo>
                    <a:pt x="494509" y="62066"/>
                  </a:lnTo>
                  <a:lnTo>
                    <a:pt x="489940" y="115858"/>
                  </a:lnTo>
                  <a:lnTo>
                    <a:pt x="492817" y="142538"/>
                  </a:lnTo>
                  <a:lnTo>
                    <a:pt x="495888" y="171028"/>
                  </a:lnTo>
                  <a:lnTo>
                    <a:pt x="501836" y="227837"/>
                  </a:lnTo>
                  <a:lnTo>
                    <a:pt x="506233" y="273784"/>
                  </a:lnTo>
                  <a:lnTo>
                    <a:pt x="507612" y="316541"/>
                  </a:lnTo>
                  <a:lnTo>
                    <a:pt x="523560" y="269129"/>
                  </a:lnTo>
                  <a:lnTo>
                    <a:pt x="541404" y="229647"/>
                  </a:lnTo>
                  <a:lnTo>
                    <a:pt x="568170" y="201329"/>
                  </a:lnTo>
                  <a:lnTo>
                    <a:pt x="609732" y="209184"/>
                  </a:lnTo>
                  <a:lnTo>
                    <a:pt x="631746" y="248267"/>
                  </a:lnTo>
                  <a:lnTo>
                    <a:pt x="639677" y="287231"/>
                  </a:lnTo>
                  <a:lnTo>
                    <a:pt x="641401" y="324127"/>
                  </a:lnTo>
                  <a:lnTo>
                    <a:pt x="640323" y="337596"/>
                  </a:lnTo>
                  <a:lnTo>
                    <a:pt x="638470" y="347057"/>
                  </a:lnTo>
                  <a:lnTo>
                    <a:pt x="636358" y="352639"/>
                  </a:lnTo>
                  <a:lnTo>
                    <a:pt x="634504" y="354471"/>
                  </a:lnTo>
                  <a:lnTo>
                    <a:pt x="632436" y="354471"/>
                  </a:lnTo>
                  <a:lnTo>
                    <a:pt x="632436" y="344816"/>
                  </a:lnTo>
                  <a:lnTo>
                    <a:pt x="632436" y="335161"/>
                  </a:lnTo>
                </a:path>
              </a:pathLst>
            </a:custGeom>
            <a:ln w="464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752799" y="1474529"/>
              <a:ext cx="107950" cy="17145"/>
            </a:xfrm>
            <a:custGeom>
              <a:avLst/>
              <a:gdLst/>
              <a:ahLst/>
              <a:cxnLst/>
              <a:rect l="l" t="t" r="r" b="b"/>
              <a:pathLst>
                <a:path w="107950" h="17144">
                  <a:moveTo>
                    <a:pt x="0" y="16551"/>
                  </a:moveTo>
                  <a:lnTo>
                    <a:pt x="45515" y="2758"/>
                  </a:lnTo>
                  <a:lnTo>
                    <a:pt x="91096" y="43"/>
                  </a:lnTo>
                  <a:lnTo>
                    <a:pt x="107582" y="0"/>
                  </a:lnTo>
                </a:path>
              </a:pathLst>
            </a:custGeom>
            <a:ln w="464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92308" y="1471636"/>
              <a:ext cx="180262" cy="23095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308642" y="1486942"/>
              <a:ext cx="594995" cy="186055"/>
            </a:xfrm>
            <a:custGeom>
              <a:avLst/>
              <a:gdLst/>
              <a:ahLst/>
              <a:cxnLst/>
              <a:rect l="l" t="t" r="r" b="b"/>
              <a:pathLst>
                <a:path w="594995" h="186055">
                  <a:moveTo>
                    <a:pt x="126892" y="66204"/>
                  </a:moveTo>
                  <a:lnTo>
                    <a:pt x="113099" y="28964"/>
                  </a:lnTo>
                  <a:lnTo>
                    <a:pt x="74480" y="15171"/>
                  </a:lnTo>
                  <a:lnTo>
                    <a:pt x="35785" y="32531"/>
                  </a:lnTo>
                  <a:lnTo>
                    <a:pt x="14255" y="64319"/>
                  </a:lnTo>
                  <a:lnTo>
                    <a:pt x="1734" y="106235"/>
                  </a:lnTo>
                  <a:lnTo>
                    <a:pt x="0" y="125513"/>
                  </a:lnTo>
                  <a:lnTo>
                    <a:pt x="1756" y="141126"/>
                  </a:lnTo>
                  <a:lnTo>
                    <a:pt x="38414" y="173614"/>
                  </a:lnTo>
                  <a:lnTo>
                    <a:pt x="81376" y="168959"/>
                  </a:lnTo>
                  <a:lnTo>
                    <a:pt x="114155" y="130556"/>
                  </a:lnTo>
                  <a:lnTo>
                    <a:pt x="130081" y="87583"/>
                  </a:lnTo>
                  <a:lnTo>
                    <a:pt x="132668" y="44826"/>
                  </a:lnTo>
                  <a:lnTo>
                    <a:pt x="117237" y="83704"/>
                  </a:lnTo>
                  <a:lnTo>
                    <a:pt x="121515" y="138044"/>
                  </a:lnTo>
                  <a:lnTo>
                    <a:pt x="142754" y="176545"/>
                  </a:lnTo>
                  <a:lnTo>
                    <a:pt x="168787" y="185597"/>
                  </a:lnTo>
                  <a:lnTo>
                    <a:pt x="183485" y="184207"/>
                  </a:lnTo>
                  <a:lnTo>
                    <a:pt x="222923" y="154908"/>
                  </a:lnTo>
                  <a:lnTo>
                    <a:pt x="240681" y="117237"/>
                  </a:lnTo>
                  <a:lnTo>
                    <a:pt x="249733" y="71290"/>
                  </a:lnTo>
                  <a:lnTo>
                    <a:pt x="251026" y="31033"/>
                  </a:lnTo>
                  <a:lnTo>
                    <a:pt x="233095" y="0"/>
                  </a:lnTo>
                  <a:lnTo>
                    <a:pt x="227578" y="4137"/>
                  </a:lnTo>
                  <a:lnTo>
                    <a:pt x="227438" y="47261"/>
                  </a:lnTo>
                  <a:lnTo>
                    <a:pt x="243440" y="82755"/>
                  </a:lnTo>
                  <a:lnTo>
                    <a:pt x="282749" y="99307"/>
                  </a:lnTo>
                  <a:lnTo>
                    <a:pt x="321368" y="83445"/>
                  </a:lnTo>
                  <a:lnTo>
                    <a:pt x="347262" y="49502"/>
                  </a:lnTo>
                  <a:lnTo>
                    <a:pt x="363436" y="13792"/>
                  </a:lnTo>
                  <a:lnTo>
                    <a:pt x="354083" y="65353"/>
                  </a:lnTo>
                  <a:lnTo>
                    <a:pt x="353134" y="109339"/>
                  </a:lnTo>
                  <a:lnTo>
                    <a:pt x="361626" y="159305"/>
                  </a:lnTo>
                  <a:lnTo>
                    <a:pt x="393004" y="183873"/>
                  </a:lnTo>
                  <a:lnTo>
                    <a:pt x="435858" y="167257"/>
                  </a:lnTo>
                  <a:lnTo>
                    <a:pt x="470792" y="138249"/>
                  </a:lnTo>
                  <a:lnTo>
                    <a:pt x="498539" y="106451"/>
                  </a:lnTo>
                  <a:lnTo>
                    <a:pt x="519293" y="66204"/>
                  </a:lnTo>
                  <a:lnTo>
                    <a:pt x="518603" y="22068"/>
                  </a:lnTo>
                  <a:lnTo>
                    <a:pt x="478604" y="14482"/>
                  </a:lnTo>
                  <a:lnTo>
                    <a:pt x="452398" y="53101"/>
                  </a:lnTo>
                  <a:lnTo>
                    <a:pt x="443864" y="105664"/>
                  </a:lnTo>
                  <a:lnTo>
                    <a:pt x="457312" y="153615"/>
                  </a:lnTo>
                  <a:lnTo>
                    <a:pt x="490414" y="180769"/>
                  </a:lnTo>
                  <a:lnTo>
                    <a:pt x="533086" y="179994"/>
                  </a:lnTo>
                  <a:lnTo>
                    <a:pt x="578957" y="149833"/>
                  </a:lnTo>
                  <a:lnTo>
                    <a:pt x="594463" y="136547"/>
                  </a:lnTo>
                </a:path>
              </a:pathLst>
            </a:custGeom>
            <a:ln w="464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878279" y="1331538"/>
              <a:ext cx="133350" cy="466090"/>
            </a:xfrm>
            <a:custGeom>
              <a:avLst/>
              <a:gdLst/>
              <a:ahLst/>
              <a:cxnLst/>
              <a:rect l="l" t="t" r="r" b="b"/>
              <a:pathLst>
                <a:path w="133350" h="466089">
                  <a:moveTo>
                    <a:pt x="8275" y="18857"/>
                  </a:moveTo>
                  <a:lnTo>
                    <a:pt x="8275" y="10581"/>
                  </a:lnTo>
                  <a:lnTo>
                    <a:pt x="8275" y="2305"/>
                  </a:lnTo>
                  <a:lnTo>
                    <a:pt x="11723" y="237"/>
                  </a:lnTo>
                  <a:lnTo>
                    <a:pt x="56485" y="40063"/>
                  </a:lnTo>
                  <a:lnTo>
                    <a:pt x="92475" y="88251"/>
                  </a:lnTo>
                  <a:lnTo>
                    <a:pt x="120103" y="144812"/>
                  </a:lnTo>
                  <a:lnTo>
                    <a:pt x="132129" y="201728"/>
                  </a:lnTo>
                  <a:lnTo>
                    <a:pt x="133099" y="228505"/>
                  </a:lnTo>
                  <a:lnTo>
                    <a:pt x="131192" y="253461"/>
                  </a:lnTo>
                  <a:lnTo>
                    <a:pt x="119619" y="300270"/>
                  </a:lnTo>
                  <a:lnTo>
                    <a:pt x="99048" y="347779"/>
                  </a:lnTo>
                  <a:lnTo>
                    <a:pt x="72325" y="394178"/>
                  </a:lnTo>
                  <a:lnTo>
                    <a:pt x="43447" y="430341"/>
                  </a:lnTo>
                  <a:lnTo>
                    <a:pt x="14482" y="455232"/>
                  </a:lnTo>
                  <a:lnTo>
                    <a:pt x="0" y="465738"/>
                  </a:lnTo>
                </a:path>
              </a:pathLst>
            </a:custGeom>
            <a:ln w="464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" name="object 23"/>
          <p:cNvGrpSpPr/>
          <p:nvPr/>
        </p:nvGrpSpPr>
        <p:grpSpPr>
          <a:xfrm>
            <a:off x="1540668" y="1972654"/>
            <a:ext cx="435609" cy="2787650"/>
            <a:chOff x="1540668" y="1972654"/>
            <a:chExt cx="435609" cy="2787650"/>
          </a:xfrm>
        </p:grpSpPr>
        <p:sp>
          <p:nvSpPr>
            <p:cNvPr id="24" name="object 24"/>
            <p:cNvSpPr/>
            <p:nvPr/>
          </p:nvSpPr>
          <p:spPr>
            <a:xfrm>
              <a:off x="1568043" y="1995891"/>
              <a:ext cx="384810" cy="542290"/>
            </a:xfrm>
            <a:custGeom>
              <a:avLst/>
              <a:gdLst/>
              <a:ahLst/>
              <a:cxnLst/>
              <a:rect l="l" t="t" r="r" b="b"/>
              <a:pathLst>
                <a:path w="384810" h="542289">
                  <a:moveTo>
                    <a:pt x="0" y="0"/>
                  </a:moveTo>
                  <a:lnTo>
                    <a:pt x="0" y="25936"/>
                  </a:lnTo>
                  <a:lnTo>
                    <a:pt x="0" y="52325"/>
                  </a:lnTo>
                  <a:lnTo>
                    <a:pt x="0" y="79620"/>
                  </a:lnTo>
                  <a:lnTo>
                    <a:pt x="0" y="108272"/>
                  </a:lnTo>
                  <a:lnTo>
                    <a:pt x="10" y="138583"/>
                  </a:lnTo>
                  <a:lnTo>
                    <a:pt x="290" y="202827"/>
                  </a:lnTo>
                  <a:lnTo>
                    <a:pt x="1314" y="268945"/>
                  </a:lnTo>
                  <a:lnTo>
                    <a:pt x="2823" y="334870"/>
                  </a:lnTo>
                  <a:lnTo>
                    <a:pt x="3448" y="367574"/>
                  </a:lnTo>
                  <a:lnTo>
                    <a:pt x="3846" y="399760"/>
                  </a:lnTo>
                  <a:lnTo>
                    <a:pt x="4051" y="430072"/>
                  </a:lnTo>
                  <a:lnTo>
                    <a:pt x="4126" y="456892"/>
                  </a:lnTo>
                  <a:lnTo>
                    <a:pt x="4137" y="478604"/>
                  </a:lnTo>
                  <a:lnTo>
                    <a:pt x="4137" y="494153"/>
                  </a:lnTo>
                  <a:lnTo>
                    <a:pt x="4137" y="504724"/>
                  </a:lnTo>
                  <a:lnTo>
                    <a:pt x="4137" y="512062"/>
                  </a:lnTo>
                  <a:lnTo>
                    <a:pt x="4137" y="517913"/>
                  </a:lnTo>
                  <a:lnTo>
                    <a:pt x="4396" y="523657"/>
                  </a:lnTo>
                  <a:lnTo>
                    <a:pt x="57153" y="541533"/>
                  </a:lnTo>
                  <a:lnTo>
                    <a:pt x="113789" y="542050"/>
                  </a:lnTo>
                  <a:lnTo>
                    <a:pt x="147969" y="542029"/>
                  </a:lnTo>
                  <a:lnTo>
                    <a:pt x="219690" y="541469"/>
                  </a:lnTo>
                  <a:lnTo>
                    <a:pt x="282469" y="539411"/>
                  </a:lnTo>
                  <a:lnTo>
                    <a:pt x="328545" y="536113"/>
                  </a:lnTo>
                  <a:lnTo>
                    <a:pt x="369039" y="531792"/>
                  </a:lnTo>
                  <a:lnTo>
                    <a:pt x="377412" y="530682"/>
                  </a:lnTo>
                  <a:lnTo>
                    <a:pt x="384814" y="529637"/>
                  </a:lnTo>
                </a:path>
              </a:pathLst>
            </a:custGeom>
            <a:ln w="464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568043" y="2467600"/>
              <a:ext cx="314960" cy="769620"/>
            </a:xfrm>
            <a:custGeom>
              <a:avLst/>
              <a:gdLst/>
              <a:ahLst/>
              <a:cxnLst/>
              <a:rect l="l" t="t" r="r" b="b"/>
              <a:pathLst>
                <a:path w="314960" h="769619">
                  <a:moveTo>
                    <a:pt x="8275" y="0"/>
                  </a:moveTo>
                  <a:lnTo>
                    <a:pt x="5463" y="39470"/>
                  </a:lnTo>
                  <a:lnTo>
                    <a:pt x="4428" y="90212"/>
                  </a:lnTo>
                  <a:lnTo>
                    <a:pt x="4148" y="164175"/>
                  </a:lnTo>
                  <a:lnTo>
                    <a:pt x="4137" y="206200"/>
                  </a:lnTo>
                  <a:lnTo>
                    <a:pt x="4126" y="249582"/>
                  </a:lnTo>
                  <a:lnTo>
                    <a:pt x="4051" y="293093"/>
                  </a:lnTo>
                  <a:lnTo>
                    <a:pt x="3846" y="335570"/>
                  </a:lnTo>
                  <a:lnTo>
                    <a:pt x="3448" y="375849"/>
                  </a:lnTo>
                  <a:lnTo>
                    <a:pt x="2068" y="448261"/>
                  </a:lnTo>
                  <a:lnTo>
                    <a:pt x="1314" y="482333"/>
                  </a:lnTo>
                  <a:lnTo>
                    <a:pt x="689" y="516534"/>
                  </a:lnTo>
                  <a:lnTo>
                    <a:pt x="290" y="551608"/>
                  </a:lnTo>
                  <a:lnTo>
                    <a:pt x="86" y="586618"/>
                  </a:lnTo>
                  <a:lnTo>
                    <a:pt x="10" y="620205"/>
                  </a:lnTo>
                  <a:lnTo>
                    <a:pt x="0" y="651013"/>
                  </a:lnTo>
                  <a:lnTo>
                    <a:pt x="0" y="677919"/>
                  </a:lnTo>
                  <a:lnTo>
                    <a:pt x="0" y="700752"/>
                  </a:lnTo>
                  <a:lnTo>
                    <a:pt x="0" y="719577"/>
                  </a:lnTo>
                  <a:lnTo>
                    <a:pt x="0" y="734458"/>
                  </a:lnTo>
                  <a:lnTo>
                    <a:pt x="53" y="745567"/>
                  </a:lnTo>
                  <a:lnTo>
                    <a:pt x="44136" y="768940"/>
                  </a:lnTo>
                  <a:lnTo>
                    <a:pt x="103703" y="769370"/>
                  </a:lnTo>
                  <a:lnTo>
                    <a:pt x="140049" y="769036"/>
                  </a:lnTo>
                  <a:lnTo>
                    <a:pt x="177235" y="768250"/>
                  </a:lnTo>
                  <a:lnTo>
                    <a:pt x="213128" y="766978"/>
                  </a:lnTo>
                  <a:lnTo>
                    <a:pt x="247664" y="765319"/>
                  </a:lnTo>
                  <a:lnTo>
                    <a:pt x="281294" y="763401"/>
                  </a:lnTo>
                  <a:lnTo>
                    <a:pt x="314472" y="761354"/>
                  </a:lnTo>
                </a:path>
              </a:pathLst>
            </a:custGeom>
            <a:ln w="464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563905" y="3204127"/>
              <a:ext cx="368300" cy="796290"/>
            </a:xfrm>
            <a:custGeom>
              <a:avLst/>
              <a:gdLst/>
              <a:ahLst/>
              <a:cxnLst/>
              <a:rect l="l" t="t" r="r" b="b"/>
              <a:pathLst>
                <a:path w="368300" h="796289">
                  <a:moveTo>
                    <a:pt x="0" y="0"/>
                  </a:moveTo>
                  <a:lnTo>
                    <a:pt x="4137" y="45601"/>
                  </a:lnTo>
                  <a:lnTo>
                    <a:pt x="8275" y="91721"/>
                  </a:lnTo>
                  <a:lnTo>
                    <a:pt x="12240" y="139047"/>
                  </a:lnTo>
                  <a:lnTo>
                    <a:pt x="15171" y="188959"/>
                  </a:lnTo>
                  <a:lnTo>
                    <a:pt x="16464" y="242750"/>
                  </a:lnTo>
                  <a:lnTo>
                    <a:pt x="16820" y="271197"/>
                  </a:lnTo>
                  <a:lnTo>
                    <a:pt x="17240" y="300679"/>
                  </a:lnTo>
                  <a:lnTo>
                    <a:pt x="17854" y="331109"/>
                  </a:lnTo>
                  <a:lnTo>
                    <a:pt x="18533" y="362056"/>
                  </a:lnTo>
                  <a:lnTo>
                    <a:pt x="19083" y="393004"/>
                  </a:lnTo>
                  <a:lnTo>
                    <a:pt x="19309" y="423434"/>
                  </a:lnTo>
                  <a:lnTo>
                    <a:pt x="19083" y="453131"/>
                  </a:lnTo>
                  <a:lnTo>
                    <a:pt x="18533" y="483087"/>
                  </a:lnTo>
                  <a:lnTo>
                    <a:pt x="17854" y="514595"/>
                  </a:lnTo>
                  <a:lnTo>
                    <a:pt x="17240" y="548947"/>
                  </a:lnTo>
                  <a:lnTo>
                    <a:pt x="16842" y="586747"/>
                  </a:lnTo>
                  <a:lnTo>
                    <a:pt x="16637" y="625841"/>
                  </a:lnTo>
                  <a:lnTo>
                    <a:pt x="16561" y="663383"/>
                  </a:lnTo>
                  <a:lnTo>
                    <a:pt x="16551" y="696528"/>
                  </a:lnTo>
                  <a:lnTo>
                    <a:pt x="16551" y="723100"/>
                  </a:lnTo>
                  <a:lnTo>
                    <a:pt x="16551" y="743596"/>
                  </a:lnTo>
                  <a:lnTo>
                    <a:pt x="16551" y="759177"/>
                  </a:lnTo>
                  <a:lnTo>
                    <a:pt x="16551" y="771009"/>
                  </a:lnTo>
                  <a:lnTo>
                    <a:pt x="16551" y="784801"/>
                  </a:lnTo>
                  <a:lnTo>
                    <a:pt x="16551" y="791697"/>
                  </a:lnTo>
                  <a:lnTo>
                    <a:pt x="19999" y="794456"/>
                  </a:lnTo>
                  <a:lnTo>
                    <a:pt x="23447" y="795792"/>
                  </a:lnTo>
                  <a:lnTo>
                    <a:pt x="29481" y="795835"/>
                  </a:lnTo>
                  <a:lnTo>
                    <a:pt x="39395" y="794844"/>
                  </a:lnTo>
                  <a:lnTo>
                    <a:pt x="54480" y="793077"/>
                  </a:lnTo>
                  <a:lnTo>
                    <a:pt x="75590" y="790803"/>
                  </a:lnTo>
                  <a:lnTo>
                    <a:pt x="131773" y="785997"/>
                  </a:lnTo>
                  <a:lnTo>
                    <a:pt x="197514" y="782883"/>
                  </a:lnTo>
                  <a:lnTo>
                    <a:pt x="230509" y="782043"/>
                  </a:lnTo>
                  <a:lnTo>
                    <a:pt x="261693" y="781202"/>
                  </a:lnTo>
                  <a:lnTo>
                    <a:pt x="289645" y="779974"/>
                  </a:lnTo>
                  <a:lnTo>
                    <a:pt x="313373" y="778067"/>
                  </a:lnTo>
                  <a:lnTo>
                    <a:pt x="333609" y="775577"/>
                  </a:lnTo>
                  <a:lnTo>
                    <a:pt x="351518" y="772700"/>
                  </a:lnTo>
                  <a:lnTo>
                    <a:pt x="368263" y="769630"/>
                  </a:lnTo>
                </a:path>
              </a:pathLst>
            </a:custGeom>
            <a:ln w="464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584595" y="3940654"/>
              <a:ext cx="347980" cy="796290"/>
            </a:xfrm>
            <a:custGeom>
              <a:avLst/>
              <a:gdLst/>
              <a:ahLst/>
              <a:cxnLst/>
              <a:rect l="l" t="t" r="r" b="b"/>
              <a:pathLst>
                <a:path w="347980" h="796289">
                  <a:moveTo>
                    <a:pt x="0" y="0"/>
                  </a:moveTo>
                  <a:lnTo>
                    <a:pt x="2068" y="16540"/>
                  </a:lnTo>
                  <a:lnTo>
                    <a:pt x="4137" y="33016"/>
                  </a:lnTo>
                  <a:lnTo>
                    <a:pt x="6206" y="49362"/>
                  </a:lnTo>
                  <a:lnTo>
                    <a:pt x="8275" y="65515"/>
                  </a:lnTo>
                  <a:lnTo>
                    <a:pt x="10333" y="81592"/>
                  </a:lnTo>
                  <a:lnTo>
                    <a:pt x="15861" y="138616"/>
                  </a:lnTo>
                  <a:lnTo>
                    <a:pt x="18447" y="192062"/>
                  </a:lnTo>
                  <a:lnTo>
                    <a:pt x="19999" y="255853"/>
                  </a:lnTo>
                  <a:lnTo>
                    <a:pt x="20516" y="324041"/>
                  </a:lnTo>
                  <a:lnTo>
                    <a:pt x="20387" y="357003"/>
                  </a:lnTo>
                  <a:lnTo>
                    <a:pt x="19363" y="414954"/>
                  </a:lnTo>
                  <a:lnTo>
                    <a:pt x="17574" y="464284"/>
                  </a:lnTo>
                  <a:lnTo>
                    <a:pt x="16551" y="488949"/>
                  </a:lnTo>
                  <a:lnTo>
                    <a:pt x="15549" y="515047"/>
                  </a:lnTo>
                  <a:lnTo>
                    <a:pt x="14740" y="542051"/>
                  </a:lnTo>
                  <a:lnTo>
                    <a:pt x="14320" y="569054"/>
                  </a:lnTo>
                  <a:lnTo>
                    <a:pt x="14482" y="595153"/>
                  </a:lnTo>
                  <a:lnTo>
                    <a:pt x="15312" y="619656"/>
                  </a:lnTo>
                  <a:lnTo>
                    <a:pt x="16465" y="642737"/>
                  </a:lnTo>
                  <a:lnTo>
                    <a:pt x="17488" y="664784"/>
                  </a:lnTo>
                  <a:lnTo>
                    <a:pt x="17477" y="707110"/>
                  </a:lnTo>
                  <a:lnTo>
                    <a:pt x="13792" y="759285"/>
                  </a:lnTo>
                  <a:lnTo>
                    <a:pt x="13049" y="770405"/>
                  </a:lnTo>
                  <a:lnTo>
                    <a:pt x="43446" y="795835"/>
                  </a:lnTo>
                  <a:lnTo>
                    <a:pt x="58306" y="795372"/>
                  </a:lnTo>
                  <a:lnTo>
                    <a:pt x="76980" y="794198"/>
                  </a:lnTo>
                  <a:lnTo>
                    <a:pt x="99404" y="792635"/>
                  </a:lnTo>
                  <a:lnTo>
                    <a:pt x="125513" y="791008"/>
                  </a:lnTo>
                  <a:lnTo>
                    <a:pt x="186373" y="788422"/>
                  </a:lnTo>
                  <a:lnTo>
                    <a:pt x="248267" y="786870"/>
                  </a:lnTo>
                  <a:lnTo>
                    <a:pt x="301024" y="786267"/>
                  </a:lnTo>
                  <a:lnTo>
                    <a:pt x="324687" y="786191"/>
                  </a:lnTo>
                  <a:lnTo>
                    <a:pt x="347574" y="786181"/>
                  </a:lnTo>
                </a:path>
              </a:pathLst>
            </a:custGeom>
            <a:ln w="464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" name="object 28"/>
          <p:cNvGrpSpPr/>
          <p:nvPr/>
        </p:nvGrpSpPr>
        <p:grpSpPr>
          <a:xfrm>
            <a:off x="2172790" y="2316752"/>
            <a:ext cx="234315" cy="385445"/>
            <a:chOff x="2172790" y="2316752"/>
            <a:chExt cx="234315" cy="385445"/>
          </a:xfrm>
        </p:grpSpPr>
        <p:sp>
          <p:nvSpPr>
            <p:cNvPr id="29" name="object 29"/>
            <p:cNvSpPr/>
            <p:nvPr/>
          </p:nvSpPr>
          <p:spPr>
            <a:xfrm>
              <a:off x="2196027" y="2339989"/>
              <a:ext cx="187960" cy="339090"/>
            </a:xfrm>
            <a:custGeom>
              <a:avLst/>
              <a:gdLst/>
              <a:ahLst/>
              <a:cxnLst/>
              <a:rect l="l" t="t" r="r" b="b"/>
              <a:pathLst>
                <a:path w="187960" h="339089">
                  <a:moveTo>
                    <a:pt x="110004" y="31545"/>
                  </a:moveTo>
                  <a:lnTo>
                    <a:pt x="112171" y="26127"/>
                  </a:lnTo>
                  <a:lnTo>
                    <a:pt x="114338" y="20708"/>
                  </a:lnTo>
                  <a:lnTo>
                    <a:pt x="115422" y="14748"/>
                  </a:lnTo>
                  <a:lnTo>
                    <a:pt x="116506" y="8788"/>
                  </a:lnTo>
                  <a:lnTo>
                    <a:pt x="116506" y="2285"/>
                  </a:lnTo>
                  <a:lnTo>
                    <a:pt x="114880" y="2285"/>
                  </a:lnTo>
                  <a:lnTo>
                    <a:pt x="113339" y="3623"/>
                  </a:lnTo>
                  <a:lnTo>
                    <a:pt x="99065" y="47293"/>
                  </a:lnTo>
                  <a:lnTo>
                    <a:pt x="93071" y="69475"/>
                  </a:lnTo>
                  <a:lnTo>
                    <a:pt x="86061" y="94908"/>
                  </a:lnTo>
                  <a:lnTo>
                    <a:pt x="69060" y="151472"/>
                  </a:lnTo>
                  <a:lnTo>
                    <a:pt x="49689" y="209061"/>
                  </a:lnTo>
                  <a:lnTo>
                    <a:pt x="31105" y="260062"/>
                  </a:lnTo>
                  <a:lnTo>
                    <a:pt x="15950" y="299601"/>
                  </a:lnTo>
                  <a:lnTo>
                    <a:pt x="10303" y="314391"/>
                  </a:lnTo>
                  <a:lnTo>
                    <a:pt x="6188" y="325593"/>
                  </a:lnTo>
                  <a:lnTo>
                    <a:pt x="3395" y="333289"/>
                  </a:lnTo>
                  <a:lnTo>
                    <a:pt x="1617" y="337632"/>
                  </a:lnTo>
                  <a:lnTo>
                    <a:pt x="550" y="338775"/>
                  </a:lnTo>
                  <a:lnTo>
                    <a:pt x="0" y="336760"/>
                  </a:lnTo>
                  <a:lnTo>
                    <a:pt x="211" y="331189"/>
                  </a:lnTo>
                  <a:lnTo>
                    <a:pt x="8872" y="288323"/>
                  </a:lnTo>
                  <a:lnTo>
                    <a:pt x="22402" y="239303"/>
                  </a:lnTo>
                  <a:lnTo>
                    <a:pt x="40181" y="182747"/>
                  </a:lnTo>
                  <a:lnTo>
                    <a:pt x="59772" y="126784"/>
                  </a:lnTo>
                  <a:lnTo>
                    <a:pt x="78373" y="78974"/>
                  </a:lnTo>
                  <a:lnTo>
                    <a:pt x="93748" y="42772"/>
                  </a:lnTo>
                  <a:lnTo>
                    <a:pt x="99708" y="28836"/>
                  </a:lnTo>
                  <a:lnTo>
                    <a:pt x="104314" y="17567"/>
                  </a:lnTo>
                  <a:lnTo>
                    <a:pt x="107701" y="8991"/>
                  </a:lnTo>
                  <a:lnTo>
                    <a:pt x="110071" y="3157"/>
                  </a:lnTo>
                  <a:lnTo>
                    <a:pt x="111629" y="118"/>
                  </a:lnTo>
                  <a:lnTo>
                    <a:pt x="112637" y="0"/>
                  </a:lnTo>
                  <a:lnTo>
                    <a:pt x="113593" y="3234"/>
                  </a:lnTo>
                  <a:lnTo>
                    <a:pt x="115058" y="10329"/>
                  </a:lnTo>
                  <a:lnTo>
                    <a:pt x="117589" y="21792"/>
                  </a:lnTo>
                  <a:lnTo>
                    <a:pt x="133515" y="80617"/>
                  </a:lnTo>
                  <a:lnTo>
                    <a:pt x="148831" y="130729"/>
                  </a:lnTo>
                  <a:lnTo>
                    <a:pt x="156874" y="156374"/>
                  </a:lnTo>
                  <a:lnTo>
                    <a:pt x="164510" y="181511"/>
                  </a:lnTo>
                  <a:lnTo>
                    <a:pt x="176643" y="227661"/>
                  </a:lnTo>
                  <a:lnTo>
                    <a:pt x="185863" y="279171"/>
                  </a:lnTo>
                  <a:lnTo>
                    <a:pt x="187768" y="302564"/>
                  </a:lnTo>
                  <a:lnTo>
                    <a:pt x="187488" y="304638"/>
                  </a:lnTo>
                  <a:lnTo>
                    <a:pt x="186946" y="305722"/>
                  </a:lnTo>
                  <a:lnTo>
                    <a:pt x="185863" y="300303"/>
                  </a:lnTo>
                  <a:lnTo>
                    <a:pt x="183695" y="294343"/>
                  </a:lnTo>
                  <a:lnTo>
                    <a:pt x="181528" y="288383"/>
                  </a:lnTo>
                  <a:lnTo>
                    <a:pt x="178277" y="281880"/>
                  </a:lnTo>
                  <a:lnTo>
                    <a:pt x="175026" y="275378"/>
                  </a:lnTo>
                </a:path>
              </a:pathLst>
            </a:custGeom>
            <a:ln w="46474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52451" y="2528192"/>
              <a:ext cx="106077" cy="64897"/>
            </a:xfrm>
            <a:prstGeom prst="rect">
              <a:avLst/>
            </a:prstGeom>
          </p:spPr>
        </p:pic>
      </p:grpSp>
      <p:grpSp>
        <p:nvGrpSpPr>
          <p:cNvPr id="31" name="object 31"/>
          <p:cNvGrpSpPr/>
          <p:nvPr/>
        </p:nvGrpSpPr>
        <p:grpSpPr>
          <a:xfrm>
            <a:off x="2453291" y="2452977"/>
            <a:ext cx="757555" cy="214629"/>
            <a:chOff x="2453291" y="2452977"/>
            <a:chExt cx="757555" cy="214629"/>
          </a:xfrm>
        </p:grpSpPr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53291" y="2468073"/>
              <a:ext cx="136065" cy="189488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13323" y="2467505"/>
              <a:ext cx="138588" cy="184646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2813204" y="2476214"/>
              <a:ext cx="374015" cy="168275"/>
            </a:xfrm>
            <a:custGeom>
              <a:avLst/>
              <a:gdLst/>
              <a:ahLst/>
              <a:cxnLst/>
              <a:rect l="l" t="t" r="r" b="b"/>
              <a:pathLst>
                <a:path w="374014" h="168275">
                  <a:moveTo>
                    <a:pt x="0" y="87136"/>
                  </a:moveTo>
                  <a:lnTo>
                    <a:pt x="37641" y="72658"/>
                  </a:lnTo>
                  <a:lnTo>
                    <a:pt x="67121" y="46497"/>
                  </a:lnTo>
                  <a:lnTo>
                    <a:pt x="82361" y="11277"/>
                  </a:lnTo>
                  <a:lnTo>
                    <a:pt x="50392" y="0"/>
                  </a:lnTo>
                  <a:lnTo>
                    <a:pt x="41180" y="2065"/>
                  </a:lnTo>
                  <a:lnTo>
                    <a:pt x="15713" y="42704"/>
                  </a:lnTo>
                  <a:lnTo>
                    <a:pt x="16780" y="98100"/>
                  </a:lnTo>
                  <a:lnTo>
                    <a:pt x="34813" y="143895"/>
                  </a:lnTo>
                  <a:lnTo>
                    <a:pt x="71795" y="168075"/>
                  </a:lnTo>
                  <a:lnTo>
                    <a:pt x="81971" y="167084"/>
                  </a:lnTo>
                  <a:lnTo>
                    <a:pt x="115278" y="145588"/>
                  </a:lnTo>
                  <a:lnTo>
                    <a:pt x="146714" y="101486"/>
                  </a:lnTo>
                  <a:lnTo>
                    <a:pt x="167973" y="54625"/>
                  </a:lnTo>
                  <a:lnTo>
                    <a:pt x="178810" y="17779"/>
                  </a:lnTo>
                  <a:lnTo>
                    <a:pt x="178810" y="10193"/>
                  </a:lnTo>
                  <a:lnTo>
                    <a:pt x="178268" y="10193"/>
                  </a:lnTo>
                  <a:lnTo>
                    <a:pt x="177726" y="10193"/>
                  </a:lnTo>
                  <a:lnTo>
                    <a:pt x="184229" y="53203"/>
                  </a:lnTo>
                  <a:lnTo>
                    <a:pt x="203126" y="96009"/>
                  </a:lnTo>
                  <a:lnTo>
                    <a:pt x="223242" y="121814"/>
                  </a:lnTo>
                  <a:lnTo>
                    <a:pt x="223784" y="126691"/>
                  </a:lnTo>
                  <a:lnTo>
                    <a:pt x="200484" y="148907"/>
                  </a:lnTo>
                  <a:lnTo>
                    <a:pt x="199400" y="150532"/>
                  </a:lnTo>
                  <a:lnTo>
                    <a:pt x="198317" y="152158"/>
                  </a:lnTo>
                  <a:lnTo>
                    <a:pt x="204819" y="152158"/>
                  </a:lnTo>
                  <a:lnTo>
                    <a:pt x="251266" y="127622"/>
                  </a:lnTo>
                  <a:lnTo>
                    <a:pt x="281829" y="90590"/>
                  </a:lnTo>
                  <a:lnTo>
                    <a:pt x="298881" y="56166"/>
                  </a:lnTo>
                  <a:lnTo>
                    <a:pt x="305603" y="27532"/>
                  </a:lnTo>
                  <a:lnTo>
                    <a:pt x="305603" y="16695"/>
                  </a:lnTo>
                  <a:lnTo>
                    <a:pt x="304519" y="14528"/>
                  </a:lnTo>
                  <a:lnTo>
                    <a:pt x="303436" y="12361"/>
                  </a:lnTo>
                  <a:lnTo>
                    <a:pt x="311360" y="51780"/>
                  </a:lnTo>
                  <a:lnTo>
                    <a:pt x="331646" y="86154"/>
                  </a:lnTo>
                  <a:lnTo>
                    <a:pt x="353286" y="112061"/>
                  </a:lnTo>
                  <a:lnTo>
                    <a:pt x="360872" y="120731"/>
                  </a:lnTo>
                  <a:lnTo>
                    <a:pt x="364123" y="125065"/>
                  </a:lnTo>
                  <a:lnTo>
                    <a:pt x="367374" y="129400"/>
                  </a:lnTo>
                  <a:lnTo>
                    <a:pt x="370625" y="133735"/>
                  </a:lnTo>
                  <a:lnTo>
                    <a:pt x="373876" y="138070"/>
                  </a:lnTo>
                  <a:lnTo>
                    <a:pt x="371167" y="141863"/>
                  </a:lnTo>
                  <a:lnTo>
                    <a:pt x="368001" y="144581"/>
                  </a:lnTo>
                  <a:lnTo>
                    <a:pt x="362497" y="146943"/>
                  </a:lnTo>
                  <a:lnTo>
                    <a:pt x="354556" y="148797"/>
                  </a:lnTo>
                  <a:lnTo>
                    <a:pt x="344075" y="149991"/>
                  </a:lnTo>
                  <a:lnTo>
                    <a:pt x="331079" y="150431"/>
                  </a:lnTo>
                  <a:lnTo>
                    <a:pt x="316101" y="150261"/>
                  </a:lnTo>
                  <a:lnTo>
                    <a:pt x="299804" y="149686"/>
                  </a:lnTo>
                  <a:lnTo>
                    <a:pt x="282845" y="148907"/>
                  </a:lnTo>
                </a:path>
              </a:pathLst>
            </a:custGeom>
            <a:ln w="46474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" name="object 35"/>
          <p:cNvGrpSpPr/>
          <p:nvPr/>
        </p:nvGrpSpPr>
        <p:grpSpPr>
          <a:xfrm>
            <a:off x="2142997" y="2306034"/>
            <a:ext cx="2235835" cy="1889760"/>
            <a:chOff x="2142997" y="2306034"/>
            <a:chExt cx="2235835" cy="1889760"/>
          </a:xfrm>
        </p:grpSpPr>
        <p:sp>
          <p:nvSpPr>
            <p:cNvPr id="36" name="object 36"/>
            <p:cNvSpPr/>
            <p:nvPr/>
          </p:nvSpPr>
          <p:spPr>
            <a:xfrm>
              <a:off x="4126650" y="3170224"/>
              <a:ext cx="3810" cy="147955"/>
            </a:xfrm>
            <a:custGeom>
              <a:avLst/>
              <a:gdLst/>
              <a:ahLst/>
              <a:cxnLst/>
              <a:rect l="l" t="t" r="r" b="b"/>
              <a:pathLst>
                <a:path w="3810" h="147954">
                  <a:moveTo>
                    <a:pt x="0" y="10837"/>
                  </a:moveTo>
                  <a:lnTo>
                    <a:pt x="1083" y="5418"/>
                  </a:lnTo>
                  <a:lnTo>
                    <a:pt x="2167" y="0"/>
                  </a:lnTo>
                  <a:lnTo>
                    <a:pt x="2709" y="0"/>
                  </a:lnTo>
                  <a:lnTo>
                    <a:pt x="3022" y="1227"/>
                  </a:lnTo>
                  <a:lnTo>
                    <a:pt x="3183" y="5757"/>
                  </a:lnTo>
                  <a:lnTo>
                    <a:pt x="3242" y="14858"/>
                  </a:lnTo>
                  <a:lnTo>
                    <a:pt x="3251" y="29801"/>
                  </a:lnTo>
                  <a:lnTo>
                    <a:pt x="3251" y="51027"/>
                  </a:lnTo>
                  <a:lnTo>
                    <a:pt x="3251" y="75655"/>
                  </a:lnTo>
                  <a:lnTo>
                    <a:pt x="3251" y="145436"/>
                  </a:lnTo>
                  <a:lnTo>
                    <a:pt x="3251" y="147383"/>
                  </a:lnTo>
                </a:path>
              </a:pathLst>
            </a:custGeom>
            <a:ln w="46474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4116897" y="3103035"/>
              <a:ext cx="0" cy="13335"/>
            </a:xfrm>
            <a:custGeom>
              <a:avLst/>
              <a:gdLst/>
              <a:ahLst/>
              <a:cxnLst/>
              <a:rect l="l" t="t" r="r" b="b"/>
              <a:pathLst>
                <a:path w="0" h="13335">
                  <a:moveTo>
                    <a:pt x="0" y="13004"/>
                  </a:moveTo>
                  <a:lnTo>
                    <a:pt x="0" y="8669"/>
                  </a:lnTo>
                  <a:lnTo>
                    <a:pt x="0" y="4334"/>
                  </a:lnTo>
                  <a:lnTo>
                    <a:pt x="0" y="0"/>
                  </a:lnTo>
                </a:path>
              </a:pathLst>
            </a:custGeom>
            <a:ln w="46474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87941" y="3128564"/>
              <a:ext cx="190674" cy="205778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42997" y="2306034"/>
              <a:ext cx="2089252" cy="1889309"/>
            </a:xfrm>
            <a:prstGeom prst="rect">
              <a:avLst/>
            </a:prstGeom>
          </p:spPr>
        </p:pic>
      </p:grpSp>
      <p:grpSp>
        <p:nvGrpSpPr>
          <p:cNvPr id="40" name="object 40"/>
          <p:cNvGrpSpPr/>
          <p:nvPr/>
        </p:nvGrpSpPr>
        <p:grpSpPr>
          <a:xfrm>
            <a:off x="4471871" y="2995269"/>
            <a:ext cx="1001394" cy="306705"/>
            <a:chOff x="4471871" y="2995269"/>
            <a:chExt cx="1001394" cy="306705"/>
          </a:xfrm>
        </p:grpSpPr>
        <p:sp>
          <p:nvSpPr>
            <p:cNvPr id="41" name="object 41"/>
            <p:cNvSpPr/>
            <p:nvPr/>
          </p:nvSpPr>
          <p:spPr>
            <a:xfrm>
              <a:off x="4555796" y="3020130"/>
              <a:ext cx="16510" cy="251460"/>
            </a:xfrm>
            <a:custGeom>
              <a:avLst/>
              <a:gdLst/>
              <a:ahLst/>
              <a:cxnLst/>
              <a:rect l="l" t="t" r="r" b="b"/>
              <a:pathLst>
                <a:path w="16510" h="251460">
                  <a:moveTo>
                    <a:pt x="0" y="17881"/>
                  </a:moveTo>
                  <a:lnTo>
                    <a:pt x="1083" y="9211"/>
                  </a:lnTo>
                  <a:lnTo>
                    <a:pt x="2167" y="541"/>
                  </a:lnTo>
                  <a:lnTo>
                    <a:pt x="2709" y="0"/>
                  </a:lnTo>
                  <a:lnTo>
                    <a:pt x="3014" y="1236"/>
                  </a:lnTo>
                  <a:lnTo>
                    <a:pt x="3115" y="6231"/>
                  </a:lnTo>
                  <a:lnTo>
                    <a:pt x="3014" y="15696"/>
                  </a:lnTo>
                  <a:lnTo>
                    <a:pt x="2709" y="30343"/>
                  </a:lnTo>
                  <a:lnTo>
                    <a:pt x="2243" y="50493"/>
                  </a:lnTo>
                  <a:lnTo>
                    <a:pt x="1828" y="74910"/>
                  </a:lnTo>
                  <a:lnTo>
                    <a:pt x="2167" y="130044"/>
                  </a:lnTo>
                  <a:lnTo>
                    <a:pt x="5079" y="183213"/>
                  </a:lnTo>
                  <a:lnTo>
                    <a:pt x="9211" y="223784"/>
                  </a:lnTo>
                  <a:lnTo>
                    <a:pt x="16255" y="250876"/>
                  </a:lnTo>
                  <a:lnTo>
                    <a:pt x="16255" y="246542"/>
                  </a:lnTo>
                  <a:lnTo>
                    <a:pt x="16255" y="242207"/>
                  </a:lnTo>
                </a:path>
              </a:pathLst>
            </a:custGeom>
            <a:ln w="46474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471871" y="3117726"/>
              <a:ext cx="139672" cy="67064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34427" y="3076546"/>
              <a:ext cx="168932" cy="225285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4829973" y="3094364"/>
              <a:ext cx="534670" cy="180340"/>
            </a:xfrm>
            <a:custGeom>
              <a:avLst/>
              <a:gdLst/>
              <a:ahLst/>
              <a:cxnLst/>
              <a:rect l="l" t="t" r="r" b="b"/>
              <a:pathLst>
                <a:path w="534670" h="180339">
                  <a:moveTo>
                    <a:pt x="99700" y="63938"/>
                  </a:moveTo>
                  <a:lnTo>
                    <a:pt x="77061" y="25568"/>
                  </a:lnTo>
                  <a:lnTo>
                    <a:pt x="45515" y="17339"/>
                  </a:lnTo>
                  <a:lnTo>
                    <a:pt x="36515" y="18448"/>
                  </a:lnTo>
                  <a:lnTo>
                    <a:pt x="9829" y="54024"/>
                  </a:lnTo>
                  <a:lnTo>
                    <a:pt x="0" y="107286"/>
                  </a:lnTo>
                  <a:lnTo>
                    <a:pt x="1329" y="123321"/>
                  </a:lnTo>
                  <a:lnTo>
                    <a:pt x="16797" y="158220"/>
                  </a:lnTo>
                  <a:lnTo>
                    <a:pt x="47140" y="173934"/>
                  </a:lnTo>
                  <a:lnTo>
                    <a:pt x="54777" y="173578"/>
                  </a:lnTo>
                  <a:lnTo>
                    <a:pt x="92791" y="141084"/>
                  </a:lnTo>
                  <a:lnTo>
                    <a:pt x="110266" y="103002"/>
                  </a:lnTo>
                  <a:lnTo>
                    <a:pt x="118495" y="57224"/>
                  </a:lnTo>
                  <a:lnTo>
                    <a:pt x="118800" y="48427"/>
                  </a:lnTo>
                  <a:lnTo>
                    <a:pt x="118495" y="40748"/>
                  </a:lnTo>
                  <a:lnTo>
                    <a:pt x="117581" y="34136"/>
                  </a:lnTo>
                  <a:lnTo>
                    <a:pt x="115956" y="26008"/>
                  </a:lnTo>
                  <a:lnTo>
                    <a:pt x="112704" y="20590"/>
                  </a:lnTo>
                  <a:lnTo>
                    <a:pt x="110537" y="20590"/>
                  </a:lnTo>
                  <a:lnTo>
                    <a:pt x="108370" y="20590"/>
                  </a:lnTo>
                  <a:lnTo>
                    <a:pt x="107286" y="26008"/>
                  </a:lnTo>
                  <a:lnTo>
                    <a:pt x="108370" y="44431"/>
                  </a:lnTo>
                  <a:lnTo>
                    <a:pt x="109606" y="60365"/>
                  </a:lnTo>
                  <a:lnTo>
                    <a:pt x="114923" y="99141"/>
                  </a:lnTo>
                  <a:lnTo>
                    <a:pt x="130721" y="148263"/>
                  </a:lnTo>
                  <a:lnTo>
                    <a:pt x="156052" y="178810"/>
                  </a:lnTo>
                  <a:lnTo>
                    <a:pt x="169057" y="179894"/>
                  </a:lnTo>
                  <a:lnTo>
                    <a:pt x="176643" y="178810"/>
                  </a:lnTo>
                  <a:lnTo>
                    <a:pt x="204277" y="142506"/>
                  </a:lnTo>
                  <a:lnTo>
                    <a:pt x="219440" y="93816"/>
                  </a:lnTo>
                  <a:lnTo>
                    <a:pt x="227441" y="53710"/>
                  </a:lnTo>
                  <a:lnTo>
                    <a:pt x="221616" y="16255"/>
                  </a:lnTo>
                  <a:lnTo>
                    <a:pt x="220719" y="16932"/>
                  </a:lnTo>
                  <a:lnTo>
                    <a:pt x="225172" y="55835"/>
                  </a:lnTo>
                  <a:lnTo>
                    <a:pt x="231539" y="93206"/>
                  </a:lnTo>
                  <a:lnTo>
                    <a:pt x="234621" y="111079"/>
                  </a:lnTo>
                  <a:lnTo>
                    <a:pt x="237178" y="126285"/>
                  </a:lnTo>
                  <a:lnTo>
                    <a:pt x="239226" y="138849"/>
                  </a:lnTo>
                  <a:lnTo>
                    <a:pt x="240869" y="149178"/>
                  </a:lnTo>
                  <a:lnTo>
                    <a:pt x="242207" y="157678"/>
                  </a:lnTo>
                  <a:lnTo>
                    <a:pt x="243832" y="167973"/>
                  </a:lnTo>
                  <a:lnTo>
                    <a:pt x="244916" y="174476"/>
                  </a:lnTo>
                  <a:lnTo>
                    <a:pt x="245458" y="175017"/>
                  </a:lnTo>
                  <a:lnTo>
                    <a:pt x="246000" y="175559"/>
                  </a:lnTo>
                  <a:lnTo>
                    <a:pt x="246000" y="170141"/>
                  </a:lnTo>
                  <a:lnTo>
                    <a:pt x="248709" y="152801"/>
                  </a:lnTo>
                  <a:lnTo>
                    <a:pt x="260520" y="100301"/>
                  </a:lnTo>
                  <a:lnTo>
                    <a:pt x="276690" y="62422"/>
                  </a:lnTo>
                  <a:lnTo>
                    <a:pt x="308312" y="20590"/>
                  </a:lnTo>
                  <a:lnTo>
                    <a:pt x="341365" y="1625"/>
                  </a:lnTo>
                  <a:lnTo>
                    <a:pt x="350035" y="0"/>
                  </a:lnTo>
                  <a:lnTo>
                    <a:pt x="356537" y="1083"/>
                  </a:lnTo>
                  <a:lnTo>
                    <a:pt x="378516" y="36092"/>
                  </a:lnTo>
                  <a:lnTo>
                    <a:pt x="385391" y="92724"/>
                  </a:lnTo>
                  <a:lnTo>
                    <a:pt x="386339" y="130585"/>
                  </a:lnTo>
                  <a:lnTo>
                    <a:pt x="386881" y="143065"/>
                  </a:lnTo>
                  <a:lnTo>
                    <a:pt x="387829" y="151176"/>
                  </a:lnTo>
                  <a:lnTo>
                    <a:pt x="389387" y="156036"/>
                  </a:lnTo>
                  <a:lnTo>
                    <a:pt x="391757" y="158762"/>
                  </a:lnTo>
                  <a:lnTo>
                    <a:pt x="395550" y="161471"/>
                  </a:lnTo>
                  <a:lnTo>
                    <a:pt x="402053" y="161471"/>
                  </a:lnTo>
                  <a:lnTo>
                    <a:pt x="434961" y="127605"/>
                  </a:lnTo>
                  <a:lnTo>
                    <a:pt x="458337" y="83851"/>
                  </a:lnTo>
                  <a:lnTo>
                    <a:pt x="473585" y="45439"/>
                  </a:lnTo>
                  <a:lnTo>
                    <a:pt x="480079" y="19506"/>
                  </a:lnTo>
                  <a:lnTo>
                    <a:pt x="480079" y="14088"/>
                  </a:lnTo>
                  <a:lnTo>
                    <a:pt x="478453" y="13546"/>
                  </a:lnTo>
                  <a:lnTo>
                    <a:pt x="476828" y="13004"/>
                  </a:lnTo>
                  <a:lnTo>
                    <a:pt x="473577" y="17339"/>
                  </a:lnTo>
                  <a:lnTo>
                    <a:pt x="471951" y="26008"/>
                  </a:lnTo>
                  <a:lnTo>
                    <a:pt x="471122" y="33332"/>
                  </a:lnTo>
                  <a:lnTo>
                    <a:pt x="471409" y="42332"/>
                  </a:lnTo>
                  <a:lnTo>
                    <a:pt x="483787" y="79668"/>
                  </a:lnTo>
                  <a:lnTo>
                    <a:pt x="507713" y="119748"/>
                  </a:lnTo>
                  <a:lnTo>
                    <a:pt x="529929" y="146299"/>
                  </a:lnTo>
                  <a:lnTo>
                    <a:pt x="534264" y="150634"/>
                  </a:lnTo>
                  <a:lnTo>
                    <a:pt x="533181" y="153885"/>
                  </a:lnTo>
                  <a:lnTo>
                    <a:pt x="532096" y="157136"/>
                  </a:lnTo>
                  <a:lnTo>
                    <a:pt x="525594" y="159304"/>
                  </a:lnTo>
                  <a:lnTo>
                    <a:pt x="513674" y="158220"/>
                  </a:lnTo>
                  <a:lnTo>
                    <a:pt x="503802" y="156848"/>
                  </a:lnTo>
                  <a:lnTo>
                    <a:pt x="492406" y="154562"/>
                  </a:lnTo>
                  <a:lnTo>
                    <a:pt x="479994" y="151667"/>
                  </a:lnTo>
                  <a:lnTo>
                    <a:pt x="467075" y="148466"/>
                  </a:lnTo>
                </a:path>
              </a:pathLst>
            </a:custGeom>
            <a:ln w="46474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5440097" y="3103575"/>
              <a:ext cx="10160" cy="160020"/>
            </a:xfrm>
            <a:custGeom>
              <a:avLst/>
              <a:gdLst/>
              <a:ahLst/>
              <a:cxnLst/>
              <a:rect l="l" t="t" r="r" b="b"/>
              <a:pathLst>
                <a:path w="10160" h="160020">
                  <a:moveTo>
                    <a:pt x="0" y="18964"/>
                  </a:moveTo>
                  <a:lnTo>
                    <a:pt x="0" y="10295"/>
                  </a:lnTo>
                  <a:lnTo>
                    <a:pt x="0" y="1625"/>
                  </a:lnTo>
                  <a:lnTo>
                    <a:pt x="0" y="0"/>
                  </a:lnTo>
                  <a:lnTo>
                    <a:pt x="0" y="287"/>
                  </a:lnTo>
                  <a:lnTo>
                    <a:pt x="0" y="4334"/>
                  </a:lnTo>
                  <a:lnTo>
                    <a:pt x="0" y="13258"/>
                  </a:lnTo>
                  <a:lnTo>
                    <a:pt x="0" y="28176"/>
                  </a:lnTo>
                  <a:lnTo>
                    <a:pt x="8" y="49452"/>
                  </a:lnTo>
                  <a:lnTo>
                    <a:pt x="228" y="99725"/>
                  </a:lnTo>
                  <a:lnTo>
                    <a:pt x="1041" y="138332"/>
                  </a:lnTo>
                  <a:lnTo>
                    <a:pt x="4334" y="159846"/>
                  </a:lnTo>
                  <a:lnTo>
                    <a:pt x="5418" y="154427"/>
                  </a:lnTo>
                  <a:lnTo>
                    <a:pt x="6502" y="146299"/>
                  </a:lnTo>
                  <a:lnTo>
                    <a:pt x="7314" y="139738"/>
                  </a:lnTo>
                  <a:lnTo>
                    <a:pt x="8127" y="132414"/>
                  </a:lnTo>
                  <a:lnTo>
                    <a:pt x="8940" y="124583"/>
                  </a:lnTo>
                  <a:lnTo>
                    <a:pt x="9753" y="116497"/>
                  </a:lnTo>
                </a:path>
              </a:pathLst>
            </a:custGeom>
            <a:ln w="46474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5440097" y="3018506"/>
              <a:ext cx="6985" cy="13335"/>
            </a:xfrm>
            <a:custGeom>
              <a:avLst/>
              <a:gdLst/>
              <a:ahLst/>
              <a:cxnLst/>
              <a:rect l="l" t="t" r="r" b="b"/>
              <a:pathLst>
                <a:path w="6985" h="13335">
                  <a:moveTo>
                    <a:pt x="0" y="0"/>
                  </a:moveTo>
                  <a:lnTo>
                    <a:pt x="2167" y="4334"/>
                  </a:lnTo>
                  <a:lnTo>
                    <a:pt x="4334" y="8669"/>
                  </a:lnTo>
                  <a:lnTo>
                    <a:pt x="6502" y="13004"/>
                  </a:lnTo>
                </a:path>
              </a:pathLst>
            </a:custGeom>
            <a:ln w="46474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7" name="object 47"/>
          <p:cNvGrpSpPr/>
          <p:nvPr/>
        </p:nvGrpSpPr>
        <p:grpSpPr>
          <a:xfrm>
            <a:off x="5476464" y="2960590"/>
            <a:ext cx="214629" cy="334010"/>
            <a:chOff x="5476464" y="2960590"/>
            <a:chExt cx="214629" cy="334010"/>
          </a:xfrm>
        </p:grpSpPr>
        <p:sp>
          <p:nvSpPr>
            <p:cNvPr id="48" name="object 48"/>
            <p:cNvSpPr/>
            <p:nvPr/>
          </p:nvSpPr>
          <p:spPr>
            <a:xfrm>
              <a:off x="5547384" y="2983827"/>
              <a:ext cx="120650" cy="287655"/>
            </a:xfrm>
            <a:custGeom>
              <a:avLst/>
              <a:gdLst/>
              <a:ahLst/>
              <a:cxnLst/>
              <a:rect l="l" t="t" r="r" b="b"/>
              <a:pathLst>
                <a:path w="120650" h="287654">
                  <a:moveTo>
                    <a:pt x="0" y="15171"/>
                  </a:moveTo>
                  <a:lnTo>
                    <a:pt x="2167" y="7585"/>
                  </a:lnTo>
                  <a:lnTo>
                    <a:pt x="4334" y="0"/>
                  </a:lnTo>
                  <a:lnTo>
                    <a:pt x="5960" y="1083"/>
                  </a:lnTo>
                  <a:lnTo>
                    <a:pt x="10557" y="58113"/>
                  </a:lnTo>
                  <a:lnTo>
                    <a:pt x="11963" y="111214"/>
                  </a:lnTo>
                  <a:lnTo>
                    <a:pt x="12784" y="167643"/>
                  </a:lnTo>
                  <a:lnTo>
                    <a:pt x="13004" y="193508"/>
                  </a:lnTo>
                  <a:lnTo>
                    <a:pt x="13224" y="216223"/>
                  </a:lnTo>
                  <a:lnTo>
                    <a:pt x="14697" y="257108"/>
                  </a:lnTo>
                  <a:lnTo>
                    <a:pt x="21674" y="282846"/>
                  </a:lnTo>
                  <a:lnTo>
                    <a:pt x="24925" y="286097"/>
                  </a:lnTo>
                  <a:lnTo>
                    <a:pt x="66783" y="269773"/>
                  </a:lnTo>
                  <a:lnTo>
                    <a:pt x="100420" y="246736"/>
                  </a:lnTo>
                  <a:lnTo>
                    <a:pt x="120290" y="224326"/>
                  </a:lnTo>
                  <a:lnTo>
                    <a:pt x="120290" y="222158"/>
                  </a:lnTo>
                  <a:lnTo>
                    <a:pt x="120290" y="219991"/>
                  </a:lnTo>
                </a:path>
              </a:pathLst>
            </a:custGeom>
            <a:ln w="46474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5499701" y="3096938"/>
              <a:ext cx="119380" cy="12700"/>
            </a:xfrm>
            <a:custGeom>
              <a:avLst/>
              <a:gdLst/>
              <a:ahLst/>
              <a:cxnLst/>
              <a:rect l="l" t="t" r="r" b="b"/>
              <a:pathLst>
                <a:path w="119379" h="12700">
                  <a:moveTo>
                    <a:pt x="8669" y="12598"/>
                  </a:moveTo>
                  <a:lnTo>
                    <a:pt x="4334" y="8263"/>
                  </a:lnTo>
                  <a:lnTo>
                    <a:pt x="0" y="3928"/>
                  </a:lnTo>
                  <a:lnTo>
                    <a:pt x="1083" y="1761"/>
                  </a:lnTo>
                  <a:lnTo>
                    <a:pt x="3047" y="524"/>
                  </a:lnTo>
                  <a:lnTo>
                    <a:pt x="7856" y="0"/>
                  </a:lnTo>
                  <a:lnTo>
                    <a:pt x="16323" y="84"/>
                  </a:lnTo>
                  <a:lnTo>
                    <a:pt x="29259" y="677"/>
                  </a:lnTo>
                  <a:lnTo>
                    <a:pt x="47124" y="1676"/>
                  </a:lnTo>
                  <a:lnTo>
                    <a:pt x="68950" y="2980"/>
                  </a:lnTo>
                  <a:lnTo>
                    <a:pt x="93418" y="4487"/>
                  </a:lnTo>
                  <a:lnTo>
                    <a:pt x="119207" y="6095"/>
                  </a:lnTo>
                </a:path>
              </a:pathLst>
            </a:custGeom>
            <a:ln w="46474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0" name="object 50"/>
          <p:cNvGrpSpPr/>
          <p:nvPr/>
        </p:nvGrpSpPr>
        <p:grpSpPr>
          <a:xfrm>
            <a:off x="2221532" y="4446455"/>
            <a:ext cx="826769" cy="416559"/>
            <a:chOff x="2221532" y="4446455"/>
            <a:chExt cx="826769" cy="416559"/>
          </a:xfrm>
        </p:grpSpPr>
        <p:sp>
          <p:nvSpPr>
            <p:cNvPr id="51" name="object 51"/>
            <p:cNvSpPr/>
            <p:nvPr/>
          </p:nvSpPr>
          <p:spPr>
            <a:xfrm>
              <a:off x="2244769" y="4469692"/>
              <a:ext cx="357505" cy="370205"/>
            </a:xfrm>
            <a:custGeom>
              <a:avLst/>
              <a:gdLst/>
              <a:ahLst/>
              <a:cxnLst/>
              <a:rect l="l" t="t" r="r" b="b"/>
              <a:pathLst>
                <a:path w="357505" h="370204">
                  <a:moveTo>
                    <a:pt x="5994" y="80083"/>
                  </a:moveTo>
                  <a:lnTo>
                    <a:pt x="3826" y="70330"/>
                  </a:lnTo>
                  <a:lnTo>
                    <a:pt x="1659" y="60577"/>
                  </a:lnTo>
                  <a:lnTo>
                    <a:pt x="575" y="58409"/>
                  </a:lnTo>
                  <a:lnTo>
                    <a:pt x="0" y="58316"/>
                  </a:lnTo>
                  <a:lnTo>
                    <a:pt x="33" y="61728"/>
                  </a:lnTo>
                  <a:lnTo>
                    <a:pt x="880" y="69306"/>
                  </a:lnTo>
                  <a:lnTo>
                    <a:pt x="2743" y="81709"/>
                  </a:lnTo>
                  <a:lnTo>
                    <a:pt x="5714" y="99268"/>
                  </a:lnTo>
                  <a:lnTo>
                    <a:pt x="9448" y="120993"/>
                  </a:lnTo>
                  <a:lnTo>
                    <a:pt x="13486" y="145563"/>
                  </a:lnTo>
                  <a:lnTo>
                    <a:pt x="20725" y="198012"/>
                  </a:lnTo>
                  <a:lnTo>
                    <a:pt x="25602" y="247473"/>
                  </a:lnTo>
                  <a:lnTo>
                    <a:pt x="28049" y="286494"/>
                  </a:lnTo>
                  <a:lnTo>
                    <a:pt x="28413" y="301700"/>
                  </a:lnTo>
                  <a:lnTo>
                    <a:pt x="28269" y="315280"/>
                  </a:lnTo>
                  <a:lnTo>
                    <a:pt x="24315" y="362921"/>
                  </a:lnTo>
                  <a:lnTo>
                    <a:pt x="22698" y="370024"/>
                  </a:lnTo>
                  <a:lnTo>
                    <a:pt x="22317" y="366181"/>
                  </a:lnTo>
                  <a:lnTo>
                    <a:pt x="22038" y="357460"/>
                  </a:lnTo>
                  <a:lnTo>
                    <a:pt x="21707" y="343965"/>
                  </a:lnTo>
                  <a:lnTo>
                    <a:pt x="21199" y="325923"/>
                  </a:lnTo>
                  <a:lnTo>
                    <a:pt x="19574" y="279273"/>
                  </a:lnTo>
                  <a:lnTo>
                    <a:pt x="17161" y="224309"/>
                  </a:lnTo>
                  <a:lnTo>
                    <a:pt x="15815" y="195972"/>
                  </a:lnTo>
                  <a:lnTo>
                    <a:pt x="14570" y="168346"/>
                  </a:lnTo>
                  <a:lnTo>
                    <a:pt x="13580" y="142396"/>
                  </a:lnTo>
                  <a:lnTo>
                    <a:pt x="13072" y="118885"/>
                  </a:lnTo>
                  <a:lnTo>
                    <a:pt x="13580" y="97761"/>
                  </a:lnTo>
                  <a:lnTo>
                    <a:pt x="27160" y="46252"/>
                  </a:lnTo>
                  <a:lnTo>
                    <a:pt x="63430" y="11810"/>
                  </a:lnTo>
                  <a:lnTo>
                    <a:pt x="114787" y="0"/>
                  </a:lnTo>
                  <a:lnTo>
                    <a:pt x="131703" y="2599"/>
                  </a:lnTo>
                  <a:lnTo>
                    <a:pt x="173383" y="31325"/>
                  </a:lnTo>
                  <a:lnTo>
                    <a:pt x="193618" y="63642"/>
                  </a:lnTo>
                  <a:lnTo>
                    <a:pt x="205827" y="101199"/>
                  </a:lnTo>
                  <a:lnTo>
                    <a:pt x="207562" y="120180"/>
                  </a:lnTo>
                  <a:lnTo>
                    <a:pt x="205759" y="138502"/>
                  </a:lnTo>
                  <a:lnTo>
                    <a:pt x="179928" y="190621"/>
                  </a:lnTo>
                  <a:lnTo>
                    <a:pt x="148771" y="223606"/>
                  </a:lnTo>
                  <a:lnTo>
                    <a:pt x="115989" y="249682"/>
                  </a:lnTo>
                  <a:lnTo>
                    <a:pt x="80253" y="267360"/>
                  </a:lnTo>
                  <a:lnTo>
                    <a:pt x="62346" y="270815"/>
                  </a:lnTo>
                  <a:lnTo>
                    <a:pt x="56928" y="269731"/>
                  </a:lnTo>
                  <a:lnTo>
                    <a:pt x="54218" y="265938"/>
                  </a:lnTo>
                  <a:lnTo>
                    <a:pt x="51509" y="262145"/>
                  </a:lnTo>
                  <a:lnTo>
                    <a:pt x="51509" y="255643"/>
                  </a:lnTo>
                  <a:lnTo>
                    <a:pt x="53677" y="250224"/>
                  </a:lnTo>
                  <a:lnTo>
                    <a:pt x="55844" y="244806"/>
                  </a:lnTo>
                  <a:lnTo>
                    <a:pt x="78060" y="227467"/>
                  </a:lnTo>
                  <a:lnTo>
                    <a:pt x="82936" y="225299"/>
                  </a:lnTo>
                  <a:lnTo>
                    <a:pt x="115346" y="263195"/>
                  </a:lnTo>
                  <a:lnTo>
                    <a:pt x="123711" y="280433"/>
                  </a:lnTo>
                  <a:lnTo>
                    <a:pt x="143082" y="314705"/>
                  </a:lnTo>
                  <a:lnTo>
                    <a:pt x="173332" y="345184"/>
                  </a:lnTo>
                  <a:lnTo>
                    <a:pt x="215690" y="337463"/>
                  </a:lnTo>
                  <a:lnTo>
                    <a:pt x="241064" y="300964"/>
                  </a:lnTo>
                  <a:lnTo>
                    <a:pt x="259038" y="261603"/>
                  </a:lnTo>
                  <a:lnTo>
                    <a:pt x="259936" y="311691"/>
                  </a:lnTo>
                  <a:lnTo>
                    <a:pt x="276310" y="350535"/>
                  </a:lnTo>
                  <a:lnTo>
                    <a:pt x="293285" y="354616"/>
                  </a:lnTo>
                  <a:lnTo>
                    <a:pt x="303673" y="353176"/>
                  </a:lnTo>
                  <a:lnTo>
                    <a:pt x="341535" y="322968"/>
                  </a:lnTo>
                  <a:lnTo>
                    <a:pt x="355995" y="283938"/>
                  </a:lnTo>
                  <a:lnTo>
                    <a:pt x="357384" y="270815"/>
                  </a:lnTo>
                  <a:lnTo>
                    <a:pt x="356740" y="258504"/>
                  </a:lnTo>
                  <a:lnTo>
                    <a:pt x="332069" y="224580"/>
                  </a:lnTo>
                  <a:lnTo>
                    <a:pt x="285843" y="212718"/>
                  </a:lnTo>
                  <a:lnTo>
                    <a:pt x="275835" y="212295"/>
                  </a:lnTo>
                  <a:lnTo>
                    <a:pt x="263915" y="212295"/>
                  </a:lnTo>
                  <a:lnTo>
                    <a:pt x="255245" y="234511"/>
                  </a:lnTo>
                  <a:lnTo>
                    <a:pt x="257413" y="239387"/>
                  </a:lnTo>
                  <a:lnTo>
                    <a:pt x="261747" y="242638"/>
                  </a:lnTo>
                  <a:lnTo>
                    <a:pt x="266082" y="245890"/>
                  </a:lnTo>
                </a:path>
              </a:pathLst>
            </a:custGeom>
            <a:ln w="46474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2664161" y="4550859"/>
              <a:ext cx="35560" cy="264795"/>
            </a:xfrm>
            <a:custGeom>
              <a:avLst/>
              <a:gdLst/>
              <a:ahLst/>
              <a:cxnLst/>
              <a:rect l="l" t="t" r="r" b="b"/>
              <a:pathLst>
                <a:path w="35560" h="264795">
                  <a:moveTo>
                    <a:pt x="5994" y="37929"/>
                  </a:moveTo>
                  <a:lnTo>
                    <a:pt x="5994" y="37929"/>
                  </a:lnTo>
                  <a:lnTo>
                    <a:pt x="5994" y="1083"/>
                  </a:lnTo>
                  <a:lnTo>
                    <a:pt x="4910" y="0"/>
                  </a:lnTo>
                  <a:lnTo>
                    <a:pt x="0" y="38716"/>
                  </a:lnTo>
                  <a:lnTo>
                    <a:pt x="33" y="57639"/>
                  </a:lnTo>
                  <a:lnTo>
                    <a:pt x="2743" y="102951"/>
                  </a:lnTo>
                  <a:lnTo>
                    <a:pt x="9313" y="152395"/>
                  </a:lnTo>
                  <a:lnTo>
                    <a:pt x="13029" y="175644"/>
                  </a:lnTo>
                  <a:lnTo>
                    <a:pt x="16289" y="196149"/>
                  </a:lnTo>
                  <a:lnTo>
                    <a:pt x="21166" y="237144"/>
                  </a:lnTo>
                  <a:lnTo>
                    <a:pt x="22249" y="256837"/>
                  </a:lnTo>
                  <a:lnTo>
                    <a:pt x="22249" y="264423"/>
                  </a:lnTo>
                  <a:lnTo>
                    <a:pt x="24417" y="262797"/>
                  </a:lnTo>
                  <a:lnTo>
                    <a:pt x="26415" y="259995"/>
                  </a:lnTo>
                  <a:lnTo>
                    <a:pt x="29022" y="254602"/>
                  </a:lnTo>
                  <a:lnTo>
                    <a:pt x="32036" y="247481"/>
                  </a:lnTo>
                  <a:lnTo>
                    <a:pt x="35254" y="239497"/>
                  </a:lnTo>
                </a:path>
              </a:pathLst>
            </a:custGeom>
            <a:ln w="46474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754204" y="4629625"/>
              <a:ext cx="170016" cy="188997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2975759" y="4725335"/>
              <a:ext cx="48895" cy="6985"/>
            </a:xfrm>
            <a:custGeom>
              <a:avLst/>
              <a:gdLst/>
              <a:ahLst/>
              <a:cxnLst/>
              <a:rect l="l" t="t" r="r" b="b"/>
              <a:pathLst>
                <a:path w="48894" h="6985">
                  <a:moveTo>
                    <a:pt x="0" y="6502"/>
                  </a:moveTo>
                  <a:lnTo>
                    <a:pt x="12191" y="4876"/>
                  </a:lnTo>
                  <a:lnTo>
                    <a:pt x="24383" y="3251"/>
                  </a:lnTo>
                  <a:lnTo>
                    <a:pt x="36574" y="1625"/>
                  </a:lnTo>
                  <a:lnTo>
                    <a:pt x="48766" y="0"/>
                  </a:lnTo>
                </a:path>
              </a:pathLst>
            </a:custGeom>
            <a:ln w="46474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5" name="object 55"/>
          <p:cNvGrpSpPr/>
          <p:nvPr/>
        </p:nvGrpSpPr>
        <p:grpSpPr>
          <a:xfrm>
            <a:off x="3170600" y="4360733"/>
            <a:ext cx="992505" cy="421005"/>
            <a:chOff x="3170600" y="4360733"/>
            <a:chExt cx="992505" cy="421005"/>
          </a:xfrm>
        </p:grpSpPr>
        <p:sp>
          <p:nvSpPr>
            <p:cNvPr id="56" name="object 56"/>
            <p:cNvSpPr/>
            <p:nvPr/>
          </p:nvSpPr>
          <p:spPr>
            <a:xfrm>
              <a:off x="3193837" y="4488546"/>
              <a:ext cx="160655" cy="269875"/>
            </a:xfrm>
            <a:custGeom>
              <a:avLst/>
              <a:gdLst/>
              <a:ahLst/>
              <a:cxnLst/>
              <a:rect l="l" t="t" r="r" b="b"/>
              <a:pathLst>
                <a:path w="160654" h="269875">
                  <a:moveTo>
                    <a:pt x="2997" y="15713"/>
                  </a:moveTo>
                  <a:lnTo>
                    <a:pt x="1913" y="8127"/>
                  </a:lnTo>
                  <a:lnTo>
                    <a:pt x="829" y="541"/>
                  </a:lnTo>
                  <a:lnTo>
                    <a:pt x="287" y="0"/>
                  </a:lnTo>
                  <a:lnTo>
                    <a:pt x="0" y="1066"/>
                  </a:lnTo>
                  <a:lnTo>
                    <a:pt x="16" y="5689"/>
                  </a:lnTo>
                  <a:lnTo>
                    <a:pt x="440" y="14782"/>
                  </a:lnTo>
                  <a:lnTo>
                    <a:pt x="4825" y="74572"/>
                  </a:lnTo>
                  <a:lnTo>
                    <a:pt x="9499" y="131669"/>
                  </a:lnTo>
                  <a:lnTo>
                    <a:pt x="14172" y="187480"/>
                  </a:lnTo>
                  <a:lnTo>
                    <a:pt x="16128" y="211220"/>
                  </a:lnTo>
                  <a:lnTo>
                    <a:pt x="17627" y="230286"/>
                  </a:lnTo>
                  <a:lnTo>
                    <a:pt x="18575" y="243468"/>
                  </a:lnTo>
                  <a:lnTo>
                    <a:pt x="19117" y="250402"/>
                  </a:lnTo>
                  <a:lnTo>
                    <a:pt x="19455" y="250935"/>
                  </a:lnTo>
                  <a:lnTo>
                    <a:pt x="19794" y="244916"/>
                  </a:lnTo>
                  <a:lnTo>
                    <a:pt x="20387" y="232563"/>
                  </a:lnTo>
                  <a:lnTo>
                    <a:pt x="21690" y="215588"/>
                  </a:lnTo>
                  <a:lnTo>
                    <a:pt x="28464" y="176101"/>
                  </a:lnTo>
                  <a:lnTo>
                    <a:pt x="52771" y="127868"/>
                  </a:lnTo>
                  <a:lnTo>
                    <a:pt x="87593" y="110943"/>
                  </a:lnTo>
                  <a:lnTo>
                    <a:pt x="99878" y="113246"/>
                  </a:lnTo>
                  <a:lnTo>
                    <a:pt x="133786" y="140474"/>
                  </a:lnTo>
                  <a:lnTo>
                    <a:pt x="155858" y="184102"/>
                  </a:lnTo>
                  <a:lnTo>
                    <a:pt x="160515" y="212566"/>
                  </a:lnTo>
                  <a:lnTo>
                    <a:pt x="159592" y="224867"/>
                  </a:lnTo>
                  <a:lnTo>
                    <a:pt x="135750" y="256837"/>
                  </a:lnTo>
                  <a:lnTo>
                    <a:pt x="93486" y="269299"/>
                  </a:lnTo>
                  <a:lnTo>
                    <a:pt x="83842" y="269545"/>
                  </a:lnTo>
                  <a:lnTo>
                    <a:pt x="75266" y="268825"/>
                  </a:lnTo>
                  <a:lnTo>
                    <a:pt x="46886" y="255211"/>
                  </a:lnTo>
                  <a:lnTo>
                    <a:pt x="44177" y="250876"/>
                  </a:lnTo>
                  <a:lnTo>
                    <a:pt x="43094" y="245458"/>
                  </a:lnTo>
                  <a:lnTo>
                    <a:pt x="45261" y="241665"/>
                  </a:lnTo>
                  <a:lnTo>
                    <a:pt x="47428" y="237872"/>
                  </a:lnTo>
                  <a:lnTo>
                    <a:pt x="52847" y="235704"/>
                  </a:lnTo>
                  <a:lnTo>
                    <a:pt x="58265" y="233537"/>
                  </a:lnTo>
                </a:path>
              </a:pathLst>
            </a:custGeom>
            <a:ln w="46474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3422245" y="4578562"/>
              <a:ext cx="300355" cy="154940"/>
            </a:xfrm>
            <a:custGeom>
              <a:avLst/>
              <a:gdLst/>
              <a:ahLst/>
              <a:cxnLst/>
              <a:rect l="l" t="t" r="r" b="b"/>
              <a:pathLst>
                <a:path w="300354" h="154939">
                  <a:moveTo>
                    <a:pt x="122458" y="58993"/>
                  </a:moveTo>
                  <a:lnTo>
                    <a:pt x="112163" y="18897"/>
                  </a:lnTo>
                  <a:lnTo>
                    <a:pt x="81006" y="0"/>
                  </a:lnTo>
                  <a:lnTo>
                    <a:pt x="71676" y="1261"/>
                  </a:lnTo>
                  <a:lnTo>
                    <a:pt x="38335" y="19845"/>
                  </a:lnTo>
                  <a:lnTo>
                    <a:pt x="10439" y="58282"/>
                  </a:lnTo>
                  <a:lnTo>
                    <a:pt x="0" y="101258"/>
                  </a:lnTo>
                  <a:lnTo>
                    <a:pt x="8" y="112315"/>
                  </a:lnTo>
                  <a:lnTo>
                    <a:pt x="25670" y="147586"/>
                  </a:lnTo>
                  <a:lnTo>
                    <a:pt x="56233" y="154909"/>
                  </a:lnTo>
                  <a:lnTo>
                    <a:pt x="67053" y="153072"/>
                  </a:lnTo>
                  <a:lnTo>
                    <a:pt x="105389" y="116633"/>
                  </a:lnTo>
                  <a:lnTo>
                    <a:pt x="122238" y="72997"/>
                  </a:lnTo>
                  <a:lnTo>
                    <a:pt x="128960" y="26482"/>
                  </a:lnTo>
                  <a:lnTo>
                    <a:pt x="128960" y="19980"/>
                  </a:lnTo>
                  <a:lnTo>
                    <a:pt x="127876" y="19980"/>
                  </a:lnTo>
                  <a:lnTo>
                    <a:pt x="126792" y="19980"/>
                  </a:lnTo>
                  <a:lnTo>
                    <a:pt x="119681" y="67731"/>
                  </a:lnTo>
                  <a:lnTo>
                    <a:pt x="119181" y="82945"/>
                  </a:lnTo>
                  <a:lnTo>
                    <a:pt x="119748" y="98007"/>
                  </a:lnTo>
                  <a:lnTo>
                    <a:pt x="129349" y="135039"/>
                  </a:lnTo>
                  <a:lnTo>
                    <a:pt x="157322" y="154495"/>
                  </a:lnTo>
                  <a:lnTo>
                    <a:pt x="166348" y="153275"/>
                  </a:lnTo>
                  <a:lnTo>
                    <a:pt x="204819" y="121848"/>
                  </a:lnTo>
                  <a:lnTo>
                    <a:pt x="227526" y="72624"/>
                  </a:lnTo>
                  <a:lnTo>
                    <a:pt x="240581" y="32714"/>
                  </a:lnTo>
                  <a:lnTo>
                    <a:pt x="248167" y="2641"/>
                  </a:lnTo>
                  <a:lnTo>
                    <a:pt x="247625" y="2641"/>
                  </a:lnTo>
                  <a:lnTo>
                    <a:pt x="247083" y="2641"/>
                  </a:lnTo>
                  <a:lnTo>
                    <a:pt x="244916" y="8060"/>
                  </a:lnTo>
                  <a:lnTo>
                    <a:pt x="243832" y="21064"/>
                  </a:lnTo>
                  <a:lnTo>
                    <a:pt x="243333" y="32121"/>
                  </a:lnTo>
                  <a:lnTo>
                    <a:pt x="243900" y="45312"/>
                  </a:lnTo>
                  <a:lnTo>
                    <a:pt x="258276" y="90556"/>
                  </a:lnTo>
                  <a:lnTo>
                    <a:pt x="285555" y="128350"/>
                  </a:lnTo>
                  <a:lnTo>
                    <a:pt x="300185" y="143522"/>
                  </a:lnTo>
                  <a:lnTo>
                    <a:pt x="299643" y="145690"/>
                  </a:lnTo>
                  <a:lnTo>
                    <a:pt x="299101" y="147857"/>
                  </a:lnTo>
                  <a:lnTo>
                    <a:pt x="293682" y="148941"/>
                  </a:lnTo>
                  <a:lnTo>
                    <a:pt x="285013" y="148941"/>
                  </a:lnTo>
                  <a:lnTo>
                    <a:pt x="247083" y="144606"/>
                  </a:lnTo>
                  <a:lnTo>
                    <a:pt x="238414" y="139187"/>
                  </a:lnTo>
                  <a:lnTo>
                    <a:pt x="235163" y="135936"/>
                  </a:lnTo>
                  <a:lnTo>
                    <a:pt x="234079" y="131601"/>
                  </a:lnTo>
                  <a:lnTo>
                    <a:pt x="232995" y="127267"/>
                  </a:lnTo>
                </a:path>
              </a:pathLst>
            </a:custGeom>
            <a:ln w="46474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758753" y="4554714"/>
              <a:ext cx="147300" cy="197108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3952852" y="4383970"/>
              <a:ext cx="187325" cy="334010"/>
            </a:xfrm>
            <a:custGeom>
              <a:avLst/>
              <a:gdLst/>
              <a:ahLst/>
              <a:cxnLst/>
              <a:rect l="l" t="t" r="r" b="b"/>
              <a:pathLst>
                <a:path w="187325" h="334010">
                  <a:moveTo>
                    <a:pt x="108776" y="263339"/>
                  </a:moveTo>
                  <a:lnTo>
                    <a:pt x="96051" y="221963"/>
                  </a:lnTo>
                  <a:lnTo>
                    <a:pt x="67528" y="195675"/>
                  </a:lnTo>
                  <a:lnTo>
                    <a:pt x="20522" y="208476"/>
                  </a:lnTo>
                  <a:lnTo>
                    <a:pt x="1320" y="251257"/>
                  </a:lnTo>
                  <a:lnTo>
                    <a:pt x="0" y="268012"/>
                  </a:lnTo>
                  <a:lnTo>
                    <a:pt x="1320" y="284463"/>
                  </a:lnTo>
                  <a:lnTo>
                    <a:pt x="20522" y="323010"/>
                  </a:lnTo>
                  <a:lnTo>
                    <a:pt x="42670" y="333779"/>
                  </a:lnTo>
                  <a:lnTo>
                    <a:pt x="55158" y="333398"/>
                  </a:lnTo>
                  <a:lnTo>
                    <a:pt x="90895" y="309396"/>
                  </a:lnTo>
                  <a:lnTo>
                    <a:pt x="114288" y="254991"/>
                  </a:lnTo>
                  <a:lnTo>
                    <a:pt x="124084" y="205623"/>
                  </a:lnTo>
                  <a:lnTo>
                    <a:pt x="130586" y="151286"/>
                  </a:lnTo>
                  <a:lnTo>
                    <a:pt x="133837" y="99548"/>
                  </a:lnTo>
                  <a:lnTo>
                    <a:pt x="134243" y="76807"/>
                  </a:lnTo>
                  <a:lnTo>
                    <a:pt x="133837" y="57114"/>
                  </a:lnTo>
                  <a:lnTo>
                    <a:pt x="124312" y="15273"/>
                  </a:lnTo>
                  <a:lnTo>
                    <a:pt x="100649" y="541"/>
                  </a:lnTo>
                  <a:lnTo>
                    <a:pt x="94688" y="0"/>
                  </a:lnTo>
                  <a:lnTo>
                    <a:pt x="81481" y="44634"/>
                  </a:lnTo>
                  <a:lnTo>
                    <a:pt x="78433" y="86696"/>
                  </a:lnTo>
                  <a:lnTo>
                    <a:pt x="78043" y="112510"/>
                  </a:lnTo>
                  <a:lnTo>
                    <a:pt x="78568" y="140406"/>
                  </a:lnTo>
                  <a:lnTo>
                    <a:pt x="82768" y="197775"/>
                  </a:lnTo>
                  <a:lnTo>
                    <a:pt x="91640" y="250063"/>
                  </a:lnTo>
                  <a:lnTo>
                    <a:pt x="104983" y="290973"/>
                  </a:lnTo>
                  <a:lnTo>
                    <a:pt x="132034" y="323129"/>
                  </a:lnTo>
                  <a:lnTo>
                    <a:pt x="153123" y="327370"/>
                  </a:lnTo>
                  <a:lnTo>
                    <a:pt x="164181" y="325719"/>
                  </a:lnTo>
                  <a:lnTo>
                    <a:pt x="175441" y="322544"/>
                  </a:lnTo>
                  <a:lnTo>
                    <a:pt x="186803" y="318608"/>
                  </a:lnTo>
                </a:path>
              </a:pathLst>
            </a:custGeom>
            <a:ln w="46474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0" name="object 60"/>
          <p:cNvGrpSpPr/>
          <p:nvPr/>
        </p:nvGrpSpPr>
        <p:grpSpPr>
          <a:xfrm>
            <a:off x="4296769" y="4492943"/>
            <a:ext cx="1010919" cy="232410"/>
            <a:chOff x="4296769" y="4492943"/>
            <a:chExt cx="1010919" cy="232410"/>
          </a:xfrm>
        </p:grpSpPr>
        <p:pic>
          <p:nvPicPr>
            <p:cNvPr id="61" name="object 6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296769" y="4517039"/>
              <a:ext cx="207488" cy="207691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537893" y="4517158"/>
              <a:ext cx="148426" cy="188066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4738637" y="4516181"/>
              <a:ext cx="545465" cy="177800"/>
            </a:xfrm>
            <a:custGeom>
              <a:avLst/>
              <a:gdLst/>
              <a:ahLst/>
              <a:cxnLst/>
              <a:rect l="l" t="t" r="r" b="b"/>
              <a:pathLst>
                <a:path w="545464" h="177800">
                  <a:moveTo>
                    <a:pt x="87000" y="62854"/>
                  </a:moveTo>
                  <a:lnTo>
                    <a:pt x="84681" y="20564"/>
                  </a:lnTo>
                  <a:lnTo>
                    <a:pt x="39927" y="32104"/>
                  </a:lnTo>
                  <a:lnTo>
                    <a:pt x="6502" y="70982"/>
                  </a:lnTo>
                  <a:lnTo>
                    <a:pt x="0" y="103967"/>
                  </a:lnTo>
                  <a:lnTo>
                    <a:pt x="1930" y="119748"/>
                  </a:lnTo>
                  <a:lnTo>
                    <a:pt x="27304" y="155485"/>
                  </a:lnTo>
                  <a:lnTo>
                    <a:pt x="76570" y="168109"/>
                  </a:lnTo>
                  <a:lnTo>
                    <a:pt x="96500" y="166365"/>
                  </a:lnTo>
                  <a:lnTo>
                    <a:pt x="138552" y="153470"/>
                  </a:lnTo>
                  <a:lnTo>
                    <a:pt x="179140" y="130763"/>
                  </a:lnTo>
                  <a:lnTo>
                    <a:pt x="212320" y="104119"/>
                  </a:lnTo>
                  <a:lnTo>
                    <a:pt x="241428" y="65563"/>
                  </a:lnTo>
                  <a:lnTo>
                    <a:pt x="246643" y="44160"/>
                  </a:lnTo>
                  <a:lnTo>
                    <a:pt x="246076" y="35237"/>
                  </a:lnTo>
                  <a:lnTo>
                    <a:pt x="244137" y="27634"/>
                  </a:lnTo>
                  <a:lnTo>
                    <a:pt x="240886" y="18422"/>
                  </a:lnTo>
                  <a:lnTo>
                    <a:pt x="235467" y="13004"/>
                  </a:lnTo>
                  <a:lnTo>
                    <a:pt x="228965" y="10295"/>
                  </a:lnTo>
                  <a:lnTo>
                    <a:pt x="222463" y="7585"/>
                  </a:lnTo>
                  <a:lnTo>
                    <a:pt x="214877" y="7585"/>
                  </a:lnTo>
                  <a:lnTo>
                    <a:pt x="207291" y="13546"/>
                  </a:lnTo>
                  <a:lnTo>
                    <a:pt x="185075" y="50392"/>
                  </a:lnTo>
                  <a:lnTo>
                    <a:pt x="172198" y="99692"/>
                  </a:lnTo>
                  <a:lnTo>
                    <a:pt x="170445" y="115956"/>
                  </a:lnTo>
                  <a:lnTo>
                    <a:pt x="170674" y="130382"/>
                  </a:lnTo>
                  <a:lnTo>
                    <a:pt x="194871" y="167668"/>
                  </a:lnTo>
                  <a:lnTo>
                    <a:pt x="220964" y="171529"/>
                  </a:lnTo>
                  <a:lnTo>
                    <a:pt x="236551" y="167973"/>
                  </a:lnTo>
                  <a:lnTo>
                    <a:pt x="270620" y="148534"/>
                  </a:lnTo>
                  <a:lnTo>
                    <a:pt x="304282" y="116497"/>
                  </a:lnTo>
                  <a:lnTo>
                    <a:pt x="332662" y="78365"/>
                  </a:lnTo>
                  <a:lnTo>
                    <a:pt x="352507" y="45515"/>
                  </a:lnTo>
                  <a:lnTo>
                    <a:pt x="356097" y="90218"/>
                  </a:lnTo>
                  <a:lnTo>
                    <a:pt x="382715" y="127131"/>
                  </a:lnTo>
                  <a:lnTo>
                    <a:pt x="409943" y="149550"/>
                  </a:lnTo>
                  <a:lnTo>
                    <a:pt x="409943" y="152259"/>
                  </a:lnTo>
                  <a:lnTo>
                    <a:pt x="409943" y="154969"/>
                  </a:lnTo>
                  <a:lnTo>
                    <a:pt x="404525" y="156052"/>
                  </a:lnTo>
                  <a:lnTo>
                    <a:pt x="399106" y="157136"/>
                  </a:lnTo>
                  <a:lnTo>
                    <a:pt x="393688" y="158220"/>
                  </a:lnTo>
                  <a:lnTo>
                    <a:pt x="388269" y="159304"/>
                  </a:lnTo>
                  <a:lnTo>
                    <a:pt x="382851" y="160387"/>
                  </a:lnTo>
                  <a:lnTo>
                    <a:pt x="377432" y="161471"/>
                  </a:lnTo>
                  <a:lnTo>
                    <a:pt x="372014" y="162555"/>
                  </a:lnTo>
                  <a:lnTo>
                    <a:pt x="372014" y="163096"/>
                  </a:lnTo>
                  <a:lnTo>
                    <a:pt x="372014" y="163638"/>
                  </a:lnTo>
                  <a:lnTo>
                    <a:pt x="377432" y="163638"/>
                  </a:lnTo>
                  <a:lnTo>
                    <a:pt x="388811" y="160929"/>
                  </a:lnTo>
                  <a:lnTo>
                    <a:pt x="434326" y="137630"/>
                  </a:lnTo>
                  <a:lnTo>
                    <a:pt x="469606" y="92063"/>
                  </a:lnTo>
                  <a:lnTo>
                    <a:pt x="487445" y="58198"/>
                  </a:lnTo>
                  <a:lnTo>
                    <a:pt x="503142" y="18422"/>
                  </a:lnTo>
                  <a:lnTo>
                    <a:pt x="508560" y="0"/>
                  </a:lnTo>
                  <a:lnTo>
                    <a:pt x="506934" y="541"/>
                  </a:lnTo>
                  <a:lnTo>
                    <a:pt x="505309" y="1083"/>
                  </a:lnTo>
                  <a:lnTo>
                    <a:pt x="490950" y="47208"/>
                  </a:lnTo>
                  <a:lnTo>
                    <a:pt x="489629" y="61830"/>
                  </a:lnTo>
                  <a:lnTo>
                    <a:pt x="490137" y="76400"/>
                  </a:lnTo>
                  <a:lnTo>
                    <a:pt x="502329" y="112899"/>
                  </a:lnTo>
                  <a:lnTo>
                    <a:pt x="518313" y="134378"/>
                  </a:lnTo>
                  <a:lnTo>
                    <a:pt x="522648" y="138171"/>
                  </a:lnTo>
                  <a:lnTo>
                    <a:pt x="526983" y="141964"/>
                  </a:lnTo>
                  <a:lnTo>
                    <a:pt x="531318" y="146299"/>
                  </a:lnTo>
                  <a:lnTo>
                    <a:pt x="535653" y="150092"/>
                  </a:lnTo>
                  <a:lnTo>
                    <a:pt x="539987" y="153885"/>
                  </a:lnTo>
                  <a:lnTo>
                    <a:pt x="544322" y="157136"/>
                  </a:lnTo>
                  <a:lnTo>
                    <a:pt x="544864" y="160929"/>
                  </a:lnTo>
                  <a:lnTo>
                    <a:pt x="503599" y="177108"/>
                  </a:lnTo>
                  <a:lnTo>
                    <a:pt x="493388" y="177185"/>
                  </a:lnTo>
                  <a:lnTo>
                    <a:pt x="484261" y="176313"/>
                  </a:lnTo>
                  <a:lnTo>
                    <a:pt x="458710" y="163638"/>
                  </a:lnTo>
                  <a:lnTo>
                    <a:pt x="457626" y="160387"/>
                  </a:lnTo>
                </a:path>
              </a:pathLst>
            </a:custGeom>
            <a:ln w="46474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/>
          <p:cNvSpPr/>
          <p:nvPr/>
        </p:nvSpPr>
        <p:spPr>
          <a:xfrm>
            <a:off x="6655681" y="1284090"/>
            <a:ext cx="10160" cy="265430"/>
          </a:xfrm>
          <a:custGeom>
            <a:avLst/>
            <a:gdLst/>
            <a:ahLst/>
            <a:cxnLst/>
            <a:rect l="l" t="t" r="r" b="b"/>
            <a:pathLst>
              <a:path w="10159" h="265430">
                <a:moveTo>
                  <a:pt x="9554" y="10616"/>
                </a:moveTo>
                <a:lnTo>
                  <a:pt x="7431" y="5308"/>
                </a:lnTo>
                <a:lnTo>
                  <a:pt x="5308" y="0"/>
                </a:lnTo>
                <a:lnTo>
                  <a:pt x="4246" y="530"/>
                </a:lnTo>
                <a:lnTo>
                  <a:pt x="3624" y="2181"/>
                </a:lnTo>
                <a:lnTo>
                  <a:pt x="3251" y="6967"/>
                </a:lnTo>
                <a:lnTo>
                  <a:pt x="2977" y="15833"/>
                </a:lnTo>
                <a:lnTo>
                  <a:pt x="2653" y="29726"/>
                </a:lnTo>
                <a:lnTo>
                  <a:pt x="2172" y="49217"/>
                </a:lnTo>
                <a:lnTo>
                  <a:pt x="1011" y="100940"/>
                </a:lnTo>
                <a:lnTo>
                  <a:pt x="223" y="160898"/>
                </a:lnTo>
                <a:lnTo>
                  <a:pt x="8" y="215756"/>
                </a:lnTo>
                <a:lnTo>
                  <a:pt x="0" y="236218"/>
                </a:lnTo>
                <a:lnTo>
                  <a:pt x="0" y="249961"/>
                </a:lnTo>
                <a:lnTo>
                  <a:pt x="0" y="258181"/>
                </a:lnTo>
                <a:lnTo>
                  <a:pt x="0" y="262718"/>
                </a:lnTo>
                <a:lnTo>
                  <a:pt x="0" y="265413"/>
                </a:lnTo>
              </a:path>
            </a:pathLst>
          </a:custGeom>
          <a:ln w="3705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6757599" y="1279694"/>
            <a:ext cx="161925" cy="288925"/>
          </a:xfrm>
          <a:custGeom>
            <a:avLst/>
            <a:gdLst/>
            <a:ahLst/>
            <a:cxnLst/>
            <a:rect l="l" t="t" r="r" b="b"/>
            <a:pathLst>
              <a:path w="161925" h="288925">
                <a:moveTo>
                  <a:pt x="156062" y="59602"/>
                </a:moveTo>
                <a:lnTo>
                  <a:pt x="157564" y="50876"/>
                </a:lnTo>
                <a:lnTo>
                  <a:pt x="158518" y="42350"/>
                </a:lnTo>
                <a:lnTo>
                  <a:pt x="158377" y="34221"/>
                </a:lnTo>
                <a:lnTo>
                  <a:pt x="130052" y="4926"/>
                </a:lnTo>
                <a:lnTo>
                  <a:pt x="95938" y="0"/>
                </a:lnTo>
                <a:lnTo>
                  <a:pt x="83870" y="1741"/>
                </a:lnTo>
                <a:lnTo>
                  <a:pt x="42465" y="29344"/>
                </a:lnTo>
                <a:lnTo>
                  <a:pt x="25297" y="64951"/>
                </a:lnTo>
                <a:lnTo>
                  <a:pt x="19972" y="90721"/>
                </a:lnTo>
                <a:lnTo>
                  <a:pt x="20727" y="96353"/>
                </a:lnTo>
                <a:lnTo>
                  <a:pt x="48836" y="123301"/>
                </a:lnTo>
                <a:lnTo>
                  <a:pt x="89444" y="140022"/>
                </a:lnTo>
                <a:lnTo>
                  <a:pt x="102980" y="145596"/>
                </a:lnTo>
                <a:lnTo>
                  <a:pt x="140669" y="173199"/>
                </a:lnTo>
                <a:lnTo>
                  <a:pt x="159248" y="218319"/>
                </a:lnTo>
                <a:lnTo>
                  <a:pt x="161504" y="237296"/>
                </a:lnTo>
                <a:lnTo>
                  <a:pt x="160591" y="245192"/>
                </a:lnTo>
                <a:lnTo>
                  <a:pt x="130583" y="275117"/>
                </a:lnTo>
                <a:lnTo>
                  <a:pt x="91094" y="286539"/>
                </a:lnTo>
                <a:lnTo>
                  <a:pt x="66502" y="288844"/>
                </a:lnTo>
                <a:lnTo>
                  <a:pt x="56267" y="287658"/>
                </a:lnTo>
                <a:lnTo>
                  <a:pt x="19043" y="262643"/>
                </a:lnTo>
                <a:lnTo>
                  <a:pt x="9546" y="252192"/>
                </a:lnTo>
                <a:lnTo>
                  <a:pt x="0" y="241145"/>
                </a:lnTo>
              </a:path>
            </a:pathLst>
          </a:custGeom>
          <a:ln w="3705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6" name="object 6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988033" y="1311215"/>
            <a:ext cx="189929" cy="253147"/>
          </a:xfrm>
          <a:prstGeom prst="rect">
            <a:avLst/>
          </a:prstGeom>
        </p:spPr>
      </p:pic>
      <p:grpSp>
        <p:nvGrpSpPr>
          <p:cNvPr id="67" name="object 67"/>
          <p:cNvGrpSpPr/>
          <p:nvPr/>
        </p:nvGrpSpPr>
        <p:grpSpPr>
          <a:xfrm>
            <a:off x="7388276" y="1281091"/>
            <a:ext cx="473075" cy="309245"/>
            <a:chOff x="7388276" y="1281091"/>
            <a:chExt cx="473075" cy="309245"/>
          </a:xfrm>
        </p:grpSpPr>
        <p:sp>
          <p:nvSpPr>
            <p:cNvPr id="68" name="object 68"/>
            <p:cNvSpPr/>
            <p:nvPr/>
          </p:nvSpPr>
          <p:spPr>
            <a:xfrm>
              <a:off x="7406801" y="1299617"/>
              <a:ext cx="223520" cy="272415"/>
            </a:xfrm>
            <a:custGeom>
              <a:avLst/>
              <a:gdLst/>
              <a:ahLst/>
              <a:cxnLst/>
              <a:rect l="l" t="t" r="r" b="b"/>
              <a:pathLst>
                <a:path w="223520" h="272415">
                  <a:moveTo>
                    <a:pt x="51490" y="39679"/>
                  </a:moveTo>
                  <a:lnTo>
                    <a:pt x="46182" y="39679"/>
                  </a:lnTo>
                  <a:lnTo>
                    <a:pt x="40874" y="39679"/>
                  </a:lnTo>
                  <a:lnTo>
                    <a:pt x="36096" y="38086"/>
                  </a:lnTo>
                  <a:lnTo>
                    <a:pt x="60000" y="646"/>
                  </a:lnTo>
                  <a:lnTo>
                    <a:pt x="73254" y="0"/>
                  </a:lnTo>
                  <a:lnTo>
                    <a:pt x="88101" y="1940"/>
                  </a:lnTo>
                  <a:lnTo>
                    <a:pt x="136621" y="25214"/>
                  </a:lnTo>
                  <a:lnTo>
                    <a:pt x="164025" y="52419"/>
                  </a:lnTo>
                  <a:lnTo>
                    <a:pt x="183583" y="102059"/>
                  </a:lnTo>
                  <a:lnTo>
                    <a:pt x="184197" y="119834"/>
                  </a:lnTo>
                  <a:lnTo>
                    <a:pt x="181999" y="137807"/>
                  </a:lnTo>
                  <a:lnTo>
                    <a:pt x="158186" y="190434"/>
                  </a:lnTo>
                  <a:lnTo>
                    <a:pt x="128924" y="221686"/>
                  </a:lnTo>
                  <a:lnTo>
                    <a:pt x="96080" y="246171"/>
                  </a:lnTo>
                  <a:lnTo>
                    <a:pt x="54799" y="265952"/>
                  </a:lnTo>
                  <a:lnTo>
                    <a:pt x="32380" y="272181"/>
                  </a:lnTo>
                  <a:lnTo>
                    <a:pt x="26010" y="272181"/>
                  </a:lnTo>
                  <a:lnTo>
                    <a:pt x="82" y="235164"/>
                  </a:lnTo>
                  <a:lnTo>
                    <a:pt x="0" y="224938"/>
                  </a:lnTo>
                  <a:lnTo>
                    <a:pt x="920" y="213807"/>
                  </a:lnTo>
                  <a:lnTo>
                    <a:pt x="17451" y="173132"/>
                  </a:lnTo>
                  <a:lnTo>
                    <a:pt x="59718" y="155864"/>
                  </a:lnTo>
                  <a:lnTo>
                    <a:pt x="100857" y="180614"/>
                  </a:lnTo>
                  <a:lnTo>
                    <a:pt x="132599" y="213881"/>
                  </a:lnTo>
                  <a:lnTo>
                    <a:pt x="141930" y="223544"/>
                  </a:lnTo>
                  <a:lnTo>
                    <a:pt x="175637" y="247033"/>
                  </a:lnTo>
                  <a:lnTo>
                    <a:pt x="183658" y="248369"/>
                  </a:lnTo>
                  <a:lnTo>
                    <a:pt x="191628" y="247763"/>
                  </a:lnTo>
                  <a:lnTo>
                    <a:pt x="199591" y="245258"/>
                  </a:lnTo>
                  <a:lnTo>
                    <a:pt x="207553" y="241261"/>
                  </a:lnTo>
                  <a:lnTo>
                    <a:pt x="215516" y="236267"/>
                  </a:lnTo>
                  <a:lnTo>
                    <a:pt x="223478" y="230777"/>
                  </a:lnTo>
                </a:path>
              </a:pathLst>
            </a:custGeom>
            <a:ln w="370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7670623" y="1320187"/>
              <a:ext cx="172085" cy="226695"/>
            </a:xfrm>
            <a:custGeom>
              <a:avLst/>
              <a:gdLst/>
              <a:ahLst/>
              <a:cxnLst/>
              <a:rect l="l" t="t" r="r" b="b"/>
              <a:pathLst>
                <a:path w="172084" h="226694">
                  <a:moveTo>
                    <a:pt x="10616" y="9554"/>
                  </a:moveTo>
                  <a:lnTo>
                    <a:pt x="5308" y="6369"/>
                  </a:lnTo>
                  <a:lnTo>
                    <a:pt x="0" y="3184"/>
                  </a:lnTo>
                  <a:lnTo>
                    <a:pt x="0" y="1592"/>
                  </a:lnTo>
                  <a:lnTo>
                    <a:pt x="1227" y="671"/>
                  </a:lnTo>
                  <a:lnTo>
                    <a:pt x="5839" y="199"/>
                  </a:lnTo>
                  <a:lnTo>
                    <a:pt x="15228" y="24"/>
                  </a:lnTo>
                  <a:lnTo>
                    <a:pt x="30788" y="0"/>
                  </a:lnTo>
                  <a:lnTo>
                    <a:pt x="53082" y="0"/>
                  </a:lnTo>
                  <a:lnTo>
                    <a:pt x="79358" y="0"/>
                  </a:lnTo>
                  <a:lnTo>
                    <a:pt x="106032" y="0"/>
                  </a:lnTo>
                  <a:lnTo>
                    <a:pt x="129521" y="0"/>
                  </a:lnTo>
                  <a:lnTo>
                    <a:pt x="147014" y="24"/>
                  </a:lnTo>
                  <a:lnTo>
                    <a:pt x="158783" y="199"/>
                  </a:lnTo>
                  <a:lnTo>
                    <a:pt x="165875" y="671"/>
                  </a:lnTo>
                  <a:lnTo>
                    <a:pt x="169334" y="1592"/>
                  </a:lnTo>
                  <a:lnTo>
                    <a:pt x="171988" y="3184"/>
                  </a:lnTo>
                  <a:lnTo>
                    <a:pt x="167741" y="6369"/>
                  </a:lnTo>
                  <a:lnTo>
                    <a:pt x="160840" y="20171"/>
                  </a:lnTo>
                  <a:lnTo>
                    <a:pt x="142178" y="66676"/>
                  </a:lnTo>
                  <a:lnTo>
                    <a:pt x="128742" y="110088"/>
                  </a:lnTo>
                  <a:lnTo>
                    <a:pt x="117296" y="153500"/>
                  </a:lnTo>
                  <a:lnTo>
                    <a:pt x="108023" y="192756"/>
                  </a:lnTo>
                  <a:lnTo>
                    <a:pt x="106347" y="199516"/>
                  </a:lnTo>
                  <a:lnTo>
                    <a:pt x="104573" y="205430"/>
                  </a:lnTo>
                  <a:lnTo>
                    <a:pt x="101918" y="213392"/>
                  </a:lnTo>
                  <a:lnTo>
                    <a:pt x="97672" y="222947"/>
                  </a:lnTo>
                  <a:lnTo>
                    <a:pt x="95549" y="224540"/>
                  </a:lnTo>
                  <a:lnTo>
                    <a:pt x="93425" y="226132"/>
                  </a:lnTo>
                  <a:lnTo>
                    <a:pt x="93425" y="219762"/>
                  </a:lnTo>
                  <a:lnTo>
                    <a:pt x="95549" y="213923"/>
                  </a:lnTo>
                  <a:lnTo>
                    <a:pt x="97672" y="208084"/>
                  </a:lnTo>
                  <a:lnTo>
                    <a:pt x="101918" y="202776"/>
                  </a:lnTo>
                  <a:lnTo>
                    <a:pt x="106165" y="197467"/>
                  </a:lnTo>
                </a:path>
              </a:pathLst>
            </a:custGeom>
            <a:ln w="370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0" name="object 70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7917495" y="1308031"/>
            <a:ext cx="177073" cy="235580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151939" y="1310154"/>
            <a:ext cx="181626" cy="234518"/>
          </a:xfrm>
          <a:prstGeom prst="rect">
            <a:avLst/>
          </a:prstGeom>
        </p:spPr>
      </p:pic>
      <p:grpSp>
        <p:nvGrpSpPr>
          <p:cNvPr id="72" name="object 72"/>
          <p:cNvGrpSpPr/>
          <p:nvPr/>
        </p:nvGrpSpPr>
        <p:grpSpPr>
          <a:xfrm>
            <a:off x="8346420" y="1281489"/>
            <a:ext cx="283845" cy="276860"/>
            <a:chOff x="8346420" y="1281489"/>
            <a:chExt cx="283845" cy="276860"/>
          </a:xfrm>
        </p:grpSpPr>
        <p:sp>
          <p:nvSpPr>
            <p:cNvPr id="73" name="object 73"/>
            <p:cNvSpPr/>
            <p:nvPr/>
          </p:nvSpPr>
          <p:spPr>
            <a:xfrm>
              <a:off x="8423337" y="1300015"/>
              <a:ext cx="76835" cy="228600"/>
            </a:xfrm>
            <a:custGeom>
              <a:avLst/>
              <a:gdLst/>
              <a:ahLst/>
              <a:cxnLst/>
              <a:rect l="l" t="t" r="r" b="b"/>
              <a:pathLst>
                <a:path w="76834" h="228600">
                  <a:moveTo>
                    <a:pt x="0" y="71130"/>
                  </a:moveTo>
                  <a:lnTo>
                    <a:pt x="39861" y="41645"/>
                  </a:lnTo>
                  <a:lnTo>
                    <a:pt x="69538" y="11147"/>
                  </a:lnTo>
                  <a:lnTo>
                    <a:pt x="76439" y="0"/>
                  </a:lnTo>
                  <a:lnTo>
                    <a:pt x="76439" y="3184"/>
                  </a:lnTo>
                  <a:lnTo>
                    <a:pt x="75891" y="7182"/>
                  </a:lnTo>
                  <a:lnTo>
                    <a:pt x="74448" y="14465"/>
                  </a:lnTo>
                  <a:lnTo>
                    <a:pt x="72408" y="25131"/>
                  </a:lnTo>
                  <a:lnTo>
                    <a:pt x="65490" y="76970"/>
                  </a:lnTo>
                  <a:lnTo>
                    <a:pt x="62106" y="121028"/>
                  </a:lnTo>
                  <a:lnTo>
                    <a:pt x="60845" y="163693"/>
                  </a:lnTo>
                  <a:lnTo>
                    <a:pt x="60986" y="182314"/>
                  </a:lnTo>
                  <a:lnTo>
                    <a:pt x="65308" y="224125"/>
                  </a:lnTo>
                  <a:lnTo>
                    <a:pt x="69007" y="228255"/>
                  </a:lnTo>
                  <a:lnTo>
                    <a:pt x="71131" y="222947"/>
                  </a:lnTo>
                  <a:lnTo>
                    <a:pt x="73254" y="217639"/>
                  </a:lnTo>
                </a:path>
              </a:pathLst>
            </a:custGeom>
            <a:ln w="370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8364946" y="1536764"/>
              <a:ext cx="246379" cy="3175"/>
            </a:xfrm>
            <a:custGeom>
              <a:avLst/>
              <a:gdLst/>
              <a:ahLst/>
              <a:cxnLst/>
              <a:rect l="l" t="t" r="r" b="b"/>
              <a:pathLst>
                <a:path w="246379" h="3175">
                  <a:moveTo>
                    <a:pt x="10616" y="0"/>
                  </a:moveTo>
                  <a:lnTo>
                    <a:pt x="5308" y="0"/>
                  </a:lnTo>
                  <a:lnTo>
                    <a:pt x="0" y="0"/>
                  </a:lnTo>
                  <a:lnTo>
                    <a:pt x="5308" y="0"/>
                  </a:lnTo>
                  <a:lnTo>
                    <a:pt x="22294" y="530"/>
                  </a:lnTo>
                  <a:lnTo>
                    <a:pt x="77757" y="2173"/>
                  </a:lnTo>
                  <a:lnTo>
                    <a:pt x="129090" y="2952"/>
                  </a:lnTo>
                  <a:lnTo>
                    <a:pt x="155930" y="3052"/>
                  </a:lnTo>
                  <a:lnTo>
                    <a:pt x="180978" y="2952"/>
                  </a:lnTo>
                  <a:lnTo>
                    <a:pt x="202245" y="2654"/>
                  </a:lnTo>
                  <a:lnTo>
                    <a:pt x="218310" y="2164"/>
                  </a:lnTo>
                  <a:lnTo>
                    <a:pt x="230047" y="1526"/>
                  </a:lnTo>
                  <a:lnTo>
                    <a:pt x="238897" y="787"/>
                  </a:lnTo>
                  <a:lnTo>
                    <a:pt x="246303" y="0"/>
                  </a:lnTo>
                </a:path>
              </a:pathLst>
            </a:custGeom>
            <a:ln w="370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5" name="object 75"/>
          <p:cNvSpPr/>
          <p:nvPr/>
        </p:nvSpPr>
        <p:spPr>
          <a:xfrm>
            <a:off x="6518727" y="1778822"/>
            <a:ext cx="411480" cy="585470"/>
          </a:xfrm>
          <a:custGeom>
            <a:avLst/>
            <a:gdLst/>
            <a:ahLst/>
            <a:cxnLst/>
            <a:rect l="l" t="t" r="r" b="b"/>
            <a:pathLst>
              <a:path w="411479" h="585469">
                <a:moveTo>
                  <a:pt x="12740" y="0"/>
                </a:moveTo>
                <a:lnTo>
                  <a:pt x="15726" y="45186"/>
                </a:lnTo>
                <a:lnTo>
                  <a:pt x="17517" y="93956"/>
                </a:lnTo>
                <a:lnTo>
                  <a:pt x="17642" y="120647"/>
                </a:lnTo>
                <a:lnTo>
                  <a:pt x="17318" y="148631"/>
                </a:lnTo>
                <a:lnTo>
                  <a:pt x="15925" y="206491"/>
                </a:lnTo>
                <a:lnTo>
                  <a:pt x="14266" y="263622"/>
                </a:lnTo>
                <a:lnTo>
                  <a:pt x="12209" y="316373"/>
                </a:lnTo>
                <a:lnTo>
                  <a:pt x="9555" y="362555"/>
                </a:lnTo>
                <a:lnTo>
                  <a:pt x="8178" y="384153"/>
                </a:lnTo>
                <a:lnTo>
                  <a:pt x="6900" y="405552"/>
                </a:lnTo>
                <a:lnTo>
                  <a:pt x="5797" y="427199"/>
                </a:lnTo>
                <a:lnTo>
                  <a:pt x="4844" y="448947"/>
                </a:lnTo>
                <a:lnTo>
                  <a:pt x="3989" y="470495"/>
                </a:lnTo>
                <a:lnTo>
                  <a:pt x="3185" y="491546"/>
                </a:lnTo>
                <a:lnTo>
                  <a:pt x="2397" y="511726"/>
                </a:lnTo>
                <a:lnTo>
                  <a:pt x="1659" y="530363"/>
                </a:lnTo>
                <a:lnTo>
                  <a:pt x="1020" y="546710"/>
                </a:lnTo>
                <a:lnTo>
                  <a:pt x="530" y="560022"/>
                </a:lnTo>
                <a:lnTo>
                  <a:pt x="0" y="575416"/>
                </a:lnTo>
                <a:lnTo>
                  <a:pt x="0" y="580725"/>
                </a:lnTo>
                <a:lnTo>
                  <a:pt x="2654" y="583379"/>
                </a:lnTo>
                <a:lnTo>
                  <a:pt x="5308" y="584880"/>
                </a:lnTo>
                <a:lnTo>
                  <a:pt x="9953" y="585436"/>
                </a:lnTo>
                <a:lnTo>
                  <a:pt x="17583" y="585096"/>
                </a:lnTo>
                <a:lnTo>
                  <a:pt x="29195" y="583910"/>
                </a:lnTo>
                <a:lnTo>
                  <a:pt x="45369" y="581969"/>
                </a:lnTo>
                <a:lnTo>
                  <a:pt x="65026" y="579531"/>
                </a:lnTo>
                <a:lnTo>
                  <a:pt x="86674" y="576893"/>
                </a:lnTo>
                <a:lnTo>
                  <a:pt x="108820" y="574355"/>
                </a:lnTo>
                <a:lnTo>
                  <a:pt x="130268" y="572140"/>
                </a:lnTo>
                <a:lnTo>
                  <a:pt x="151020" y="570175"/>
                </a:lnTo>
                <a:lnTo>
                  <a:pt x="171374" y="568308"/>
                </a:lnTo>
                <a:lnTo>
                  <a:pt x="191629" y="566393"/>
                </a:lnTo>
                <a:lnTo>
                  <a:pt x="233166" y="562212"/>
                </a:lnTo>
                <a:lnTo>
                  <a:pt x="278684" y="558430"/>
                </a:lnTo>
                <a:lnTo>
                  <a:pt x="328449" y="555909"/>
                </a:lnTo>
                <a:lnTo>
                  <a:pt x="351540" y="554996"/>
                </a:lnTo>
                <a:lnTo>
                  <a:pt x="371048" y="554183"/>
                </a:lnTo>
                <a:lnTo>
                  <a:pt x="385704" y="553387"/>
                </a:lnTo>
                <a:lnTo>
                  <a:pt x="396329" y="552591"/>
                </a:lnTo>
                <a:lnTo>
                  <a:pt x="404266" y="551795"/>
                </a:lnTo>
                <a:lnTo>
                  <a:pt x="410860" y="550999"/>
                </a:lnTo>
              </a:path>
            </a:pathLst>
          </a:custGeom>
          <a:ln w="3705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76" name="object 76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085050" y="2066583"/>
            <a:ext cx="2293059" cy="1814436"/>
          </a:xfrm>
          <a:prstGeom prst="rect">
            <a:avLst/>
          </a:prstGeom>
        </p:spPr>
      </p:pic>
      <p:grpSp>
        <p:nvGrpSpPr>
          <p:cNvPr id="77" name="object 77"/>
          <p:cNvGrpSpPr/>
          <p:nvPr/>
        </p:nvGrpSpPr>
        <p:grpSpPr>
          <a:xfrm>
            <a:off x="6463044" y="2301740"/>
            <a:ext cx="497840" cy="3273425"/>
            <a:chOff x="6463044" y="2301740"/>
            <a:chExt cx="497840" cy="3273425"/>
          </a:xfrm>
        </p:grpSpPr>
        <p:sp>
          <p:nvSpPr>
            <p:cNvPr id="78" name="object 78"/>
            <p:cNvSpPr/>
            <p:nvPr/>
          </p:nvSpPr>
          <p:spPr>
            <a:xfrm>
              <a:off x="6493248" y="2320265"/>
              <a:ext cx="424180" cy="1403350"/>
            </a:xfrm>
            <a:custGeom>
              <a:avLst/>
              <a:gdLst/>
              <a:ahLst/>
              <a:cxnLst/>
              <a:rect l="l" t="t" r="r" b="b"/>
              <a:pathLst>
                <a:path w="424179" h="1403350">
                  <a:moveTo>
                    <a:pt x="22294" y="6369"/>
                  </a:moveTo>
                  <a:lnTo>
                    <a:pt x="26541" y="3184"/>
                  </a:lnTo>
                  <a:lnTo>
                    <a:pt x="30788" y="0"/>
                  </a:lnTo>
                  <a:lnTo>
                    <a:pt x="33442" y="1061"/>
                  </a:lnTo>
                  <a:lnTo>
                    <a:pt x="36096" y="2123"/>
                  </a:lnTo>
                  <a:lnTo>
                    <a:pt x="37158" y="7431"/>
                  </a:lnTo>
                  <a:lnTo>
                    <a:pt x="36096" y="22294"/>
                  </a:lnTo>
                  <a:lnTo>
                    <a:pt x="34976" y="35117"/>
                  </a:lnTo>
                  <a:lnTo>
                    <a:pt x="33508" y="50826"/>
                  </a:lnTo>
                  <a:lnTo>
                    <a:pt x="32140" y="68725"/>
                  </a:lnTo>
                  <a:lnTo>
                    <a:pt x="31319" y="88117"/>
                  </a:lnTo>
                  <a:lnTo>
                    <a:pt x="31377" y="108346"/>
                  </a:lnTo>
                  <a:lnTo>
                    <a:pt x="32181" y="128924"/>
                  </a:lnTo>
                  <a:lnTo>
                    <a:pt x="33483" y="149403"/>
                  </a:lnTo>
                  <a:lnTo>
                    <a:pt x="35034" y="169334"/>
                  </a:lnTo>
                  <a:lnTo>
                    <a:pt x="36610" y="188543"/>
                  </a:lnTo>
                  <a:lnTo>
                    <a:pt x="38086" y="207951"/>
                  </a:lnTo>
                  <a:lnTo>
                    <a:pt x="40342" y="252143"/>
                  </a:lnTo>
                  <a:lnTo>
                    <a:pt x="41404" y="308079"/>
                  </a:lnTo>
                  <a:lnTo>
                    <a:pt x="41835" y="338361"/>
                  </a:lnTo>
                  <a:lnTo>
                    <a:pt x="42466" y="368394"/>
                  </a:lnTo>
                  <a:lnTo>
                    <a:pt x="43428" y="397200"/>
                  </a:lnTo>
                  <a:lnTo>
                    <a:pt x="44589" y="425259"/>
                  </a:lnTo>
                  <a:lnTo>
                    <a:pt x="45750" y="453418"/>
                  </a:lnTo>
                  <a:lnTo>
                    <a:pt x="46713" y="482522"/>
                  </a:lnTo>
                  <a:lnTo>
                    <a:pt x="47318" y="513127"/>
                  </a:lnTo>
                  <a:lnTo>
                    <a:pt x="47575" y="544629"/>
                  </a:lnTo>
                  <a:lnTo>
                    <a:pt x="47534" y="576130"/>
                  </a:lnTo>
                  <a:lnTo>
                    <a:pt x="46746" y="635723"/>
                  </a:lnTo>
                  <a:lnTo>
                    <a:pt x="45153" y="688922"/>
                  </a:lnTo>
                  <a:lnTo>
                    <a:pt x="42773" y="736796"/>
                  </a:lnTo>
                  <a:lnTo>
                    <a:pt x="39804" y="781734"/>
                  </a:lnTo>
                  <a:lnTo>
                    <a:pt x="38219" y="804203"/>
                  </a:lnTo>
                  <a:lnTo>
                    <a:pt x="36619" y="827162"/>
                  </a:lnTo>
                  <a:lnTo>
                    <a:pt x="33218" y="874073"/>
                  </a:lnTo>
                  <a:lnTo>
                    <a:pt x="29245" y="921019"/>
                  </a:lnTo>
                  <a:lnTo>
                    <a:pt x="24899" y="967201"/>
                  </a:lnTo>
                  <a:lnTo>
                    <a:pt x="22825" y="989993"/>
                  </a:lnTo>
                  <a:lnTo>
                    <a:pt x="19242" y="1034582"/>
                  </a:lnTo>
                  <a:lnTo>
                    <a:pt x="16455" y="1075987"/>
                  </a:lnTo>
                  <a:lnTo>
                    <a:pt x="14332" y="1112747"/>
                  </a:lnTo>
                  <a:lnTo>
                    <a:pt x="13320" y="1130032"/>
                  </a:lnTo>
                  <a:lnTo>
                    <a:pt x="9488" y="1181688"/>
                  </a:lnTo>
                  <a:lnTo>
                    <a:pt x="6370" y="1216656"/>
                  </a:lnTo>
                  <a:lnTo>
                    <a:pt x="4794" y="1234240"/>
                  </a:lnTo>
                  <a:lnTo>
                    <a:pt x="1061" y="1290972"/>
                  </a:lnTo>
                  <a:lnTo>
                    <a:pt x="132" y="1333438"/>
                  </a:lnTo>
                  <a:lnTo>
                    <a:pt x="0" y="1369535"/>
                  </a:lnTo>
                  <a:lnTo>
                    <a:pt x="49" y="1381636"/>
                  </a:lnTo>
                  <a:lnTo>
                    <a:pt x="19085" y="1403060"/>
                  </a:lnTo>
                  <a:lnTo>
                    <a:pt x="30257" y="1402977"/>
                  </a:lnTo>
                  <a:lnTo>
                    <a:pt x="45352" y="1402313"/>
                  </a:lnTo>
                  <a:lnTo>
                    <a:pt x="63832" y="1401252"/>
                  </a:lnTo>
                  <a:lnTo>
                    <a:pt x="84899" y="1399991"/>
                  </a:lnTo>
                  <a:lnTo>
                    <a:pt x="107758" y="1398730"/>
                  </a:lnTo>
                  <a:lnTo>
                    <a:pt x="131703" y="1397627"/>
                  </a:lnTo>
                  <a:lnTo>
                    <a:pt x="156395" y="1396673"/>
                  </a:lnTo>
                  <a:lnTo>
                    <a:pt x="181584" y="1395819"/>
                  </a:lnTo>
                  <a:lnTo>
                    <a:pt x="207023" y="1395014"/>
                  </a:lnTo>
                  <a:lnTo>
                    <a:pt x="232419" y="1394210"/>
                  </a:lnTo>
                  <a:lnTo>
                    <a:pt x="281222" y="1392402"/>
                  </a:lnTo>
                  <a:lnTo>
                    <a:pt x="324153" y="1390030"/>
                  </a:lnTo>
                  <a:lnTo>
                    <a:pt x="359619" y="1387491"/>
                  </a:lnTo>
                  <a:lnTo>
                    <a:pt x="374764" y="1386521"/>
                  </a:lnTo>
                  <a:lnTo>
                    <a:pt x="388366" y="1385907"/>
                  </a:lnTo>
                  <a:lnTo>
                    <a:pt x="400775" y="1385592"/>
                  </a:lnTo>
                  <a:lnTo>
                    <a:pt x="412387" y="1385476"/>
                  </a:lnTo>
                  <a:lnTo>
                    <a:pt x="423600" y="1385459"/>
                  </a:lnTo>
                </a:path>
              </a:pathLst>
            </a:custGeom>
            <a:ln w="370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6493380" y="3699356"/>
              <a:ext cx="448945" cy="910590"/>
            </a:xfrm>
            <a:custGeom>
              <a:avLst/>
              <a:gdLst/>
              <a:ahLst/>
              <a:cxnLst/>
              <a:rect l="l" t="t" r="r" b="b"/>
              <a:pathLst>
                <a:path w="448945" h="910589">
                  <a:moveTo>
                    <a:pt x="3052" y="0"/>
                  </a:moveTo>
                  <a:lnTo>
                    <a:pt x="3832" y="20768"/>
                  </a:lnTo>
                  <a:lnTo>
                    <a:pt x="4512" y="41935"/>
                  </a:lnTo>
                  <a:lnTo>
                    <a:pt x="4993" y="63898"/>
                  </a:lnTo>
                  <a:lnTo>
                    <a:pt x="5175" y="87055"/>
                  </a:lnTo>
                  <a:lnTo>
                    <a:pt x="4993" y="111681"/>
                  </a:lnTo>
                  <a:lnTo>
                    <a:pt x="4512" y="137550"/>
                  </a:lnTo>
                  <a:lnTo>
                    <a:pt x="3832" y="164315"/>
                  </a:lnTo>
                  <a:lnTo>
                    <a:pt x="3052" y="191628"/>
                  </a:lnTo>
                  <a:lnTo>
                    <a:pt x="2264" y="219231"/>
                  </a:lnTo>
                  <a:lnTo>
                    <a:pt x="1526" y="247232"/>
                  </a:lnTo>
                  <a:lnTo>
                    <a:pt x="887" y="275831"/>
                  </a:lnTo>
                  <a:lnTo>
                    <a:pt x="398" y="305225"/>
                  </a:lnTo>
                  <a:lnTo>
                    <a:pt x="99" y="335466"/>
                  </a:lnTo>
                  <a:lnTo>
                    <a:pt x="0" y="366005"/>
                  </a:lnTo>
                  <a:lnTo>
                    <a:pt x="99" y="396146"/>
                  </a:lnTo>
                  <a:lnTo>
                    <a:pt x="887" y="452629"/>
                  </a:lnTo>
                  <a:lnTo>
                    <a:pt x="2264" y="503721"/>
                  </a:lnTo>
                  <a:lnTo>
                    <a:pt x="3840" y="552450"/>
                  </a:lnTo>
                  <a:lnTo>
                    <a:pt x="4578" y="577075"/>
                  </a:lnTo>
                  <a:lnTo>
                    <a:pt x="5217" y="602597"/>
                  </a:lnTo>
                  <a:lnTo>
                    <a:pt x="5706" y="629561"/>
                  </a:lnTo>
                  <a:lnTo>
                    <a:pt x="6005" y="658259"/>
                  </a:lnTo>
                  <a:lnTo>
                    <a:pt x="6104" y="687952"/>
                  </a:lnTo>
                  <a:lnTo>
                    <a:pt x="6005" y="717645"/>
                  </a:lnTo>
                  <a:lnTo>
                    <a:pt x="5706" y="746343"/>
                  </a:lnTo>
                  <a:lnTo>
                    <a:pt x="5225" y="773175"/>
                  </a:lnTo>
                  <a:lnTo>
                    <a:pt x="4645" y="797767"/>
                  </a:lnTo>
                  <a:lnTo>
                    <a:pt x="4064" y="819871"/>
                  </a:lnTo>
                  <a:lnTo>
                    <a:pt x="3583" y="839238"/>
                  </a:lnTo>
                  <a:lnTo>
                    <a:pt x="3276" y="855702"/>
                  </a:lnTo>
                  <a:lnTo>
                    <a:pt x="3118" y="869429"/>
                  </a:lnTo>
                  <a:lnTo>
                    <a:pt x="3060" y="880667"/>
                  </a:lnTo>
                  <a:lnTo>
                    <a:pt x="3052" y="889667"/>
                  </a:lnTo>
                  <a:lnTo>
                    <a:pt x="3052" y="900283"/>
                  </a:lnTo>
                  <a:lnTo>
                    <a:pt x="3052" y="905591"/>
                  </a:lnTo>
                  <a:lnTo>
                    <a:pt x="5706" y="908245"/>
                  </a:lnTo>
                  <a:lnTo>
                    <a:pt x="8344" y="909763"/>
                  </a:lnTo>
                  <a:lnTo>
                    <a:pt x="12872" y="910435"/>
                  </a:lnTo>
                  <a:lnTo>
                    <a:pt x="20188" y="910410"/>
                  </a:lnTo>
                  <a:lnTo>
                    <a:pt x="31186" y="909838"/>
                  </a:lnTo>
                  <a:lnTo>
                    <a:pt x="46522" y="908876"/>
                  </a:lnTo>
                  <a:lnTo>
                    <a:pt x="65889" y="907715"/>
                  </a:lnTo>
                  <a:lnTo>
                    <a:pt x="114526" y="905591"/>
                  </a:lnTo>
                  <a:lnTo>
                    <a:pt x="172850" y="904662"/>
                  </a:lnTo>
                  <a:lnTo>
                    <a:pt x="237147" y="904529"/>
                  </a:lnTo>
                  <a:lnTo>
                    <a:pt x="270307" y="904538"/>
                  </a:lnTo>
                  <a:lnTo>
                    <a:pt x="334040" y="904753"/>
                  </a:lnTo>
                  <a:lnTo>
                    <a:pt x="387363" y="905550"/>
                  </a:lnTo>
                  <a:lnTo>
                    <a:pt x="429680" y="906927"/>
                  </a:lnTo>
                  <a:lnTo>
                    <a:pt x="448947" y="907714"/>
                  </a:lnTo>
                </a:path>
              </a:pathLst>
            </a:custGeom>
            <a:ln w="370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6481569" y="4581592"/>
              <a:ext cx="419734" cy="974725"/>
            </a:xfrm>
            <a:custGeom>
              <a:avLst/>
              <a:gdLst/>
              <a:ahLst/>
              <a:cxnLst/>
              <a:rect l="l" t="t" r="r" b="b"/>
              <a:pathLst>
                <a:path w="419734" h="974725">
                  <a:moveTo>
                    <a:pt x="27602" y="0"/>
                  </a:moveTo>
                  <a:lnTo>
                    <a:pt x="26848" y="8136"/>
                  </a:lnTo>
                  <a:lnTo>
                    <a:pt x="26342" y="17318"/>
                  </a:lnTo>
                  <a:lnTo>
                    <a:pt x="26333" y="28590"/>
                  </a:lnTo>
                  <a:lnTo>
                    <a:pt x="27072" y="42997"/>
                  </a:lnTo>
                  <a:lnTo>
                    <a:pt x="28697" y="61202"/>
                  </a:lnTo>
                  <a:lnTo>
                    <a:pt x="30920" y="82344"/>
                  </a:lnTo>
                  <a:lnTo>
                    <a:pt x="33342" y="105178"/>
                  </a:lnTo>
                  <a:lnTo>
                    <a:pt x="35565" y="128460"/>
                  </a:lnTo>
                  <a:lnTo>
                    <a:pt x="37257" y="151252"/>
                  </a:lnTo>
                  <a:lnTo>
                    <a:pt x="38352" y="173846"/>
                  </a:lnTo>
                  <a:lnTo>
                    <a:pt x="38849" y="196837"/>
                  </a:lnTo>
                  <a:lnTo>
                    <a:pt x="38750" y="220824"/>
                  </a:lnTo>
                  <a:lnTo>
                    <a:pt x="36892" y="272580"/>
                  </a:lnTo>
                  <a:lnTo>
                    <a:pt x="33442" y="325928"/>
                  </a:lnTo>
                  <a:lnTo>
                    <a:pt x="29195" y="377152"/>
                  </a:lnTo>
                  <a:lnTo>
                    <a:pt x="27022" y="402068"/>
                  </a:lnTo>
                  <a:lnTo>
                    <a:pt x="24948" y="426785"/>
                  </a:lnTo>
                  <a:lnTo>
                    <a:pt x="21299" y="476085"/>
                  </a:lnTo>
                  <a:lnTo>
                    <a:pt x="18048" y="524988"/>
                  </a:lnTo>
                  <a:lnTo>
                    <a:pt x="14929" y="573293"/>
                  </a:lnTo>
                  <a:lnTo>
                    <a:pt x="12208" y="621598"/>
                  </a:lnTo>
                  <a:lnTo>
                    <a:pt x="10151" y="670236"/>
                  </a:lnTo>
                  <a:lnTo>
                    <a:pt x="8493" y="717678"/>
                  </a:lnTo>
                  <a:lnTo>
                    <a:pt x="7697" y="740421"/>
                  </a:lnTo>
                  <a:lnTo>
                    <a:pt x="6900" y="762666"/>
                  </a:lnTo>
                  <a:lnTo>
                    <a:pt x="6104" y="784712"/>
                  </a:lnTo>
                  <a:lnTo>
                    <a:pt x="5308" y="806857"/>
                  </a:lnTo>
                  <a:lnTo>
                    <a:pt x="3782" y="851182"/>
                  </a:lnTo>
                  <a:lnTo>
                    <a:pt x="2654" y="890728"/>
                  </a:lnTo>
                  <a:lnTo>
                    <a:pt x="2123" y="920587"/>
                  </a:lnTo>
                  <a:lnTo>
                    <a:pt x="1907" y="932083"/>
                  </a:lnTo>
                  <a:lnTo>
                    <a:pt x="1592" y="941688"/>
                  </a:lnTo>
                  <a:lnTo>
                    <a:pt x="1061" y="953366"/>
                  </a:lnTo>
                  <a:lnTo>
                    <a:pt x="0" y="960797"/>
                  </a:lnTo>
                  <a:lnTo>
                    <a:pt x="2123" y="964513"/>
                  </a:lnTo>
                  <a:lnTo>
                    <a:pt x="4578" y="966661"/>
                  </a:lnTo>
                  <a:lnTo>
                    <a:pt x="9820" y="967765"/>
                  </a:lnTo>
                  <a:lnTo>
                    <a:pt x="19441" y="968171"/>
                  </a:lnTo>
                  <a:lnTo>
                    <a:pt x="35034" y="968229"/>
                  </a:lnTo>
                  <a:lnTo>
                    <a:pt x="57545" y="968229"/>
                  </a:lnTo>
                  <a:lnTo>
                    <a:pt x="85330" y="968229"/>
                  </a:lnTo>
                  <a:lnTo>
                    <a:pt x="116101" y="968229"/>
                  </a:lnTo>
                  <a:lnTo>
                    <a:pt x="147570" y="968229"/>
                  </a:lnTo>
                  <a:lnTo>
                    <a:pt x="177868" y="968221"/>
                  </a:lnTo>
                  <a:lnTo>
                    <a:pt x="206823" y="968163"/>
                  </a:lnTo>
                  <a:lnTo>
                    <a:pt x="234683" y="968005"/>
                  </a:lnTo>
                  <a:lnTo>
                    <a:pt x="261697" y="967698"/>
                  </a:lnTo>
                  <a:lnTo>
                    <a:pt x="287973" y="967242"/>
                  </a:lnTo>
                  <a:lnTo>
                    <a:pt x="313055" y="966836"/>
                  </a:lnTo>
                  <a:lnTo>
                    <a:pt x="357246" y="967168"/>
                  </a:lnTo>
                  <a:lnTo>
                    <a:pt x="405693" y="972243"/>
                  </a:lnTo>
                  <a:lnTo>
                    <a:pt x="419353" y="974599"/>
                  </a:lnTo>
                </a:path>
              </a:pathLst>
            </a:custGeom>
            <a:ln w="370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1" name="object 81"/>
          <p:cNvGrpSpPr/>
          <p:nvPr/>
        </p:nvGrpSpPr>
        <p:grpSpPr>
          <a:xfrm>
            <a:off x="7094630" y="4354981"/>
            <a:ext cx="237490" cy="422909"/>
            <a:chOff x="7094630" y="4354981"/>
            <a:chExt cx="237490" cy="422909"/>
          </a:xfrm>
        </p:grpSpPr>
        <p:sp>
          <p:nvSpPr>
            <p:cNvPr id="82" name="object 82"/>
            <p:cNvSpPr/>
            <p:nvPr/>
          </p:nvSpPr>
          <p:spPr>
            <a:xfrm>
              <a:off x="7113156" y="4373507"/>
              <a:ext cx="200660" cy="385445"/>
            </a:xfrm>
            <a:custGeom>
              <a:avLst/>
              <a:gdLst/>
              <a:ahLst/>
              <a:cxnLst/>
              <a:rect l="l" t="t" r="r" b="b"/>
              <a:pathLst>
                <a:path w="200659" h="385445">
                  <a:moveTo>
                    <a:pt x="144484" y="42466"/>
                  </a:moveTo>
                  <a:lnTo>
                    <a:pt x="146607" y="32911"/>
                  </a:lnTo>
                  <a:lnTo>
                    <a:pt x="148731" y="23356"/>
                  </a:lnTo>
                  <a:lnTo>
                    <a:pt x="148200" y="20702"/>
                  </a:lnTo>
                  <a:lnTo>
                    <a:pt x="130757" y="59303"/>
                  </a:lnTo>
                  <a:lnTo>
                    <a:pt x="115181" y="105385"/>
                  </a:lnTo>
                  <a:lnTo>
                    <a:pt x="98518" y="156876"/>
                  </a:lnTo>
                  <a:lnTo>
                    <a:pt x="90340" y="182339"/>
                  </a:lnTo>
                  <a:lnTo>
                    <a:pt x="82162" y="207404"/>
                  </a:lnTo>
                  <a:lnTo>
                    <a:pt x="65449" y="255875"/>
                  </a:lnTo>
                  <a:lnTo>
                    <a:pt x="48578" y="299900"/>
                  </a:lnTo>
                  <a:lnTo>
                    <a:pt x="32703" y="335657"/>
                  </a:lnTo>
                  <a:lnTo>
                    <a:pt x="13370" y="370517"/>
                  </a:lnTo>
                  <a:lnTo>
                    <a:pt x="2222" y="385380"/>
                  </a:lnTo>
                  <a:lnTo>
                    <a:pt x="630" y="384849"/>
                  </a:lnTo>
                  <a:lnTo>
                    <a:pt x="0" y="383423"/>
                  </a:lnTo>
                  <a:lnTo>
                    <a:pt x="763" y="379408"/>
                  </a:lnTo>
                  <a:lnTo>
                    <a:pt x="3317" y="372010"/>
                  </a:lnTo>
                  <a:lnTo>
                    <a:pt x="8061" y="360431"/>
                  </a:lnTo>
                  <a:lnTo>
                    <a:pt x="15211" y="344166"/>
                  </a:lnTo>
                  <a:lnTo>
                    <a:pt x="24251" y="323871"/>
                  </a:lnTo>
                  <a:lnTo>
                    <a:pt x="34486" y="300489"/>
                  </a:lnTo>
                  <a:lnTo>
                    <a:pt x="45219" y="274968"/>
                  </a:lnTo>
                  <a:lnTo>
                    <a:pt x="55894" y="248145"/>
                  </a:lnTo>
                  <a:lnTo>
                    <a:pt x="66519" y="220426"/>
                  </a:lnTo>
                  <a:lnTo>
                    <a:pt x="77243" y="192109"/>
                  </a:lnTo>
                  <a:lnTo>
                    <a:pt x="88216" y="163494"/>
                  </a:lnTo>
                  <a:lnTo>
                    <a:pt x="110577" y="107757"/>
                  </a:lnTo>
                  <a:lnTo>
                    <a:pt x="130152" y="61575"/>
                  </a:lnTo>
                  <a:lnTo>
                    <a:pt x="148515" y="21937"/>
                  </a:lnTo>
                  <a:lnTo>
                    <a:pt x="160409" y="0"/>
                  </a:lnTo>
                  <a:lnTo>
                    <a:pt x="162001" y="0"/>
                  </a:lnTo>
                  <a:lnTo>
                    <a:pt x="163594" y="0"/>
                  </a:lnTo>
                  <a:lnTo>
                    <a:pt x="163594" y="5308"/>
                  </a:lnTo>
                  <a:lnTo>
                    <a:pt x="164655" y="21232"/>
                  </a:lnTo>
                  <a:lnTo>
                    <a:pt x="169507" y="72963"/>
                  </a:lnTo>
                  <a:lnTo>
                    <a:pt x="176616" y="121327"/>
                  </a:lnTo>
                  <a:lnTo>
                    <a:pt x="181111" y="147968"/>
                  </a:lnTo>
                  <a:lnTo>
                    <a:pt x="185607" y="175206"/>
                  </a:lnTo>
                  <a:lnTo>
                    <a:pt x="192723" y="228272"/>
                  </a:lnTo>
                  <a:lnTo>
                    <a:pt x="196770" y="273757"/>
                  </a:lnTo>
                  <a:lnTo>
                    <a:pt x="198097" y="291424"/>
                  </a:lnTo>
                  <a:lnTo>
                    <a:pt x="199176" y="304719"/>
                  </a:lnTo>
                  <a:lnTo>
                    <a:pt x="199955" y="313785"/>
                  </a:lnTo>
                  <a:lnTo>
                    <a:pt x="200337" y="318969"/>
                  </a:lnTo>
                  <a:lnTo>
                    <a:pt x="200221" y="320619"/>
                  </a:lnTo>
                  <a:lnTo>
                    <a:pt x="199690" y="320619"/>
                  </a:lnTo>
                  <a:lnTo>
                    <a:pt x="197567" y="312126"/>
                  </a:lnTo>
                  <a:lnTo>
                    <a:pt x="195443" y="303633"/>
                  </a:lnTo>
                </a:path>
              </a:pathLst>
            </a:custGeom>
            <a:ln w="37051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7213050" y="4603636"/>
              <a:ext cx="76835" cy="10160"/>
            </a:xfrm>
            <a:custGeom>
              <a:avLst/>
              <a:gdLst/>
              <a:ahLst/>
              <a:cxnLst/>
              <a:rect l="l" t="t" r="r" b="b"/>
              <a:pathLst>
                <a:path w="76834" h="10160">
                  <a:moveTo>
                    <a:pt x="0" y="9803"/>
                  </a:moveTo>
                  <a:lnTo>
                    <a:pt x="3184" y="5557"/>
                  </a:lnTo>
                  <a:lnTo>
                    <a:pt x="6369" y="1310"/>
                  </a:lnTo>
                  <a:lnTo>
                    <a:pt x="19109" y="248"/>
                  </a:lnTo>
                  <a:lnTo>
                    <a:pt x="30306" y="0"/>
                  </a:lnTo>
                  <a:lnTo>
                    <a:pt x="44191" y="646"/>
                  </a:lnTo>
                  <a:lnTo>
                    <a:pt x="59867" y="1891"/>
                  </a:lnTo>
                  <a:lnTo>
                    <a:pt x="76439" y="3433"/>
                  </a:lnTo>
                </a:path>
              </a:pathLst>
            </a:custGeom>
            <a:ln w="37051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4" name="object 84"/>
          <p:cNvGrpSpPr/>
          <p:nvPr/>
        </p:nvGrpSpPr>
        <p:grpSpPr>
          <a:xfrm>
            <a:off x="7385622" y="4379399"/>
            <a:ext cx="674370" cy="335915"/>
            <a:chOff x="7385622" y="4379399"/>
            <a:chExt cx="674370" cy="335915"/>
          </a:xfrm>
        </p:grpSpPr>
        <p:pic>
          <p:nvPicPr>
            <p:cNvPr id="85" name="object 8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385622" y="4519538"/>
              <a:ext cx="193114" cy="188867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7598763" y="4397925"/>
              <a:ext cx="442595" cy="298450"/>
            </a:xfrm>
            <a:custGeom>
              <a:avLst/>
              <a:gdLst/>
              <a:ahLst/>
              <a:cxnLst/>
              <a:rect l="l" t="t" r="r" b="b"/>
              <a:pathLst>
                <a:path w="442595" h="298450">
                  <a:moveTo>
                    <a:pt x="101586" y="196406"/>
                  </a:moveTo>
                  <a:lnTo>
                    <a:pt x="80362" y="155797"/>
                  </a:lnTo>
                  <a:lnTo>
                    <a:pt x="35615" y="144990"/>
                  </a:lnTo>
                  <a:lnTo>
                    <a:pt x="2131" y="184072"/>
                  </a:lnTo>
                  <a:lnTo>
                    <a:pt x="0" y="201780"/>
                  </a:lnTo>
                  <a:lnTo>
                    <a:pt x="754" y="220384"/>
                  </a:lnTo>
                  <a:lnTo>
                    <a:pt x="19574" y="267802"/>
                  </a:lnTo>
                  <a:lnTo>
                    <a:pt x="58059" y="291822"/>
                  </a:lnTo>
                  <a:lnTo>
                    <a:pt x="66204" y="290594"/>
                  </a:lnTo>
                  <a:lnTo>
                    <a:pt x="94686" y="250019"/>
                  </a:lnTo>
                  <a:lnTo>
                    <a:pt x="102848" y="212264"/>
                  </a:lnTo>
                  <a:lnTo>
                    <a:pt x="109019" y="164556"/>
                  </a:lnTo>
                  <a:lnTo>
                    <a:pt x="112402" y="113132"/>
                  </a:lnTo>
                  <a:lnTo>
                    <a:pt x="113796" y="68476"/>
                  </a:lnTo>
                  <a:lnTo>
                    <a:pt x="114070" y="51921"/>
                  </a:lnTo>
                  <a:lnTo>
                    <a:pt x="113995" y="39148"/>
                  </a:lnTo>
                  <a:lnTo>
                    <a:pt x="113423" y="29361"/>
                  </a:lnTo>
                  <a:lnTo>
                    <a:pt x="112203" y="21763"/>
                  </a:lnTo>
                  <a:lnTo>
                    <a:pt x="110080" y="12739"/>
                  </a:lnTo>
                  <a:lnTo>
                    <a:pt x="105833" y="7431"/>
                  </a:lnTo>
                  <a:lnTo>
                    <a:pt x="102117" y="7431"/>
                  </a:lnTo>
                  <a:lnTo>
                    <a:pt x="98401" y="7431"/>
                  </a:lnTo>
                  <a:lnTo>
                    <a:pt x="95217" y="12739"/>
                  </a:lnTo>
                  <a:lnTo>
                    <a:pt x="94155" y="27602"/>
                  </a:lnTo>
                  <a:lnTo>
                    <a:pt x="93765" y="40442"/>
                  </a:lnTo>
                  <a:lnTo>
                    <a:pt x="94222" y="56267"/>
                  </a:lnTo>
                  <a:lnTo>
                    <a:pt x="97871" y="94487"/>
                  </a:lnTo>
                  <a:lnTo>
                    <a:pt x="105037" y="137749"/>
                  </a:lnTo>
                  <a:lnTo>
                    <a:pt x="113796" y="182604"/>
                  </a:lnTo>
                  <a:lnTo>
                    <a:pt x="118101" y="204567"/>
                  </a:lnTo>
                  <a:lnTo>
                    <a:pt x="126710" y="244114"/>
                  </a:lnTo>
                  <a:lnTo>
                    <a:pt x="141930" y="281935"/>
                  </a:lnTo>
                  <a:lnTo>
                    <a:pt x="164208" y="292087"/>
                  </a:lnTo>
                  <a:lnTo>
                    <a:pt x="173381" y="289964"/>
                  </a:lnTo>
                  <a:lnTo>
                    <a:pt x="207619" y="251280"/>
                  </a:lnTo>
                  <a:lnTo>
                    <a:pt x="223636" y="206143"/>
                  </a:lnTo>
                  <a:lnTo>
                    <a:pt x="232170" y="157124"/>
                  </a:lnTo>
                  <a:lnTo>
                    <a:pt x="232170" y="149693"/>
                  </a:lnTo>
                  <a:lnTo>
                    <a:pt x="230047" y="147569"/>
                  </a:lnTo>
                  <a:lnTo>
                    <a:pt x="227924" y="145446"/>
                  </a:lnTo>
                  <a:lnTo>
                    <a:pt x="223677" y="148631"/>
                  </a:lnTo>
                  <a:lnTo>
                    <a:pt x="221554" y="157655"/>
                  </a:lnTo>
                  <a:lnTo>
                    <a:pt x="220376" y="165518"/>
                  </a:lnTo>
                  <a:lnTo>
                    <a:pt x="220094" y="175571"/>
                  </a:lnTo>
                  <a:lnTo>
                    <a:pt x="220807" y="187813"/>
                  </a:lnTo>
                  <a:lnTo>
                    <a:pt x="229184" y="235554"/>
                  </a:lnTo>
                  <a:lnTo>
                    <a:pt x="240274" y="274495"/>
                  </a:lnTo>
                  <a:lnTo>
                    <a:pt x="258712" y="293016"/>
                  </a:lnTo>
                  <a:lnTo>
                    <a:pt x="264020" y="293016"/>
                  </a:lnTo>
                  <a:lnTo>
                    <a:pt x="269328" y="293016"/>
                  </a:lnTo>
                  <a:lnTo>
                    <a:pt x="294344" y="259640"/>
                  </a:lnTo>
                  <a:lnTo>
                    <a:pt x="312674" y="204783"/>
                  </a:lnTo>
                  <a:lnTo>
                    <a:pt x="321797" y="156112"/>
                  </a:lnTo>
                  <a:lnTo>
                    <a:pt x="327379" y="105493"/>
                  </a:lnTo>
                  <a:lnTo>
                    <a:pt x="329619" y="61086"/>
                  </a:lnTo>
                  <a:lnTo>
                    <a:pt x="329179" y="22958"/>
                  </a:lnTo>
                  <a:lnTo>
                    <a:pt x="321349" y="0"/>
                  </a:lnTo>
                  <a:lnTo>
                    <a:pt x="318165" y="4246"/>
                  </a:lnTo>
                  <a:lnTo>
                    <a:pt x="315900" y="56466"/>
                  </a:lnTo>
                  <a:lnTo>
                    <a:pt x="319060" y="95333"/>
                  </a:lnTo>
                  <a:lnTo>
                    <a:pt x="324567" y="140088"/>
                  </a:lnTo>
                  <a:lnTo>
                    <a:pt x="330896" y="185267"/>
                  </a:lnTo>
                  <a:lnTo>
                    <a:pt x="337050" y="225891"/>
                  </a:lnTo>
                  <a:lnTo>
                    <a:pt x="345237" y="269660"/>
                  </a:lnTo>
                  <a:lnTo>
                    <a:pt x="358507" y="298324"/>
                  </a:lnTo>
                  <a:lnTo>
                    <a:pt x="366470" y="297794"/>
                  </a:lnTo>
                  <a:lnTo>
                    <a:pt x="408488" y="272438"/>
                  </a:lnTo>
                  <a:lnTo>
                    <a:pt x="432823" y="242057"/>
                  </a:lnTo>
                  <a:lnTo>
                    <a:pt x="441316" y="228255"/>
                  </a:lnTo>
                  <a:lnTo>
                    <a:pt x="442378" y="225070"/>
                  </a:lnTo>
                </a:path>
              </a:pathLst>
            </a:custGeom>
            <a:ln w="37051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7885078" y="4489227"/>
              <a:ext cx="127635" cy="3810"/>
            </a:xfrm>
            <a:custGeom>
              <a:avLst/>
              <a:gdLst/>
              <a:ahLst/>
              <a:cxnLst/>
              <a:rect l="l" t="t" r="r" b="b"/>
              <a:pathLst>
                <a:path w="127634" h="3810">
                  <a:moveTo>
                    <a:pt x="0" y="3185"/>
                  </a:moveTo>
                  <a:lnTo>
                    <a:pt x="51656" y="1020"/>
                  </a:lnTo>
                  <a:lnTo>
                    <a:pt x="98468" y="66"/>
                  </a:lnTo>
                  <a:lnTo>
                    <a:pt x="113033" y="8"/>
                  </a:lnTo>
                  <a:lnTo>
                    <a:pt x="127398" y="0"/>
                  </a:lnTo>
                </a:path>
              </a:pathLst>
            </a:custGeom>
            <a:ln w="37051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7802269" y="4413849"/>
              <a:ext cx="24765" cy="33020"/>
            </a:xfrm>
            <a:custGeom>
              <a:avLst/>
              <a:gdLst/>
              <a:ahLst/>
              <a:cxnLst/>
              <a:rect l="l" t="t" r="r" b="b"/>
              <a:pathLst>
                <a:path w="24765" h="33020">
                  <a:moveTo>
                    <a:pt x="6369" y="8493"/>
                  </a:moveTo>
                  <a:lnTo>
                    <a:pt x="5307" y="13801"/>
                  </a:lnTo>
                  <a:lnTo>
                    <a:pt x="4246" y="19109"/>
                  </a:lnTo>
                  <a:lnTo>
                    <a:pt x="5307" y="23887"/>
                  </a:lnTo>
                  <a:lnTo>
                    <a:pt x="6369" y="28664"/>
                  </a:lnTo>
                  <a:lnTo>
                    <a:pt x="9554" y="32911"/>
                  </a:lnTo>
                  <a:lnTo>
                    <a:pt x="12739" y="32911"/>
                  </a:lnTo>
                  <a:lnTo>
                    <a:pt x="15924" y="32911"/>
                  </a:lnTo>
                  <a:lnTo>
                    <a:pt x="19109" y="28664"/>
                  </a:lnTo>
                  <a:lnTo>
                    <a:pt x="21232" y="23887"/>
                  </a:lnTo>
                  <a:lnTo>
                    <a:pt x="23356" y="19109"/>
                  </a:lnTo>
                  <a:lnTo>
                    <a:pt x="24417" y="13801"/>
                  </a:lnTo>
                  <a:lnTo>
                    <a:pt x="22294" y="9024"/>
                  </a:lnTo>
                  <a:lnTo>
                    <a:pt x="20171" y="4246"/>
                  </a:lnTo>
                  <a:lnTo>
                    <a:pt x="14863" y="0"/>
                  </a:lnTo>
                  <a:lnTo>
                    <a:pt x="10616" y="0"/>
                  </a:lnTo>
                  <a:lnTo>
                    <a:pt x="6369" y="0"/>
                  </a:lnTo>
                  <a:lnTo>
                    <a:pt x="3184" y="4246"/>
                  </a:lnTo>
                  <a:lnTo>
                    <a:pt x="1592" y="7431"/>
                  </a:lnTo>
                  <a:lnTo>
                    <a:pt x="0" y="10616"/>
                  </a:lnTo>
                  <a:lnTo>
                    <a:pt x="0" y="12739"/>
                  </a:lnTo>
                  <a:lnTo>
                    <a:pt x="0" y="14863"/>
                  </a:lnTo>
                </a:path>
              </a:pathLst>
            </a:custGeom>
            <a:ln w="37051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9" name="object 89"/>
          <p:cNvSpPr/>
          <p:nvPr/>
        </p:nvSpPr>
        <p:spPr>
          <a:xfrm>
            <a:off x="8209943" y="4378815"/>
            <a:ext cx="5715" cy="290195"/>
          </a:xfrm>
          <a:custGeom>
            <a:avLst/>
            <a:gdLst/>
            <a:ahLst/>
            <a:cxnLst/>
            <a:rect l="l" t="t" r="r" b="b"/>
            <a:pathLst>
              <a:path w="5715" h="290195">
                <a:moveTo>
                  <a:pt x="3184" y="18048"/>
                </a:moveTo>
                <a:lnTo>
                  <a:pt x="4246" y="9554"/>
                </a:lnTo>
                <a:lnTo>
                  <a:pt x="5308" y="1061"/>
                </a:lnTo>
                <a:lnTo>
                  <a:pt x="5308" y="0"/>
                </a:lnTo>
                <a:lnTo>
                  <a:pt x="2396" y="45070"/>
                </a:lnTo>
                <a:lnTo>
                  <a:pt x="1020" y="94470"/>
                </a:lnTo>
                <a:lnTo>
                  <a:pt x="223" y="152911"/>
                </a:lnTo>
                <a:lnTo>
                  <a:pt x="8" y="208847"/>
                </a:lnTo>
                <a:lnTo>
                  <a:pt x="0" y="231440"/>
                </a:lnTo>
                <a:lnTo>
                  <a:pt x="0" y="248568"/>
                </a:lnTo>
                <a:lnTo>
                  <a:pt x="0" y="260968"/>
                </a:lnTo>
                <a:lnTo>
                  <a:pt x="0" y="269884"/>
                </a:lnTo>
                <a:lnTo>
                  <a:pt x="0" y="276561"/>
                </a:lnTo>
                <a:lnTo>
                  <a:pt x="0" y="284523"/>
                </a:lnTo>
                <a:lnTo>
                  <a:pt x="0" y="289831"/>
                </a:lnTo>
                <a:lnTo>
                  <a:pt x="530" y="289301"/>
                </a:lnTo>
                <a:lnTo>
                  <a:pt x="1061" y="288770"/>
                </a:lnTo>
                <a:lnTo>
                  <a:pt x="2123" y="282400"/>
                </a:lnTo>
                <a:lnTo>
                  <a:pt x="3184" y="276030"/>
                </a:lnTo>
              </a:path>
            </a:pathLst>
          </a:custGeom>
          <a:ln w="37051">
            <a:solidFill>
              <a:srgbClr val="2C0977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90" name="object 90"/>
          <p:cNvGrpSpPr/>
          <p:nvPr/>
        </p:nvGrpSpPr>
        <p:grpSpPr>
          <a:xfrm>
            <a:off x="8287398" y="4400633"/>
            <a:ext cx="1024255" cy="721995"/>
            <a:chOff x="8287398" y="4400633"/>
            <a:chExt cx="1024255" cy="721995"/>
          </a:xfrm>
        </p:grpSpPr>
        <p:pic>
          <p:nvPicPr>
            <p:cNvPr id="91" name="object 9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287398" y="4473886"/>
              <a:ext cx="160003" cy="196498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8484614" y="4494204"/>
              <a:ext cx="136525" cy="528320"/>
            </a:xfrm>
            <a:custGeom>
              <a:avLst/>
              <a:gdLst/>
              <a:ahLst/>
              <a:cxnLst/>
              <a:rect l="l" t="t" r="r" b="b"/>
              <a:pathLst>
                <a:path w="136525" h="528320">
                  <a:moveTo>
                    <a:pt x="101155" y="52352"/>
                  </a:moveTo>
                  <a:lnTo>
                    <a:pt x="92131" y="10019"/>
                  </a:lnTo>
                  <a:lnTo>
                    <a:pt x="68327" y="0"/>
                  </a:lnTo>
                  <a:lnTo>
                    <a:pt x="57760" y="464"/>
                  </a:lnTo>
                  <a:lnTo>
                    <a:pt x="24509" y="25653"/>
                  </a:lnTo>
                  <a:lnTo>
                    <a:pt x="7041" y="60240"/>
                  </a:lnTo>
                  <a:lnTo>
                    <a:pt x="0" y="93342"/>
                  </a:lnTo>
                  <a:lnTo>
                    <a:pt x="1492" y="106364"/>
                  </a:lnTo>
                  <a:lnTo>
                    <a:pt x="39513" y="131446"/>
                  </a:lnTo>
                  <a:lnTo>
                    <a:pt x="78935" y="117636"/>
                  </a:lnTo>
                  <a:lnTo>
                    <a:pt x="102748" y="83671"/>
                  </a:lnTo>
                  <a:lnTo>
                    <a:pt x="112303" y="44390"/>
                  </a:lnTo>
                  <a:lnTo>
                    <a:pt x="92380" y="80088"/>
                  </a:lnTo>
                  <a:lnTo>
                    <a:pt x="93184" y="123740"/>
                  </a:lnTo>
                  <a:lnTo>
                    <a:pt x="98476" y="175081"/>
                  </a:lnTo>
                  <a:lnTo>
                    <a:pt x="106380" y="229151"/>
                  </a:lnTo>
                  <a:lnTo>
                    <a:pt x="115504" y="284158"/>
                  </a:lnTo>
                  <a:lnTo>
                    <a:pt x="120265" y="312458"/>
                  </a:lnTo>
                  <a:lnTo>
                    <a:pt x="129289" y="370252"/>
                  </a:lnTo>
                  <a:lnTo>
                    <a:pt x="135128" y="424463"/>
                  </a:lnTo>
                  <a:lnTo>
                    <a:pt x="135982" y="448184"/>
                  </a:lnTo>
                  <a:lnTo>
                    <a:pt x="135593" y="468919"/>
                  </a:lnTo>
                  <a:lnTo>
                    <a:pt x="129820" y="515234"/>
                  </a:lnTo>
                  <a:lnTo>
                    <a:pt x="112833" y="527974"/>
                  </a:lnTo>
                  <a:lnTo>
                    <a:pt x="105402" y="526381"/>
                  </a:lnTo>
                  <a:lnTo>
                    <a:pt x="74083" y="501432"/>
                  </a:lnTo>
                  <a:lnTo>
                    <a:pt x="50395" y="466464"/>
                  </a:lnTo>
                  <a:lnTo>
                    <a:pt x="27901" y="422339"/>
                  </a:lnTo>
                  <a:lnTo>
                    <a:pt x="14100" y="377484"/>
                  </a:lnTo>
                  <a:lnTo>
                    <a:pt x="11777" y="355604"/>
                  </a:lnTo>
                  <a:lnTo>
                    <a:pt x="13038" y="334222"/>
                  </a:lnTo>
                  <a:lnTo>
                    <a:pt x="25977" y="293680"/>
                  </a:lnTo>
                  <a:lnTo>
                    <a:pt x="46480" y="258313"/>
                  </a:lnTo>
                  <a:lnTo>
                    <a:pt x="78056" y="217257"/>
                  </a:lnTo>
                  <a:lnTo>
                    <a:pt x="88415" y="205231"/>
                  </a:lnTo>
                </a:path>
              </a:pathLst>
            </a:custGeom>
            <a:ln w="37051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8647021" y="4496128"/>
              <a:ext cx="179070" cy="516890"/>
            </a:xfrm>
            <a:custGeom>
              <a:avLst/>
              <a:gdLst/>
              <a:ahLst/>
              <a:cxnLst/>
              <a:rect l="l" t="t" r="r" b="b"/>
              <a:pathLst>
                <a:path w="179070" h="516889">
                  <a:moveTo>
                    <a:pt x="133030" y="53613"/>
                  </a:moveTo>
                  <a:lnTo>
                    <a:pt x="134091" y="14332"/>
                  </a:lnTo>
                  <a:lnTo>
                    <a:pt x="97265" y="1592"/>
                  </a:lnTo>
                  <a:lnTo>
                    <a:pt x="72515" y="0"/>
                  </a:lnTo>
                  <a:lnTo>
                    <a:pt x="59842" y="1128"/>
                  </a:lnTo>
                  <a:lnTo>
                    <a:pt x="17061" y="23455"/>
                  </a:lnTo>
                  <a:lnTo>
                    <a:pt x="1385" y="58390"/>
                  </a:lnTo>
                  <a:lnTo>
                    <a:pt x="0" y="71728"/>
                  </a:lnTo>
                  <a:lnTo>
                    <a:pt x="655" y="85065"/>
                  </a:lnTo>
                  <a:lnTo>
                    <a:pt x="24277" y="126735"/>
                  </a:lnTo>
                  <a:lnTo>
                    <a:pt x="73975" y="128128"/>
                  </a:lnTo>
                  <a:lnTo>
                    <a:pt x="111249" y="98792"/>
                  </a:lnTo>
                  <a:lnTo>
                    <a:pt x="134092" y="59452"/>
                  </a:lnTo>
                  <a:lnTo>
                    <a:pt x="132897" y="100268"/>
                  </a:lnTo>
                  <a:lnTo>
                    <a:pt x="139226" y="149452"/>
                  </a:lnTo>
                  <a:lnTo>
                    <a:pt x="150754" y="205571"/>
                  </a:lnTo>
                  <a:lnTo>
                    <a:pt x="156917" y="234625"/>
                  </a:lnTo>
                  <a:lnTo>
                    <a:pt x="167534" y="292419"/>
                  </a:lnTo>
                  <a:lnTo>
                    <a:pt x="174965" y="349815"/>
                  </a:lnTo>
                  <a:lnTo>
                    <a:pt x="178482" y="405751"/>
                  </a:lnTo>
                  <a:lnTo>
                    <a:pt x="178623" y="431106"/>
                  </a:lnTo>
                  <a:lnTo>
                    <a:pt x="177619" y="453326"/>
                  </a:lnTo>
                  <a:lnTo>
                    <a:pt x="168811" y="497219"/>
                  </a:lnTo>
                  <a:lnTo>
                    <a:pt x="154263" y="516495"/>
                  </a:lnTo>
                  <a:lnTo>
                    <a:pt x="145239" y="513310"/>
                  </a:lnTo>
                  <a:lnTo>
                    <a:pt x="109143" y="481991"/>
                  </a:lnTo>
                  <a:lnTo>
                    <a:pt x="87312" y="445297"/>
                  </a:lnTo>
                  <a:lnTo>
                    <a:pt x="68269" y="398651"/>
                  </a:lnTo>
                  <a:lnTo>
                    <a:pt x="56856" y="348554"/>
                  </a:lnTo>
                  <a:lnTo>
                    <a:pt x="55131" y="323929"/>
                  </a:lnTo>
                  <a:lnTo>
                    <a:pt x="56591" y="300448"/>
                  </a:lnTo>
                  <a:lnTo>
                    <a:pt x="68534" y="259110"/>
                  </a:lnTo>
                  <a:lnTo>
                    <a:pt x="92670" y="216444"/>
                  </a:lnTo>
                  <a:lnTo>
                    <a:pt x="105112" y="200254"/>
                  </a:lnTo>
                  <a:lnTo>
                    <a:pt x="110735" y="193752"/>
                  </a:lnTo>
                </a:path>
              </a:pathLst>
            </a:custGeom>
            <a:ln w="37051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8869231" y="4496659"/>
              <a:ext cx="15240" cy="149860"/>
            </a:xfrm>
            <a:custGeom>
              <a:avLst/>
              <a:gdLst/>
              <a:ahLst/>
              <a:cxnLst/>
              <a:rect l="l" t="t" r="r" b="b"/>
              <a:pathLst>
                <a:path w="15240" h="149860">
                  <a:moveTo>
                    <a:pt x="0" y="14863"/>
                  </a:moveTo>
                  <a:lnTo>
                    <a:pt x="1061" y="7431"/>
                  </a:lnTo>
                  <a:lnTo>
                    <a:pt x="2123" y="0"/>
                  </a:lnTo>
                  <a:lnTo>
                    <a:pt x="2653" y="530"/>
                  </a:lnTo>
                  <a:lnTo>
                    <a:pt x="2977" y="2496"/>
                  </a:lnTo>
                  <a:lnTo>
                    <a:pt x="3251" y="7895"/>
                  </a:lnTo>
                  <a:lnTo>
                    <a:pt x="3624" y="17177"/>
                  </a:lnTo>
                  <a:lnTo>
                    <a:pt x="4246" y="30787"/>
                  </a:lnTo>
                  <a:lnTo>
                    <a:pt x="6436" y="68874"/>
                  </a:lnTo>
                  <a:lnTo>
                    <a:pt x="10127" y="118913"/>
                  </a:lnTo>
                  <a:lnTo>
                    <a:pt x="14863" y="149693"/>
                  </a:lnTo>
                  <a:lnTo>
                    <a:pt x="14863" y="147039"/>
                  </a:lnTo>
                  <a:lnTo>
                    <a:pt x="14863" y="144385"/>
                  </a:lnTo>
                  <a:lnTo>
                    <a:pt x="13801" y="133768"/>
                  </a:lnTo>
                  <a:lnTo>
                    <a:pt x="12740" y="123151"/>
                  </a:lnTo>
                </a:path>
              </a:pathLst>
            </a:custGeom>
            <a:ln w="37051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8869231" y="4419158"/>
              <a:ext cx="3810" cy="10160"/>
            </a:xfrm>
            <a:custGeom>
              <a:avLst/>
              <a:gdLst/>
              <a:ahLst/>
              <a:cxnLst/>
              <a:rect l="l" t="t" r="r" b="b"/>
              <a:pathLst>
                <a:path w="3809" h="10160">
                  <a:moveTo>
                    <a:pt x="0" y="9554"/>
                  </a:moveTo>
                  <a:lnTo>
                    <a:pt x="1061" y="6369"/>
                  </a:lnTo>
                  <a:lnTo>
                    <a:pt x="2123" y="3184"/>
                  </a:lnTo>
                  <a:lnTo>
                    <a:pt x="3184" y="0"/>
                  </a:lnTo>
                </a:path>
              </a:pathLst>
            </a:custGeom>
            <a:ln w="37051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6" name="object 9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936700" y="4448739"/>
              <a:ext cx="174004" cy="189597"/>
            </a:xfrm>
            <a:prstGeom prst="rect">
              <a:avLst/>
            </a:prstGeom>
          </p:spPr>
        </p:pic>
        <p:sp>
          <p:nvSpPr>
            <p:cNvPr id="97" name="object 97"/>
            <p:cNvSpPr/>
            <p:nvPr/>
          </p:nvSpPr>
          <p:spPr>
            <a:xfrm>
              <a:off x="9126152" y="4477549"/>
              <a:ext cx="167005" cy="626745"/>
            </a:xfrm>
            <a:custGeom>
              <a:avLst/>
              <a:gdLst/>
              <a:ahLst/>
              <a:cxnLst/>
              <a:rect l="l" t="t" r="r" b="b"/>
              <a:pathLst>
                <a:path w="167004" h="626745">
                  <a:moveTo>
                    <a:pt x="115720" y="65822"/>
                  </a:moveTo>
                  <a:lnTo>
                    <a:pt x="109350" y="25479"/>
                  </a:lnTo>
                  <a:lnTo>
                    <a:pt x="78147" y="2637"/>
                  </a:lnTo>
                  <a:lnTo>
                    <a:pt x="64760" y="0"/>
                  </a:lnTo>
                  <a:lnTo>
                    <a:pt x="51324" y="1136"/>
                  </a:lnTo>
                  <a:lnTo>
                    <a:pt x="16986" y="24948"/>
                  </a:lnTo>
                  <a:lnTo>
                    <a:pt x="1011" y="68020"/>
                  </a:lnTo>
                  <a:lnTo>
                    <a:pt x="0" y="81747"/>
                  </a:lnTo>
                  <a:lnTo>
                    <a:pt x="945" y="93334"/>
                  </a:lnTo>
                  <a:lnTo>
                    <a:pt x="25413" y="123881"/>
                  </a:lnTo>
                  <a:lnTo>
                    <a:pt x="67970" y="118051"/>
                  </a:lnTo>
                  <a:lnTo>
                    <a:pt x="95947" y="84733"/>
                  </a:lnTo>
                  <a:lnTo>
                    <a:pt x="115056" y="48703"/>
                  </a:lnTo>
                  <a:lnTo>
                    <a:pt x="122090" y="24418"/>
                  </a:lnTo>
                  <a:lnTo>
                    <a:pt x="122090" y="18048"/>
                  </a:lnTo>
                  <a:lnTo>
                    <a:pt x="106497" y="71064"/>
                  </a:lnTo>
                  <a:lnTo>
                    <a:pt x="102980" y="115720"/>
                  </a:lnTo>
                  <a:lnTo>
                    <a:pt x="103577" y="168206"/>
                  </a:lnTo>
                  <a:lnTo>
                    <a:pt x="107757" y="223478"/>
                  </a:lnTo>
                  <a:lnTo>
                    <a:pt x="114194" y="277556"/>
                  </a:lnTo>
                  <a:lnTo>
                    <a:pt x="117686" y="304321"/>
                  </a:lnTo>
                  <a:lnTo>
                    <a:pt x="121028" y="331236"/>
                  </a:lnTo>
                  <a:lnTo>
                    <a:pt x="126668" y="385845"/>
                  </a:lnTo>
                  <a:lnTo>
                    <a:pt x="131114" y="440056"/>
                  </a:lnTo>
                  <a:lnTo>
                    <a:pt x="134697" y="491546"/>
                  </a:lnTo>
                  <a:lnTo>
                    <a:pt x="137484" y="536666"/>
                  </a:lnTo>
                  <a:lnTo>
                    <a:pt x="139499" y="585710"/>
                  </a:lnTo>
                  <a:lnTo>
                    <a:pt x="139076" y="596650"/>
                  </a:lnTo>
                  <a:lnTo>
                    <a:pt x="138014" y="609390"/>
                  </a:lnTo>
                  <a:lnTo>
                    <a:pt x="134829" y="614698"/>
                  </a:lnTo>
                  <a:lnTo>
                    <a:pt x="130583" y="618413"/>
                  </a:lnTo>
                  <a:lnTo>
                    <a:pt x="126336" y="622129"/>
                  </a:lnTo>
                  <a:lnTo>
                    <a:pt x="121028" y="624253"/>
                  </a:lnTo>
                  <a:lnTo>
                    <a:pt x="115720" y="625315"/>
                  </a:lnTo>
                  <a:lnTo>
                    <a:pt x="110411" y="626376"/>
                  </a:lnTo>
                  <a:lnTo>
                    <a:pt x="105103" y="626376"/>
                  </a:lnTo>
                  <a:lnTo>
                    <a:pt x="80221" y="597446"/>
                  </a:lnTo>
                  <a:lnTo>
                    <a:pt x="52095" y="547424"/>
                  </a:lnTo>
                  <a:lnTo>
                    <a:pt x="34926" y="503912"/>
                  </a:lnTo>
                  <a:lnTo>
                    <a:pt x="23115" y="454653"/>
                  </a:lnTo>
                  <a:lnTo>
                    <a:pt x="19847" y="402234"/>
                  </a:lnTo>
                  <a:lnTo>
                    <a:pt x="22294" y="375825"/>
                  </a:lnTo>
                  <a:lnTo>
                    <a:pt x="35565" y="325131"/>
                  </a:lnTo>
                  <a:lnTo>
                    <a:pt x="55205" y="282400"/>
                  </a:lnTo>
                  <a:lnTo>
                    <a:pt x="86707" y="242015"/>
                  </a:lnTo>
                  <a:lnTo>
                    <a:pt x="130666" y="221404"/>
                  </a:lnTo>
                  <a:lnTo>
                    <a:pt x="140138" y="219231"/>
                  </a:lnTo>
                  <a:lnTo>
                    <a:pt x="148167" y="217332"/>
                  </a:lnTo>
                  <a:lnTo>
                    <a:pt x="155001" y="215582"/>
                  </a:lnTo>
                  <a:lnTo>
                    <a:pt x="161039" y="213931"/>
                  </a:lnTo>
                  <a:lnTo>
                    <a:pt x="166679" y="212331"/>
                  </a:lnTo>
                </a:path>
              </a:pathLst>
            </a:custGeom>
            <a:ln w="37051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8" name="object 98"/>
          <p:cNvGrpSpPr/>
          <p:nvPr/>
        </p:nvGrpSpPr>
        <p:grpSpPr>
          <a:xfrm>
            <a:off x="7042658" y="5288175"/>
            <a:ext cx="1485265" cy="388620"/>
            <a:chOff x="7042658" y="5288175"/>
            <a:chExt cx="1485265" cy="388620"/>
          </a:xfrm>
        </p:grpSpPr>
        <p:sp>
          <p:nvSpPr>
            <p:cNvPr id="99" name="object 99"/>
            <p:cNvSpPr/>
            <p:nvPr/>
          </p:nvSpPr>
          <p:spPr>
            <a:xfrm>
              <a:off x="7061184" y="5360845"/>
              <a:ext cx="278765" cy="17145"/>
            </a:xfrm>
            <a:custGeom>
              <a:avLst/>
              <a:gdLst/>
              <a:ahLst/>
              <a:cxnLst/>
              <a:rect l="l" t="t" r="r" b="b"/>
              <a:pathLst>
                <a:path w="278765" h="17145">
                  <a:moveTo>
                    <a:pt x="21282" y="16986"/>
                  </a:moveTo>
                  <a:lnTo>
                    <a:pt x="11727" y="15924"/>
                  </a:lnTo>
                  <a:lnTo>
                    <a:pt x="2172" y="14863"/>
                  </a:lnTo>
                  <a:lnTo>
                    <a:pt x="49" y="14332"/>
                  </a:lnTo>
                  <a:lnTo>
                    <a:pt x="0" y="14017"/>
                  </a:lnTo>
                  <a:lnTo>
                    <a:pt x="3632" y="13801"/>
                  </a:lnTo>
                  <a:lnTo>
                    <a:pt x="11844" y="13585"/>
                  </a:lnTo>
                  <a:lnTo>
                    <a:pt x="25529" y="13270"/>
                  </a:lnTo>
                  <a:lnTo>
                    <a:pt x="45153" y="12764"/>
                  </a:lnTo>
                  <a:lnTo>
                    <a:pt x="96743" y="10956"/>
                  </a:lnTo>
                  <a:lnTo>
                    <a:pt x="153674" y="7796"/>
                  </a:lnTo>
                  <a:lnTo>
                    <a:pt x="206392" y="3881"/>
                  </a:lnTo>
                  <a:lnTo>
                    <a:pt x="229367" y="2123"/>
                  </a:lnTo>
                  <a:lnTo>
                    <a:pt x="249099" y="763"/>
                  </a:lnTo>
                  <a:lnTo>
                    <a:pt x="264600" y="0"/>
                  </a:lnTo>
                  <a:lnTo>
                    <a:pt x="274827" y="33"/>
                  </a:lnTo>
                  <a:lnTo>
                    <a:pt x="278734" y="1061"/>
                  </a:lnTo>
                  <a:lnTo>
                    <a:pt x="275756" y="3201"/>
                  </a:lnTo>
                  <a:lnTo>
                    <a:pt x="267254" y="6237"/>
                  </a:lnTo>
                  <a:lnTo>
                    <a:pt x="255070" y="9870"/>
                  </a:lnTo>
                  <a:lnTo>
                    <a:pt x="241045" y="13801"/>
                  </a:lnTo>
                </a:path>
              </a:pathLst>
            </a:custGeom>
            <a:ln w="37051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7222605" y="5388449"/>
              <a:ext cx="22860" cy="255270"/>
            </a:xfrm>
            <a:custGeom>
              <a:avLst/>
              <a:gdLst/>
              <a:ahLst/>
              <a:cxnLst/>
              <a:rect l="l" t="t" r="r" b="b"/>
              <a:pathLst>
                <a:path w="22859" h="255270">
                  <a:moveTo>
                    <a:pt x="22294" y="8493"/>
                  </a:moveTo>
                  <a:lnTo>
                    <a:pt x="19109" y="4246"/>
                  </a:lnTo>
                  <a:lnTo>
                    <a:pt x="15924" y="0"/>
                  </a:lnTo>
                  <a:lnTo>
                    <a:pt x="14332" y="1592"/>
                  </a:lnTo>
                  <a:lnTo>
                    <a:pt x="13411" y="4080"/>
                  </a:lnTo>
                  <a:lnTo>
                    <a:pt x="12938" y="9952"/>
                  </a:lnTo>
                  <a:lnTo>
                    <a:pt x="12764" y="20403"/>
                  </a:lnTo>
                  <a:lnTo>
                    <a:pt x="12739" y="36627"/>
                  </a:lnTo>
                  <a:lnTo>
                    <a:pt x="12739" y="59203"/>
                  </a:lnTo>
                  <a:lnTo>
                    <a:pt x="12739" y="86259"/>
                  </a:lnTo>
                  <a:lnTo>
                    <a:pt x="12739" y="115305"/>
                  </a:lnTo>
                  <a:lnTo>
                    <a:pt x="12739" y="143854"/>
                  </a:lnTo>
                  <a:lnTo>
                    <a:pt x="12747" y="169798"/>
                  </a:lnTo>
                  <a:lnTo>
                    <a:pt x="12805" y="192557"/>
                  </a:lnTo>
                  <a:lnTo>
                    <a:pt x="12963" y="211932"/>
                  </a:lnTo>
                  <a:lnTo>
                    <a:pt x="13270" y="227724"/>
                  </a:lnTo>
                  <a:lnTo>
                    <a:pt x="13710" y="239792"/>
                  </a:lnTo>
                  <a:lnTo>
                    <a:pt x="14000" y="248228"/>
                  </a:lnTo>
                  <a:lnTo>
                    <a:pt x="13793" y="253179"/>
                  </a:lnTo>
                  <a:lnTo>
                    <a:pt x="12739" y="254797"/>
                  </a:lnTo>
                  <a:lnTo>
                    <a:pt x="10616" y="254797"/>
                  </a:lnTo>
                  <a:lnTo>
                    <a:pt x="5308" y="246303"/>
                  </a:lnTo>
                  <a:lnTo>
                    <a:pt x="0" y="237810"/>
                  </a:lnTo>
                </a:path>
              </a:pathLst>
            </a:custGeom>
            <a:ln w="37051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7114316" y="5639000"/>
              <a:ext cx="217804" cy="19685"/>
            </a:xfrm>
            <a:custGeom>
              <a:avLst/>
              <a:gdLst/>
              <a:ahLst/>
              <a:cxnLst/>
              <a:rect l="l" t="t" r="r" b="b"/>
              <a:pathLst>
                <a:path w="217804" h="19685">
                  <a:moveTo>
                    <a:pt x="0" y="19109"/>
                  </a:moveTo>
                  <a:lnTo>
                    <a:pt x="42001" y="15858"/>
                  </a:lnTo>
                  <a:lnTo>
                    <a:pt x="87586" y="12209"/>
                  </a:lnTo>
                  <a:lnTo>
                    <a:pt x="112477" y="10152"/>
                  </a:lnTo>
                  <a:lnTo>
                    <a:pt x="137418" y="8095"/>
                  </a:lnTo>
                  <a:lnTo>
                    <a:pt x="160666" y="6237"/>
                  </a:lnTo>
                  <a:lnTo>
                    <a:pt x="180481" y="4777"/>
                  </a:lnTo>
                  <a:lnTo>
                    <a:pt x="195510" y="3848"/>
                  </a:lnTo>
                  <a:lnTo>
                    <a:pt x="205960" y="3317"/>
                  </a:lnTo>
                  <a:lnTo>
                    <a:pt x="212430" y="2985"/>
                  </a:lnTo>
                  <a:lnTo>
                    <a:pt x="215515" y="2654"/>
                  </a:lnTo>
                  <a:lnTo>
                    <a:pt x="217639" y="2123"/>
                  </a:lnTo>
                  <a:lnTo>
                    <a:pt x="212330" y="1061"/>
                  </a:lnTo>
                  <a:lnTo>
                    <a:pt x="209145" y="530"/>
                  </a:lnTo>
                  <a:lnTo>
                    <a:pt x="205960" y="0"/>
                  </a:lnTo>
                  <a:lnTo>
                    <a:pt x="204899" y="0"/>
                  </a:lnTo>
                  <a:lnTo>
                    <a:pt x="203837" y="0"/>
                  </a:lnTo>
                </a:path>
              </a:pathLst>
            </a:custGeom>
            <a:ln w="37051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2" name="object 10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331478" y="5464410"/>
              <a:ext cx="172080" cy="194175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535316" y="5471311"/>
              <a:ext cx="129414" cy="163918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7719858" y="5490368"/>
              <a:ext cx="25400" cy="146050"/>
            </a:xfrm>
            <a:custGeom>
              <a:avLst/>
              <a:gdLst/>
              <a:ahLst/>
              <a:cxnLst/>
              <a:rect l="l" t="t" r="r" b="b"/>
              <a:pathLst>
                <a:path w="25400" h="146050">
                  <a:moveTo>
                    <a:pt x="5971" y="14863"/>
                  </a:moveTo>
                  <a:lnTo>
                    <a:pt x="3848" y="7431"/>
                  </a:lnTo>
                  <a:lnTo>
                    <a:pt x="1725" y="0"/>
                  </a:lnTo>
                  <a:lnTo>
                    <a:pt x="663" y="1061"/>
                  </a:lnTo>
                  <a:lnTo>
                    <a:pt x="82" y="3458"/>
                  </a:lnTo>
                  <a:lnTo>
                    <a:pt x="0" y="9090"/>
                  </a:lnTo>
                  <a:lnTo>
                    <a:pt x="514" y="18006"/>
                  </a:lnTo>
                  <a:lnTo>
                    <a:pt x="6170" y="62637"/>
                  </a:lnTo>
                  <a:lnTo>
                    <a:pt x="14489" y="107376"/>
                  </a:lnTo>
                  <a:lnTo>
                    <a:pt x="20834" y="131114"/>
                  </a:lnTo>
                  <a:lnTo>
                    <a:pt x="22958" y="139076"/>
                  </a:lnTo>
                  <a:lnTo>
                    <a:pt x="24019" y="145446"/>
                  </a:lnTo>
                  <a:lnTo>
                    <a:pt x="24550" y="145446"/>
                  </a:lnTo>
                  <a:lnTo>
                    <a:pt x="25081" y="145446"/>
                  </a:lnTo>
                  <a:lnTo>
                    <a:pt x="25081" y="139076"/>
                  </a:lnTo>
                  <a:lnTo>
                    <a:pt x="25081" y="132706"/>
                  </a:lnTo>
                </a:path>
              </a:pathLst>
            </a:custGeom>
            <a:ln w="37051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7697164" y="5406497"/>
              <a:ext cx="6350" cy="3175"/>
            </a:xfrm>
            <a:custGeom>
              <a:avLst/>
              <a:gdLst/>
              <a:ahLst/>
              <a:cxnLst/>
              <a:rect l="l" t="t" r="r" b="b"/>
              <a:pathLst>
                <a:path w="6350" h="3175">
                  <a:moveTo>
                    <a:pt x="0" y="3159"/>
                  </a:moveTo>
                  <a:lnTo>
                    <a:pt x="2106" y="2106"/>
                  </a:lnTo>
                  <a:lnTo>
                    <a:pt x="4212" y="1053"/>
                  </a:lnTo>
                  <a:lnTo>
                    <a:pt x="6318" y="0"/>
                  </a:lnTo>
                </a:path>
              </a:pathLst>
            </a:custGeom>
            <a:ln w="37051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7791651" y="5315194"/>
              <a:ext cx="718185" cy="320675"/>
            </a:xfrm>
            <a:custGeom>
              <a:avLst/>
              <a:gdLst/>
              <a:ahLst/>
              <a:cxnLst/>
              <a:rect l="l" t="t" r="r" b="b"/>
              <a:pathLst>
                <a:path w="718184" h="320675">
                  <a:moveTo>
                    <a:pt x="112535" y="202775"/>
                  </a:moveTo>
                  <a:lnTo>
                    <a:pt x="93757" y="166746"/>
                  </a:lnTo>
                  <a:lnTo>
                    <a:pt x="45982" y="155797"/>
                  </a:lnTo>
                  <a:lnTo>
                    <a:pt x="12988" y="182994"/>
                  </a:lnTo>
                  <a:lnTo>
                    <a:pt x="0" y="236218"/>
                  </a:lnTo>
                  <a:lnTo>
                    <a:pt x="1509" y="254523"/>
                  </a:lnTo>
                  <a:lnTo>
                    <a:pt x="20171" y="299386"/>
                  </a:lnTo>
                  <a:lnTo>
                    <a:pt x="60514" y="320088"/>
                  </a:lnTo>
                  <a:lnTo>
                    <a:pt x="70641" y="318330"/>
                  </a:lnTo>
                  <a:lnTo>
                    <a:pt x="104199" y="277614"/>
                  </a:lnTo>
                  <a:lnTo>
                    <a:pt x="115131" y="235397"/>
                  </a:lnTo>
                  <a:lnTo>
                    <a:pt x="121526" y="183135"/>
                  </a:lnTo>
                  <a:lnTo>
                    <a:pt x="123981" y="127796"/>
                  </a:lnTo>
                  <a:lnTo>
                    <a:pt x="124023" y="78661"/>
                  </a:lnTo>
                  <a:lnTo>
                    <a:pt x="121559" y="27602"/>
                  </a:lnTo>
                  <a:lnTo>
                    <a:pt x="110412" y="0"/>
                  </a:lnTo>
                  <a:lnTo>
                    <a:pt x="105103" y="1061"/>
                  </a:lnTo>
                  <a:lnTo>
                    <a:pt x="98949" y="48520"/>
                  </a:lnTo>
                  <a:lnTo>
                    <a:pt x="103428" y="90091"/>
                  </a:lnTo>
                  <a:lnTo>
                    <a:pt x="113771" y="140752"/>
                  </a:lnTo>
                  <a:lnTo>
                    <a:pt x="129779" y="193337"/>
                  </a:lnTo>
                  <a:lnTo>
                    <a:pt x="148781" y="239303"/>
                  </a:lnTo>
                  <a:lnTo>
                    <a:pt x="168189" y="273475"/>
                  </a:lnTo>
                  <a:lnTo>
                    <a:pt x="201781" y="302978"/>
                  </a:lnTo>
                  <a:lnTo>
                    <a:pt x="248958" y="287177"/>
                  </a:lnTo>
                  <a:lnTo>
                    <a:pt x="275682" y="242389"/>
                  </a:lnTo>
                  <a:lnTo>
                    <a:pt x="287974" y="195941"/>
                  </a:lnTo>
                  <a:lnTo>
                    <a:pt x="277490" y="157722"/>
                  </a:lnTo>
                  <a:lnTo>
                    <a:pt x="238872" y="150224"/>
                  </a:lnTo>
                  <a:lnTo>
                    <a:pt x="226140" y="200536"/>
                  </a:lnTo>
                  <a:lnTo>
                    <a:pt x="240995" y="255328"/>
                  </a:lnTo>
                  <a:lnTo>
                    <a:pt x="275109" y="291756"/>
                  </a:lnTo>
                  <a:lnTo>
                    <a:pt x="317783" y="306469"/>
                  </a:lnTo>
                  <a:lnTo>
                    <a:pt x="357379" y="280874"/>
                  </a:lnTo>
                  <a:lnTo>
                    <a:pt x="377551" y="231507"/>
                  </a:lnTo>
                  <a:lnTo>
                    <a:pt x="385297" y="182961"/>
                  </a:lnTo>
                  <a:lnTo>
                    <a:pt x="380072" y="144385"/>
                  </a:lnTo>
                  <a:lnTo>
                    <a:pt x="375958" y="189273"/>
                  </a:lnTo>
                  <a:lnTo>
                    <a:pt x="378281" y="229018"/>
                  </a:lnTo>
                  <a:lnTo>
                    <a:pt x="381598" y="267868"/>
                  </a:lnTo>
                  <a:lnTo>
                    <a:pt x="385911" y="289831"/>
                  </a:lnTo>
                  <a:lnTo>
                    <a:pt x="386442" y="289831"/>
                  </a:lnTo>
                  <a:lnTo>
                    <a:pt x="386442" y="284523"/>
                  </a:lnTo>
                  <a:lnTo>
                    <a:pt x="390689" y="267006"/>
                  </a:lnTo>
                  <a:lnTo>
                    <a:pt x="406738" y="214379"/>
                  </a:lnTo>
                  <a:lnTo>
                    <a:pt x="423326" y="178075"/>
                  </a:lnTo>
                  <a:lnTo>
                    <a:pt x="449080" y="141200"/>
                  </a:lnTo>
                  <a:lnTo>
                    <a:pt x="463943" y="128460"/>
                  </a:lnTo>
                  <a:lnTo>
                    <a:pt x="468190" y="130052"/>
                  </a:lnTo>
                  <a:lnTo>
                    <a:pt x="482199" y="167583"/>
                  </a:lnTo>
                  <a:lnTo>
                    <a:pt x="490485" y="219762"/>
                  </a:lnTo>
                  <a:lnTo>
                    <a:pt x="492707" y="235480"/>
                  </a:lnTo>
                  <a:lnTo>
                    <a:pt x="494731" y="249157"/>
                  </a:lnTo>
                  <a:lnTo>
                    <a:pt x="506409" y="286646"/>
                  </a:lnTo>
                  <a:lnTo>
                    <a:pt x="521032" y="290685"/>
                  </a:lnTo>
                  <a:lnTo>
                    <a:pt x="529036" y="290428"/>
                  </a:lnTo>
                  <a:lnTo>
                    <a:pt x="572298" y="260901"/>
                  </a:lnTo>
                  <a:lnTo>
                    <a:pt x="592934" y="225070"/>
                  </a:lnTo>
                  <a:lnTo>
                    <a:pt x="604811" y="176102"/>
                  </a:lnTo>
                  <a:lnTo>
                    <a:pt x="608328" y="119967"/>
                  </a:lnTo>
                  <a:lnTo>
                    <a:pt x="605939" y="65955"/>
                  </a:lnTo>
                  <a:lnTo>
                    <a:pt x="600755" y="27835"/>
                  </a:lnTo>
                  <a:lnTo>
                    <a:pt x="600299" y="32380"/>
                  </a:lnTo>
                  <a:lnTo>
                    <a:pt x="602887" y="83422"/>
                  </a:lnTo>
                  <a:lnTo>
                    <a:pt x="606802" y="134282"/>
                  </a:lnTo>
                  <a:lnTo>
                    <a:pt x="608859" y="160309"/>
                  </a:lnTo>
                  <a:lnTo>
                    <a:pt x="610758" y="184910"/>
                  </a:lnTo>
                  <a:lnTo>
                    <a:pt x="614159" y="227343"/>
                  </a:lnTo>
                  <a:lnTo>
                    <a:pt x="619011" y="268134"/>
                  </a:lnTo>
                  <a:lnTo>
                    <a:pt x="632746" y="298855"/>
                  </a:lnTo>
                  <a:lnTo>
                    <a:pt x="636992" y="301510"/>
                  </a:lnTo>
                  <a:lnTo>
                    <a:pt x="642301" y="301510"/>
                  </a:lnTo>
                  <a:lnTo>
                    <a:pt x="653449" y="296201"/>
                  </a:lnTo>
                  <a:lnTo>
                    <a:pt x="693260" y="268067"/>
                  </a:lnTo>
                  <a:lnTo>
                    <a:pt x="712818" y="238581"/>
                  </a:lnTo>
                  <a:lnTo>
                    <a:pt x="717678" y="228255"/>
                  </a:lnTo>
                </a:path>
              </a:pathLst>
            </a:custGeom>
            <a:ln w="37051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7" name="object 10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8315631" y="5288175"/>
              <a:ext cx="188867" cy="143216"/>
            </a:xfrm>
            <a:prstGeom prst="rect">
              <a:avLst/>
            </a:prstGeom>
          </p:spPr>
        </p:pic>
      </p:grpSp>
      <p:grpSp>
        <p:nvGrpSpPr>
          <p:cNvPr id="108" name="object 108"/>
          <p:cNvGrpSpPr/>
          <p:nvPr/>
        </p:nvGrpSpPr>
        <p:grpSpPr>
          <a:xfrm>
            <a:off x="7112717" y="5813801"/>
            <a:ext cx="2159635" cy="780415"/>
            <a:chOff x="7112717" y="5813801"/>
            <a:chExt cx="2159635" cy="780415"/>
          </a:xfrm>
        </p:grpSpPr>
        <p:sp>
          <p:nvSpPr>
            <p:cNvPr id="109" name="object 109"/>
            <p:cNvSpPr/>
            <p:nvPr/>
          </p:nvSpPr>
          <p:spPr>
            <a:xfrm>
              <a:off x="7131243" y="5895968"/>
              <a:ext cx="254000" cy="323215"/>
            </a:xfrm>
            <a:custGeom>
              <a:avLst/>
              <a:gdLst/>
              <a:ahLst/>
              <a:cxnLst/>
              <a:rect l="l" t="t" r="r" b="b"/>
              <a:pathLst>
                <a:path w="254000" h="323214">
                  <a:moveTo>
                    <a:pt x="0" y="24859"/>
                  </a:moveTo>
                  <a:lnTo>
                    <a:pt x="994" y="19887"/>
                  </a:lnTo>
                  <a:lnTo>
                    <a:pt x="1988" y="14915"/>
                  </a:lnTo>
                  <a:lnTo>
                    <a:pt x="2485" y="9943"/>
                  </a:lnTo>
                  <a:lnTo>
                    <a:pt x="2983" y="4971"/>
                  </a:lnTo>
                  <a:lnTo>
                    <a:pt x="2983" y="0"/>
                  </a:lnTo>
                  <a:lnTo>
                    <a:pt x="4971" y="13424"/>
                  </a:lnTo>
                  <a:lnTo>
                    <a:pt x="6813" y="26677"/>
                  </a:lnTo>
                  <a:lnTo>
                    <a:pt x="9260" y="45245"/>
                  </a:lnTo>
                  <a:lnTo>
                    <a:pt x="12173" y="67541"/>
                  </a:lnTo>
                  <a:lnTo>
                    <a:pt x="15413" y="91982"/>
                  </a:lnTo>
                  <a:lnTo>
                    <a:pt x="22187" y="143069"/>
                  </a:lnTo>
                  <a:lnTo>
                    <a:pt x="27843" y="196393"/>
                  </a:lnTo>
                  <a:lnTo>
                    <a:pt x="30888" y="249842"/>
                  </a:lnTo>
                  <a:lnTo>
                    <a:pt x="31408" y="273444"/>
                  </a:lnTo>
                  <a:lnTo>
                    <a:pt x="31323" y="292850"/>
                  </a:lnTo>
                  <a:lnTo>
                    <a:pt x="30702" y="306888"/>
                  </a:lnTo>
                  <a:lnTo>
                    <a:pt x="29707" y="316032"/>
                  </a:lnTo>
                  <a:lnTo>
                    <a:pt x="28526" y="321167"/>
                  </a:lnTo>
                  <a:lnTo>
                    <a:pt x="27346" y="323180"/>
                  </a:lnTo>
                  <a:lnTo>
                    <a:pt x="26297" y="322636"/>
                  </a:lnTo>
                  <a:lnTo>
                    <a:pt x="21208" y="278028"/>
                  </a:lnTo>
                  <a:lnTo>
                    <a:pt x="17138" y="227127"/>
                  </a:lnTo>
                  <a:lnTo>
                    <a:pt x="14916" y="198880"/>
                  </a:lnTo>
                  <a:lnTo>
                    <a:pt x="12694" y="170796"/>
                  </a:lnTo>
                  <a:lnTo>
                    <a:pt x="8623" y="117424"/>
                  </a:lnTo>
                  <a:lnTo>
                    <a:pt x="5640" y="70586"/>
                  </a:lnTo>
                  <a:lnTo>
                    <a:pt x="3744" y="33825"/>
                  </a:lnTo>
                  <a:lnTo>
                    <a:pt x="2983" y="20385"/>
                  </a:lnTo>
                  <a:lnTo>
                    <a:pt x="1988" y="4971"/>
                  </a:lnTo>
                  <a:lnTo>
                    <a:pt x="994" y="0"/>
                  </a:lnTo>
                  <a:lnTo>
                    <a:pt x="497" y="0"/>
                  </a:lnTo>
                  <a:lnTo>
                    <a:pt x="0" y="0"/>
                  </a:lnTo>
                  <a:lnTo>
                    <a:pt x="0" y="4971"/>
                  </a:lnTo>
                  <a:lnTo>
                    <a:pt x="3977" y="16904"/>
                  </a:lnTo>
                  <a:lnTo>
                    <a:pt x="19219" y="55080"/>
                  </a:lnTo>
                  <a:lnTo>
                    <a:pt x="35518" y="92137"/>
                  </a:lnTo>
                  <a:lnTo>
                    <a:pt x="53977" y="132721"/>
                  </a:lnTo>
                  <a:lnTo>
                    <a:pt x="76941" y="179800"/>
                  </a:lnTo>
                  <a:lnTo>
                    <a:pt x="101926" y="213796"/>
                  </a:lnTo>
                  <a:lnTo>
                    <a:pt x="106400" y="215784"/>
                  </a:lnTo>
                  <a:lnTo>
                    <a:pt x="111372" y="215784"/>
                  </a:lnTo>
                  <a:lnTo>
                    <a:pt x="120322" y="205840"/>
                  </a:lnTo>
                  <a:lnTo>
                    <a:pt x="145492" y="168364"/>
                  </a:lnTo>
                  <a:lnTo>
                    <a:pt x="164751" y="129893"/>
                  </a:lnTo>
                  <a:lnTo>
                    <a:pt x="182324" y="88626"/>
                  </a:lnTo>
                  <a:lnTo>
                    <a:pt x="199190" y="44375"/>
                  </a:lnTo>
                  <a:lnTo>
                    <a:pt x="207829" y="18893"/>
                  </a:lnTo>
                  <a:lnTo>
                    <a:pt x="209818" y="12927"/>
                  </a:lnTo>
                  <a:lnTo>
                    <a:pt x="210812" y="15413"/>
                  </a:lnTo>
                  <a:lnTo>
                    <a:pt x="211426" y="18909"/>
                  </a:lnTo>
                  <a:lnTo>
                    <a:pt x="211993" y="25854"/>
                  </a:lnTo>
                  <a:lnTo>
                    <a:pt x="212840" y="36528"/>
                  </a:lnTo>
                  <a:lnTo>
                    <a:pt x="214292" y="51211"/>
                  </a:lnTo>
                  <a:lnTo>
                    <a:pt x="216577" y="69934"/>
                  </a:lnTo>
                  <a:lnTo>
                    <a:pt x="219513" y="91733"/>
                  </a:lnTo>
                  <a:lnTo>
                    <a:pt x="222823" y="115397"/>
                  </a:lnTo>
                  <a:lnTo>
                    <a:pt x="226225" y="139713"/>
                  </a:lnTo>
                  <a:lnTo>
                    <a:pt x="229496" y="163641"/>
                  </a:lnTo>
                  <a:lnTo>
                    <a:pt x="235664" y="209072"/>
                  </a:lnTo>
                  <a:lnTo>
                    <a:pt x="241615" y="249967"/>
                  </a:lnTo>
                  <a:lnTo>
                    <a:pt x="249097" y="295834"/>
                  </a:lnTo>
                  <a:lnTo>
                    <a:pt x="252577" y="315224"/>
                  </a:lnTo>
                  <a:lnTo>
                    <a:pt x="253074" y="315224"/>
                  </a:lnTo>
                  <a:lnTo>
                    <a:pt x="253572" y="315224"/>
                  </a:lnTo>
                  <a:lnTo>
                    <a:pt x="253572" y="310252"/>
                  </a:lnTo>
                  <a:lnTo>
                    <a:pt x="253074" y="303789"/>
                  </a:lnTo>
                  <a:lnTo>
                    <a:pt x="252577" y="297325"/>
                  </a:lnTo>
                  <a:lnTo>
                    <a:pt x="251583" y="289370"/>
                  </a:lnTo>
                  <a:lnTo>
                    <a:pt x="250588" y="281415"/>
                  </a:lnTo>
                </a:path>
              </a:pathLst>
            </a:custGeom>
            <a:ln w="37051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7443982" y="6030212"/>
              <a:ext cx="316865" cy="156210"/>
            </a:xfrm>
            <a:custGeom>
              <a:avLst/>
              <a:gdLst/>
              <a:ahLst/>
              <a:cxnLst/>
              <a:rect l="l" t="t" r="r" b="b"/>
              <a:pathLst>
                <a:path w="316865" h="156210">
                  <a:moveTo>
                    <a:pt x="89992" y="63641"/>
                  </a:moveTo>
                  <a:lnTo>
                    <a:pt x="81416" y="21255"/>
                  </a:lnTo>
                  <a:lnTo>
                    <a:pt x="57372" y="14480"/>
                  </a:lnTo>
                  <a:lnTo>
                    <a:pt x="46550" y="16656"/>
                  </a:lnTo>
                  <a:lnTo>
                    <a:pt x="15522" y="45866"/>
                  </a:lnTo>
                  <a:lnTo>
                    <a:pt x="0" y="98445"/>
                  </a:lnTo>
                  <a:lnTo>
                    <a:pt x="419" y="113548"/>
                  </a:lnTo>
                  <a:lnTo>
                    <a:pt x="28114" y="147761"/>
                  </a:lnTo>
                  <a:lnTo>
                    <a:pt x="39589" y="149159"/>
                  </a:lnTo>
                  <a:lnTo>
                    <a:pt x="51529" y="146829"/>
                  </a:lnTo>
                  <a:lnTo>
                    <a:pt x="82970" y="115101"/>
                  </a:lnTo>
                  <a:lnTo>
                    <a:pt x="100349" y="73329"/>
                  </a:lnTo>
                  <a:lnTo>
                    <a:pt x="103914" y="48228"/>
                  </a:lnTo>
                  <a:lnTo>
                    <a:pt x="103914" y="39775"/>
                  </a:lnTo>
                  <a:lnTo>
                    <a:pt x="102920" y="33809"/>
                  </a:lnTo>
                  <a:lnTo>
                    <a:pt x="101926" y="33312"/>
                  </a:lnTo>
                  <a:lnTo>
                    <a:pt x="100931" y="32815"/>
                  </a:lnTo>
                  <a:lnTo>
                    <a:pt x="99936" y="37787"/>
                  </a:lnTo>
                  <a:lnTo>
                    <a:pt x="99936" y="52703"/>
                  </a:lnTo>
                  <a:lnTo>
                    <a:pt x="102873" y="96542"/>
                  </a:lnTo>
                  <a:lnTo>
                    <a:pt x="115909" y="136605"/>
                  </a:lnTo>
                  <a:lnTo>
                    <a:pt x="143815" y="155747"/>
                  </a:lnTo>
                  <a:lnTo>
                    <a:pt x="151366" y="153603"/>
                  </a:lnTo>
                  <a:lnTo>
                    <a:pt x="181757" y="118947"/>
                  </a:lnTo>
                  <a:lnTo>
                    <a:pt x="196704" y="75885"/>
                  </a:lnTo>
                  <a:lnTo>
                    <a:pt x="202500" y="36909"/>
                  </a:lnTo>
                  <a:lnTo>
                    <a:pt x="202981" y="27408"/>
                  </a:lnTo>
                  <a:lnTo>
                    <a:pt x="202904" y="19491"/>
                  </a:lnTo>
                  <a:lnTo>
                    <a:pt x="202360" y="12927"/>
                  </a:lnTo>
                  <a:lnTo>
                    <a:pt x="201365" y="4971"/>
                  </a:lnTo>
                  <a:lnTo>
                    <a:pt x="199377" y="0"/>
                  </a:lnTo>
                  <a:lnTo>
                    <a:pt x="197885" y="0"/>
                  </a:lnTo>
                  <a:lnTo>
                    <a:pt x="196393" y="0"/>
                  </a:lnTo>
                  <a:lnTo>
                    <a:pt x="195399" y="4971"/>
                  </a:lnTo>
                  <a:lnTo>
                    <a:pt x="196393" y="23368"/>
                  </a:lnTo>
                  <a:lnTo>
                    <a:pt x="197473" y="39302"/>
                  </a:lnTo>
                  <a:lnTo>
                    <a:pt x="202857" y="94468"/>
                  </a:lnTo>
                  <a:lnTo>
                    <a:pt x="207402" y="126770"/>
                  </a:lnTo>
                  <a:lnTo>
                    <a:pt x="208326" y="133249"/>
                  </a:lnTo>
                  <a:lnTo>
                    <a:pt x="209320" y="141204"/>
                  </a:lnTo>
                  <a:lnTo>
                    <a:pt x="209320" y="147171"/>
                  </a:lnTo>
                  <a:lnTo>
                    <a:pt x="209320" y="141204"/>
                  </a:lnTo>
                  <a:lnTo>
                    <a:pt x="210315" y="123802"/>
                  </a:lnTo>
                  <a:lnTo>
                    <a:pt x="215699" y="73321"/>
                  </a:lnTo>
                  <a:lnTo>
                    <a:pt x="232192" y="29521"/>
                  </a:lnTo>
                  <a:lnTo>
                    <a:pt x="263018" y="5842"/>
                  </a:lnTo>
                  <a:lnTo>
                    <a:pt x="270678" y="6354"/>
                  </a:lnTo>
                  <a:lnTo>
                    <a:pt x="300666" y="38820"/>
                  </a:lnTo>
                  <a:lnTo>
                    <a:pt x="313049" y="85518"/>
                  </a:lnTo>
                  <a:lnTo>
                    <a:pt x="316296" y="125605"/>
                  </a:lnTo>
                  <a:lnTo>
                    <a:pt x="316716" y="140707"/>
                  </a:lnTo>
                  <a:lnTo>
                    <a:pt x="316716" y="142199"/>
                  </a:lnTo>
                  <a:lnTo>
                    <a:pt x="316716" y="137227"/>
                  </a:lnTo>
                  <a:lnTo>
                    <a:pt x="316716" y="132255"/>
                  </a:lnTo>
                </a:path>
              </a:pathLst>
            </a:custGeom>
            <a:ln w="37051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1" name="object 11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802023" y="6002426"/>
              <a:ext cx="200940" cy="192387"/>
            </a:xfrm>
            <a:prstGeom prst="rect">
              <a:avLst/>
            </a:prstGeom>
          </p:spPr>
        </p:pic>
        <p:sp>
          <p:nvSpPr>
            <p:cNvPr id="112" name="object 112"/>
            <p:cNvSpPr/>
            <p:nvPr/>
          </p:nvSpPr>
          <p:spPr>
            <a:xfrm>
              <a:off x="8009291" y="6012492"/>
              <a:ext cx="140970" cy="563245"/>
            </a:xfrm>
            <a:custGeom>
              <a:avLst/>
              <a:gdLst/>
              <a:ahLst/>
              <a:cxnLst/>
              <a:rect l="l" t="t" r="r" b="b"/>
              <a:pathLst>
                <a:path w="140970" h="563245">
                  <a:moveTo>
                    <a:pt x="118341" y="63462"/>
                  </a:moveTo>
                  <a:lnTo>
                    <a:pt x="102819" y="25706"/>
                  </a:lnTo>
                  <a:lnTo>
                    <a:pt x="64775" y="0"/>
                  </a:lnTo>
                  <a:lnTo>
                    <a:pt x="53208" y="318"/>
                  </a:lnTo>
                  <a:lnTo>
                    <a:pt x="12934" y="32139"/>
                  </a:lnTo>
                  <a:lnTo>
                    <a:pt x="0" y="80243"/>
                  </a:lnTo>
                  <a:lnTo>
                    <a:pt x="505" y="95780"/>
                  </a:lnTo>
                  <a:lnTo>
                    <a:pt x="24370" y="135059"/>
                  </a:lnTo>
                  <a:lnTo>
                    <a:pt x="62654" y="136054"/>
                  </a:lnTo>
                  <a:lnTo>
                    <a:pt x="93139" y="109694"/>
                  </a:lnTo>
                  <a:lnTo>
                    <a:pt x="112872" y="73034"/>
                  </a:lnTo>
                  <a:lnTo>
                    <a:pt x="105554" y="127034"/>
                  </a:lnTo>
                  <a:lnTo>
                    <a:pt x="104831" y="181244"/>
                  </a:lnTo>
                  <a:lnTo>
                    <a:pt x="106525" y="238687"/>
                  </a:lnTo>
                  <a:lnTo>
                    <a:pt x="110984" y="295297"/>
                  </a:lnTo>
                  <a:lnTo>
                    <a:pt x="117836" y="349399"/>
                  </a:lnTo>
                  <a:lnTo>
                    <a:pt x="125970" y="401535"/>
                  </a:lnTo>
                  <a:lnTo>
                    <a:pt x="130025" y="426481"/>
                  </a:lnTo>
                  <a:lnTo>
                    <a:pt x="133707" y="450028"/>
                  </a:lnTo>
                  <a:lnTo>
                    <a:pt x="136737" y="471664"/>
                  </a:lnTo>
                  <a:lnTo>
                    <a:pt x="138889" y="490946"/>
                  </a:lnTo>
                  <a:lnTo>
                    <a:pt x="140155" y="507711"/>
                  </a:lnTo>
                  <a:lnTo>
                    <a:pt x="140583" y="521865"/>
                  </a:lnTo>
                  <a:lnTo>
                    <a:pt x="140218" y="533316"/>
                  </a:lnTo>
                  <a:lnTo>
                    <a:pt x="123313" y="562651"/>
                  </a:lnTo>
                  <a:lnTo>
                    <a:pt x="113866" y="559668"/>
                  </a:lnTo>
                  <a:lnTo>
                    <a:pt x="73096" y="530830"/>
                  </a:lnTo>
                  <a:lnTo>
                    <a:pt x="45874" y="497518"/>
                  </a:lnTo>
                  <a:lnTo>
                    <a:pt x="22381" y="455256"/>
                  </a:lnTo>
                  <a:lnTo>
                    <a:pt x="9889" y="409451"/>
                  </a:lnTo>
                  <a:lnTo>
                    <a:pt x="8048" y="386246"/>
                  </a:lnTo>
                  <a:lnTo>
                    <a:pt x="8957" y="363274"/>
                  </a:lnTo>
                  <a:lnTo>
                    <a:pt x="17844" y="319955"/>
                  </a:lnTo>
                  <a:lnTo>
                    <a:pt x="40241" y="272752"/>
                  </a:lnTo>
                  <a:lnTo>
                    <a:pt x="56447" y="255288"/>
                  </a:lnTo>
                  <a:lnTo>
                    <a:pt x="64643" y="248421"/>
                  </a:lnTo>
                </a:path>
              </a:pathLst>
            </a:custGeom>
            <a:ln w="37051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3" name="object 113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175001" y="6000748"/>
              <a:ext cx="144181" cy="196877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8362678" y="5978872"/>
              <a:ext cx="239908" cy="205104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8636263" y="5978383"/>
              <a:ext cx="163215" cy="209066"/>
            </a:xfrm>
            <a:prstGeom prst="rect">
              <a:avLst/>
            </a:prstGeom>
          </p:spPr>
        </p:pic>
        <p:sp>
          <p:nvSpPr>
            <p:cNvPr id="116" name="object 116"/>
            <p:cNvSpPr/>
            <p:nvPr/>
          </p:nvSpPr>
          <p:spPr>
            <a:xfrm>
              <a:off x="8856528" y="5832327"/>
              <a:ext cx="363220" cy="339725"/>
            </a:xfrm>
            <a:custGeom>
              <a:avLst/>
              <a:gdLst/>
              <a:ahLst/>
              <a:cxnLst/>
              <a:rect l="l" t="t" r="r" b="b"/>
              <a:pathLst>
                <a:path w="363220" h="339725">
                  <a:moveTo>
                    <a:pt x="7955" y="183963"/>
                  </a:moveTo>
                  <a:lnTo>
                    <a:pt x="7955" y="177997"/>
                  </a:lnTo>
                  <a:lnTo>
                    <a:pt x="7955" y="172031"/>
                  </a:lnTo>
                  <a:lnTo>
                    <a:pt x="6960" y="166561"/>
                  </a:lnTo>
                  <a:lnTo>
                    <a:pt x="5966" y="161092"/>
                  </a:lnTo>
                  <a:lnTo>
                    <a:pt x="3977" y="156120"/>
                  </a:lnTo>
                  <a:lnTo>
                    <a:pt x="2485" y="156120"/>
                  </a:lnTo>
                  <a:lnTo>
                    <a:pt x="994" y="156120"/>
                  </a:lnTo>
                  <a:lnTo>
                    <a:pt x="0" y="161092"/>
                  </a:lnTo>
                  <a:lnTo>
                    <a:pt x="0" y="177997"/>
                  </a:lnTo>
                  <a:lnTo>
                    <a:pt x="1468" y="230296"/>
                  </a:lnTo>
                  <a:lnTo>
                    <a:pt x="3674" y="270235"/>
                  </a:lnTo>
                  <a:lnTo>
                    <a:pt x="6051" y="304496"/>
                  </a:lnTo>
                  <a:lnTo>
                    <a:pt x="6960" y="317710"/>
                  </a:lnTo>
                  <a:lnTo>
                    <a:pt x="7955" y="333123"/>
                  </a:lnTo>
                  <a:lnTo>
                    <a:pt x="7955" y="339090"/>
                  </a:lnTo>
                  <a:lnTo>
                    <a:pt x="8452" y="339587"/>
                  </a:lnTo>
                  <a:lnTo>
                    <a:pt x="8996" y="338802"/>
                  </a:lnTo>
                  <a:lnTo>
                    <a:pt x="10192" y="335174"/>
                  </a:lnTo>
                  <a:lnTo>
                    <a:pt x="12507" y="327911"/>
                  </a:lnTo>
                  <a:lnTo>
                    <a:pt x="16407" y="316219"/>
                  </a:lnTo>
                  <a:lnTo>
                    <a:pt x="29272" y="280234"/>
                  </a:lnTo>
                  <a:lnTo>
                    <a:pt x="44747" y="240147"/>
                  </a:lnTo>
                  <a:lnTo>
                    <a:pt x="63765" y="198545"/>
                  </a:lnTo>
                  <a:lnTo>
                    <a:pt x="83529" y="174019"/>
                  </a:lnTo>
                  <a:lnTo>
                    <a:pt x="88501" y="172031"/>
                  </a:lnTo>
                  <a:lnTo>
                    <a:pt x="94467" y="172031"/>
                  </a:lnTo>
                  <a:lnTo>
                    <a:pt x="99439" y="174019"/>
                  </a:lnTo>
                  <a:lnTo>
                    <a:pt x="104411" y="176008"/>
                  </a:lnTo>
                  <a:lnTo>
                    <a:pt x="121526" y="223778"/>
                  </a:lnTo>
                  <a:lnTo>
                    <a:pt x="128238" y="254853"/>
                  </a:lnTo>
                  <a:lnTo>
                    <a:pt x="131820" y="271284"/>
                  </a:lnTo>
                  <a:lnTo>
                    <a:pt x="142944" y="309708"/>
                  </a:lnTo>
                  <a:lnTo>
                    <a:pt x="181353" y="316592"/>
                  </a:lnTo>
                  <a:lnTo>
                    <a:pt x="201707" y="283994"/>
                  </a:lnTo>
                  <a:lnTo>
                    <a:pt x="216499" y="248320"/>
                  </a:lnTo>
                  <a:lnTo>
                    <a:pt x="229100" y="204450"/>
                  </a:lnTo>
                  <a:lnTo>
                    <a:pt x="237645" y="155553"/>
                  </a:lnTo>
                  <a:lnTo>
                    <a:pt x="241421" y="105134"/>
                  </a:lnTo>
                  <a:lnTo>
                    <a:pt x="241545" y="60277"/>
                  </a:lnTo>
                  <a:lnTo>
                    <a:pt x="240232" y="17456"/>
                  </a:lnTo>
                  <a:lnTo>
                    <a:pt x="236666" y="0"/>
                  </a:lnTo>
                  <a:lnTo>
                    <a:pt x="235175" y="0"/>
                  </a:lnTo>
                  <a:lnTo>
                    <a:pt x="230988" y="46845"/>
                  </a:lnTo>
                  <a:lnTo>
                    <a:pt x="230506" y="94483"/>
                  </a:lnTo>
                  <a:lnTo>
                    <a:pt x="232751" y="147186"/>
                  </a:lnTo>
                  <a:lnTo>
                    <a:pt x="237910" y="198988"/>
                  </a:lnTo>
                  <a:lnTo>
                    <a:pt x="244575" y="248755"/>
                  </a:lnTo>
                  <a:lnTo>
                    <a:pt x="251629" y="291638"/>
                  </a:lnTo>
                  <a:lnTo>
                    <a:pt x="264921" y="331329"/>
                  </a:lnTo>
                  <a:lnTo>
                    <a:pt x="277437" y="336355"/>
                  </a:lnTo>
                  <a:lnTo>
                    <a:pt x="283870" y="334957"/>
                  </a:lnTo>
                  <a:lnTo>
                    <a:pt x="327312" y="304985"/>
                  </a:lnTo>
                  <a:lnTo>
                    <a:pt x="353136" y="268860"/>
                  </a:lnTo>
                  <a:lnTo>
                    <a:pt x="358372" y="256290"/>
                  </a:lnTo>
                  <a:lnTo>
                    <a:pt x="362956" y="243627"/>
                  </a:lnTo>
                </a:path>
              </a:pathLst>
            </a:custGeom>
            <a:ln w="37051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9007675" y="5920828"/>
              <a:ext cx="245745" cy="18415"/>
            </a:xfrm>
            <a:custGeom>
              <a:avLst/>
              <a:gdLst/>
              <a:ahLst/>
              <a:cxnLst/>
              <a:rect l="l" t="t" r="r" b="b"/>
              <a:pathLst>
                <a:path w="245745" h="18414">
                  <a:moveTo>
                    <a:pt x="0" y="17899"/>
                  </a:moveTo>
                  <a:lnTo>
                    <a:pt x="42324" y="17837"/>
                  </a:lnTo>
                  <a:lnTo>
                    <a:pt x="88004" y="17402"/>
                  </a:lnTo>
                  <a:lnTo>
                    <a:pt x="137724" y="16283"/>
                  </a:lnTo>
                  <a:lnTo>
                    <a:pt x="181478" y="14419"/>
                  </a:lnTo>
                  <a:lnTo>
                    <a:pt x="219513" y="10433"/>
                  </a:lnTo>
                  <a:lnTo>
                    <a:pt x="244622" y="3480"/>
                  </a:lnTo>
                  <a:lnTo>
                    <a:pt x="245616" y="1988"/>
                  </a:lnTo>
                  <a:lnTo>
                    <a:pt x="240644" y="994"/>
                  </a:lnTo>
                  <a:lnTo>
                    <a:pt x="235672" y="0"/>
                  </a:lnTo>
                </a:path>
              </a:pathLst>
            </a:custGeom>
            <a:ln w="37051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03550" y="1047780"/>
            <a:ext cx="924560" cy="391160"/>
            <a:chOff x="903550" y="1047780"/>
            <a:chExt cx="924560" cy="391160"/>
          </a:xfrm>
        </p:grpSpPr>
        <p:sp>
          <p:nvSpPr>
            <p:cNvPr id="3" name="object 3"/>
            <p:cNvSpPr/>
            <p:nvPr/>
          </p:nvSpPr>
          <p:spPr>
            <a:xfrm>
              <a:off x="921925" y="1066155"/>
              <a:ext cx="191135" cy="354330"/>
            </a:xfrm>
            <a:custGeom>
              <a:avLst/>
              <a:gdLst/>
              <a:ahLst/>
              <a:cxnLst/>
              <a:rect l="l" t="t" r="r" b="b"/>
              <a:pathLst>
                <a:path w="191134" h="354330">
                  <a:moveTo>
                    <a:pt x="135005" y="24076"/>
                  </a:moveTo>
                  <a:lnTo>
                    <a:pt x="137540" y="12671"/>
                  </a:lnTo>
                  <a:lnTo>
                    <a:pt x="140074" y="1267"/>
                  </a:lnTo>
                  <a:lnTo>
                    <a:pt x="140074" y="0"/>
                  </a:lnTo>
                  <a:lnTo>
                    <a:pt x="139540" y="1029"/>
                  </a:lnTo>
                  <a:lnTo>
                    <a:pt x="137698" y="6335"/>
                  </a:lnTo>
                  <a:lnTo>
                    <a:pt x="134194" y="16394"/>
                  </a:lnTo>
                  <a:lnTo>
                    <a:pt x="120928" y="52341"/>
                  </a:lnTo>
                  <a:lnTo>
                    <a:pt x="100692" y="104830"/>
                  </a:lnTo>
                  <a:lnTo>
                    <a:pt x="78001" y="162488"/>
                  </a:lnTo>
                  <a:lnTo>
                    <a:pt x="55707" y="217710"/>
                  </a:lnTo>
                  <a:lnTo>
                    <a:pt x="34877" y="267002"/>
                  </a:lnTo>
                  <a:lnTo>
                    <a:pt x="25551" y="288445"/>
                  </a:lnTo>
                  <a:lnTo>
                    <a:pt x="17414" y="307275"/>
                  </a:lnTo>
                  <a:lnTo>
                    <a:pt x="2821" y="345073"/>
                  </a:lnTo>
                  <a:lnTo>
                    <a:pt x="49" y="354181"/>
                  </a:lnTo>
                  <a:lnTo>
                    <a:pt x="0" y="353933"/>
                  </a:lnTo>
                  <a:lnTo>
                    <a:pt x="15087" y="307007"/>
                  </a:lnTo>
                  <a:lnTo>
                    <a:pt x="33679" y="255033"/>
                  </a:lnTo>
                  <a:lnTo>
                    <a:pt x="55400" y="197405"/>
                  </a:lnTo>
                  <a:lnTo>
                    <a:pt x="76922" y="142440"/>
                  </a:lnTo>
                  <a:lnTo>
                    <a:pt x="86852" y="117215"/>
                  </a:lnTo>
                  <a:lnTo>
                    <a:pt x="95871" y="94118"/>
                  </a:lnTo>
                  <a:lnTo>
                    <a:pt x="110820" y="56004"/>
                  </a:lnTo>
                  <a:lnTo>
                    <a:pt x="127501" y="20522"/>
                  </a:lnTo>
                  <a:lnTo>
                    <a:pt x="129303" y="19641"/>
                  </a:lnTo>
                  <a:lnTo>
                    <a:pt x="131204" y="20275"/>
                  </a:lnTo>
                  <a:lnTo>
                    <a:pt x="131204" y="27878"/>
                  </a:lnTo>
                  <a:lnTo>
                    <a:pt x="133105" y="41183"/>
                  </a:lnTo>
                  <a:lnTo>
                    <a:pt x="140589" y="81011"/>
                  </a:lnTo>
                  <a:lnTo>
                    <a:pt x="149103" y="119037"/>
                  </a:lnTo>
                  <a:lnTo>
                    <a:pt x="154172" y="141609"/>
                  </a:lnTo>
                  <a:lnTo>
                    <a:pt x="164784" y="193880"/>
                  </a:lnTo>
                  <a:lnTo>
                    <a:pt x="174605" y="252488"/>
                  </a:lnTo>
                  <a:lnTo>
                    <a:pt x="178862" y="279416"/>
                  </a:lnTo>
                  <a:lnTo>
                    <a:pt x="182525" y="301592"/>
                  </a:lnTo>
                  <a:lnTo>
                    <a:pt x="185495" y="317224"/>
                  </a:lnTo>
                  <a:lnTo>
                    <a:pt x="187752" y="326857"/>
                  </a:lnTo>
                  <a:lnTo>
                    <a:pt x="189297" y="331619"/>
                  </a:lnTo>
                  <a:lnTo>
                    <a:pt x="190128" y="332638"/>
                  </a:lnTo>
                  <a:lnTo>
                    <a:pt x="190762" y="332005"/>
                  </a:lnTo>
                  <a:lnTo>
                    <a:pt x="180624" y="297790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991036" y="1299318"/>
              <a:ext cx="92710" cy="11430"/>
            </a:xfrm>
            <a:custGeom>
              <a:avLst/>
              <a:gdLst/>
              <a:ahLst/>
              <a:cxnLst/>
              <a:rect l="l" t="t" r="r" b="b"/>
              <a:pathLst>
                <a:path w="92709" h="11430">
                  <a:moveTo>
                    <a:pt x="12671" y="11404"/>
                  </a:moveTo>
                  <a:lnTo>
                    <a:pt x="6335" y="7603"/>
                  </a:lnTo>
                  <a:lnTo>
                    <a:pt x="0" y="3801"/>
                  </a:lnTo>
                  <a:lnTo>
                    <a:pt x="2534" y="1900"/>
                  </a:lnTo>
                  <a:lnTo>
                    <a:pt x="6039" y="801"/>
                  </a:lnTo>
                  <a:lnTo>
                    <a:pt x="12513" y="237"/>
                  </a:lnTo>
                  <a:lnTo>
                    <a:pt x="21601" y="29"/>
                  </a:lnTo>
                  <a:lnTo>
                    <a:pt x="32947" y="0"/>
                  </a:lnTo>
                  <a:lnTo>
                    <a:pt x="46173" y="0"/>
                  </a:lnTo>
                  <a:lnTo>
                    <a:pt x="60825" y="0"/>
                  </a:lnTo>
                  <a:lnTo>
                    <a:pt x="76427" y="0"/>
                  </a:lnTo>
                  <a:lnTo>
                    <a:pt x="92505" y="0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6107" y="1207446"/>
              <a:ext cx="190516" cy="19768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381887" y="1088964"/>
              <a:ext cx="427990" cy="306070"/>
            </a:xfrm>
            <a:custGeom>
              <a:avLst/>
              <a:gdLst/>
              <a:ahLst/>
              <a:cxnLst/>
              <a:rect l="l" t="t" r="r" b="b"/>
              <a:pathLst>
                <a:path w="427989" h="306069">
                  <a:moveTo>
                    <a:pt x="108424" y="195148"/>
                  </a:moveTo>
                  <a:lnTo>
                    <a:pt x="91386" y="150241"/>
                  </a:lnTo>
                  <a:lnTo>
                    <a:pt x="43213" y="141203"/>
                  </a:lnTo>
                  <a:lnTo>
                    <a:pt x="12117" y="175506"/>
                  </a:lnTo>
                  <a:lnTo>
                    <a:pt x="1663" y="215977"/>
                  </a:lnTo>
                  <a:lnTo>
                    <a:pt x="0" y="237074"/>
                  </a:lnTo>
                  <a:lnTo>
                    <a:pt x="712" y="255973"/>
                  </a:lnTo>
                  <a:lnTo>
                    <a:pt x="26690" y="295890"/>
                  </a:lnTo>
                  <a:lnTo>
                    <a:pt x="64824" y="298028"/>
                  </a:lnTo>
                  <a:lnTo>
                    <a:pt x="97732" y="273872"/>
                  </a:lnTo>
                  <a:lnTo>
                    <a:pt x="110958" y="236331"/>
                  </a:lnTo>
                  <a:lnTo>
                    <a:pt x="117215" y="178991"/>
                  </a:lnTo>
                  <a:lnTo>
                    <a:pt x="119195" y="115948"/>
                  </a:lnTo>
                  <a:lnTo>
                    <a:pt x="119670" y="62805"/>
                  </a:lnTo>
                  <a:lnTo>
                    <a:pt x="118591" y="13374"/>
                  </a:lnTo>
                  <a:lnTo>
                    <a:pt x="105414" y="66052"/>
                  </a:lnTo>
                  <a:lnTo>
                    <a:pt x="109058" y="115948"/>
                  </a:lnTo>
                  <a:lnTo>
                    <a:pt x="118324" y="171150"/>
                  </a:lnTo>
                  <a:lnTo>
                    <a:pt x="129966" y="219224"/>
                  </a:lnTo>
                  <a:lnTo>
                    <a:pt x="145737" y="260388"/>
                  </a:lnTo>
                  <a:lnTo>
                    <a:pt x="173051" y="289554"/>
                  </a:lnTo>
                  <a:lnTo>
                    <a:pt x="209572" y="257577"/>
                  </a:lnTo>
                  <a:lnTo>
                    <a:pt x="220096" y="204889"/>
                  </a:lnTo>
                  <a:lnTo>
                    <a:pt x="224234" y="155399"/>
                  </a:lnTo>
                  <a:lnTo>
                    <a:pt x="218670" y="208453"/>
                  </a:lnTo>
                  <a:lnTo>
                    <a:pt x="234084" y="257013"/>
                  </a:lnTo>
                  <a:lnTo>
                    <a:pt x="252855" y="292365"/>
                  </a:lnTo>
                  <a:lnTo>
                    <a:pt x="273793" y="306027"/>
                  </a:lnTo>
                  <a:lnTo>
                    <a:pt x="279357" y="305740"/>
                  </a:lnTo>
                  <a:lnTo>
                    <a:pt x="306295" y="272862"/>
                  </a:lnTo>
                  <a:lnTo>
                    <a:pt x="319184" y="231877"/>
                  </a:lnTo>
                  <a:lnTo>
                    <a:pt x="326768" y="182713"/>
                  </a:lnTo>
                  <a:lnTo>
                    <a:pt x="328570" y="131550"/>
                  </a:lnTo>
                  <a:lnTo>
                    <a:pt x="327698" y="82357"/>
                  </a:lnTo>
                  <a:lnTo>
                    <a:pt x="326055" y="40599"/>
                  </a:lnTo>
                  <a:lnTo>
                    <a:pt x="322580" y="0"/>
                  </a:lnTo>
                  <a:lnTo>
                    <a:pt x="320046" y="0"/>
                  </a:lnTo>
                  <a:lnTo>
                    <a:pt x="310750" y="43015"/>
                  </a:lnTo>
                  <a:lnTo>
                    <a:pt x="311007" y="87545"/>
                  </a:lnTo>
                  <a:lnTo>
                    <a:pt x="314779" y="138550"/>
                  </a:lnTo>
                  <a:lnTo>
                    <a:pt x="321352" y="188426"/>
                  </a:lnTo>
                  <a:lnTo>
                    <a:pt x="328916" y="231035"/>
                  </a:lnTo>
                  <a:lnTo>
                    <a:pt x="340321" y="273714"/>
                  </a:lnTo>
                  <a:lnTo>
                    <a:pt x="356161" y="291454"/>
                  </a:lnTo>
                  <a:lnTo>
                    <a:pt x="361863" y="292722"/>
                  </a:lnTo>
                  <a:lnTo>
                    <a:pt x="396840" y="268566"/>
                  </a:lnTo>
                  <a:lnTo>
                    <a:pt x="422035" y="226451"/>
                  </a:lnTo>
                  <a:lnTo>
                    <a:pt x="427757" y="214156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653779" y="1192873"/>
              <a:ext cx="137160" cy="19050"/>
            </a:xfrm>
            <a:custGeom>
              <a:avLst/>
              <a:gdLst/>
              <a:ahLst/>
              <a:cxnLst/>
              <a:rect l="l" t="t" r="r" b="b"/>
              <a:pathLst>
                <a:path w="137160" h="19050">
                  <a:moveTo>
                    <a:pt x="7603" y="19007"/>
                  </a:moveTo>
                  <a:lnTo>
                    <a:pt x="3801" y="12671"/>
                  </a:lnTo>
                  <a:lnTo>
                    <a:pt x="0" y="6335"/>
                  </a:lnTo>
                  <a:lnTo>
                    <a:pt x="1267" y="3167"/>
                  </a:lnTo>
                  <a:lnTo>
                    <a:pt x="3356" y="1336"/>
                  </a:lnTo>
                  <a:lnTo>
                    <a:pt x="8474" y="395"/>
                  </a:lnTo>
                  <a:lnTo>
                    <a:pt x="17750" y="49"/>
                  </a:lnTo>
                  <a:lnTo>
                    <a:pt x="32313" y="0"/>
                  </a:lnTo>
                  <a:lnTo>
                    <a:pt x="52836" y="0"/>
                  </a:lnTo>
                  <a:lnTo>
                    <a:pt x="78170" y="0"/>
                  </a:lnTo>
                  <a:lnTo>
                    <a:pt x="106711" y="0"/>
                  </a:lnTo>
                  <a:lnTo>
                    <a:pt x="136857" y="0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577748" y="1097833"/>
              <a:ext cx="22860" cy="15240"/>
            </a:xfrm>
            <a:custGeom>
              <a:avLst/>
              <a:gdLst/>
              <a:ahLst/>
              <a:cxnLst/>
              <a:rect l="l" t="t" r="r" b="b"/>
              <a:pathLst>
                <a:path w="22859" h="15240">
                  <a:moveTo>
                    <a:pt x="0" y="15220"/>
                  </a:moveTo>
                  <a:lnTo>
                    <a:pt x="1268" y="8878"/>
                  </a:lnTo>
                  <a:lnTo>
                    <a:pt x="2536" y="2536"/>
                  </a:lnTo>
                  <a:lnTo>
                    <a:pt x="6341" y="1268"/>
                  </a:lnTo>
                  <a:lnTo>
                    <a:pt x="10146" y="0"/>
                  </a:lnTo>
                  <a:lnTo>
                    <a:pt x="16488" y="3805"/>
                  </a:lnTo>
                  <a:lnTo>
                    <a:pt x="22830" y="7610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1915317" y="1078766"/>
            <a:ext cx="567690" cy="487680"/>
            <a:chOff x="1915317" y="1078766"/>
            <a:chExt cx="567690" cy="487680"/>
          </a:xfrm>
        </p:grpSpPr>
        <p:sp>
          <p:nvSpPr>
            <p:cNvPr id="10" name="object 10"/>
            <p:cNvSpPr/>
            <p:nvPr/>
          </p:nvSpPr>
          <p:spPr>
            <a:xfrm>
              <a:off x="1933692" y="1097141"/>
              <a:ext cx="161290" cy="254635"/>
            </a:xfrm>
            <a:custGeom>
              <a:avLst/>
              <a:gdLst/>
              <a:ahLst/>
              <a:cxnLst/>
              <a:rect l="l" t="t" r="r" b="b"/>
              <a:pathLst>
                <a:path w="161289" h="254634">
                  <a:moveTo>
                    <a:pt x="161072" y="53915"/>
                  </a:moveTo>
                  <a:lnTo>
                    <a:pt x="161072" y="47579"/>
                  </a:lnTo>
                  <a:lnTo>
                    <a:pt x="161072" y="41243"/>
                  </a:lnTo>
                  <a:lnTo>
                    <a:pt x="156637" y="33006"/>
                  </a:lnTo>
                  <a:lnTo>
                    <a:pt x="116888" y="3128"/>
                  </a:lnTo>
                  <a:lnTo>
                    <a:pt x="89822" y="0"/>
                  </a:lnTo>
                  <a:lnTo>
                    <a:pt x="76170" y="2593"/>
                  </a:lnTo>
                  <a:lnTo>
                    <a:pt x="40263" y="31729"/>
                  </a:lnTo>
                  <a:lnTo>
                    <a:pt x="20384" y="69497"/>
                  </a:lnTo>
                  <a:lnTo>
                    <a:pt x="5593" y="116027"/>
                  </a:lnTo>
                  <a:lnTo>
                    <a:pt x="0" y="159518"/>
                  </a:lnTo>
                  <a:lnTo>
                    <a:pt x="1564" y="178021"/>
                  </a:lnTo>
                  <a:lnTo>
                    <a:pt x="25056" y="222056"/>
                  </a:lnTo>
                  <a:lnTo>
                    <a:pt x="66666" y="248429"/>
                  </a:lnTo>
                  <a:lnTo>
                    <a:pt x="101860" y="254488"/>
                  </a:lnTo>
                  <a:lnTo>
                    <a:pt x="110384" y="253498"/>
                  </a:lnTo>
                  <a:lnTo>
                    <a:pt x="134461" y="224986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128344" y="1208713"/>
              <a:ext cx="335915" cy="339090"/>
            </a:xfrm>
            <a:custGeom>
              <a:avLst/>
              <a:gdLst/>
              <a:ahLst/>
              <a:cxnLst/>
              <a:rect l="l" t="t" r="r" b="b"/>
              <a:pathLst>
                <a:path w="335914" h="339090">
                  <a:moveTo>
                    <a:pt x="99474" y="37382"/>
                  </a:moveTo>
                  <a:lnTo>
                    <a:pt x="99474" y="31046"/>
                  </a:lnTo>
                  <a:lnTo>
                    <a:pt x="99474" y="24710"/>
                  </a:lnTo>
                  <a:lnTo>
                    <a:pt x="95039" y="17740"/>
                  </a:lnTo>
                  <a:lnTo>
                    <a:pt x="90891" y="12503"/>
                  </a:lnTo>
                  <a:lnTo>
                    <a:pt x="85139" y="7682"/>
                  </a:lnTo>
                  <a:lnTo>
                    <a:pt x="77843" y="3930"/>
                  </a:lnTo>
                  <a:lnTo>
                    <a:pt x="69062" y="1900"/>
                  </a:lnTo>
                  <a:lnTo>
                    <a:pt x="58944" y="2207"/>
                  </a:lnTo>
                  <a:lnTo>
                    <a:pt x="25977" y="21542"/>
                  </a:lnTo>
                  <a:lnTo>
                    <a:pt x="2366" y="68676"/>
                  </a:lnTo>
                  <a:lnTo>
                    <a:pt x="0" y="85535"/>
                  </a:lnTo>
                  <a:lnTo>
                    <a:pt x="1425" y="100712"/>
                  </a:lnTo>
                  <a:lnTo>
                    <a:pt x="22809" y="133055"/>
                  </a:lnTo>
                  <a:lnTo>
                    <a:pt x="44510" y="141767"/>
                  </a:lnTo>
                  <a:lnTo>
                    <a:pt x="55954" y="141609"/>
                  </a:lnTo>
                  <a:lnTo>
                    <a:pt x="95138" y="109077"/>
                  </a:lnTo>
                  <a:lnTo>
                    <a:pt x="108107" y="64547"/>
                  </a:lnTo>
                  <a:lnTo>
                    <a:pt x="109612" y="37382"/>
                  </a:lnTo>
                  <a:lnTo>
                    <a:pt x="109612" y="22175"/>
                  </a:lnTo>
                  <a:lnTo>
                    <a:pt x="108345" y="14572"/>
                  </a:lnTo>
                  <a:lnTo>
                    <a:pt x="106444" y="13939"/>
                  </a:lnTo>
                  <a:lnTo>
                    <a:pt x="104543" y="13305"/>
                  </a:lnTo>
                  <a:lnTo>
                    <a:pt x="102009" y="19641"/>
                  </a:lnTo>
                  <a:lnTo>
                    <a:pt x="100741" y="33580"/>
                  </a:lnTo>
                  <a:lnTo>
                    <a:pt x="100098" y="45302"/>
                  </a:lnTo>
                  <a:lnTo>
                    <a:pt x="100345" y="58924"/>
                  </a:lnTo>
                  <a:lnTo>
                    <a:pt x="110493" y="101741"/>
                  </a:lnTo>
                  <a:lnTo>
                    <a:pt x="137490" y="130521"/>
                  </a:lnTo>
                  <a:lnTo>
                    <a:pt x="149459" y="133897"/>
                  </a:lnTo>
                  <a:lnTo>
                    <a:pt x="161963" y="133293"/>
                  </a:lnTo>
                  <a:lnTo>
                    <a:pt x="193940" y="103910"/>
                  </a:lnTo>
                  <a:lnTo>
                    <a:pt x="209087" y="52588"/>
                  </a:lnTo>
                  <a:lnTo>
                    <a:pt x="210671" y="31125"/>
                  </a:lnTo>
                  <a:lnTo>
                    <a:pt x="209265" y="23987"/>
                  </a:lnTo>
                  <a:lnTo>
                    <a:pt x="206552" y="17740"/>
                  </a:lnTo>
                  <a:lnTo>
                    <a:pt x="202117" y="9503"/>
                  </a:lnTo>
                  <a:lnTo>
                    <a:pt x="194514" y="633"/>
                  </a:lnTo>
                  <a:lnTo>
                    <a:pt x="190713" y="0"/>
                  </a:lnTo>
                  <a:lnTo>
                    <a:pt x="188554" y="1197"/>
                  </a:lnTo>
                  <a:lnTo>
                    <a:pt x="191762" y="51994"/>
                  </a:lnTo>
                  <a:lnTo>
                    <a:pt x="194672" y="77932"/>
                  </a:lnTo>
                  <a:lnTo>
                    <a:pt x="197821" y="107672"/>
                  </a:lnTo>
                  <a:lnTo>
                    <a:pt x="203474" y="173685"/>
                  </a:lnTo>
                  <a:lnTo>
                    <a:pt x="207532" y="237678"/>
                  </a:lnTo>
                  <a:lnTo>
                    <a:pt x="209087" y="264210"/>
                  </a:lnTo>
                  <a:lnTo>
                    <a:pt x="210404" y="285069"/>
                  </a:lnTo>
                  <a:lnTo>
                    <a:pt x="214789" y="332638"/>
                  </a:lnTo>
                  <a:lnTo>
                    <a:pt x="216056" y="338974"/>
                  </a:lnTo>
                  <a:lnTo>
                    <a:pt x="216690" y="336440"/>
                  </a:lnTo>
                  <a:lnTo>
                    <a:pt x="216997" y="332767"/>
                  </a:lnTo>
                  <a:lnTo>
                    <a:pt x="216769" y="325114"/>
                  </a:lnTo>
                  <a:lnTo>
                    <a:pt x="215710" y="312829"/>
                  </a:lnTo>
                  <a:lnTo>
                    <a:pt x="213522" y="295256"/>
                  </a:lnTo>
                  <a:lnTo>
                    <a:pt x="210057" y="272100"/>
                  </a:lnTo>
                  <a:lnTo>
                    <a:pt x="205760" y="244489"/>
                  </a:lnTo>
                  <a:lnTo>
                    <a:pt x="201226" y="213908"/>
                  </a:lnTo>
                  <a:lnTo>
                    <a:pt x="193702" y="149806"/>
                  </a:lnTo>
                  <a:lnTo>
                    <a:pt x="189386" y="92386"/>
                  </a:lnTo>
                  <a:lnTo>
                    <a:pt x="187525" y="54360"/>
                  </a:lnTo>
                  <a:lnTo>
                    <a:pt x="187703" y="43322"/>
                  </a:lnTo>
                  <a:lnTo>
                    <a:pt x="212205" y="11681"/>
                  </a:lnTo>
                  <a:lnTo>
                    <a:pt x="249954" y="4514"/>
                  </a:lnTo>
                  <a:lnTo>
                    <a:pt x="264546" y="5910"/>
                  </a:lnTo>
                  <a:lnTo>
                    <a:pt x="303651" y="22967"/>
                  </a:lnTo>
                  <a:lnTo>
                    <a:pt x="332163" y="60271"/>
                  </a:lnTo>
                  <a:lnTo>
                    <a:pt x="335806" y="79833"/>
                  </a:lnTo>
                  <a:lnTo>
                    <a:pt x="335618" y="89881"/>
                  </a:lnTo>
                  <a:lnTo>
                    <a:pt x="314888" y="126531"/>
                  </a:lnTo>
                  <a:lnTo>
                    <a:pt x="280050" y="143193"/>
                  </a:lnTo>
                  <a:lnTo>
                    <a:pt x="240133" y="145093"/>
                  </a:lnTo>
                  <a:lnTo>
                    <a:pt x="217323" y="117215"/>
                  </a:lnTo>
                  <a:lnTo>
                    <a:pt x="217323" y="109612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2530600" y="985687"/>
            <a:ext cx="1117600" cy="403225"/>
            <a:chOff x="2530600" y="985687"/>
            <a:chExt cx="1117600" cy="403225"/>
          </a:xfrm>
        </p:grpSpPr>
        <p:sp>
          <p:nvSpPr>
            <p:cNvPr id="13" name="object 13"/>
            <p:cNvSpPr/>
            <p:nvPr/>
          </p:nvSpPr>
          <p:spPr>
            <a:xfrm>
              <a:off x="2548975" y="1004062"/>
              <a:ext cx="1080770" cy="366395"/>
            </a:xfrm>
            <a:custGeom>
              <a:avLst/>
              <a:gdLst/>
              <a:ahLst/>
              <a:cxnLst/>
              <a:rect l="l" t="t" r="r" b="b"/>
              <a:pathLst>
                <a:path w="1080770" h="366394">
                  <a:moveTo>
                    <a:pt x="78011" y="268645"/>
                  </a:moveTo>
                  <a:lnTo>
                    <a:pt x="63428" y="226194"/>
                  </a:lnTo>
                  <a:lnTo>
                    <a:pt x="24730" y="226540"/>
                  </a:lnTo>
                  <a:lnTo>
                    <a:pt x="3880" y="265477"/>
                  </a:lnTo>
                  <a:lnTo>
                    <a:pt x="0" y="300325"/>
                  </a:lnTo>
                  <a:lnTo>
                    <a:pt x="2009" y="316977"/>
                  </a:lnTo>
                  <a:lnTo>
                    <a:pt x="25581" y="349746"/>
                  </a:lnTo>
                  <a:lnTo>
                    <a:pt x="69458" y="340558"/>
                  </a:lnTo>
                  <a:lnTo>
                    <a:pt x="89129" y="298196"/>
                  </a:lnTo>
                  <a:lnTo>
                    <a:pt x="93851" y="249637"/>
                  </a:lnTo>
                  <a:lnTo>
                    <a:pt x="82842" y="286148"/>
                  </a:lnTo>
                  <a:lnTo>
                    <a:pt x="98415" y="329223"/>
                  </a:lnTo>
                  <a:lnTo>
                    <a:pt x="123630" y="359249"/>
                  </a:lnTo>
                  <a:lnTo>
                    <a:pt x="137015" y="365269"/>
                  </a:lnTo>
                  <a:lnTo>
                    <a:pt x="143500" y="363348"/>
                  </a:lnTo>
                  <a:lnTo>
                    <a:pt x="178585" y="320828"/>
                  </a:lnTo>
                  <a:lnTo>
                    <a:pt x="193683" y="279109"/>
                  </a:lnTo>
                  <a:lnTo>
                    <a:pt x="202315" y="226303"/>
                  </a:lnTo>
                  <a:lnTo>
                    <a:pt x="206176" y="166814"/>
                  </a:lnTo>
                  <a:lnTo>
                    <a:pt x="206691" y="109909"/>
                  </a:lnTo>
                  <a:lnTo>
                    <a:pt x="204820" y="69141"/>
                  </a:lnTo>
                  <a:lnTo>
                    <a:pt x="195860" y="31679"/>
                  </a:lnTo>
                  <a:lnTo>
                    <a:pt x="181763" y="25274"/>
                  </a:lnTo>
                  <a:lnTo>
                    <a:pt x="176694" y="27640"/>
                  </a:lnTo>
                  <a:lnTo>
                    <a:pt x="156577" y="78724"/>
                  </a:lnTo>
                  <a:lnTo>
                    <a:pt x="150875" y="126085"/>
                  </a:lnTo>
                  <a:lnTo>
                    <a:pt x="151350" y="177724"/>
                  </a:lnTo>
                  <a:lnTo>
                    <a:pt x="158478" y="231263"/>
                  </a:lnTo>
                  <a:lnTo>
                    <a:pt x="171704" y="284010"/>
                  </a:lnTo>
                  <a:lnTo>
                    <a:pt x="188257" y="326302"/>
                  </a:lnTo>
                  <a:lnTo>
                    <a:pt x="212849" y="355884"/>
                  </a:lnTo>
                  <a:lnTo>
                    <a:pt x="252963" y="343093"/>
                  </a:lnTo>
                  <a:lnTo>
                    <a:pt x="269932" y="306166"/>
                  </a:lnTo>
                  <a:lnTo>
                    <a:pt x="283297" y="257874"/>
                  </a:lnTo>
                  <a:lnTo>
                    <a:pt x="283297" y="214156"/>
                  </a:lnTo>
                  <a:lnTo>
                    <a:pt x="287544" y="254637"/>
                  </a:lnTo>
                  <a:lnTo>
                    <a:pt x="328282" y="269912"/>
                  </a:lnTo>
                  <a:lnTo>
                    <a:pt x="365665" y="239500"/>
                  </a:lnTo>
                  <a:lnTo>
                    <a:pt x="368833" y="224927"/>
                  </a:lnTo>
                  <a:lnTo>
                    <a:pt x="369466" y="216690"/>
                  </a:lnTo>
                  <a:lnTo>
                    <a:pt x="361863" y="229362"/>
                  </a:lnTo>
                  <a:lnTo>
                    <a:pt x="362328" y="246796"/>
                  </a:lnTo>
                  <a:lnTo>
                    <a:pt x="365873" y="288079"/>
                  </a:lnTo>
                  <a:lnTo>
                    <a:pt x="376832" y="335014"/>
                  </a:lnTo>
                  <a:lnTo>
                    <a:pt x="412551" y="354181"/>
                  </a:lnTo>
                  <a:lnTo>
                    <a:pt x="439796" y="320600"/>
                  </a:lnTo>
                  <a:lnTo>
                    <a:pt x="461180" y="263131"/>
                  </a:lnTo>
                  <a:lnTo>
                    <a:pt x="473465" y="209206"/>
                  </a:lnTo>
                  <a:lnTo>
                    <a:pt x="482197" y="148855"/>
                  </a:lnTo>
                  <a:lnTo>
                    <a:pt x="486028" y="93099"/>
                  </a:lnTo>
                  <a:lnTo>
                    <a:pt x="485672" y="49539"/>
                  </a:lnTo>
                  <a:lnTo>
                    <a:pt x="480861" y="8543"/>
                  </a:lnTo>
                  <a:lnTo>
                    <a:pt x="468308" y="0"/>
                  </a:lnTo>
                  <a:lnTo>
                    <a:pt x="461972" y="3167"/>
                  </a:lnTo>
                  <a:lnTo>
                    <a:pt x="439519" y="48004"/>
                  </a:lnTo>
                  <a:lnTo>
                    <a:pt x="433975" y="88891"/>
                  </a:lnTo>
                  <a:lnTo>
                    <a:pt x="434935" y="138114"/>
                  </a:lnTo>
                  <a:lnTo>
                    <a:pt x="442637" y="190920"/>
                  </a:lnTo>
                  <a:lnTo>
                    <a:pt x="453982" y="242994"/>
                  </a:lnTo>
                  <a:lnTo>
                    <a:pt x="467545" y="289583"/>
                  </a:lnTo>
                  <a:lnTo>
                    <a:pt x="483633" y="325619"/>
                  </a:lnTo>
                  <a:lnTo>
                    <a:pt x="508224" y="356715"/>
                  </a:lnTo>
                  <a:lnTo>
                    <a:pt x="524064" y="366219"/>
                  </a:lnTo>
                  <a:lnTo>
                    <a:pt x="529766" y="364318"/>
                  </a:lnTo>
                  <a:lnTo>
                    <a:pt x="555408" y="319471"/>
                  </a:lnTo>
                  <a:lnTo>
                    <a:pt x="568911" y="278090"/>
                  </a:lnTo>
                  <a:lnTo>
                    <a:pt x="579108" y="236252"/>
                  </a:lnTo>
                  <a:lnTo>
                    <a:pt x="579821" y="223660"/>
                  </a:lnTo>
                  <a:lnTo>
                    <a:pt x="579821" y="216690"/>
                  </a:lnTo>
                  <a:lnTo>
                    <a:pt x="579821" y="210354"/>
                  </a:lnTo>
                  <a:lnTo>
                    <a:pt x="578554" y="210354"/>
                  </a:lnTo>
                  <a:lnTo>
                    <a:pt x="577286" y="210354"/>
                  </a:lnTo>
                  <a:lnTo>
                    <a:pt x="574752" y="216690"/>
                  </a:lnTo>
                  <a:lnTo>
                    <a:pt x="574118" y="233164"/>
                  </a:lnTo>
                  <a:lnTo>
                    <a:pt x="573990" y="247132"/>
                  </a:lnTo>
                  <a:lnTo>
                    <a:pt x="574514" y="263180"/>
                  </a:lnTo>
                  <a:lnTo>
                    <a:pt x="579415" y="306948"/>
                  </a:lnTo>
                  <a:lnTo>
                    <a:pt x="597562" y="343410"/>
                  </a:lnTo>
                  <a:lnTo>
                    <a:pt x="618074" y="347370"/>
                  </a:lnTo>
                  <a:lnTo>
                    <a:pt x="625212" y="345766"/>
                  </a:lnTo>
                  <a:lnTo>
                    <a:pt x="652190" y="314789"/>
                  </a:lnTo>
                  <a:lnTo>
                    <a:pt x="662614" y="277822"/>
                  </a:lnTo>
                  <a:lnTo>
                    <a:pt x="669960" y="227590"/>
                  </a:lnTo>
                  <a:lnTo>
                    <a:pt x="673782" y="172853"/>
                  </a:lnTo>
                  <a:lnTo>
                    <a:pt x="674554" y="122878"/>
                  </a:lnTo>
                  <a:lnTo>
                    <a:pt x="672801" y="74685"/>
                  </a:lnTo>
                  <a:lnTo>
                    <a:pt x="663456" y="39916"/>
                  </a:lnTo>
                  <a:lnTo>
                    <a:pt x="661575" y="40906"/>
                  </a:lnTo>
                  <a:lnTo>
                    <a:pt x="656427" y="89545"/>
                  </a:lnTo>
                  <a:lnTo>
                    <a:pt x="656941" y="142391"/>
                  </a:lnTo>
                  <a:lnTo>
                    <a:pt x="660723" y="198989"/>
                  </a:lnTo>
                  <a:lnTo>
                    <a:pt x="667297" y="249122"/>
                  </a:lnTo>
                  <a:lnTo>
                    <a:pt x="674851" y="287108"/>
                  </a:lnTo>
                  <a:lnTo>
                    <a:pt x="688889" y="328510"/>
                  </a:lnTo>
                  <a:lnTo>
                    <a:pt x="726182" y="337074"/>
                  </a:lnTo>
                  <a:lnTo>
                    <a:pt x="751219" y="299295"/>
                  </a:lnTo>
                  <a:lnTo>
                    <a:pt x="768950" y="248607"/>
                  </a:lnTo>
                  <a:lnTo>
                    <a:pt x="774969" y="204018"/>
                  </a:lnTo>
                  <a:lnTo>
                    <a:pt x="767128" y="255735"/>
                  </a:lnTo>
                  <a:lnTo>
                    <a:pt x="782750" y="306196"/>
                  </a:lnTo>
                  <a:lnTo>
                    <a:pt x="811084" y="333906"/>
                  </a:lnTo>
                  <a:lnTo>
                    <a:pt x="850367" y="334539"/>
                  </a:lnTo>
                  <a:lnTo>
                    <a:pt x="879770" y="308522"/>
                  </a:lnTo>
                  <a:lnTo>
                    <a:pt x="901688" y="257240"/>
                  </a:lnTo>
                  <a:lnTo>
                    <a:pt x="906638" y="205949"/>
                  </a:lnTo>
                  <a:lnTo>
                    <a:pt x="880225" y="172734"/>
                  </a:lnTo>
                  <a:lnTo>
                    <a:pt x="846031" y="207137"/>
                  </a:lnTo>
                  <a:lnTo>
                    <a:pt x="840863" y="261042"/>
                  </a:lnTo>
                  <a:lnTo>
                    <a:pt x="853337" y="308265"/>
                  </a:lnTo>
                  <a:lnTo>
                    <a:pt x="881097" y="339133"/>
                  </a:lnTo>
                  <a:lnTo>
                    <a:pt x="921598" y="346459"/>
                  </a:lnTo>
                  <a:lnTo>
                    <a:pt x="966949" y="321867"/>
                  </a:lnTo>
                  <a:lnTo>
                    <a:pt x="991105" y="287019"/>
                  </a:lnTo>
                  <a:lnTo>
                    <a:pt x="1008133" y="248370"/>
                  </a:lnTo>
                  <a:lnTo>
                    <a:pt x="1020874" y="203820"/>
                  </a:lnTo>
                  <a:lnTo>
                    <a:pt x="1027141" y="255973"/>
                  </a:lnTo>
                  <a:lnTo>
                    <a:pt x="1050931" y="298206"/>
                  </a:lnTo>
                  <a:lnTo>
                    <a:pt x="1072839" y="320996"/>
                  </a:lnTo>
                  <a:lnTo>
                    <a:pt x="1077007" y="325303"/>
                  </a:lnTo>
                  <a:lnTo>
                    <a:pt x="1079096" y="328837"/>
                  </a:lnTo>
                  <a:lnTo>
                    <a:pt x="1080363" y="333272"/>
                  </a:lnTo>
                  <a:lnTo>
                    <a:pt x="1075294" y="337074"/>
                  </a:lnTo>
                  <a:lnTo>
                    <a:pt x="1065790" y="338974"/>
                  </a:lnTo>
                  <a:lnTo>
                    <a:pt x="1057880" y="340034"/>
                  </a:lnTo>
                  <a:lnTo>
                    <a:pt x="1048604" y="340321"/>
                  </a:lnTo>
                  <a:lnTo>
                    <a:pt x="1038259" y="339776"/>
                  </a:lnTo>
                  <a:lnTo>
                    <a:pt x="1027141" y="338341"/>
                  </a:lnTo>
                  <a:lnTo>
                    <a:pt x="1015518" y="336004"/>
                  </a:lnTo>
                  <a:lnTo>
                    <a:pt x="1003539" y="332955"/>
                  </a:lnTo>
                  <a:lnTo>
                    <a:pt x="991323" y="329431"/>
                  </a:lnTo>
                  <a:lnTo>
                    <a:pt x="978987" y="325669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163011" y="1151056"/>
              <a:ext cx="129539" cy="3810"/>
            </a:xfrm>
            <a:custGeom>
              <a:avLst/>
              <a:gdLst/>
              <a:ahLst/>
              <a:cxnLst/>
              <a:rect l="l" t="t" r="r" b="b"/>
              <a:pathLst>
                <a:path w="129539" h="3809">
                  <a:moveTo>
                    <a:pt x="15206" y="3801"/>
                  </a:moveTo>
                  <a:lnTo>
                    <a:pt x="7603" y="2534"/>
                  </a:lnTo>
                  <a:lnTo>
                    <a:pt x="0" y="1267"/>
                  </a:lnTo>
                  <a:lnTo>
                    <a:pt x="0" y="633"/>
                  </a:lnTo>
                  <a:lnTo>
                    <a:pt x="1544" y="267"/>
                  </a:lnTo>
                  <a:lnTo>
                    <a:pt x="6652" y="79"/>
                  </a:lnTo>
                  <a:lnTo>
                    <a:pt x="16038" y="9"/>
                  </a:lnTo>
                  <a:lnTo>
                    <a:pt x="30412" y="0"/>
                  </a:lnTo>
                  <a:lnTo>
                    <a:pt x="50133" y="0"/>
                  </a:lnTo>
                  <a:lnTo>
                    <a:pt x="74131" y="0"/>
                  </a:lnTo>
                  <a:lnTo>
                    <a:pt x="100979" y="0"/>
                  </a:lnTo>
                  <a:lnTo>
                    <a:pt x="129253" y="0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349288" y="1101635"/>
              <a:ext cx="3810" cy="3810"/>
            </a:xfrm>
            <a:custGeom>
              <a:avLst/>
              <a:gdLst/>
              <a:ahLst/>
              <a:cxnLst/>
              <a:rect l="l" t="t" r="r" b="b"/>
              <a:pathLst>
                <a:path w="3810" h="3809">
                  <a:moveTo>
                    <a:pt x="3805" y="3805"/>
                  </a:moveTo>
                  <a:lnTo>
                    <a:pt x="2536" y="2536"/>
                  </a:lnTo>
                  <a:lnTo>
                    <a:pt x="1268" y="1268"/>
                  </a:lnTo>
                  <a:lnTo>
                    <a:pt x="0" y="0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109787" y="1097834"/>
              <a:ext cx="0" cy="3810"/>
            </a:xfrm>
            <a:custGeom>
              <a:avLst/>
              <a:gdLst/>
              <a:ahLst/>
              <a:cxnLst/>
              <a:rect l="l" t="t" r="r" b="b"/>
              <a:pathLst>
                <a:path w="0" h="3809">
                  <a:moveTo>
                    <a:pt x="0" y="3805"/>
                  </a:moveTo>
                  <a:lnTo>
                    <a:pt x="0" y="2536"/>
                  </a:lnTo>
                  <a:lnTo>
                    <a:pt x="0" y="1268"/>
                  </a:lnTo>
                  <a:lnTo>
                    <a:pt x="0" y="0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866486" y="1077557"/>
              <a:ext cx="25400" cy="20320"/>
            </a:xfrm>
            <a:custGeom>
              <a:avLst/>
              <a:gdLst/>
              <a:ahLst/>
              <a:cxnLst/>
              <a:rect l="l" t="t" r="r" b="b"/>
              <a:pathLst>
                <a:path w="25400" h="20319">
                  <a:moveTo>
                    <a:pt x="19025" y="16488"/>
                  </a:moveTo>
                  <a:lnTo>
                    <a:pt x="20293" y="10146"/>
                  </a:lnTo>
                  <a:lnTo>
                    <a:pt x="21561" y="3805"/>
                  </a:lnTo>
                  <a:lnTo>
                    <a:pt x="20927" y="3805"/>
                  </a:lnTo>
                  <a:lnTo>
                    <a:pt x="20293" y="3805"/>
                  </a:lnTo>
                  <a:lnTo>
                    <a:pt x="17756" y="10146"/>
                  </a:lnTo>
                  <a:lnTo>
                    <a:pt x="19025" y="11415"/>
                  </a:lnTo>
                  <a:lnTo>
                    <a:pt x="20293" y="12683"/>
                  </a:lnTo>
                  <a:lnTo>
                    <a:pt x="25366" y="8878"/>
                  </a:lnTo>
                  <a:lnTo>
                    <a:pt x="23464" y="5707"/>
                  </a:lnTo>
                  <a:lnTo>
                    <a:pt x="21561" y="2536"/>
                  </a:lnTo>
                  <a:lnTo>
                    <a:pt x="12683" y="0"/>
                  </a:lnTo>
                  <a:lnTo>
                    <a:pt x="7609" y="2536"/>
                  </a:lnTo>
                  <a:lnTo>
                    <a:pt x="2536" y="5073"/>
                  </a:lnTo>
                  <a:lnTo>
                    <a:pt x="1268" y="12683"/>
                  </a:lnTo>
                  <a:lnTo>
                    <a:pt x="0" y="20293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" name="object 18"/>
          <p:cNvGrpSpPr/>
          <p:nvPr/>
        </p:nvGrpSpPr>
        <p:grpSpPr>
          <a:xfrm>
            <a:off x="833616" y="1854775"/>
            <a:ext cx="304800" cy="327025"/>
            <a:chOff x="833616" y="1854775"/>
            <a:chExt cx="304800" cy="327025"/>
          </a:xfrm>
        </p:grpSpPr>
        <p:sp>
          <p:nvSpPr>
            <p:cNvPr id="19" name="object 19"/>
            <p:cNvSpPr/>
            <p:nvPr/>
          </p:nvSpPr>
          <p:spPr>
            <a:xfrm>
              <a:off x="942883" y="1934184"/>
              <a:ext cx="7620" cy="142240"/>
            </a:xfrm>
            <a:custGeom>
              <a:avLst/>
              <a:gdLst/>
              <a:ahLst/>
              <a:cxnLst/>
              <a:rect l="l" t="t" r="r" b="b"/>
              <a:pathLst>
                <a:path w="7619" h="142239">
                  <a:moveTo>
                    <a:pt x="0" y="0"/>
                  </a:moveTo>
                  <a:lnTo>
                    <a:pt x="79" y="62330"/>
                  </a:lnTo>
                  <a:lnTo>
                    <a:pt x="633" y="110879"/>
                  </a:lnTo>
                  <a:lnTo>
                    <a:pt x="3167" y="141925"/>
                  </a:lnTo>
                  <a:lnTo>
                    <a:pt x="3801" y="141925"/>
                  </a:lnTo>
                  <a:lnTo>
                    <a:pt x="3801" y="135589"/>
                  </a:lnTo>
                  <a:lnTo>
                    <a:pt x="4435" y="129253"/>
                  </a:lnTo>
                  <a:lnTo>
                    <a:pt x="5068" y="122917"/>
                  </a:lnTo>
                  <a:lnTo>
                    <a:pt x="6335" y="116581"/>
                  </a:lnTo>
                  <a:lnTo>
                    <a:pt x="7603" y="110246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996105" y="1998810"/>
              <a:ext cx="3810" cy="11430"/>
            </a:xfrm>
            <a:custGeom>
              <a:avLst/>
              <a:gdLst/>
              <a:ahLst/>
              <a:cxnLst/>
              <a:rect l="l" t="t" r="r" b="b"/>
              <a:pathLst>
                <a:path w="3809" h="11430">
                  <a:moveTo>
                    <a:pt x="3805" y="11415"/>
                  </a:moveTo>
                  <a:lnTo>
                    <a:pt x="2536" y="7610"/>
                  </a:lnTo>
                  <a:lnTo>
                    <a:pt x="1268" y="3805"/>
                  </a:lnTo>
                  <a:lnTo>
                    <a:pt x="0" y="0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851991" y="1873150"/>
              <a:ext cx="267970" cy="290195"/>
            </a:xfrm>
            <a:custGeom>
              <a:avLst/>
              <a:gdLst/>
              <a:ahLst/>
              <a:cxnLst/>
              <a:rect l="l" t="t" r="r" b="b"/>
              <a:pathLst>
                <a:path w="267969" h="290194">
                  <a:moveTo>
                    <a:pt x="151716" y="45826"/>
                  </a:moveTo>
                  <a:lnTo>
                    <a:pt x="128273" y="9711"/>
                  </a:lnTo>
                  <a:lnTo>
                    <a:pt x="99227" y="0"/>
                  </a:lnTo>
                  <a:lnTo>
                    <a:pt x="88990" y="207"/>
                  </a:lnTo>
                  <a:lnTo>
                    <a:pt x="50341" y="19849"/>
                  </a:lnTo>
                  <a:lnTo>
                    <a:pt x="18710" y="60478"/>
                  </a:lnTo>
                  <a:lnTo>
                    <a:pt x="1158" y="110533"/>
                  </a:lnTo>
                  <a:lnTo>
                    <a:pt x="0" y="127570"/>
                  </a:lnTo>
                  <a:lnTo>
                    <a:pt x="920" y="144668"/>
                  </a:lnTo>
                  <a:lnTo>
                    <a:pt x="16245" y="195989"/>
                  </a:lnTo>
                  <a:lnTo>
                    <a:pt x="38946" y="230055"/>
                  </a:lnTo>
                  <a:lnTo>
                    <a:pt x="69299" y="260408"/>
                  </a:lnTo>
                  <a:lnTo>
                    <a:pt x="115047" y="285643"/>
                  </a:lnTo>
                  <a:lnTo>
                    <a:pt x="141579" y="289762"/>
                  </a:lnTo>
                  <a:lnTo>
                    <a:pt x="153568" y="289574"/>
                  </a:lnTo>
                  <a:lnTo>
                    <a:pt x="190366" y="277723"/>
                  </a:lnTo>
                  <a:lnTo>
                    <a:pt x="233847" y="246627"/>
                  </a:lnTo>
                  <a:lnTo>
                    <a:pt x="262121" y="214443"/>
                  </a:lnTo>
                  <a:lnTo>
                    <a:pt x="267665" y="190287"/>
                  </a:lnTo>
                  <a:lnTo>
                    <a:pt x="267130" y="174783"/>
                  </a:lnTo>
                  <a:lnTo>
                    <a:pt x="256260" y="121858"/>
                  </a:lnTo>
                  <a:lnTo>
                    <a:pt x="236302" y="77219"/>
                  </a:lnTo>
                  <a:lnTo>
                    <a:pt x="204622" y="46856"/>
                  </a:lnTo>
                  <a:lnTo>
                    <a:pt x="168695" y="30363"/>
                  </a:lnTo>
                  <a:lnTo>
                    <a:pt x="128580" y="25997"/>
                  </a:lnTo>
                  <a:lnTo>
                    <a:pt x="102296" y="38223"/>
                  </a:lnTo>
                  <a:lnTo>
                    <a:pt x="102296" y="42025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" name="object 22"/>
          <p:cNvGrpSpPr/>
          <p:nvPr/>
        </p:nvGrpSpPr>
        <p:grpSpPr>
          <a:xfrm>
            <a:off x="1363592" y="1792454"/>
            <a:ext cx="688975" cy="379730"/>
            <a:chOff x="1363592" y="1792454"/>
            <a:chExt cx="688975" cy="379730"/>
          </a:xfrm>
        </p:grpSpPr>
        <p:sp>
          <p:nvSpPr>
            <p:cNvPr id="23" name="object 23"/>
            <p:cNvSpPr/>
            <p:nvPr/>
          </p:nvSpPr>
          <p:spPr>
            <a:xfrm>
              <a:off x="1381967" y="1810829"/>
              <a:ext cx="169545" cy="342900"/>
            </a:xfrm>
            <a:custGeom>
              <a:avLst/>
              <a:gdLst/>
              <a:ahLst/>
              <a:cxnLst/>
              <a:rect l="l" t="t" r="r" b="b"/>
              <a:pathLst>
                <a:path w="169544" h="342900">
                  <a:moveTo>
                    <a:pt x="13305" y="77734"/>
                  </a:moveTo>
                  <a:lnTo>
                    <a:pt x="15632" y="52291"/>
                  </a:lnTo>
                  <a:lnTo>
                    <a:pt x="15127" y="56350"/>
                  </a:lnTo>
                  <a:lnTo>
                    <a:pt x="13612" y="101395"/>
                  </a:lnTo>
                  <a:lnTo>
                    <a:pt x="14384" y="157429"/>
                  </a:lnTo>
                  <a:lnTo>
                    <a:pt x="18156" y="221511"/>
                  </a:lnTo>
                  <a:lnTo>
                    <a:pt x="24215" y="280574"/>
                  </a:lnTo>
                  <a:lnTo>
                    <a:pt x="29848" y="321283"/>
                  </a:lnTo>
                  <a:lnTo>
                    <a:pt x="34214" y="342578"/>
                  </a:lnTo>
                  <a:lnTo>
                    <a:pt x="34313" y="341855"/>
                  </a:lnTo>
                  <a:lnTo>
                    <a:pt x="33580" y="337747"/>
                  </a:lnTo>
                  <a:lnTo>
                    <a:pt x="31897" y="330193"/>
                  </a:lnTo>
                  <a:lnTo>
                    <a:pt x="29145" y="319135"/>
                  </a:lnTo>
                  <a:lnTo>
                    <a:pt x="25294" y="304483"/>
                  </a:lnTo>
                  <a:lnTo>
                    <a:pt x="20671" y="286029"/>
                  </a:lnTo>
                  <a:lnTo>
                    <a:pt x="10771" y="236767"/>
                  </a:lnTo>
                  <a:lnTo>
                    <a:pt x="2772" y="172932"/>
                  </a:lnTo>
                  <a:lnTo>
                    <a:pt x="0" y="110048"/>
                  </a:lnTo>
                  <a:lnTo>
                    <a:pt x="1475" y="84407"/>
                  </a:lnTo>
                  <a:lnTo>
                    <a:pt x="9177" y="45718"/>
                  </a:lnTo>
                  <a:lnTo>
                    <a:pt x="27165" y="11048"/>
                  </a:lnTo>
                  <a:lnTo>
                    <a:pt x="52727" y="0"/>
                  </a:lnTo>
                  <a:lnTo>
                    <a:pt x="63676" y="1544"/>
                  </a:lnTo>
                  <a:lnTo>
                    <a:pt x="105335" y="21829"/>
                  </a:lnTo>
                  <a:lnTo>
                    <a:pt x="136302" y="47668"/>
                  </a:lnTo>
                  <a:lnTo>
                    <a:pt x="159785" y="81744"/>
                  </a:lnTo>
                  <a:lnTo>
                    <a:pt x="169131" y="120730"/>
                  </a:lnTo>
                  <a:lnTo>
                    <a:pt x="167269" y="140460"/>
                  </a:lnTo>
                  <a:lnTo>
                    <a:pt x="150796" y="177130"/>
                  </a:lnTo>
                  <a:lnTo>
                    <a:pt x="115423" y="215561"/>
                  </a:lnTo>
                  <a:lnTo>
                    <a:pt x="80912" y="233480"/>
                  </a:lnTo>
                  <a:lnTo>
                    <a:pt x="56390" y="238668"/>
                  </a:lnTo>
                  <a:lnTo>
                    <a:pt x="50054" y="239935"/>
                  </a:lnTo>
                  <a:lnTo>
                    <a:pt x="44985" y="236767"/>
                  </a:lnTo>
                  <a:lnTo>
                    <a:pt x="39916" y="233599"/>
                  </a:lnTo>
                  <a:lnTo>
                    <a:pt x="36115" y="225996"/>
                  </a:lnTo>
                  <a:lnTo>
                    <a:pt x="38649" y="222194"/>
                  </a:lnTo>
                  <a:lnTo>
                    <a:pt x="41718" y="220115"/>
                  </a:lnTo>
                  <a:lnTo>
                    <a:pt x="47044" y="219818"/>
                  </a:lnTo>
                  <a:lnTo>
                    <a:pt x="54509" y="221660"/>
                  </a:lnTo>
                  <a:lnTo>
                    <a:pt x="87198" y="241598"/>
                  </a:lnTo>
                  <a:lnTo>
                    <a:pt x="116849" y="266982"/>
                  </a:lnTo>
                  <a:lnTo>
                    <a:pt x="139747" y="298543"/>
                  </a:lnTo>
                  <a:lnTo>
                    <a:pt x="146044" y="308839"/>
                  </a:lnTo>
                  <a:lnTo>
                    <a:pt x="151865" y="317947"/>
                  </a:lnTo>
                  <a:lnTo>
                    <a:pt x="156498" y="324204"/>
                  </a:lnTo>
                  <a:lnTo>
                    <a:pt x="161567" y="329906"/>
                  </a:lnTo>
                  <a:lnTo>
                    <a:pt x="161567" y="323570"/>
                  </a:lnTo>
                  <a:lnTo>
                    <a:pt x="161567" y="317234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94459" y="1981851"/>
              <a:ext cx="134720" cy="178527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757056" y="1821403"/>
              <a:ext cx="277495" cy="316230"/>
            </a:xfrm>
            <a:custGeom>
              <a:avLst/>
              <a:gdLst/>
              <a:ahLst/>
              <a:cxnLst/>
              <a:rect l="l" t="t" r="r" b="b"/>
              <a:pathLst>
                <a:path w="277494" h="316230">
                  <a:moveTo>
                    <a:pt x="94406" y="234431"/>
                  </a:moveTo>
                  <a:lnTo>
                    <a:pt x="88703" y="190712"/>
                  </a:lnTo>
                  <a:lnTo>
                    <a:pt x="49242" y="173477"/>
                  </a:lnTo>
                  <a:lnTo>
                    <a:pt x="12919" y="199969"/>
                  </a:lnTo>
                  <a:lnTo>
                    <a:pt x="0" y="247103"/>
                  </a:lnTo>
                  <a:lnTo>
                    <a:pt x="1049" y="262685"/>
                  </a:lnTo>
                  <a:lnTo>
                    <a:pt x="21542" y="297791"/>
                  </a:lnTo>
                  <a:lnTo>
                    <a:pt x="60211" y="306700"/>
                  </a:lnTo>
                  <a:lnTo>
                    <a:pt x="94861" y="283634"/>
                  </a:lnTo>
                  <a:lnTo>
                    <a:pt x="104276" y="241014"/>
                  </a:lnTo>
                  <a:lnTo>
                    <a:pt x="118482" y="290346"/>
                  </a:lnTo>
                  <a:lnTo>
                    <a:pt x="159518" y="315848"/>
                  </a:lnTo>
                  <a:lnTo>
                    <a:pt x="174001" y="315214"/>
                  </a:lnTo>
                  <a:lnTo>
                    <a:pt x="213670" y="289475"/>
                  </a:lnTo>
                  <a:lnTo>
                    <a:pt x="233292" y="255260"/>
                  </a:lnTo>
                  <a:lnTo>
                    <a:pt x="244687" y="207978"/>
                  </a:lnTo>
                  <a:lnTo>
                    <a:pt x="247617" y="153330"/>
                  </a:lnTo>
                  <a:lnTo>
                    <a:pt x="246469" y="126719"/>
                  </a:lnTo>
                  <a:lnTo>
                    <a:pt x="240450" y="80625"/>
                  </a:lnTo>
                  <a:lnTo>
                    <a:pt x="228936" y="35342"/>
                  </a:lnTo>
                  <a:lnTo>
                    <a:pt x="204018" y="1900"/>
                  </a:lnTo>
                  <a:lnTo>
                    <a:pt x="198316" y="0"/>
                  </a:lnTo>
                  <a:lnTo>
                    <a:pt x="174872" y="38649"/>
                  </a:lnTo>
                  <a:lnTo>
                    <a:pt x="171467" y="84268"/>
                  </a:lnTo>
                  <a:lnTo>
                    <a:pt x="171754" y="112245"/>
                  </a:lnTo>
                  <a:lnTo>
                    <a:pt x="179327" y="169764"/>
                  </a:lnTo>
                  <a:lnTo>
                    <a:pt x="194732" y="220769"/>
                  </a:lnTo>
                  <a:lnTo>
                    <a:pt x="211710" y="257814"/>
                  </a:lnTo>
                  <a:lnTo>
                    <a:pt x="241420" y="294791"/>
                  </a:lnTo>
                  <a:lnTo>
                    <a:pt x="266744" y="306661"/>
                  </a:lnTo>
                  <a:lnTo>
                    <a:pt x="271813" y="302859"/>
                  </a:lnTo>
                  <a:lnTo>
                    <a:pt x="276882" y="299058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/>
          <p:nvPr/>
        </p:nvSpPr>
        <p:spPr>
          <a:xfrm>
            <a:off x="2128978" y="2048231"/>
            <a:ext cx="45720" cy="7620"/>
          </a:xfrm>
          <a:custGeom>
            <a:avLst/>
            <a:gdLst/>
            <a:ahLst/>
            <a:cxnLst/>
            <a:rect l="l" t="t" r="r" b="b"/>
            <a:pathLst>
              <a:path w="45719" h="7619">
                <a:moveTo>
                  <a:pt x="0" y="7610"/>
                </a:moveTo>
                <a:lnTo>
                  <a:pt x="11415" y="5707"/>
                </a:lnTo>
                <a:lnTo>
                  <a:pt x="22830" y="3805"/>
                </a:lnTo>
                <a:lnTo>
                  <a:pt x="34245" y="1902"/>
                </a:lnTo>
                <a:lnTo>
                  <a:pt x="45660" y="0"/>
                </a:lnTo>
              </a:path>
            </a:pathLst>
          </a:custGeom>
          <a:ln w="36749">
            <a:solidFill>
              <a:srgbClr val="FC3142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7" name="object 27"/>
          <p:cNvGrpSpPr/>
          <p:nvPr/>
        </p:nvGrpSpPr>
        <p:grpSpPr>
          <a:xfrm>
            <a:off x="2293079" y="1849399"/>
            <a:ext cx="728980" cy="328930"/>
            <a:chOff x="2293079" y="1849399"/>
            <a:chExt cx="728980" cy="328930"/>
          </a:xfrm>
        </p:grpSpPr>
        <p:sp>
          <p:nvSpPr>
            <p:cNvPr id="28" name="object 28"/>
            <p:cNvSpPr/>
            <p:nvPr/>
          </p:nvSpPr>
          <p:spPr>
            <a:xfrm>
              <a:off x="2311454" y="1867774"/>
              <a:ext cx="220979" cy="17145"/>
            </a:xfrm>
            <a:custGeom>
              <a:avLst/>
              <a:gdLst/>
              <a:ahLst/>
              <a:cxnLst/>
              <a:rect l="l" t="t" r="r" b="b"/>
              <a:pathLst>
                <a:path w="220980" h="17144">
                  <a:moveTo>
                    <a:pt x="15206" y="9385"/>
                  </a:moveTo>
                  <a:lnTo>
                    <a:pt x="7603" y="5583"/>
                  </a:lnTo>
                  <a:lnTo>
                    <a:pt x="0" y="1782"/>
                  </a:lnTo>
                  <a:lnTo>
                    <a:pt x="0" y="514"/>
                  </a:lnTo>
                  <a:lnTo>
                    <a:pt x="1574" y="0"/>
                  </a:lnTo>
                  <a:lnTo>
                    <a:pt x="6890" y="197"/>
                  </a:lnTo>
                  <a:lnTo>
                    <a:pt x="16839" y="871"/>
                  </a:lnTo>
                  <a:lnTo>
                    <a:pt x="32313" y="1781"/>
                  </a:lnTo>
                  <a:lnTo>
                    <a:pt x="78645" y="3603"/>
                  </a:lnTo>
                  <a:lnTo>
                    <a:pt x="129253" y="4950"/>
                  </a:lnTo>
                  <a:lnTo>
                    <a:pt x="181377" y="5306"/>
                  </a:lnTo>
                  <a:lnTo>
                    <a:pt x="220492" y="1781"/>
                  </a:lnTo>
                  <a:lnTo>
                    <a:pt x="212889" y="1781"/>
                  </a:lnTo>
                  <a:lnTo>
                    <a:pt x="204018" y="4316"/>
                  </a:lnTo>
                  <a:lnTo>
                    <a:pt x="197148" y="6652"/>
                  </a:lnTo>
                  <a:lnTo>
                    <a:pt x="189921" y="9701"/>
                  </a:lnTo>
                  <a:lnTo>
                    <a:pt x="182456" y="13226"/>
                  </a:lnTo>
                  <a:lnTo>
                    <a:pt x="174873" y="16988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417899" y="1899969"/>
              <a:ext cx="15240" cy="242570"/>
            </a:xfrm>
            <a:custGeom>
              <a:avLst/>
              <a:gdLst/>
              <a:ahLst/>
              <a:cxnLst/>
              <a:rect l="l" t="t" r="r" b="b"/>
              <a:pathLst>
                <a:path w="15239" h="242569">
                  <a:moveTo>
                    <a:pt x="0" y="0"/>
                  </a:moveTo>
                  <a:lnTo>
                    <a:pt x="1980" y="41104"/>
                  </a:lnTo>
                  <a:lnTo>
                    <a:pt x="4435" y="89337"/>
                  </a:lnTo>
                  <a:lnTo>
                    <a:pt x="5950" y="117799"/>
                  </a:lnTo>
                  <a:lnTo>
                    <a:pt x="7524" y="147390"/>
                  </a:lnTo>
                  <a:lnTo>
                    <a:pt x="8979" y="175674"/>
                  </a:lnTo>
                  <a:lnTo>
                    <a:pt x="10137" y="200216"/>
                  </a:lnTo>
                  <a:lnTo>
                    <a:pt x="10880" y="219046"/>
                  </a:lnTo>
                  <a:lnTo>
                    <a:pt x="11325" y="232055"/>
                  </a:lnTo>
                  <a:lnTo>
                    <a:pt x="11652" y="239598"/>
                  </a:lnTo>
                  <a:lnTo>
                    <a:pt x="12038" y="242034"/>
                  </a:lnTo>
                  <a:lnTo>
                    <a:pt x="12622" y="239856"/>
                  </a:lnTo>
                  <a:lnTo>
                    <a:pt x="13384" y="234114"/>
                  </a:lnTo>
                  <a:lnTo>
                    <a:pt x="14266" y="225996"/>
                  </a:lnTo>
                  <a:lnTo>
                    <a:pt x="15206" y="216690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509137" y="2018452"/>
              <a:ext cx="19050" cy="137795"/>
            </a:xfrm>
            <a:custGeom>
              <a:avLst/>
              <a:gdLst/>
              <a:ahLst/>
              <a:cxnLst/>
              <a:rect l="l" t="t" r="r" b="b"/>
              <a:pathLst>
                <a:path w="19050" h="137794">
                  <a:moveTo>
                    <a:pt x="0" y="18374"/>
                  </a:moveTo>
                  <a:lnTo>
                    <a:pt x="2534" y="9503"/>
                  </a:lnTo>
                  <a:lnTo>
                    <a:pt x="5068" y="633"/>
                  </a:lnTo>
                  <a:lnTo>
                    <a:pt x="6335" y="0"/>
                  </a:lnTo>
                  <a:lnTo>
                    <a:pt x="7078" y="1158"/>
                  </a:lnTo>
                  <a:lnTo>
                    <a:pt x="7523" y="5939"/>
                  </a:lnTo>
                  <a:lnTo>
                    <a:pt x="7850" y="14879"/>
                  </a:lnTo>
                  <a:lnTo>
                    <a:pt x="8236" y="28511"/>
                  </a:lnTo>
                  <a:lnTo>
                    <a:pt x="8830" y="46856"/>
                  </a:lnTo>
                  <a:lnTo>
                    <a:pt x="10731" y="89010"/>
                  </a:lnTo>
                  <a:lnTo>
                    <a:pt x="15126" y="131392"/>
                  </a:lnTo>
                  <a:lnTo>
                    <a:pt x="17740" y="137490"/>
                  </a:lnTo>
                  <a:lnTo>
                    <a:pt x="19007" y="136223"/>
                  </a:lnTo>
                  <a:lnTo>
                    <a:pt x="19007" y="124818"/>
                  </a:lnTo>
                  <a:lnTo>
                    <a:pt x="19007" y="113414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2509137" y="1954458"/>
              <a:ext cx="11430" cy="13970"/>
            </a:xfrm>
            <a:custGeom>
              <a:avLst/>
              <a:gdLst/>
              <a:ahLst/>
              <a:cxnLst/>
              <a:rect l="l" t="t" r="r" b="b"/>
              <a:pathLst>
                <a:path w="11430" h="13969">
                  <a:moveTo>
                    <a:pt x="0" y="13951"/>
                  </a:moveTo>
                  <a:lnTo>
                    <a:pt x="0" y="7610"/>
                  </a:lnTo>
                  <a:lnTo>
                    <a:pt x="0" y="1268"/>
                  </a:lnTo>
                  <a:lnTo>
                    <a:pt x="1902" y="634"/>
                  </a:lnTo>
                  <a:lnTo>
                    <a:pt x="3804" y="0"/>
                  </a:lnTo>
                  <a:lnTo>
                    <a:pt x="7609" y="5073"/>
                  </a:lnTo>
                  <a:lnTo>
                    <a:pt x="11414" y="10146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2596574" y="2003880"/>
              <a:ext cx="219075" cy="156210"/>
            </a:xfrm>
            <a:custGeom>
              <a:avLst/>
              <a:gdLst/>
              <a:ahLst/>
              <a:cxnLst/>
              <a:rect l="l" t="t" r="r" b="b"/>
              <a:pathLst>
                <a:path w="219075" h="156210">
                  <a:moveTo>
                    <a:pt x="0" y="25343"/>
                  </a:moveTo>
                  <a:lnTo>
                    <a:pt x="0" y="15206"/>
                  </a:lnTo>
                  <a:lnTo>
                    <a:pt x="0" y="5068"/>
                  </a:lnTo>
                  <a:lnTo>
                    <a:pt x="1267" y="5068"/>
                  </a:lnTo>
                  <a:lnTo>
                    <a:pt x="9484" y="53449"/>
                  </a:lnTo>
                  <a:lnTo>
                    <a:pt x="12770" y="91446"/>
                  </a:lnTo>
                  <a:lnTo>
                    <a:pt x="15453" y="134708"/>
                  </a:lnTo>
                  <a:lnTo>
                    <a:pt x="15839" y="140025"/>
                  </a:lnTo>
                  <a:lnTo>
                    <a:pt x="16473" y="146994"/>
                  </a:lnTo>
                  <a:lnTo>
                    <a:pt x="17740" y="154597"/>
                  </a:lnTo>
                  <a:lnTo>
                    <a:pt x="18374" y="153330"/>
                  </a:lnTo>
                  <a:lnTo>
                    <a:pt x="18780" y="150697"/>
                  </a:lnTo>
                  <a:lnTo>
                    <a:pt x="19245" y="144618"/>
                  </a:lnTo>
                  <a:lnTo>
                    <a:pt x="20067" y="134976"/>
                  </a:lnTo>
                  <a:lnTo>
                    <a:pt x="26769" y="86327"/>
                  </a:lnTo>
                  <a:lnTo>
                    <a:pt x="35590" y="39669"/>
                  </a:lnTo>
                  <a:lnTo>
                    <a:pt x="54489" y="2534"/>
                  </a:lnTo>
                  <a:lnTo>
                    <a:pt x="59558" y="0"/>
                  </a:lnTo>
                  <a:lnTo>
                    <a:pt x="89079" y="34342"/>
                  </a:lnTo>
                  <a:lnTo>
                    <a:pt x="104068" y="81971"/>
                  </a:lnTo>
                  <a:lnTo>
                    <a:pt x="112681" y="124393"/>
                  </a:lnTo>
                  <a:lnTo>
                    <a:pt x="106444" y="155865"/>
                  </a:lnTo>
                  <a:lnTo>
                    <a:pt x="104543" y="153964"/>
                  </a:lnTo>
                  <a:lnTo>
                    <a:pt x="112384" y="101256"/>
                  </a:lnTo>
                  <a:lnTo>
                    <a:pt x="125531" y="60231"/>
                  </a:lnTo>
                  <a:lnTo>
                    <a:pt x="148024" y="19879"/>
                  </a:lnTo>
                  <a:lnTo>
                    <a:pt x="189623" y="16216"/>
                  </a:lnTo>
                  <a:lnTo>
                    <a:pt x="210829" y="61241"/>
                  </a:lnTo>
                  <a:lnTo>
                    <a:pt x="217957" y="110246"/>
                  </a:lnTo>
                  <a:lnTo>
                    <a:pt x="218472" y="121809"/>
                  </a:lnTo>
                  <a:lnTo>
                    <a:pt x="218274" y="130521"/>
                  </a:lnTo>
                  <a:lnTo>
                    <a:pt x="217601" y="137332"/>
                  </a:lnTo>
                  <a:lnTo>
                    <a:pt x="216690" y="143193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45577" y="1989940"/>
              <a:ext cx="176141" cy="179626"/>
            </a:xfrm>
            <a:prstGeom prst="rect">
              <a:avLst/>
            </a:prstGeom>
          </p:spPr>
        </p:pic>
      </p:grpSp>
      <p:grpSp>
        <p:nvGrpSpPr>
          <p:cNvPr id="34" name="object 34"/>
          <p:cNvGrpSpPr/>
          <p:nvPr/>
        </p:nvGrpSpPr>
        <p:grpSpPr>
          <a:xfrm>
            <a:off x="1456731" y="2359327"/>
            <a:ext cx="319405" cy="1313180"/>
            <a:chOff x="1456731" y="2359327"/>
            <a:chExt cx="319405" cy="1313180"/>
          </a:xfrm>
        </p:grpSpPr>
        <p:sp>
          <p:nvSpPr>
            <p:cNvPr id="35" name="object 35"/>
            <p:cNvSpPr/>
            <p:nvPr/>
          </p:nvSpPr>
          <p:spPr>
            <a:xfrm>
              <a:off x="1475106" y="2377702"/>
              <a:ext cx="270510" cy="379730"/>
            </a:xfrm>
            <a:custGeom>
              <a:avLst/>
              <a:gdLst/>
              <a:ahLst/>
              <a:cxnLst/>
              <a:rect l="l" t="t" r="r" b="b"/>
              <a:pathLst>
                <a:path w="270510" h="379730">
                  <a:moveTo>
                    <a:pt x="0" y="12671"/>
                  </a:moveTo>
                  <a:lnTo>
                    <a:pt x="0" y="6335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371288"/>
                  </a:lnTo>
                  <a:lnTo>
                    <a:pt x="3167" y="375089"/>
                  </a:lnTo>
                  <a:lnTo>
                    <a:pt x="6266" y="377475"/>
                  </a:lnTo>
                  <a:lnTo>
                    <a:pt x="11325" y="378970"/>
                  </a:lnTo>
                  <a:lnTo>
                    <a:pt x="19116" y="379634"/>
                  </a:lnTo>
                  <a:lnTo>
                    <a:pt x="30412" y="379525"/>
                  </a:lnTo>
                  <a:lnTo>
                    <a:pt x="45717" y="378723"/>
                  </a:lnTo>
                  <a:lnTo>
                    <a:pt x="64468" y="377386"/>
                  </a:lnTo>
                  <a:lnTo>
                    <a:pt x="85832" y="375693"/>
                  </a:lnTo>
                  <a:lnTo>
                    <a:pt x="108978" y="373822"/>
                  </a:lnTo>
                  <a:lnTo>
                    <a:pt x="133065" y="371951"/>
                  </a:lnTo>
                  <a:lnTo>
                    <a:pt x="157211" y="370258"/>
                  </a:lnTo>
                  <a:lnTo>
                    <a:pt x="180525" y="368922"/>
                  </a:lnTo>
                  <a:lnTo>
                    <a:pt x="202117" y="368120"/>
                  </a:lnTo>
                  <a:lnTo>
                    <a:pt x="221353" y="367971"/>
                  </a:lnTo>
                  <a:lnTo>
                    <a:pt x="238628" y="368357"/>
                  </a:lnTo>
                  <a:lnTo>
                    <a:pt x="254597" y="369100"/>
                  </a:lnTo>
                  <a:lnTo>
                    <a:pt x="269912" y="370021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1475106" y="2702104"/>
              <a:ext cx="278130" cy="499745"/>
            </a:xfrm>
            <a:custGeom>
              <a:avLst/>
              <a:gdLst/>
              <a:ahLst/>
              <a:cxnLst/>
              <a:rect l="l" t="t" r="r" b="b"/>
              <a:pathLst>
                <a:path w="278130" h="499744">
                  <a:moveTo>
                    <a:pt x="0" y="0"/>
                  </a:moveTo>
                  <a:lnTo>
                    <a:pt x="3722" y="64626"/>
                  </a:lnTo>
                  <a:lnTo>
                    <a:pt x="6969" y="129253"/>
                  </a:lnTo>
                  <a:lnTo>
                    <a:pt x="9345" y="194118"/>
                  </a:lnTo>
                  <a:lnTo>
                    <a:pt x="10771" y="260408"/>
                  </a:lnTo>
                  <a:lnTo>
                    <a:pt x="11325" y="327728"/>
                  </a:lnTo>
                  <a:lnTo>
                    <a:pt x="11404" y="388395"/>
                  </a:lnTo>
                  <a:lnTo>
                    <a:pt x="11404" y="413481"/>
                  </a:lnTo>
                  <a:lnTo>
                    <a:pt x="11404" y="434648"/>
                  </a:lnTo>
                  <a:lnTo>
                    <a:pt x="11404" y="452012"/>
                  </a:lnTo>
                  <a:lnTo>
                    <a:pt x="11404" y="465694"/>
                  </a:lnTo>
                  <a:lnTo>
                    <a:pt x="11454" y="475911"/>
                  </a:lnTo>
                  <a:lnTo>
                    <a:pt x="24076" y="499274"/>
                  </a:lnTo>
                  <a:lnTo>
                    <a:pt x="37382" y="499274"/>
                  </a:lnTo>
                  <a:lnTo>
                    <a:pt x="48717" y="498849"/>
                  </a:lnTo>
                  <a:lnTo>
                    <a:pt x="62963" y="497770"/>
                  </a:lnTo>
                  <a:lnTo>
                    <a:pt x="80417" y="496334"/>
                  </a:lnTo>
                  <a:lnTo>
                    <a:pt x="101375" y="494839"/>
                  </a:lnTo>
                  <a:lnTo>
                    <a:pt x="152142" y="492463"/>
                  </a:lnTo>
                  <a:lnTo>
                    <a:pt x="203384" y="491038"/>
                  </a:lnTo>
                  <a:lnTo>
                    <a:pt x="244014" y="490483"/>
                  </a:lnTo>
                  <a:lnTo>
                    <a:pt x="261210" y="490414"/>
                  </a:lnTo>
                  <a:lnTo>
                    <a:pt x="277515" y="490404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1482867" y="3181104"/>
              <a:ext cx="274955" cy="472440"/>
            </a:xfrm>
            <a:custGeom>
              <a:avLst/>
              <a:gdLst/>
              <a:ahLst/>
              <a:cxnLst/>
              <a:rect l="l" t="t" r="r" b="b"/>
              <a:pathLst>
                <a:path w="274955" h="472439">
                  <a:moveTo>
                    <a:pt x="3643" y="0"/>
                  </a:moveTo>
                  <a:lnTo>
                    <a:pt x="5623" y="45539"/>
                  </a:lnTo>
                  <a:lnTo>
                    <a:pt x="8078" y="90604"/>
                  </a:lnTo>
                  <a:lnTo>
                    <a:pt x="11087" y="135035"/>
                  </a:lnTo>
                  <a:lnTo>
                    <a:pt x="12355" y="157340"/>
                  </a:lnTo>
                  <a:lnTo>
                    <a:pt x="13147" y="179941"/>
                  </a:lnTo>
                  <a:lnTo>
                    <a:pt x="13285" y="202959"/>
                  </a:lnTo>
                  <a:lnTo>
                    <a:pt x="12830" y="226273"/>
                  </a:lnTo>
                  <a:lnTo>
                    <a:pt x="10612" y="273080"/>
                  </a:lnTo>
                  <a:lnTo>
                    <a:pt x="7444" y="318778"/>
                  </a:lnTo>
                  <a:lnTo>
                    <a:pt x="5801" y="340529"/>
                  </a:lnTo>
                  <a:lnTo>
                    <a:pt x="4276" y="361150"/>
                  </a:lnTo>
                  <a:lnTo>
                    <a:pt x="1069" y="412739"/>
                  </a:lnTo>
                  <a:lnTo>
                    <a:pt x="0" y="441934"/>
                  </a:lnTo>
                  <a:lnTo>
                    <a:pt x="118" y="447775"/>
                  </a:lnTo>
                  <a:lnTo>
                    <a:pt x="17582" y="472426"/>
                  </a:lnTo>
                  <a:lnTo>
                    <a:pt x="28016" y="471208"/>
                  </a:lnTo>
                  <a:lnTo>
                    <a:pt x="43559" y="468862"/>
                  </a:lnTo>
                  <a:lnTo>
                    <a:pt x="64953" y="465615"/>
                  </a:lnTo>
                  <a:lnTo>
                    <a:pt x="90683" y="461892"/>
                  </a:lnTo>
                  <a:lnTo>
                    <a:pt x="146836" y="454923"/>
                  </a:lnTo>
                  <a:lnTo>
                    <a:pt x="197524" y="450884"/>
                  </a:lnTo>
                  <a:lnTo>
                    <a:pt x="236807" y="449220"/>
                  </a:lnTo>
                  <a:lnTo>
                    <a:pt x="261675" y="448745"/>
                  </a:lnTo>
                  <a:lnTo>
                    <a:pt x="268704" y="448864"/>
                  </a:lnTo>
                  <a:lnTo>
                    <a:pt x="272288" y="449220"/>
                  </a:lnTo>
                  <a:lnTo>
                    <a:pt x="274822" y="449854"/>
                  </a:lnTo>
                  <a:lnTo>
                    <a:pt x="268487" y="451121"/>
                  </a:lnTo>
                  <a:lnTo>
                    <a:pt x="264051" y="453022"/>
                  </a:lnTo>
                  <a:lnTo>
                    <a:pt x="259616" y="454923"/>
                  </a:lnTo>
                  <a:lnTo>
                    <a:pt x="257082" y="457457"/>
                  </a:lnTo>
                  <a:lnTo>
                    <a:pt x="254547" y="459991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8" name="object 38"/>
          <p:cNvGrpSpPr/>
          <p:nvPr/>
        </p:nvGrpSpPr>
        <p:grpSpPr>
          <a:xfrm>
            <a:off x="1936998" y="2530399"/>
            <a:ext cx="560705" cy="291465"/>
            <a:chOff x="1936998" y="2530399"/>
            <a:chExt cx="560705" cy="291465"/>
          </a:xfrm>
        </p:grpSpPr>
        <p:sp>
          <p:nvSpPr>
            <p:cNvPr id="39" name="object 39"/>
            <p:cNvSpPr/>
            <p:nvPr/>
          </p:nvSpPr>
          <p:spPr>
            <a:xfrm>
              <a:off x="1955373" y="2548774"/>
              <a:ext cx="120650" cy="229235"/>
            </a:xfrm>
            <a:custGeom>
              <a:avLst/>
              <a:gdLst/>
              <a:ahLst/>
              <a:cxnLst/>
              <a:rect l="l" t="t" r="r" b="b"/>
              <a:pathLst>
                <a:path w="120650" h="229235">
                  <a:moveTo>
                    <a:pt x="2534" y="31679"/>
                  </a:moveTo>
                  <a:lnTo>
                    <a:pt x="1267" y="25343"/>
                  </a:lnTo>
                  <a:lnTo>
                    <a:pt x="0" y="19007"/>
                  </a:lnTo>
                  <a:lnTo>
                    <a:pt x="0" y="12671"/>
                  </a:lnTo>
                  <a:lnTo>
                    <a:pt x="0" y="6335"/>
                  </a:lnTo>
                  <a:lnTo>
                    <a:pt x="1267" y="0"/>
                  </a:lnTo>
                  <a:lnTo>
                    <a:pt x="1900" y="0"/>
                  </a:lnTo>
                  <a:lnTo>
                    <a:pt x="2267" y="1455"/>
                  </a:lnTo>
                  <a:lnTo>
                    <a:pt x="2455" y="6890"/>
                  </a:lnTo>
                  <a:lnTo>
                    <a:pt x="2524" y="17909"/>
                  </a:lnTo>
                  <a:lnTo>
                    <a:pt x="2534" y="36115"/>
                  </a:lnTo>
                  <a:lnTo>
                    <a:pt x="2544" y="62161"/>
                  </a:lnTo>
                  <a:lnTo>
                    <a:pt x="2613" y="92901"/>
                  </a:lnTo>
                  <a:lnTo>
                    <a:pt x="3167" y="152063"/>
                  </a:lnTo>
                  <a:lnTo>
                    <a:pt x="5395" y="199464"/>
                  </a:lnTo>
                  <a:lnTo>
                    <a:pt x="16146" y="229114"/>
                  </a:lnTo>
                  <a:lnTo>
                    <a:pt x="21463" y="228649"/>
                  </a:lnTo>
                  <a:lnTo>
                    <a:pt x="29511" y="227115"/>
                  </a:lnTo>
                  <a:lnTo>
                    <a:pt x="41183" y="224927"/>
                  </a:lnTo>
                  <a:lnTo>
                    <a:pt x="57033" y="222442"/>
                  </a:lnTo>
                  <a:lnTo>
                    <a:pt x="76269" y="219779"/>
                  </a:lnTo>
                  <a:lnTo>
                    <a:pt x="97762" y="216997"/>
                  </a:lnTo>
                  <a:lnTo>
                    <a:pt x="120383" y="214156"/>
                  </a:lnTo>
                </a:path>
              </a:pathLst>
            </a:custGeom>
            <a:ln w="36749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2094764" y="2667889"/>
              <a:ext cx="15240" cy="107950"/>
            </a:xfrm>
            <a:custGeom>
              <a:avLst/>
              <a:gdLst/>
              <a:ahLst/>
              <a:cxnLst/>
              <a:rect l="l" t="t" r="r" b="b"/>
              <a:pathLst>
                <a:path w="15239" h="107950">
                  <a:moveTo>
                    <a:pt x="0" y="0"/>
                  </a:moveTo>
                  <a:lnTo>
                    <a:pt x="5544" y="45935"/>
                  </a:lnTo>
                  <a:lnTo>
                    <a:pt x="11810" y="94346"/>
                  </a:lnTo>
                  <a:lnTo>
                    <a:pt x="14572" y="107711"/>
                  </a:lnTo>
                  <a:lnTo>
                    <a:pt x="15206" y="107711"/>
                  </a:lnTo>
                  <a:lnTo>
                    <a:pt x="15206" y="101375"/>
                  </a:lnTo>
                  <a:lnTo>
                    <a:pt x="15206" y="95039"/>
                  </a:lnTo>
                </a:path>
              </a:pathLst>
            </a:custGeom>
            <a:ln w="36749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2094764" y="2584255"/>
              <a:ext cx="7620" cy="0"/>
            </a:xfrm>
            <a:custGeom>
              <a:avLst/>
              <a:gdLst/>
              <a:ahLst/>
              <a:cxnLst/>
              <a:rect l="l" t="t" r="r" b="b"/>
              <a:pathLst>
                <a:path w="7619" h="0">
                  <a:moveTo>
                    <a:pt x="0" y="0"/>
                  </a:moveTo>
                  <a:lnTo>
                    <a:pt x="2536" y="0"/>
                  </a:lnTo>
                  <a:lnTo>
                    <a:pt x="5073" y="0"/>
                  </a:lnTo>
                  <a:lnTo>
                    <a:pt x="7610" y="0"/>
                  </a:lnTo>
                </a:path>
              </a:pathLst>
            </a:custGeom>
            <a:ln w="36749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58756" y="2633041"/>
              <a:ext cx="144461" cy="188813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41867" y="2617122"/>
              <a:ext cx="155232" cy="187259"/>
            </a:xfrm>
            <a:prstGeom prst="rect">
              <a:avLst/>
            </a:prstGeom>
          </p:spPr>
        </p:pic>
      </p:grpSp>
      <p:grpSp>
        <p:nvGrpSpPr>
          <p:cNvPr id="44" name="object 44"/>
          <p:cNvGrpSpPr/>
          <p:nvPr/>
        </p:nvGrpSpPr>
        <p:grpSpPr>
          <a:xfrm>
            <a:off x="1931929" y="1794158"/>
            <a:ext cx="4165600" cy="2190115"/>
            <a:chOff x="1931929" y="1794158"/>
            <a:chExt cx="4165600" cy="2190115"/>
          </a:xfrm>
        </p:grpSpPr>
        <p:pic>
          <p:nvPicPr>
            <p:cNvPr id="45" name="object 4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92206" y="2520261"/>
              <a:ext cx="198951" cy="230630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5216343" y="2467673"/>
              <a:ext cx="34290" cy="257175"/>
            </a:xfrm>
            <a:custGeom>
              <a:avLst/>
              <a:gdLst/>
              <a:ahLst/>
              <a:cxnLst/>
              <a:rect l="l" t="t" r="r" b="b"/>
              <a:pathLst>
                <a:path w="34289" h="257175">
                  <a:moveTo>
                    <a:pt x="10929" y="17740"/>
                  </a:moveTo>
                  <a:lnTo>
                    <a:pt x="7128" y="8870"/>
                  </a:lnTo>
                  <a:lnTo>
                    <a:pt x="3326" y="0"/>
                  </a:lnTo>
                  <a:lnTo>
                    <a:pt x="1425" y="633"/>
                  </a:lnTo>
                  <a:lnTo>
                    <a:pt x="356" y="2989"/>
                  </a:lnTo>
                  <a:lnTo>
                    <a:pt x="0" y="9503"/>
                  </a:lnTo>
                  <a:lnTo>
                    <a:pt x="356" y="20770"/>
                  </a:lnTo>
                  <a:lnTo>
                    <a:pt x="3177" y="59508"/>
                  </a:lnTo>
                  <a:lnTo>
                    <a:pt x="8108" y="113740"/>
                  </a:lnTo>
                  <a:lnTo>
                    <a:pt x="13770" y="168428"/>
                  </a:lnTo>
                  <a:lnTo>
                    <a:pt x="19215" y="213116"/>
                  </a:lnTo>
                  <a:lnTo>
                    <a:pt x="25977" y="250904"/>
                  </a:lnTo>
                  <a:lnTo>
                    <a:pt x="29303" y="256607"/>
                  </a:lnTo>
                  <a:lnTo>
                    <a:pt x="31204" y="255973"/>
                  </a:lnTo>
                  <a:lnTo>
                    <a:pt x="32471" y="247103"/>
                  </a:lnTo>
                  <a:lnTo>
                    <a:pt x="33738" y="238232"/>
                  </a:lnTo>
                </a:path>
              </a:pathLst>
            </a:custGeom>
            <a:ln w="36749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5177852" y="2581087"/>
              <a:ext cx="83820" cy="10795"/>
            </a:xfrm>
            <a:custGeom>
              <a:avLst/>
              <a:gdLst/>
              <a:ahLst/>
              <a:cxnLst/>
              <a:rect l="l" t="t" r="r" b="b"/>
              <a:pathLst>
                <a:path w="83820" h="10794">
                  <a:moveTo>
                    <a:pt x="0" y="10771"/>
                  </a:moveTo>
                  <a:lnTo>
                    <a:pt x="3801" y="5702"/>
                  </a:lnTo>
                  <a:lnTo>
                    <a:pt x="7603" y="633"/>
                  </a:lnTo>
                  <a:lnTo>
                    <a:pt x="21542" y="0"/>
                  </a:lnTo>
                  <a:lnTo>
                    <a:pt x="33739" y="287"/>
                  </a:lnTo>
                  <a:lnTo>
                    <a:pt x="48787" y="1821"/>
                  </a:lnTo>
                  <a:lnTo>
                    <a:pt x="65735" y="4187"/>
                  </a:lnTo>
                  <a:lnTo>
                    <a:pt x="83634" y="6969"/>
                  </a:lnTo>
                </a:path>
              </a:pathLst>
            </a:custGeom>
            <a:ln w="36749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02669" y="2534201"/>
              <a:ext cx="304128" cy="196416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31929" y="1794158"/>
              <a:ext cx="3564623" cy="2189715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5640299" y="2531033"/>
              <a:ext cx="438784" cy="165100"/>
            </a:xfrm>
            <a:custGeom>
              <a:avLst/>
              <a:gdLst/>
              <a:ahLst/>
              <a:cxnLst/>
              <a:rect l="l" t="t" r="r" b="b"/>
              <a:pathLst>
                <a:path w="438785" h="165100">
                  <a:moveTo>
                    <a:pt x="100187" y="76031"/>
                  </a:moveTo>
                  <a:lnTo>
                    <a:pt x="94484" y="31679"/>
                  </a:lnTo>
                  <a:lnTo>
                    <a:pt x="62805" y="15840"/>
                  </a:lnTo>
                  <a:lnTo>
                    <a:pt x="51410" y="18800"/>
                  </a:lnTo>
                  <a:lnTo>
                    <a:pt x="17819" y="45619"/>
                  </a:lnTo>
                  <a:lnTo>
                    <a:pt x="0" y="93287"/>
                  </a:lnTo>
                  <a:lnTo>
                    <a:pt x="79" y="109612"/>
                  </a:lnTo>
                  <a:lnTo>
                    <a:pt x="18879" y="146767"/>
                  </a:lnTo>
                  <a:lnTo>
                    <a:pt x="38669" y="156181"/>
                  </a:lnTo>
                  <a:lnTo>
                    <a:pt x="48865" y="155231"/>
                  </a:lnTo>
                  <a:lnTo>
                    <a:pt x="78912" y="129867"/>
                  </a:lnTo>
                  <a:lnTo>
                    <a:pt x="101454" y="88703"/>
                  </a:lnTo>
                  <a:lnTo>
                    <a:pt x="107790" y="59558"/>
                  </a:lnTo>
                  <a:lnTo>
                    <a:pt x="107790" y="51955"/>
                  </a:lnTo>
                  <a:lnTo>
                    <a:pt x="107790" y="43084"/>
                  </a:lnTo>
                  <a:lnTo>
                    <a:pt x="104622" y="39916"/>
                  </a:lnTo>
                  <a:lnTo>
                    <a:pt x="101454" y="36748"/>
                  </a:lnTo>
                  <a:lnTo>
                    <a:pt x="95118" y="39283"/>
                  </a:lnTo>
                  <a:lnTo>
                    <a:pt x="91950" y="48153"/>
                  </a:lnTo>
                  <a:lnTo>
                    <a:pt x="90159" y="55944"/>
                  </a:lnTo>
                  <a:lnTo>
                    <a:pt x="89495" y="65815"/>
                  </a:lnTo>
                  <a:lnTo>
                    <a:pt x="89901" y="77467"/>
                  </a:lnTo>
                  <a:lnTo>
                    <a:pt x="97178" y="119195"/>
                  </a:lnTo>
                  <a:lnTo>
                    <a:pt x="115146" y="153409"/>
                  </a:lnTo>
                  <a:lnTo>
                    <a:pt x="133896" y="160854"/>
                  </a:lnTo>
                  <a:lnTo>
                    <a:pt x="145172" y="158399"/>
                  </a:lnTo>
                  <a:lnTo>
                    <a:pt x="180813" y="125967"/>
                  </a:lnTo>
                  <a:lnTo>
                    <a:pt x="194999" y="90228"/>
                  </a:lnTo>
                  <a:lnTo>
                    <a:pt x="197761" y="38015"/>
                  </a:lnTo>
                  <a:lnTo>
                    <a:pt x="193960" y="13939"/>
                  </a:lnTo>
                  <a:lnTo>
                    <a:pt x="192059" y="14572"/>
                  </a:lnTo>
                  <a:lnTo>
                    <a:pt x="189119" y="61488"/>
                  </a:lnTo>
                  <a:lnTo>
                    <a:pt x="190762" y="102256"/>
                  </a:lnTo>
                  <a:lnTo>
                    <a:pt x="195148" y="143509"/>
                  </a:lnTo>
                  <a:lnTo>
                    <a:pt x="199811" y="130639"/>
                  </a:lnTo>
                  <a:lnTo>
                    <a:pt x="200929" y="117849"/>
                  </a:lnTo>
                  <a:lnTo>
                    <a:pt x="209483" y="67597"/>
                  </a:lnTo>
                  <a:lnTo>
                    <a:pt x="230233" y="22967"/>
                  </a:lnTo>
                  <a:lnTo>
                    <a:pt x="272684" y="8474"/>
                  </a:lnTo>
                  <a:lnTo>
                    <a:pt x="299216" y="40540"/>
                  </a:lnTo>
                  <a:lnTo>
                    <a:pt x="309908" y="91238"/>
                  </a:lnTo>
                  <a:lnTo>
                    <a:pt x="309274" y="135590"/>
                  </a:lnTo>
                  <a:lnTo>
                    <a:pt x="306106" y="159033"/>
                  </a:lnTo>
                  <a:lnTo>
                    <a:pt x="305819" y="158864"/>
                  </a:lnTo>
                  <a:lnTo>
                    <a:pt x="315234" y="121680"/>
                  </a:lnTo>
                  <a:lnTo>
                    <a:pt x="328896" y="84912"/>
                  </a:lnTo>
                  <a:lnTo>
                    <a:pt x="345874" y="50044"/>
                  </a:lnTo>
                  <a:lnTo>
                    <a:pt x="370733" y="15206"/>
                  </a:lnTo>
                  <a:lnTo>
                    <a:pt x="399245" y="0"/>
                  </a:lnTo>
                  <a:lnTo>
                    <a:pt x="405581" y="0"/>
                  </a:lnTo>
                  <a:lnTo>
                    <a:pt x="430925" y="43718"/>
                  </a:lnTo>
                  <a:lnTo>
                    <a:pt x="434400" y="97712"/>
                  </a:lnTo>
                  <a:lnTo>
                    <a:pt x="434093" y="113414"/>
                  </a:lnTo>
                  <a:lnTo>
                    <a:pt x="429658" y="153330"/>
                  </a:lnTo>
                  <a:lnTo>
                    <a:pt x="428391" y="162201"/>
                  </a:lnTo>
                  <a:lnTo>
                    <a:pt x="429658" y="163468"/>
                  </a:lnTo>
                  <a:lnTo>
                    <a:pt x="430925" y="164735"/>
                  </a:lnTo>
                  <a:lnTo>
                    <a:pt x="434727" y="158399"/>
                  </a:lnTo>
                  <a:lnTo>
                    <a:pt x="438529" y="152063"/>
                  </a:lnTo>
                </a:path>
              </a:pathLst>
            </a:custGeom>
            <a:ln w="36749">
              <a:solidFill>
                <a:srgbClr val="157EF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1" name="object 51"/>
          <p:cNvGrpSpPr/>
          <p:nvPr/>
        </p:nvGrpSpPr>
        <p:grpSpPr>
          <a:xfrm>
            <a:off x="681563" y="4318491"/>
            <a:ext cx="371475" cy="393065"/>
            <a:chOff x="681563" y="4318491"/>
            <a:chExt cx="371475" cy="393065"/>
          </a:xfrm>
        </p:grpSpPr>
        <p:sp>
          <p:nvSpPr>
            <p:cNvPr id="52" name="object 52"/>
            <p:cNvSpPr/>
            <p:nvPr/>
          </p:nvSpPr>
          <p:spPr>
            <a:xfrm>
              <a:off x="756605" y="4426381"/>
              <a:ext cx="129539" cy="167640"/>
            </a:xfrm>
            <a:custGeom>
              <a:avLst/>
              <a:gdLst/>
              <a:ahLst/>
              <a:cxnLst/>
              <a:rect l="l" t="t" r="r" b="b"/>
              <a:pathLst>
                <a:path w="129540" h="167639">
                  <a:moveTo>
                    <a:pt x="41817" y="24453"/>
                  </a:moveTo>
                  <a:lnTo>
                    <a:pt x="38015" y="19384"/>
                  </a:lnTo>
                  <a:lnTo>
                    <a:pt x="34214" y="14315"/>
                  </a:lnTo>
                  <a:lnTo>
                    <a:pt x="34847" y="9880"/>
                  </a:lnTo>
                  <a:lnTo>
                    <a:pt x="35481" y="5444"/>
                  </a:lnTo>
                  <a:lnTo>
                    <a:pt x="40550" y="1643"/>
                  </a:lnTo>
                  <a:lnTo>
                    <a:pt x="49420" y="376"/>
                  </a:lnTo>
                  <a:lnTo>
                    <a:pt x="56716" y="0"/>
                  </a:lnTo>
                  <a:lnTo>
                    <a:pt x="65022" y="1168"/>
                  </a:lnTo>
                  <a:lnTo>
                    <a:pt x="99791" y="31422"/>
                  </a:lnTo>
                  <a:lnTo>
                    <a:pt x="112829" y="75308"/>
                  </a:lnTo>
                  <a:lnTo>
                    <a:pt x="111750" y="90743"/>
                  </a:lnTo>
                  <a:lnTo>
                    <a:pt x="86575" y="133243"/>
                  </a:lnTo>
                  <a:lnTo>
                    <a:pt x="43718" y="161309"/>
                  </a:lnTo>
                  <a:lnTo>
                    <a:pt x="25977" y="167329"/>
                  </a:lnTo>
                  <a:lnTo>
                    <a:pt x="20374" y="166655"/>
                  </a:lnTo>
                  <a:lnTo>
                    <a:pt x="0" y="130897"/>
                  </a:lnTo>
                  <a:lnTo>
                    <a:pt x="0" y="123294"/>
                  </a:lnTo>
                  <a:lnTo>
                    <a:pt x="34214" y="102385"/>
                  </a:lnTo>
                  <a:lnTo>
                    <a:pt x="73329" y="121729"/>
                  </a:lnTo>
                  <a:lnTo>
                    <a:pt x="85505" y="136263"/>
                  </a:lnTo>
                  <a:lnTo>
                    <a:pt x="91238" y="142935"/>
                  </a:lnTo>
                  <a:lnTo>
                    <a:pt x="119116" y="157508"/>
                  </a:lnTo>
                  <a:lnTo>
                    <a:pt x="124185" y="153706"/>
                  </a:lnTo>
                  <a:lnTo>
                    <a:pt x="129253" y="149905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920073" y="4523065"/>
              <a:ext cx="0" cy="19050"/>
            </a:xfrm>
            <a:custGeom>
              <a:avLst/>
              <a:gdLst/>
              <a:ahLst/>
              <a:cxnLst/>
              <a:rect l="l" t="t" r="r" b="b"/>
              <a:pathLst>
                <a:path w="0" h="19050">
                  <a:moveTo>
                    <a:pt x="0" y="19025"/>
                  </a:moveTo>
                  <a:lnTo>
                    <a:pt x="0" y="12683"/>
                  </a:lnTo>
                  <a:lnTo>
                    <a:pt x="0" y="6341"/>
                  </a:lnTo>
                  <a:lnTo>
                    <a:pt x="0" y="0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699938" y="4336866"/>
              <a:ext cx="334645" cy="356235"/>
            </a:xfrm>
            <a:custGeom>
              <a:avLst/>
              <a:gdLst/>
              <a:ahLst/>
              <a:cxnLst/>
              <a:rect l="l" t="t" r="r" b="b"/>
              <a:pathLst>
                <a:path w="334644" h="356235">
                  <a:moveTo>
                    <a:pt x="216334" y="53143"/>
                  </a:moveTo>
                  <a:lnTo>
                    <a:pt x="180783" y="16701"/>
                  </a:lnTo>
                  <a:lnTo>
                    <a:pt x="138322" y="0"/>
                  </a:lnTo>
                  <a:lnTo>
                    <a:pt x="123264" y="405"/>
                  </a:lnTo>
                  <a:lnTo>
                    <a:pt x="81615" y="19166"/>
                  </a:lnTo>
                  <a:lnTo>
                    <a:pt x="56033" y="47440"/>
                  </a:lnTo>
                  <a:lnTo>
                    <a:pt x="30927" y="87911"/>
                  </a:lnTo>
                  <a:lnTo>
                    <a:pt x="11048" y="131709"/>
                  </a:lnTo>
                  <a:lnTo>
                    <a:pt x="1227" y="170279"/>
                  </a:lnTo>
                  <a:lnTo>
                    <a:pt x="0" y="187752"/>
                  </a:lnTo>
                  <a:lnTo>
                    <a:pt x="910" y="204572"/>
                  </a:lnTo>
                  <a:lnTo>
                    <a:pt x="16770" y="254468"/>
                  </a:lnTo>
                  <a:lnTo>
                    <a:pt x="41480" y="289484"/>
                  </a:lnTo>
                  <a:lnTo>
                    <a:pt x="77952" y="322610"/>
                  </a:lnTo>
                  <a:lnTo>
                    <a:pt x="123333" y="345310"/>
                  </a:lnTo>
                  <a:lnTo>
                    <a:pt x="171922" y="354973"/>
                  </a:lnTo>
                  <a:lnTo>
                    <a:pt x="194791" y="356002"/>
                  </a:lnTo>
                  <a:lnTo>
                    <a:pt x="215522" y="355032"/>
                  </a:lnTo>
                  <a:lnTo>
                    <a:pt x="267021" y="339529"/>
                  </a:lnTo>
                  <a:lnTo>
                    <a:pt x="306760" y="304245"/>
                  </a:lnTo>
                  <a:lnTo>
                    <a:pt x="329114" y="254468"/>
                  </a:lnTo>
                  <a:lnTo>
                    <a:pt x="334420" y="202384"/>
                  </a:lnTo>
                  <a:lnTo>
                    <a:pt x="333232" y="185802"/>
                  </a:lnTo>
                  <a:lnTo>
                    <a:pt x="321145" y="129739"/>
                  </a:lnTo>
                  <a:lnTo>
                    <a:pt x="306710" y="87624"/>
                  </a:lnTo>
                  <a:lnTo>
                    <a:pt x="288732" y="51697"/>
                  </a:lnTo>
                  <a:lnTo>
                    <a:pt x="259418" y="17661"/>
                  </a:lnTo>
                  <a:lnTo>
                    <a:pt x="224570" y="1821"/>
                  </a:lnTo>
                  <a:lnTo>
                    <a:pt x="183387" y="7523"/>
                  </a:lnTo>
                  <a:lnTo>
                    <a:pt x="182119" y="49341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5" name="object 55"/>
          <p:cNvGrpSpPr/>
          <p:nvPr/>
        </p:nvGrpSpPr>
        <p:grpSpPr>
          <a:xfrm>
            <a:off x="1198222" y="4284514"/>
            <a:ext cx="1264920" cy="368935"/>
            <a:chOff x="1198222" y="4284514"/>
            <a:chExt cx="1264920" cy="368935"/>
          </a:xfrm>
        </p:grpSpPr>
        <p:sp>
          <p:nvSpPr>
            <p:cNvPr id="56" name="object 56"/>
            <p:cNvSpPr/>
            <p:nvPr/>
          </p:nvSpPr>
          <p:spPr>
            <a:xfrm>
              <a:off x="1216597" y="4302889"/>
              <a:ext cx="177800" cy="332105"/>
            </a:xfrm>
            <a:custGeom>
              <a:avLst/>
              <a:gdLst/>
              <a:ahLst/>
              <a:cxnLst/>
              <a:rect l="l" t="t" r="r" b="b"/>
              <a:pathLst>
                <a:path w="177800" h="332104">
                  <a:moveTo>
                    <a:pt x="19008" y="71913"/>
                  </a:moveTo>
                  <a:lnTo>
                    <a:pt x="19008" y="65577"/>
                  </a:lnTo>
                  <a:lnTo>
                    <a:pt x="19008" y="59241"/>
                  </a:lnTo>
                  <a:lnTo>
                    <a:pt x="18374" y="51638"/>
                  </a:lnTo>
                  <a:lnTo>
                    <a:pt x="17740" y="44035"/>
                  </a:lnTo>
                  <a:lnTo>
                    <a:pt x="16473" y="35164"/>
                  </a:lnTo>
                  <a:lnTo>
                    <a:pt x="15840" y="35164"/>
                  </a:lnTo>
                  <a:lnTo>
                    <a:pt x="15493" y="37006"/>
                  </a:lnTo>
                  <a:lnTo>
                    <a:pt x="15444" y="43243"/>
                  </a:lnTo>
                  <a:lnTo>
                    <a:pt x="15750" y="54944"/>
                  </a:lnTo>
                  <a:lnTo>
                    <a:pt x="17641" y="98395"/>
                  </a:lnTo>
                  <a:lnTo>
                    <a:pt x="20928" y="160943"/>
                  </a:lnTo>
                  <a:lnTo>
                    <a:pt x="24700" y="222194"/>
                  </a:lnTo>
                  <a:lnTo>
                    <a:pt x="28244" y="269556"/>
                  </a:lnTo>
                  <a:lnTo>
                    <a:pt x="32234" y="307849"/>
                  </a:lnTo>
                  <a:lnTo>
                    <a:pt x="35481" y="325352"/>
                  </a:lnTo>
                  <a:lnTo>
                    <a:pt x="36748" y="331688"/>
                  </a:lnTo>
                  <a:lnTo>
                    <a:pt x="37382" y="331055"/>
                  </a:lnTo>
                  <a:lnTo>
                    <a:pt x="37728" y="329144"/>
                  </a:lnTo>
                  <a:lnTo>
                    <a:pt x="37778" y="323847"/>
                  </a:lnTo>
                  <a:lnTo>
                    <a:pt x="37471" y="314393"/>
                  </a:lnTo>
                  <a:lnTo>
                    <a:pt x="33739" y="256052"/>
                  </a:lnTo>
                  <a:lnTo>
                    <a:pt x="27878" y="199266"/>
                  </a:lnTo>
                  <a:lnTo>
                    <a:pt x="19008" y="139629"/>
                  </a:lnTo>
                  <a:lnTo>
                    <a:pt x="10137" y="87119"/>
                  </a:lnTo>
                  <a:lnTo>
                    <a:pt x="6791" y="66369"/>
                  </a:lnTo>
                  <a:lnTo>
                    <a:pt x="4276" y="49420"/>
                  </a:lnTo>
                  <a:lnTo>
                    <a:pt x="2475" y="35798"/>
                  </a:lnTo>
                  <a:lnTo>
                    <a:pt x="1267" y="25027"/>
                  </a:lnTo>
                  <a:lnTo>
                    <a:pt x="0" y="12355"/>
                  </a:lnTo>
                  <a:lnTo>
                    <a:pt x="0" y="6019"/>
                  </a:lnTo>
                  <a:lnTo>
                    <a:pt x="6335" y="2851"/>
                  </a:lnTo>
                  <a:lnTo>
                    <a:pt x="12315" y="1029"/>
                  </a:lnTo>
                  <a:lnTo>
                    <a:pt x="20908" y="158"/>
                  </a:lnTo>
                  <a:lnTo>
                    <a:pt x="32353" y="0"/>
                  </a:lnTo>
                  <a:lnTo>
                    <a:pt x="46886" y="316"/>
                  </a:lnTo>
                  <a:lnTo>
                    <a:pt x="64389" y="891"/>
                  </a:lnTo>
                  <a:lnTo>
                    <a:pt x="83318" y="1584"/>
                  </a:lnTo>
                  <a:lnTo>
                    <a:pt x="101771" y="2277"/>
                  </a:lnTo>
                  <a:lnTo>
                    <a:pt x="117849" y="2851"/>
                  </a:lnTo>
                  <a:lnTo>
                    <a:pt x="130164" y="3217"/>
                  </a:lnTo>
                  <a:lnTo>
                    <a:pt x="139391" y="3405"/>
                  </a:lnTo>
                  <a:lnTo>
                    <a:pt x="146717" y="3475"/>
                  </a:lnTo>
                  <a:lnTo>
                    <a:pt x="153330" y="3484"/>
                  </a:lnTo>
                  <a:lnTo>
                    <a:pt x="162201" y="3484"/>
                  </a:lnTo>
                  <a:lnTo>
                    <a:pt x="172338" y="3484"/>
                  </a:lnTo>
                  <a:lnTo>
                    <a:pt x="174873" y="6652"/>
                  </a:lnTo>
                  <a:lnTo>
                    <a:pt x="177407" y="9820"/>
                  </a:lnTo>
                  <a:lnTo>
                    <a:pt x="172338" y="16156"/>
                  </a:lnTo>
                  <a:lnTo>
                    <a:pt x="167269" y="22492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55247" y="4418520"/>
              <a:ext cx="255973" cy="187387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36563" y="4409649"/>
              <a:ext cx="158400" cy="202752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23781" y="4419628"/>
              <a:ext cx="161261" cy="182695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1916248" y="4420422"/>
              <a:ext cx="253365" cy="171450"/>
            </a:xfrm>
            <a:custGeom>
              <a:avLst/>
              <a:gdLst/>
              <a:ahLst/>
              <a:cxnLst/>
              <a:rect l="l" t="t" r="r" b="b"/>
              <a:pathLst>
                <a:path w="253364" h="171450">
                  <a:moveTo>
                    <a:pt x="11246" y="41817"/>
                  </a:moveTo>
                  <a:lnTo>
                    <a:pt x="11246" y="41817"/>
                  </a:lnTo>
                  <a:lnTo>
                    <a:pt x="11246" y="2534"/>
                  </a:lnTo>
                  <a:lnTo>
                    <a:pt x="9979" y="633"/>
                  </a:lnTo>
                  <a:lnTo>
                    <a:pt x="2969" y="48777"/>
                  </a:lnTo>
                  <a:lnTo>
                    <a:pt x="1069" y="95960"/>
                  </a:lnTo>
                  <a:lnTo>
                    <a:pt x="0" y="142401"/>
                  </a:lnTo>
                  <a:lnTo>
                    <a:pt x="118" y="149905"/>
                  </a:lnTo>
                  <a:lnTo>
                    <a:pt x="475" y="155865"/>
                  </a:lnTo>
                  <a:lnTo>
                    <a:pt x="1108" y="163468"/>
                  </a:lnTo>
                  <a:lnTo>
                    <a:pt x="2375" y="171071"/>
                  </a:lnTo>
                  <a:lnTo>
                    <a:pt x="3009" y="171071"/>
                  </a:lnTo>
                  <a:lnTo>
                    <a:pt x="3425" y="169546"/>
                  </a:lnTo>
                  <a:lnTo>
                    <a:pt x="3959" y="164577"/>
                  </a:lnTo>
                  <a:lnTo>
                    <a:pt x="4969" y="155568"/>
                  </a:lnTo>
                  <a:lnTo>
                    <a:pt x="13463" y="102246"/>
                  </a:lnTo>
                  <a:lnTo>
                    <a:pt x="22017" y="60191"/>
                  </a:lnTo>
                  <a:lnTo>
                    <a:pt x="35115" y="20096"/>
                  </a:lnTo>
                  <a:lnTo>
                    <a:pt x="60439" y="9"/>
                  </a:lnTo>
                  <a:lnTo>
                    <a:pt x="67636" y="1267"/>
                  </a:lnTo>
                  <a:lnTo>
                    <a:pt x="91079" y="40550"/>
                  </a:lnTo>
                  <a:lnTo>
                    <a:pt x="96386" y="79437"/>
                  </a:lnTo>
                  <a:lnTo>
                    <a:pt x="97940" y="99088"/>
                  </a:lnTo>
                  <a:lnTo>
                    <a:pt x="99316" y="115948"/>
                  </a:lnTo>
                  <a:lnTo>
                    <a:pt x="118958" y="153330"/>
                  </a:lnTo>
                  <a:lnTo>
                    <a:pt x="125293" y="153330"/>
                  </a:lnTo>
                  <a:lnTo>
                    <a:pt x="155073" y="125709"/>
                  </a:lnTo>
                  <a:lnTo>
                    <a:pt x="177882" y="79199"/>
                  </a:lnTo>
                  <a:lnTo>
                    <a:pt x="190000" y="37768"/>
                  </a:lnTo>
                  <a:lnTo>
                    <a:pt x="191188" y="0"/>
                  </a:lnTo>
                  <a:lnTo>
                    <a:pt x="188653" y="7603"/>
                  </a:lnTo>
                  <a:lnTo>
                    <a:pt x="188970" y="47915"/>
                  </a:lnTo>
                  <a:lnTo>
                    <a:pt x="201771" y="88604"/>
                  </a:lnTo>
                  <a:lnTo>
                    <a:pt x="233005" y="125452"/>
                  </a:lnTo>
                  <a:lnTo>
                    <a:pt x="238074" y="129254"/>
                  </a:lnTo>
                  <a:lnTo>
                    <a:pt x="243143" y="133055"/>
                  </a:lnTo>
                  <a:lnTo>
                    <a:pt x="248212" y="136857"/>
                  </a:lnTo>
                  <a:lnTo>
                    <a:pt x="253280" y="140658"/>
                  </a:lnTo>
                  <a:lnTo>
                    <a:pt x="253280" y="144460"/>
                  </a:lnTo>
                  <a:lnTo>
                    <a:pt x="253280" y="148262"/>
                  </a:lnTo>
                  <a:lnTo>
                    <a:pt x="248212" y="152063"/>
                  </a:lnTo>
                  <a:lnTo>
                    <a:pt x="236173" y="152063"/>
                  </a:lnTo>
                  <a:lnTo>
                    <a:pt x="226065" y="151400"/>
                  </a:lnTo>
                  <a:lnTo>
                    <a:pt x="182317" y="139391"/>
                  </a:lnTo>
                  <a:lnTo>
                    <a:pt x="178516" y="134322"/>
                  </a:lnTo>
                  <a:lnTo>
                    <a:pt x="174714" y="129254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2220216" y="4411551"/>
              <a:ext cx="15240" cy="173990"/>
            </a:xfrm>
            <a:custGeom>
              <a:avLst/>
              <a:gdLst/>
              <a:ahLst/>
              <a:cxnLst/>
              <a:rect l="l" t="t" r="r" b="b"/>
              <a:pathLst>
                <a:path w="15239" h="173989">
                  <a:moveTo>
                    <a:pt x="0" y="31679"/>
                  </a:moveTo>
                  <a:lnTo>
                    <a:pt x="1267" y="25343"/>
                  </a:lnTo>
                  <a:lnTo>
                    <a:pt x="2534" y="19007"/>
                  </a:lnTo>
                  <a:lnTo>
                    <a:pt x="4435" y="12671"/>
                  </a:lnTo>
                  <a:lnTo>
                    <a:pt x="6336" y="6336"/>
                  </a:lnTo>
                  <a:lnTo>
                    <a:pt x="8870" y="0"/>
                  </a:lnTo>
                  <a:lnTo>
                    <a:pt x="9504" y="0"/>
                  </a:lnTo>
                  <a:lnTo>
                    <a:pt x="9652" y="1306"/>
                  </a:lnTo>
                  <a:lnTo>
                    <a:pt x="9266" y="5702"/>
                  </a:lnTo>
                  <a:lnTo>
                    <a:pt x="8523" y="13899"/>
                  </a:lnTo>
                  <a:lnTo>
                    <a:pt x="7603" y="26611"/>
                  </a:lnTo>
                  <a:lnTo>
                    <a:pt x="6672" y="44064"/>
                  </a:lnTo>
                  <a:lnTo>
                    <a:pt x="5860" y="64547"/>
                  </a:lnTo>
                  <a:lnTo>
                    <a:pt x="5286" y="85862"/>
                  </a:lnTo>
                  <a:lnTo>
                    <a:pt x="5068" y="105810"/>
                  </a:lnTo>
                  <a:lnTo>
                    <a:pt x="5296" y="122640"/>
                  </a:lnTo>
                  <a:lnTo>
                    <a:pt x="10137" y="167269"/>
                  </a:lnTo>
                  <a:lnTo>
                    <a:pt x="12672" y="173605"/>
                  </a:lnTo>
                  <a:lnTo>
                    <a:pt x="13939" y="172972"/>
                  </a:lnTo>
                  <a:lnTo>
                    <a:pt x="15206" y="172338"/>
                  </a:lnTo>
                  <a:lnTo>
                    <a:pt x="15206" y="164735"/>
                  </a:lnTo>
                  <a:lnTo>
                    <a:pt x="15206" y="157132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2225285" y="4334251"/>
              <a:ext cx="10160" cy="17780"/>
            </a:xfrm>
            <a:custGeom>
              <a:avLst/>
              <a:gdLst/>
              <a:ahLst/>
              <a:cxnLst/>
              <a:rect l="l" t="t" r="r" b="b"/>
              <a:pathLst>
                <a:path w="10160" h="17779">
                  <a:moveTo>
                    <a:pt x="2536" y="17756"/>
                  </a:moveTo>
                  <a:lnTo>
                    <a:pt x="1268" y="10146"/>
                  </a:lnTo>
                  <a:lnTo>
                    <a:pt x="0" y="2536"/>
                  </a:lnTo>
                  <a:lnTo>
                    <a:pt x="1268" y="1268"/>
                  </a:lnTo>
                  <a:lnTo>
                    <a:pt x="2536" y="0"/>
                  </a:lnTo>
                  <a:lnTo>
                    <a:pt x="6341" y="5073"/>
                  </a:lnTo>
                  <a:lnTo>
                    <a:pt x="10146" y="10146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294743" y="4405442"/>
              <a:ext cx="168142" cy="196238"/>
            </a:xfrm>
            <a:prstGeom prst="rect">
              <a:avLst/>
            </a:prstGeom>
          </p:spPr>
        </p:pic>
      </p:grpSp>
      <p:grpSp>
        <p:nvGrpSpPr>
          <p:cNvPr id="64" name="object 64"/>
          <p:cNvGrpSpPr/>
          <p:nvPr/>
        </p:nvGrpSpPr>
        <p:grpSpPr>
          <a:xfrm>
            <a:off x="1412379" y="4761296"/>
            <a:ext cx="354965" cy="1464310"/>
            <a:chOff x="1412379" y="4761296"/>
            <a:chExt cx="354965" cy="1464310"/>
          </a:xfrm>
        </p:grpSpPr>
        <p:sp>
          <p:nvSpPr>
            <p:cNvPr id="65" name="object 65"/>
            <p:cNvSpPr/>
            <p:nvPr/>
          </p:nvSpPr>
          <p:spPr>
            <a:xfrm>
              <a:off x="1444693" y="4779671"/>
              <a:ext cx="259079" cy="325120"/>
            </a:xfrm>
            <a:custGeom>
              <a:avLst/>
              <a:gdLst/>
              <a:ahLst/>
              <a:cxnLst/>
              <a:rect l="l" t="t" r="r" b="b"/>
              <a:pathLst>
                <a:path w="259080" h="325120">
                  <a:moveTo>
                    <a:pt x="0" y="24710"/>
                  </a:moveTo>
                  <a:lnTo>
                    <a:pt x="1267" y="13305"/>
                  </a:lnTo>
                  <a:lnTo>
                    <a:pt x="2534" y="1900"/>
                  </a:lnTo>
                  <a:lnTo>
                    <a:pt x="3167" y="0"/>
                  </a:lnTo>
                  <a:lnTo>
                    <a:pt x="3544" y="415"/>
                  </a:lnTo>
                  <a:lnTo>
                    <a:pt x="3801" y="4752"/>
                  </a:lnTo>
                  <a:lnTo>
                    <a:pt x="4058" y="13365"/>
                  </a:lnTo>
                  <a:lnTo>
                    <a:pt x="4435" y="26611"/>
                  </a:lnTo>
                  <a:lnTo>
                    <a:pt x="5029" y="44589"/>
                  </a:lnTo>
                  <a:lnTo>
                    <a:pt x="6929" y="90762"/>
                  </a:lnTo>
                  <a:lnTo>
                    <a:pt x="9741" y="142757"/>
                  </a:lnTo>
                  <a:lnTo>
                    <a:pt x="11246" y="168695"/>
                  </a:lnTo>
                  <a:lnTo>
                    <a:pt x="12513" y="193920"/>
                  </a:lnTo>
                  <a:lnTo>
                    <a:pt x="13305" y="217957"/>
                  </a:lnTo>
                  <a:lnTo>
                    <a:pt x="13463" y="240341"/>
                  </a:lnTo>
                  <a:lnTo>
                    <a:pt x="13147" y="260646"/>
                  </a:lnTo>
                  <a:lnTo>
                    <a:pt x="12592" y="278456"/>
                  </a:lnTo>
                  <a:lnTo>
                    <a:pt x="12038" y="293355"/>
                  </a:lnTo>
                  <a:lnTo>
                    <a:pt x="11761" y="305047"/>
                  </a:lnTo>
                  <a:lnTo>
                    <a:pt x="12196" y="313710"/>
                  </a:lnTo>
                  <a:lnTo>
                    <a:pt x="13820" y="319640"/>
                  </a:lnTo>
                  <a:lnTo>
                    <a:pt x="17107" y="323135"/>
                  </a:lnTo>
                  <a:lnTo>
                    <a:pt x="22482" y="324530"/>
                  </a:lnTo>
                  <a:lnTo>
                    <a:pt x="30175" y="324323"/>
                  </a:lnTo>
                  <a:lnTo>
                    <a:pt x="40362" y="323045"/>
                  </a:lnTo>
                  <a:lnTo>
                    <a:pt x="53222" y="321234"/>
                  </a:lnTo>
                  <a:lnTo>
                    <a:pt x="68854" y="319333"/>
                  </a:lnTo>
                  <a:lnTo>
                    <a:pt x="107483" y="315531"/>
                  </a:lnTo>
                  <a:lnTo>
                    <a:pt x="153726" y="311740"/>
                  </a:lnTo>
                  <a:lnTo>
                    <a:pt x="177565" y="309908"/>
                  </a:lnTo>
                  <a:lnTo>
                    <a:pt x="199741" y="308196"/>
                  </a:lnTo>
                  <a:lnTo>
                    <a:pt x="218591" y="306661"/>
                  </a:lnTo>
                  <a:lnTo>
                    <a:pt x="232936" y="305344"/>
                  </a:lnTo>
                  <a:lnTo>
                    <a:pt x="243539" y="304206"/>
                  </a:lnTo>
                  <a:lnTo>
                    <a:pt x="251647" y="303186"/>
                  </a:lnTo>
                  <a:lnTo>
                    <a:pt x="258507" y="302226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1437397" y="5024873"/>
              <a:ext cx="252095" cy="567690"/>
            </a:xfrm>
            <a:custGeom>
              <a:avLst/>
              <a:gdLst/>
              <a:ahLst/>
              <a:cxnLst/>
              <a:rect l="l" t="t" r="r" b="b"/>
              <a:pathLst>
                <a:path w="252094" h="567689">
                  <a:moveTo>
                    <a:pt x="22502" y="0"/>
                  </a:moveTo>
                  <a:lnTo>
                    <a:pt x="23433" y="26531"/>
                  </a:lnTo>
                  <a:lnTo>
                    <a:pt x="24244" y="52588"/>
                  </a:lnTo>
                  <a:lnTo>
                    <a:pt x="24819" y="77694"/>
                  </a:lnTo>
                  <a:lnTo>
                    <a:pt x="25036" y="101375"/>
                  </a:lnTo>
                  <a:lnTo>
                    <a:pt x="24809" y="123353"/>
                  </a:lnTo>
                  <a:lnTo>
                    <a:pt x="23165" y="164458"/>
                  </a:lnTo>
                  <a:lnTo>
                    <a:pt x="20334" y="206364"/>
                  </a:lnTo>
                  <a:lnTo>
                    <a:pt x="16790" y="251211"/>
                  </a:lnTo>
                  <a:lnTo>
                    <a:pt x="14899" y="274347"/>
                  </a:lnTo>
                  <a:lnTo>
                    <a:pt x="13008" y="297691"/>
                  </a:lnTo>
                  <a:lnTo>
                    <a:pt x="9464" y="343667"/>
                  </a:lnTo>
                  <a:lnTo>
                    <a:pt x="6613" y="386474"/>
                  </a:lnTo>
                  <a:lnTo>
                    <a:pt x="4454" y="427064"/>
                  </a:lnTo>
                  <a:lnTo>
                    <a:pt x="2554" y="469684"/>
                  </a:lnTo>
                  <a:lnTo>
                    <a:pt x="910" y="510768"/>
                  </a:lnTo>
                  <a:lnTo>
                    <a:pt x="0" y="539211"/>
                  </a:lnTo>
                  <a:lnTo>
                    <a:pt x="89" y="547586"/>
                  </a:lnTo>
                  <a:lnTo>
                    <a:pt x="15533" y="567070"/>
                  </a:lnTo>
                  <a:lnTo>
                    <a:pt x="20146" y="566981"/>
                  </a:lnTo>
                  <a:lnTo>
                    <a:pt x="26304" y="565882"/>
                  </a:lnTo>
                  <a:lnTo>
                    <a:pt x="35313" y="563951"/>
                  </a:lnTo>
                  <a:lnTo>
                    <a:pt x="48480" y="561367"/>
                  </a:lnTo>
                  <a:lnTo>
                    <a:pt x="88792" y="555190"/>
                  </a:lnTo>
                  <a:lnTo>
                    <a:pt x="139084" y="549962"/>
                  </a:lnTo>
                  <a:lnTo>
                    <a:pt x="187950" y="547745"/>
                  </a:lnTo>
                  <a:lnTo>
                    <a:pt x="238232" y="547418"/>
                  </a:lnTo>
                  <a:lnTo>
                    <a:pt x="246241" y="547349"/>
                  </a:lnTo>
                  <a:lnTo>
                    <a:pt x="250568" y="547161"/>
                  </a:lnTo>
                  <a:lnTo>
                    <a:pt x="251865" y="546794"/>
                  </a:lnTo>
                  <a:lnTo>
                    <a:pt x="251865" y="546161"/>
                  </a:lnTo>
                  <a:lnTo>
                    <a:pt x="245529" y="544894"/>
                  </a:lnTo>
                  <a:lnTo>
                    <a:pt x="241727" y="544260"/>
                  </a:lnTo>
                  <a:lnTo>
                    <a:pt x="237925" y="543626"/>
                  </a:lnTo>
                  <a:lnTo>
                    <a:pt x="236658" y="543626"/>
                  </a:lnTo>
                  <a:lnTo>
                    <a:pt x="235391" y="543626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1430754" y="5549493"/>
              <a:ext cx="318135" cy="657225"/>
            </a:xfrm>
            <a:custGeom>
              <a:avLst/>
              <a:gdLst/>
              <a:ahLst/>
              <a:cxnLst/>
              <a:rect l="l" t="t" r="r" b="b"/>
              <a:pathLst>
                <a:path w="318135" h="657225">
                  <a:moveTo>
                    <a:pt x="2534" y="0"/>
                  </a:moveTo>
                  <a:lnTo>
                    <a:pt x="11800" y="43639"/>
                  </a:lnTo>
                  <a:lnTo>
                    <a:pt x="19641" y="86803"/>
                  </a:lnTo>
                  <a:lnTo>
                    <a:pt x="24868" y="129412"/>
                  </a:lnTo>
                  <a:lnTo>
                    <a:pt x="27244" y="172972"/>
                  </a:lnTo>
                  <a:lnTo>
                    <a:pt x="27393" y="195702"/>
                  </a:lnTo>
                  <a:lnTo>
                    <a:pt x="27007" y="219383"/>
                  </a:lnTo>
                  <a:lnTo>
                    <a:pt x="26264" y="244251"/>
                  </a:lnTo>
                  <a:lnTo>
                    <a:pt x="25343" y="270546"/>
                  </a:lnTo>
                  <a:lnTo>
                    <a:pt x="24383" y="298335"/>
                  </a:lnTo>
                  <a:lnTo>
                    <a:pt x="22225" y="355814"/>
                  </a:lnTo>
                  <a:lnTo>
                    <a:pt x="19364" y="410878"/>
                  </a:lnTo>
                  <a:lnTo>
                    <a:pt x="15562" y="462100"/>
                  </a:lnTo>
                  <a:lnTo>
                    <a:pt x="10840" y="512382"/>
                  </a:lnTo>
                  <a:lnTo>
                    <a:pt x="5910" y="559585"/>
                  </a:lnTo>
                  <a:lnTo>
                    <a:pt x="3801" y="579742"/>
                  </a:lnTo>
                  <a:lnTo>
                    <a:pt x="2138" y="596591"/>
                  </a:lnTo>
                  <a:lnTo>
                    <a:pt x="950" y="610471"/>
                  </a:lnTo>
                  <a:lnTo>
                    <a:pt x="237" y="621975"/>
                  </a:lnTo>
                  <a:lnTo>
                    <a:pt x="0" y="631697"/>
                  </a:lnTo>
                  <a:lnTo>
                    <a:pt x="0" y="643735"/>
                  </a:lnTo>
                  <a:lnTo>
                    <a:pt x="1267" y="652605"/>
                  </a:lnTo>
                  <a:lnTo>
                    <a:pt x="6969" y="655773"/>
                  </a:lnTo>
                  <a:lnTo>
                    <a:pt x="12226" y="657149"/>
                  </a:lnTo>
                  <a:lnTo>
                    <a:pt x="20037" y="656803"/>
                  </a:lnTo>
                  <a:lnTo>
                    <a:pt x="31293" y="655150"/>
                  </a:lnTo>
                  <a:lnTo>
                    <a:pt x="46886" y="652605"/>
                  </a:lnTo>
                  <a:lnTo>
                    <a:pt x="67299" y="649556"/>
                  </a:lnTo>
                  <a:lnTo>
                    <a:pt x="117631" y="642983"/>
                  </a:lnTo>
                  <a:lnTo>
                    <a:pt x="170566" y="637320"/>
                  </a:lnTo>
                  <a:lnTo>
                    <a:pt x="219214" y="633518"/>
                  </a:lnTo>
                  <a:lnTo>
                    <a:pt x="262022" y="631598"/>
                  </a:lnTo>
                  <a:lnTo>
                    <a:pt x="299939" y="631083"/>
                  </a:lnTo>
                  <a:lnTo>
                    <a:pt x="318066" y="631063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8" name="object 6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896447" y="4141004"/>
            <a:ext cx="2664914" cy="1175959"/>
          </a:xfrm>
          <a:prstGeom prst="rect">
            <a:avLst/>
          </a:prstGeom>
        </p:spPr>
      </p:pic>
      <p:grpSp>
        <p:nvGrpSpPr>
          <p:cNvPr id="69" name="object 69"/>
          <p:cNvGrpSpPr/>
          <p:nvPr/>
        </p:nvGrpSpPr>
        <p:grpSpPr>
          <a:xfrm>
            <a:off x="1912921" y="5410734"/>
            <a:ext cx="721360" cy="324485"/>
            <a:chOff x="1912921" y="5410734"/>
            <a:chExt cx="721360" cy="324485"/>
          </a:xfrm>
        </p:grpSpPr>
        <p:sp>
          <p:nvSpPr>
            <p:cNvPr id="70" name="object 70"/>
            <p:cNvSpPr/>
            <p:nvPr/>
          </p:nvSpPr>
          <p:spPr>
            <a:xfrm>
              <a:off x="1931296" y="5429109"/>
              <a:ext cx="352425" cy="284480"/>
            </a:xfrm>
            <a:custGeom>
              <a:avLst/>
              <a:gdLst/>
              <a:ahLst/>
              <a:cxnLst/>
              <a:rect l="l" t="t" r="r" b="b"/>
              <a:pathLst>
                <a:path w="352425" h="284479">
                  <a:moveTo>
                    <a:pt x="0" y="10137"/>
                  </a:moveTo>
                  <a:lnTo>
                    <a:pt x="396" y="56469"/>
                  </a:lnTo>
                  <a:lnTo>
                    <a:pt x="3168" y="107077"/>
                  </a:lnTo>
                  <a:lnTo>
                    <a:pt x="10058" y="162913"/>
                  </a:lnTo>
                  <a:lnTo>
                    <a:pt x="20275" y="211621"/>
                  </a:lnTo>
                  <a:lnTo>
                    <a:pt x="39788" y="250112"/>
                  </a:lnTo>
                  <a:lnTo>
                    <a:pt x="86169" y="253439"/>
                  </a:lnTo>
                  <a:lnTo>
                    <a:pt x="121185" y="212720"/>
                  </a:lnTo>
                  <a:lnTo>
                    <a:pt x="139134" y="168329"/>
                  </a:lnTo>
                  <a:lnTo>
                    <a:pt x="149152" y="117225"/>
                  </a:lnTo>
                  <a:lnTo>
                    <a:pt x="152083" y="69992"/>
                  </a:lnTo>
                  <a:lnTo>
                    <a:pt x="147628" y="20275"/>
                  </a:lnTo>
                  <a:lnTo>
                    <a:pt x="140658" y="0"/>
                  </a:lnTo>
                  <a:lnTo>
                    <a:pt x="138124" y="1267"/>
                  </a:lnTo>
                  <a:lnTo>
                    <a:pt x="134600" y="51450"/>
                  </a:lnTo>
                  <a:lnTo>
                    <a:pt x="137530" y="100652"/>
                  </a:lnTo>
                  <a:lnTo>
                    <a:pt x="145084" y="155340"/>
                  </a:lnTo>
                  <a:lnTo>
                    <a:pt x="156073" y="205058"/>
                  </a:lnTo>
                  <a:lnTo>
                    <a:pt x="170754" y="251459"/>
                  </a:lnTo>
                  <a:lnTo>
                    <a:pt x="191346" y="281317"/>
                  </a:lnTo>
                  <a:lnTo>
                    <a:pt x="196415" y="283852"/>
                  </a:lnTo>
                  <a:lnTo>
                    <a:pt x="202751" y="283852"/>
                  </a:lnTo>
                  <a:lnTo>
                    <a:pt x="210354" y="276882"/>
                  </a:lnTo>
                  <a:lnTo>
                    <a:pt x="235064" y="233797"/>
                  </a:lnTo>
                  <a:lnTo>
                    <a:pt x="246628" y="196811"/>
                  </a:lnTo>
                  <a:lnTo>
                    <a:pt x="258112" y="149915"/>
                  </a:lnTo>
                  <a:lnTo>
                    <a:pt x="262309" y="121650"/>
                  </a:lnTo>
                  <a:lnTo>
                    <a:pt x="262309" y="115314"/>
                  </a:lnTo>
                  <a:lnTo>
                    <a:pt x="261676" y="115948"/>
                  </a:lnTo>
                  <a:lnTo>
                    <a:pt x="261042" y="116582"/>
                  </a:lnTo>
                  <a:lnTo>
                    <a:pt x="274981" y="162913"/>
                  </a:lnTo>
                  <a:lnTo>
                    <a:pt x="304928" y="206513"/>
                  </a:lnTo>
                  <a:lnTo>
                    <a:pt x="328550" y="232966"/>
                  </a:lnTo>
                  <a:lnTo>
                    <a:pt x="338341" y="243935"/>
                  </a:lnTo>
                  <a:lnTo>
                    <a:pt x="345508" y="252894"/>
                  </a:lnTo>
                  <a:lnTo>
                    <a:pt x="350062" y="260012"/>
                  </a:lnTo>
                  <a:lnTo>
                    <a:pt x="352240" y="265586"/>
                  </a:lnTo>
                  <a:lnTo>
                    <a:pt x="352280" y="269912"/>
                  </a:lnTo>
                  <a:lnTo>
                    <a:pt x="351013" y="274981"/>
                  </a:lnTo>
                  <a:lnTo>
                    <a:pt x="344677" y="277515"/>
                  </a:lnTo>
                  <a:lnTo>
                    <a:pt x="332638" y="278783"/>
                  </a:lnTo>
                  <a:lnTo>
                    <a:pt x="322719" y="279505"/>
                  </a:lnTo>
                  <a:lnTo>
                    <a:pt x="311730" y="279812"/>
                  </a:lnTo>
                  <a:lnTo>
                    <a:pt x="300741" y="279763"/>
                  </a:lnTo>
                  <a:lnTo>
                    <a:pt x="263576" y="269912"/>
                  </a:lnTo>
                  <a:lnTo>
                    <a:pt x="261042" y="263576"/>
                  </a:lnTo>
                  <a:lnTo>
                    <a:pt x="258508" y="257240"/>
                  </a:lnTo>
                </a:path>
              </a:pathLst>
            </a:custGeom>
            <a:ln w="36749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2313989" y="5541890"/>
              <a:ext cx="301625" cy="175260"/>
            </a:xfrm>
            <a:custGeom>
              <a:avLst/>
              <a:gdLst/>
              <a:ahLst/>
              <a:cxnLst/>
              <a:rect l="l" t="t" r="r" b="b"/>
              <a:pathLst>
                <a:path w="301625" h="175260">
                  <a:moveTo>
                    <a:pt x="16473" y="91238"/>
                  </a:moveTo>
                  <a:lnTo>
                    <a:pt x="55123" y="76665"/>
                  </a:lnTo>
                  <a:lnTo>
                    <a:pt x="73328" y="38243"/>
                  </a:lnTo>
                  <a:lnTo>
                    <a:pt x="47678" y="7019"/>
                  </a:lnTo>
                  <a:lnTo>
                    <a:pt x="4593" y="17265"/>
                  </a:lnTo>
                  <a:lnTo>
                    <a:pt x="0" y="42451"/>
                  </a:lnTo>
                  <a:lnTo>
                    <a:pt x="1207" y="59419"/>
                  </a:lnTo>
                  <a:lnTo>
                    <a:pt x="11226" y="96445"/>
                  </a:lnTo>
                  <a:lnTo>
                    <a:pt x="46094" y="138282"/>
                  </a:lnTo>
                  <a:lnTo>
                    <a:pt x="78566" y="148895"/>
                  </a:lnTo>
                  <a:lnTo>
                    <a:pt x="95811" y="148370"/>
                  </a:lnTo>
                  <a:lnTo>
                    <a:pt x="144460" y="126719"/>
                  </a:lnTo>
                  <a:lnTo>
                    <a:pt x="178139" y="85288"/>
                  </a:lnTo>
                  <a:lnTo>
                    <a:pt x="192138" y="42847"/>
                  </a:lnTo>
                  <a:lnTo>
                    <a:pt x="193029" y="31214"/>
                  </a:lnTo>
                  <a:lnTo>
                    <a:pt x="192613" y="21542"/>
                  </a:lnTo>
                  <a:lnTo>
                    <a:pt x="191346" y="10137"/>
                  </a:lnTo>
                  <a:lnTo>
                    <a:pt x="187545" y="5068"/>
                  </a:lnTo>
                  <a:lnTo>
                    <a:pt x="182476" y="2534"/>
                  </a:lnTo>
                  <a:lnTo>
                    <a:pt x="177407" y="0"/>
                  </a:lnTo>
                  <a:lnTo>
                    <a:pt x="171071" y="0"/>
                  </a:lnTo>
                  <a:lnTo>
                    <a:pt x="166636" y="3168"/>
                  </a:lnTo>
                  <a:lnTo>
                    <a:pt x="162201" y="6336"/>
                  </a:lnTo>
                  <a:lnTo>
                    <a:pt x="159666" y="12672"/>
                  </a:lnTo>
                  <a:lnTo>
                    <a:pt x="160300" y="24076"/>
                  </a:lnTo>
                  <a:lnTo>
                    <a:pt x="161329" y="33402"/>
                  </a:lnTo>
                  <a:lnTo>
                    <a:pt x="173605" y="72230"/>
                  </a:lnTo>
                  <a:lnTo>
                    <a:pt x="211621" y="77932"/>
                  </a:lnTo>
                  <a:lnTo>
                    <a:pt x="242668" y="52588"/>
                  </a:lnTo>
                  <a:lnTo>
                    <a:pt x="267378" y="11404"/>
                  </a:lnTo>
                  <a:lnTo>
                    <a:pt x="267378" y="3801"/>
                  </a:lnTo>
                  <a:lnTo>
                    <a:pt x="265477" y="3801"/>
                  </a:lnTo>
                  <a:lnTo>
                    <a:pt x="256824" y="50133"/>
                  </a:lnTo>
                  <a:lnTo>
                    <a:pt x="257339" y="92188"/>
                  </a:lnTo>
                  <a:lnTo>
                    <a:pt x="265873" y="142559"/>
                  </a:lnTo>
                  <a:lnTo>
                    <a:pt x="287653" y="174873"/>
                  </a:lnTo>
                  <a:lnTo>
                    <a:pt x="292088" y="171071"/>
                  </a:lnTo>
                  <a:lnTo>
                    <a:pt x="295088" y="166913"/>
                  </a:lnTo>
                  <a:lnTo>
                    <a:pt x="297553" y="160617"/>
                  </a:lnTo>
                  <a:lnTo>
                    <a:pt x="299662" y="152895"/>
                  </a:lnTo>
                  <a:lnTo>
                    <a:pt x="301592" y="144460"/>
                  </a:lnTo>
                </a:path>
              </a:pathLst>
            </a:custGeom>
            <a:ln w="36749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2" name="object 72"/>
          <p:cNvGrpSpPr/>
          <p:nvPr/>
        </p:nvGrpSpPr>
        <p:grpSpPr>
          <a:xfrm>
            <a:off x="2795791" y="5374620"/>
            <a:ext cx="822960" cy="345440"/>
            <a:chOff x="2795791" y="5374620"/>
            <a:chExt cx="822960" cy="345440"/>
          </a:xfrm>
        </p:grpSpPr>
        <p:pic>
          <p:nvPicPr>
            <p:cNvPr id="73" name="object 7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795791" y="5509536"/>
              <a:ext cx="187912" cy="210395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3029925" y="5392995"/>
              <a:ext cx="475615" cy="295910"/>
            </a:xfrm>
            <a:custGeom>
              <a:avLst/>
              <a:gdLst/>
              <a:ahLst/>
              <a:cxnLst/>
              <a:rect l="l" t="t" r="r" b="b"/>
              <a:pathLst>
                <a:path w="475614" h="295910">
                  <a:moveTo>
                    <a:pt x="83664" y="179307"/>
                  </a:moveTo>
                  <a:lnTo>
                    <a:pt x="64339" y="139272"/>
                  </a:lnTo>
                  <a:lnTo>
                    <a:pt x="23057" y="144272"/>
                  </a:lnTo>
                  <a:lnTo>
                    <a:pt x="2564" y="183743"/>
                  </a:lnTo>
                  <a:lnTo>
                    <a:pt x="0" y="201018"/>
                  </a:lnTo>
                  <a:lnTo>
                    <a:pt x="108" y="218828"/>
                  </a:lnTo>
                  <a:lnTo>
                    <a:pt x="19285" y="264279"/>
                  </a:lnTo>
                  <a:lnTo>
                    <a:pt x="63389" y="280050"/>
                  </a:lnTo>
                  <a:lnTo>
                    <a:pt x="114443" y="254656"/>
                  </a:lnTo>
                  <a:lnTo>
                    <a:pt x="139985" y="216789"/>
                  </a:lnTo>
                  <a:lnTo>
                    <a:pt x="154578" y="166141"/>
                  </a:lnTo>
                  <a:lnTo>
                    <a:pt x="160399" y="107662"/>
                  </a:lnTo>
                  <a:lnTo>
                    <a:pt x="160300" y="52043"/>
                  </a:lnTo>
                  <a:lnTo>
                    <a:pt x="155815" y="5702"/>
                  </a:lnTo>
                  <a:lnTo>
                    <a:pt x="152093" y="0"/>
                  </a:lnTo>
                  <a:lnTo>
                    <a:pt x="150231" y="1960"/>
                  </a:lnTo>
                  <a:lnTo>
                    <a:pt x="147499" y="56756"/>
                  </a:lnTo>
                  <a:lnTo>
                    <a:pt x="151301" y="113245"/>
                  </a:lnTo>
                  <a:lnTo>
                    <a:pt x="158844" y="169843"/>
                  </a:lnTo>
                  <a:lnTo>
                    <a:pt x="168705" y="216334"/>
                  </a:lnTo>
                  <a:lnTo>
                    <a:pt x="182426" y="263101"/>
                  </a:lnTo>
                  <a:lnTo>
                    <a:pt x="208483" y="292722"/>
                  </a:lnTo>
                  <a:lnTo>
                    <a:pt x="234153" y="257547"/>
                  </a:lnTo>
                  <a:lnTo>
                    <a:pt x="254735" y="208453"/>
                  </a:lnTo>
                  <a:lnTo>
                    <a:pt x="266229" y="171388"/>
                  </a:lnTo>
                  <a:lnTo>
                    <a:pt x="266140" y="132421"/>
                  </a:lnTo>
                  <a:lnTo>
                    <a:pt x="259408" y="182080"/>
                  </a:lnTo>
                  <a:lnTo>
                    <a:pt x="268259" y="231619"/>
                  </a:lnTo>
                  <a:lnTo>
                    <a:pt x="287683" y="271179"/>
                  </a:lnTo>
                  <a:lnTo>
                    <a:pt x="318095" y="295890"/>
                  </a:lnTo>
                  <a:lnTo>
                    <a:pt x="324431" y="294622"/>
                  </a:lnTo>
                  <a:lnTo>
                    <a:pt x="340905" y="259775"/>
                  </a:lnTo>
                  <a:lnTo>
                    <a:pt x="349696" y="220888"/>
                  </a:lnTo>
                  <a:lnTo>
                    <a:pt x="358012" y="180575"/>
                  </a:lnTo>
                  <a:lnTo>
                    <a:pt x="364982" y="139391"/>
                  </a:lnTo>
                  <a:lnTo>
                    <a:pt x="366249" y="131154"/>
                  </a:lnTo>
                  <a:lnTo>
                    <a:pt x="367516" y="124818"/>
                  </a:lnTo>
                  <a:lnTo>
                    <a:pt x="368150" y="124818"/>
                  </a:lnTo>
                  <a:lnTo>
                    <a:pt x="368625" y="126125"/>
                  </a:lnTo>
                  <a:lnTo>
                    <a:pt x="369575" y="130521"/>
                  </a:lnTo>
                  <a:lnTo>
                    <a:pt x="371714" y="138718"/>
                  </a:lnTo>
                  <a:lnTo>
                    <a:pt x="390246" y="189287"/>
                  </a:lnTo>
                  <a:lnTo>
                    <a:pt x="408066" y="229995"/>
                  </a:lnTo>
                  <a:lnTo>
                    <a:pt x="429717" y="269199"/>
                  </a:lnTo>
                  <a:lnTo>
                    <a:pt x="447349" y="289554"/>
                  </a:lnTo>
                  <a:lnTo>
                    <a:pt x="451151" y="288287"/>
                  </a:lnTo>
                  <a:lnTo>
                    <a:pt x="464318" y="234559"/>
                  </a:lnTo>
                  <a:lnTo>
                    <a:pt x="470377" y="184604"/>
                  </a:lnTo>
                  <a:lnTo>
                    <a:pt x="474911" y="135985"/>
                  </a:lnTo>
                  <a:lnTo>
                    <a:pt x="475227" y="122917"/>
                  </a:lnTo>
                  <a:lnTo>
                    <a:pt x="475227" y="115948"/>
                  </a:lnTo>
                  <a:lnTo>
                    <a:pt x="475227" y="109612"/>
                  </a:lnTo>
                  <a:lnTo>
                    <a:pt x="473960" y="111513"/>
                  </a:lnTo>
                  <a:lnTo>
                    <a:pt x="472693" y="113413"/>
                  </a:lnTo>
                  <a:lnTo>
                    <a:pt x="470159" y="123551"/>
                  </a:lnTo>
                  <a:lnTo>
                    <a:pt x="467624" y="133689"/>
                  </a:lnTo>
                </a:path>
              </a:pathLst>
            </a:custGeom>
            <a:ln w="36749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3573581" y="5510210"/>
              <a:ext cx="26670" cy="177800"/>
            </a:xfrm>
            <a:custGeom>
              <a:avLst/>
              <a:gdLst/>
              <a:ahLst/>
              <a:cxnLst/>
              <a:rect l="l" t="t" r="r" b="b"/>
              <a:pathLst>
                <a:path w="26670" h="177800">
                  <a:moveTo>
                    <a:pt x="0" y="31679"/>
                  </a:moveTo>
                  <a:lnTo>
                    <a:pt x="0" y="25343"/>
                  </a:lnTo>
                  <a:lnTo>
                    <a:pt x="0" y="19007"/>
                  </a:lnTo>
                  <a:lnTo>
                    <a:pt x="1267" y="12671"/>
                  </a:lnTo>
                  <a:lnTo>
                    <a:pt x="2534" y="6335"/>
                  </a:lnTo>
                  <a:lnTo>
                    <a:pt x="5068" y="0"/>
                  </a:lnTo>
                  <a:lnTo>
                    <a:pt x="6969" y="633"/>
                  </a:lnTo>
                  <a:lnTo>
                    <a:pt x="13563" y="48796"/>
                  </a:lnTo>
                  <a:lnTo>
                    <a:pt x="16849" y="91980"/>
                  </a:lnTo>
                  <a:lnTo>
                    <a:pt x="18374" y="112146"/>
                  </a:lnTo>
                  <a:lnTo>
                    <a:pt x="21849" y="152508"/>
                  </a:lnTo>
                  <a:lnTo>
                    <a:pt x="25343" y="177407"/>
                  </a:lnTo>
                  <a:lnTo>
                    <a:pt x="25977" y="177407"/>
                  </a:lnTo>
                  <a:lnTo>
                    <a:pt x="26611" y="177407"/>
                  </a:lnTo>
                  <a:lnTo>
                    <a:pt x="26611" y="171071"/>
                  </a:lnTo>
                  <a:lnTo>
                    <a:pt x="26611" y="164735"/>
                  </a:lnTo>
                </a:path>
              </a:pathLst>
            </a:custGeom>
            <a:ln w="36749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6" name="object 7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107704" y="4796778"/>
            <a:ext cx="1635614" cy="871198"/>
          </a:xfrm>
          <a:prstGeom prst="rect">
            <a:avLst/>
          </a:prstGeom>
        </p:spPr>
      </p:pic>
      <p:sp>
        <p:nvSpPr>
          <p:cNvPr id="77" name="object 77"/>
          <p:cNvSpPr/>
          <p:nvPr/>
        </p:nvSpPr>
        <p:spPr>
          <a:xfrm>
            <a:off x="3546970" y="5401230"/>
            <a:ext cx="15240" cy="22860"/>
          </a:xfrm>
          <a:custGeom>
            <a:avLst/>
            <a:gdLst/>
            <a:ahLst/>
            <a:cxnLst/>
            <a:rect l="l" t="t" r="r" b="b"/>
            <a:pathLst>
              <a:path w="15239" h="22860">
                <a:moveTo>
                  <a:pt x="7609" y="22830"/>
                </a:moveTo>
                <a:lnTo>
                  <a:pt x="3804" y="13951"/>
                </a:lnTo>
                <a:lnTo>
                  <a:pt x="0" y="5073"/>
                </a:lnTo>
                <a:lnTo>
                  <a:pt x="1268" y="2536"/>
                </a:lnTo>
                <a:lnTo>
                  <a:pt x="2536" y="0"/>
                </a:lnTo>
                <a:lnTo>
                  <a:pt x="8878" y="3805"/>
                </a:lnTo>
                <a:lnTo>
                  <a:pt x="15220" y="7610"/>
                </a:lnTo>
              </a:path>
            </a:pathLst>
          </a:custGeom>
          <a:ln w="36749">
            <a:solidFill>
              <a:srgbClr val="0056D6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8" name="object 78"/>
          <p:cNvGrpSpPr/>
          <p:nvPr/>
        </p:nvGrpSpPr>
        <p:grpSpPr>
          <a:xfrm>
            <a:off x="3629971" y="5417070"/>
            <a:ext cx="403225" cy="582930"/>
            <a:chOff x="3629971" y="5417070"/>
            <a:chExt cx="403225" cy="582930"/>
          </a:xfrm>
        </p:grpSpPr>
        <p:sp>
          <p:nvSpPr>
            <p:cNvPr id="79" name="object 79"/>
            <p:cNvSpPr/>
            <p:nvPr/>
          </p:nvSpPr>
          <p:spPr>
            <a:xfrm>
              <a:off x="3695232" y="5435445"/>
              <a:ext cx="33020" cy="241300"/>
            </a:xfrm>
            <a:custGeom>
              <a:avLst/>
              <a:gdLst/>
              <a:ahLst/>
              <a:cxnLst/>
              <a:rect l="l" t="t" r="r" b="b"/>
              <a:pathLst>
                <a:path w="33020" h="241300">
                  <a:moveTo>
                    <a:pt x="0" y="0"/>
                  </a:moveTo>
                  <a:lnTo>
                    <a:pt x="4187" y="51499"/>
                  </a:lnTo>
                  <a:lnTo>
                    <a:pt x="10790" y="102494"/>
                  </a:lnTo>
                  <a:lnTo>
                    <a:pt x="19621" y="160567"/>
                  </a:lnTo>
                  <a:lnTo>
                    <a:pt x="26224" y="201226"/>
                  </a:lnTo>
                  <a:lnTo>
                    <a:pt x="30412" y="224927"/>
                  </a:lnTo>
                  <a:lnTo>
                    <a:pt x="31679" y="231896"/>
                  </a:lnTo>
                  <a:lnTo>
                    <a:pt x="32947" y="239499"/>
                  </a:lnTo>
                  <a:lnTo>
                    <a:pt x="31679" y="240133"/>
                  </a:lnTo>
                  <a:lnTo>
                    <a:pt x="30412" y="240766"/>
                  </a:lnTo>
                  <a:lnTo>
                    <a:pt x="26611" y="234430"/>
                  </a:lnTo>
                  <a:lnTo>
                    <a:pt x="24076" y="229995"/>
                  </a:lnTo>
                  <a:lnTo>
                    <a:pt x="21542" y="225560"/>
                  </a:lnTo>
                  <a:lnTo>
                    <a:pt x="20274" y="223026"/>
                  </a:lnTo>
                  <a:lnTo>
                    <a:pt x="19007" y="220491"/>
                  </a:lnTo>
                </a:path>
              </a:pathLst>
            </a:custGeom>
            <a:ln w="36749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3648346" y="5550047"/>
              <a:ext cx="96520" cy="19050"/>
            </a:xfrm>
            <a:custGeom>
              <a:avLst/>
              <a:gdLst/>
              <a:ahLst/>
              <a:cxnLst/>
              <a:rect l="l" t="t" r="r" b="b"/>
              <a:pathLst>
                <a:path w="96520" h="19050">
                  <a:moveTo>
                    <a:pt x="12672" y="18453"/>
                  </a:moveTo>
                  <a:lnTo>
                    <a:pt x="6336" y="12117"/>
                  </a:lnTo>
                  <a:lnTo>
                    <a:pt x="0" y="5781"/>
                  </a:lnTo>
                  <a:lnTo>
                    <a:pt x="633" y="2613"/>
                  </a:lnTo>
                  <a:lnTo>
                    <a:pt x="2455" y="801"/>
                  </a:lnTo>
                  <a:lnTo>
                    <a:pt x="7127" y="0"/>
                  </a:lnTo>
                  <a:lnTo>
                    <a:pt x="14889" y="29"/>
                  </a:lnTo>
                  <a:lnTo>
                    <a:pt x="25977" y="712"/>
                  </a:lnTo>
                  <a:lnTo>
                    <a:pt x="40441" y="1880"/>
                  </a:lnTo>
                  <a:lnTo>
                    <a:pt x="57578" y="3405"/>
                  </a:lnTo>
                  <a:lnTo>
                    <a:pt x="76497" y="5167"/>
                  </a:lnTo>
                  <a:lnTo>
                    <a:pt x="96306" y="7048"/>
                  </a:lnTo>
                </a:path>
              </a:pathLst>
            </a:custGeom>
            <a:ln w="36749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3807468" y="5536821"/>
              <a:ext cx="207645" cy="445134"/>
            </a:xfrm>
            <a:custGeom>
              <a:avLst/>
              <a:gdLst/>
              <a:ahLst/>
              <a:cxnLst/>
              <a:rect l="l" t="t" r="r" b="b"/>
              <a:pathLst>
                <a:path w="207645" h="445135">
                  <a:moveTo>
                    <a:pt x="17017" y="20275"/>
                  </a:moveTo>
                  <a:lnTo>
                    <a:pt x="17017" y="11404"/>
                  </a:lnTo>
                  <a:lnTo>
                    <a:pt x="17017" y="2534"/>
                  </a:lnTo>
                  <a:lnTo>
                    <a:pt x="15117" y="1267"/>
                  </a:lnTo>
                  <a:lnTo>
                    <a:pt x="782" y="49895"/>
                  </a:lnTo>
                  <a:lnTo>
                    <a:pt x="0" y="66983"/>
                  </a:lnTo>
                  <a:lnTo>
                    <a:pt x="1178" y="84902"/>
                  </a:lnTo>
                  <a:lnTo>
                    <a:pt x="17661" y="134530"/>
                  </a:lnTo>
                  <a:lnTo>
                    <a:pt x="55023" y="156251"/>
                  </a:lnTo>
                  <a:lnTo>
                    <a:pt x="94237" y="121413"/>
                  </a:lnTo>
                  <a:lnTo>
                    <a:pt x="117126" y="84268"/>
                  </a:lnTo>
                  <a:lnTo>
                    <a:pt x="129422" y="35887"/>
                  </a:lnTo>
                  <a:lnTo>
                    <a:pt x="127273" y="81447"/>
                  </a:lnTo>
                  <a:lnTo>
                    <a:pt x="137698" y="133570"/>
                  </a:lnTo>
                  <a:lnTo>
                    <a:pt x="153261" y="195979"/>
                  </a:lnTo>
                  <a:lnTo>
                    <a:pt x="171170" y="261230"/>
                  </a:lnTo>
                  <a:lnTo>
                    <a:pt x="179931" y="292484"/>
                  </a:lnTo>
                  <a:lnTo>
                    <a:pt x="187861" y="321481"/>
                  </a:lnTo>
                  <a:lnTo>
                    <a:pt x="199236" y="368902"/>
                  </a:lnTo>
                  <a:lnTo>
                    <a:pt x="205830" y="412472"/>
                  </a:lnTo>
                  <a:lnTo>
                    <a:pt x="207097" y="425777"/>
                  </a:lnTo>
                  <a:lnTo>
                    <a:pt x="207097" y="432113"/>
                  </a:lnTo>
                  <a:lnTo>
                    <a:pt x="203295" y="437182"/>
                  </a:lnTo>
                  <a:lnTo>
                    <a:pt x="199692" y="440677"/>
                  </a:lnTo>
                  <a:lnTo>
                    <a:pt x="194425" y="443280"/>
                  </a:lnTo>
                  <a:lnTo>
                    <a:pt x="187257" y="444577"/>
                  </a:lnTo>
                  <a:lnTo>
                    <a:pt x="177951" y="444152"/>
                  </a:lnTo>
                  <a:lnTo>
                    <a:pt x="139371" y="428648"/>
                  </a:lnTo>
                  <a:lnTo>
                    <a:pt x="100335" y="386019"/>
                  </a:lnTo>
                  <a:lnTo>
                    <a:pt x="84812" y="347845"/>
                  </a:lnTo>
                  <a:lnTo>
                    <a:pt x="82506" y="328599"/>
                  </a:lnTo>
                  <a:lnTo>
                    <a:pt x="83941" y="310304"/>
                  </a:lnTo>
                  <a:lnTo>
                    <a:pt x="107662" y="268002"/>
                  </a:lnTo>
                  <a:lnTo>
                    <a:pt x="134985" y="251350"/>
                  </a:lnTo>
                  <a:lnTo>
                    <a:pt x="150073" y="244568"/>
                  </a:lnTo>
                </a:path>
              </a:pathLst>
            </a:custGeom>
            <a:ln w="36749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2" name="object 82"/>
          <p:cNvGrpSpPr/>
          <p:nvPr/>
        </p:nvGrpSpPr>
        <p:grpSpPr>
          <a:xfrm>
            <a:off x="3120558" y="5388558"/>
            <a:ext cx="220979" cy="103505"/>
            <a:chOff x="3120558" y="5388558"/>
            <a:chExt cx="220979" cy="103505"/>
          </a:xfrm>
        </p:grpSpPr>
        <p:sp>
          <p:nvSpPr>
            <p:cNvPr id="83" name="object 83"/>
            <p:cNvSpPr/>
            <p:nvPr/>
          </p:nvSpPr>
          <p:spPr>
            <a:xfrm>
              <a:off x="3138933" y="5454453"/>
              <a:ext cx="146050" cy="19050"/>
            </a:xfrm>
            <a:custGeom>
              <a:avLst/>
              <a:gdLst/>
              <a:ahLst/>
              <a:cxnLst/>
              <a:rect l="l" t="t" r="r" b="b"/>
              <a:pathLst>
                <a:path w="146050" h="19050">
                  <a:moveTo>
                    <a:pt x="12672" y="19008"/>
                  </a:moveTo>
                  <a:lnTo>
                    <a:pt x="6336" y="17740"/>
                  </a:lnTo>
                  <a:lnTo>
                    <a:pt x="0" y="16473"/>
                  </a:lnTo>
                  <a:lnTo>
                    <a:pt x="1900" y="15840"/>
                  </a:lnTo>
                  <a:lnTo>
                    <a:pt x="4949" y="15434"/>
                  </a:lnTo>
                  <a:lnTo>
                    <a:pt x="11563" y="14969"/>
                  </a:lnTo>
                  <a:lnTo>
                    <a:pt x="22215" y="14147"/>
                  </a:lnTo>
                  <a:lnTo>
                    <a:pt x="37382" y="12672"/>
                  </a:lnTo>
                  <a:lnTo>
                    <a:pt x="56994" y="10375"/>
                  </a:lnTo>
                  <a:lnTo>
                    <a:pt x="78803" y="7603"/>
                  </a:lnTo>
                  <a:lnTo>
                    <a:pt x="100019" y="4831"/>
                  </a:lnTo>
                  <a:lnTo>
                    <a:pt x="117849" y="2534"/>
                  </a:lnTo>
                  <a:lnTo>
                    <a:pt x="130224" y="1069"/>
                  </a:lnTo>
                  <a:lnTo>
                    <a:pt x="137965" y="316"/>
                  </a:lnTo>
                  <a:lnTo>
                    <a:pt x="142618" y="39"/>
                  </a:lnTo>
                  <a:lnTo>
                    <a:pt x="145727" y="0"/>
                  </a:lnTo>
                </a:path>
              </a:pathLst>
            </a:custGeom>
            <a:ln w="36749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3322676" y="5388558"/>
              <a:ext cx="0" cy="31750"/>
            </a:xfrm>
            <a:custGeom>
              <a:avLst/>
              <a:gdLst/>
              <a:ahLst/>
              <a:cxnLst/>
              <a:rect l="l" t="t" r="r" b="b"/>
              <a:pathLst>
                <a:path w="0" h="31750">
                  <a:moveTo>
                    <a:pt x="0" y="12683"/>
                  </a:moveTo>
                  <a:lnTo>
                    <a:pt x="0" y="6341"/>
                  </a:lnTo>
                  <a:lnTo>
                    <a:pt x="0" y="0"/>
                  </a:lnTo>
                  <a:lnTo>
                    <a:pt x="0" y="6341"/>
                  </a:lnTo>
                  <a:lnTo>
                    <a:pt x="0" y="12683"/>
                  </a:lnTo>
                  <a:lnTo>
                    <a:pt x="0" y="19025"/>
                  </a:lnTo>
                  <a:lnTo>
                    <a:pt x="0" y="25366"/>
                  </a:lnTo>
                  <a:lnTo>
                    <a:pt x="0" y="31708"/>
                  </a:lnTo>
                </a:path>
              </a:pathLst>
            </a:custGeom>
            <a:ln w="36749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5" name="object 85"/>
          <p:cNvGrpSpPr/>
          <p:nvPr/>
        </p:nvGrpSpPr>
        <p:grpSpPr>
          <a:xfrm>
            <a:off x="1930662" y="6006317"/>
            <a:ext cx="637540" cy="343535"/>
            <a:chOff x="1930662" y="6006317"/>
            <a:chExt cx="637540" cy="343535"/>
          </a:xfrm>
        </p:grpSpPr>
        <p:sp>
          <p:nvSpPr>
            <p:cNvPr id="86" name="object 86"/>
            <p:cNvSpPr/>
            <p:nvPr/>
          </p:nvSpPr>
          <p:spPr>
            <a:xfrm>
              <a:off x="1949037" y="6024692"/>
              <a:ext cx="257810" cy="13335"/>
            </a:xfrm>
            <a:custGeom>
              <a:avLst/>
              <a:gdLst/>
              <a:ahLst/>
              <a:cxnLst/>
              <a:rect l="l" t="t" r="r" b="b"/>
              <a:pathLst>
                <a:path w="257810" h="13335">
                  <a:moveTo>
                    <a:pt x="31679" y="11404"/>
                  </a:moveTo>
                  <a:lnTo>
                    <a:pt x="25343" y="8870"/>
                  </a:lnTo>
                  <a:lnTo>
                    <a:pt x="19007" y="6336"/>
                  </a:lnTo>
                  <a:lnTo>
                    <a:pt x="12671" y="4435"/>
                  </a:lnTo>
                  <a:lnTo>
                    <a:pt x="6335" y="2534"/>
                  </a:lnTo>
                  <a:lnTo>
                    <a:pt x="0" y="1267"/>
                  </a:lnTo>
                  <a:lnTo>
                    <a:pt x="0" y="2534"/>
                  </a:lnTo>
                  <a:lnTo>
                    <a:pt x="50242" y="11781"/>
                  </a:lnTo>
                  <a:lnTo>
                    <a:pt x="102573" y="13166"/>
                  </a:lnTo>
                  <a:lnTo>
                    <a:pt x="130521" y="12671"/>
                  </a:lnTo>
                  <a:lnTo>
                    <a:pt x="181842" y="9345"/>
                  </a:lnTo>
                  <a:lnTo>
                    <a:pt x="221759" y="5068"/>
                  </a:lnTo>
                  <a:lnTo>
                    <a:pt x="257240" y="0"/>
                  </a:lnTo>
                  <a:lnTo>
                    <a:pt x="250904" y="0"/>
                  </a:lnTo>
                  <a:lnTo>
                    <a:pt x="213146" y="8583"/>
                  </a:lnTo>
                  <a:lnTo>
                    <a:pt x="202751" y="11404"/>
                  </a:lnTo>
                </a:path>
              </a:pathLst>
            </a:custGeom>
            <a:ln w="36749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2088913" y="6055104"/>
              <a:ext cx="17780" cy="260350"/>
            </a:xfrm>
            <a:custGeom>
              <a:avLst/>
              <a:gdLst/>
              <a:ahLst/>
              <a:cxnLst/>
              <a:rect l="l" t="t" r="r" b="b"/>
              <a:pathLst>
                <a:path w="17780" h="260350">
                  <a:moveTo>
                    <a:pt x="2049" y="0"/>
                  </a:moveTo>
                  <a:lnTo>
                    <a:pt x="1128" y="15325"/>
                  </a:lnTo>
                  <a:lnTo>
                    <a:pt x="386" y="31362"/>
                  </a:lnTo>
                  <a:lnTo>
                    <a:pt x="0" y="48826"/>
                  </a:lnTo>
                  <a:lnTo>
                    <a:pt x="148" y="68428"/>
                  </a:lnTo>
                  <a:lnTo>
                    <a:pt x="2286" y="114443"/>
                  </a:lnTo>
                  <a:lnTo>
                    <a:pt x="5850" y="162834"/>
                  </a:lnTo>
                  <a:lnTo>
                    <a:pt x="9573" y="205364"/>
                  </a:lnTo>
                  <a:lnTo>
                    <a:pt x="14721" y="253439"/>
                  </a:lnTo>
                  <a:lnTo>
                    <a:pt x="15988" y="259775"/>
                  </a:lnTo>
                  <a:lnTo>
                    <a:pt x="16622" y="257874"/>
                  </a:lnTo>
                  <a:lnTo>
                    <a:pt x="17255" y="255973"/>
                  </a:lnTo>
                  <a:lnTo>
                    <a:pt x="17255" y="245835"/>
                  </a:lnTo>
                  <a:lnTo>
                    <a:pt x="17255" y="235698"/>
                  </a:lnTo>
                </a:path>
              </a:pathLst>
            </a:custGeom>
            <a:ln w="36749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8" name="object 8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180299" y="6159647"/>
              <a:ext cx="152064" cy="187665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354558" y="6178882"/>
              <a:ext cx="136918" cy="170844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>
            <a:xfrm>
              <a:off x="2535747" y="6104525"/>
              <a:ext cx="13970" cy="218440"/>
            </a:xfrm>
            <a:custGeom>
              <a:avLst/>
              <a:gdLst/>
              <a:ahLst/>
              <a:cxnLst/>
              <a:rect l="l" t="t" r="r" b="b"/>
              <a:pathLst>
                <a:path w="13969" h="218439">
                  <a:moveTo>
                    <a:pt x="0" y="0"/>
                  </a:moveTo>
                  <a:lnTo>
                    <a:pt x="801" y="56845"/>
                  </a:lnTo>
                  <a:lnTo>
                    <a:pt x="3623" y="102236"/>
                  </a:lnTo>
                  <a:lnTo>
                    <a:pt x="7781" y="148865"/>
                  </a:lnTo>
                  <a:lnTo>
                    <a:pt x="9504" y="167903"/>
                  </a:lnTo>
                  <a:lnTo>
                    <a:pt x="10612" y="182020"/>
                  </a:lnTo>
                  <a:lnTo>
                    <a:pt x="11246" y="191979"/>
                  </a:lnTo>
                  <a:lnTo>
                    <a:pt x="11642" y="199088"/>
                  </a:lnTo>
                  <a:lnTo>
                    <a:pt x="12038" y="204651"/>
                  </a:lnTo>
                  <a:lnTo>
                    <a:pt x="12672" y="211621"/>
                  </a:lnTo>
                  <a:lnTo>
                    <a:pt x="13939" y="217957"/>
                  </a:lnTo>
                  <a:lnTo>
                    <a:pt x="12672" y="211621"/>
                  </a:lnTo>
                  <a:lnTo>
                    <a:pt x="11404" y="205285"/>
                  </a:lnTo>
                </a:path>
              </a:pathLst>
            </a:custGeom>
            <a:ln w="36749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1" name="object 91"/>
          <p:cNvGrpSpPr/>
          <p:nvPr/>
        </p:nvGrpSpPr>
        <p:grpSpPr>
          <a:xfrm>
            <a:off x="2753666" y="6141906"/>
            <a:ext cx="819785" cy="367665"/>
            <a:chOff x="2753666" y="6141906"/>
            <a:chExt cx="819785" cy="367665"/>
          </a:xfrm>
        </p:grpSpPr>
        <p:sp>
          <p:nvSpPr>
            <p:cNvPr id="92" name="object 92"/>
            <p:cNvSpPr/>
            <p:nvPr/>
          </p:nvSpPr>
          <p:spPr>
            <a:xfrm>
              <a:off x="2772041" y="6160281"/>
              <a:ext cx="243204" cy="168910"/>
            </a:xfrm>
            <a:custGeom>
              <a:avLst/>
              <a:gdLst/>
              <a:ahLst/>
              <a:cxnLst/>
              <a:rect l="l" t="t" r="r" b="b"/>
              <a:pathLst>
                <a:path w="243205" h="168910">
                  <a:moveTo>
                    <a:pt x="10810" y="20275"/>
                  </a:moveTo>
                  <a:lnTo>
                    <a:pt x="9543" y="10137"/>
                  </a:lnTo>
                  <a:lnTo>
                    <a:pt x="8276" y="0"/>
                  </a:lnTo>
                  <a:lnTo>
                    <a:pt x="6375" y="0"/>
                  </a:lnTo>
                  <a:lnTo>
                    <a:pt x="0" y="54459"/>
                  </a:lnTo>
                  <a:lnTo>
                    <a:pt x="39" y="77378"/>
                  </a:lnTo>
                  <a:lnTo>
                    <a:pt x="3207" y="121017"/>
                  </a:lnTo>
                  <a:lnTo>
                    <a:pt x="16305" y="157369"/>
                  </a:lnTo>
                  <a:lnTo>
                    <a:pt x="32353" y="166398"/>
                  </a:lnTo>
                  <a:lnTo>
                    <a:pt x="38867" y="163636"/>
                  </a:lnTo>
                  <a:lnTo>
                    <a:pt x="67755" y="132976"/>
                  </a:lnTo>
                  <a:lnTo>
                    <a:pt x="88109" y="100742"/>
                  </a:lnTo>
                  <a:lnTo>
                    <a:pt x="104682" y="53786"/>
                  </a:lnTo>
                  <a:lnTo>
                    <a:pt x="108810" y="13374"/>
                  </a:lnTo>
                  <a:lnTo>
                    <a:pt x="95000" y="60825"/>
                  </a:lnTo>
                  <a:lnTo>
                    <a:pt x="96039" y="112295"/>
                  </a:lnTo>
                  <a:lnTo>
                    <a:pt x="109652" y="154597"/>
                  </a:lnTo>
                  <a:lnTo>
                    <a:pt x="118522" y="162200"/>
                  </a:lnTo>
                  <a:lnTo>
                    <a:pt x="123591" y="164735"/>
                  </a:lnTo>
                  <a:lnTo>
                    <a:pt x="129927" y="164735"/>
                  </a:lnTo>
                  <a:lnTo>
                    <a:pt x="136896" y="158399"/>
                  </a:lnTo>
                  <a:lnTo>
                    <a:pt x="159706" y="117215"/>
                  </a:lnTo>
                  <a:lnTo>
                    <a:pt x="171823" y="79595"/>
                  </a:lnTo>
                  <a:lnTo>
                    <a:pt x="182585" y="32372"/>
                  </a:lnTo>
                  <a:lnTo>
                    <a:pt x="181248" y="19007"/>
                  </a:lnTo>
                  <a:lnTo>
                    <a:pt x="179347" y="19007"/>
                  </a:lnTo>
                  <a:lnTo>
                    <a:pt x="184891" y="62884"/>
                  </a:lnTo>
                  <a:lnTo>
                    <a:pt x="206463" y="106394"/>
                  </a:lnTo>
                  <a:lnTo>
                    <a:pt x="224897" y="132590"/>
                  </a:lnTo>
                  <a:lnTo>
                    <a:pt x="232570" y="143193"/>
                  </a:lnTo>
                  <a:lnTo>
                    <a:pt x="238064" y="151558"/>
                  </a:lnTo>
                  <a:lnTo>
                    <a:pt x="241361" y="157844"/>
                  </a:lnTo>
                  <a:lnTo>
                    <a:pt x="242638" y="162349"/>
                  </a:lnTo>
                  <a:lnTo>
                    <a:pt x="242074" y="165368"/>
                  </a:lnTo>
                  <a:lnTo>
                    <a:pt x="240173" y="168536"/>
                  </a:lnTo>
                  <a:lnTo>
                    <a:pt x="233837" y="168536"/>
                  </a:lnTo>
                  <a:lnTo>
                    <a:pt x="219264" y="165368"/>
                  </a:lnTo>
                  <a:lnTo>
                    <a:pt x="206919" y="162448"/>
                  </a:lnTo>
                  <a:lnTo>
                    <a:pt x="192257" y="158636"/>
                  </a:lnTo>
                  <a:lnTo>
                    <a:pt x="176051" y="154231"/>
                  </a:lnTo>
                  <a:lnTo>
                    <a:pt x="159072" y="149529"/>
                  </a:lnTo>
                </a:path>
              </a:pathLst>
            </a:custGeom>
            <a:ln w="36749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3" name="object 9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055139" y="6154578"/>
              <a:ext cx="156658" cy="188813"/>
            </a:xfrm>
            <a:prstGeom prst="rect">
              <a:avLst/>
            </a:prstGeom>
          </p:spPr>
        </p:pic>
        <p:sp>
          <p:nvSpPr>
            <p:cNvPr id="94" name="object 94"/>
            <p:cNvSpPr/>
            <p:nvPr/>
          </p:nvSpPr>
          <p:spPr>
            <a:xfrm>
              <a:off x="3270722" y="6173586"/>
              <a:ext cx="125730" cy="317500"/>
            </a:xfrm>
            <a:custGeom>
              <a:avLst/>
              <a:gdLst/>
              <a:ahLst/>
              <a:cxnLst/>
              <a:rect l="l" t="t" r="r" b="b"/>
              <a:pathLst>
                <a:path w="125729" h="317500">
                  <a:moveTo>
                    <a:pt x="97574" y="48787"/>
                  </a:moveTo>
                  <a:lnTo>
                    <a:pt x="79526" y="8642"/>
                  </a:lnTo>
                  <a:lnTo>
                    <a:pt x="54489" y="0"/>
                  </a:lnTo>
                  <a:lnTo>
                    <a:pt x="44827" y="495"/>
                  </a:lnTo>
                  <a:lnTo>
                    <a:pt x="10870" y="35253"/>
                  </a:lnTo>
                  <a:lnTo>
                    <a:pt x="0" y="89337"/>
                  </a:lnTo>
                  <a:lnTo>
                    <a:pt x="0" y="103880"/>
                  </a:lnTo>
                  <a:lnTo>
                    <a:pt x="28195" y="135510"/>
                  </a:lnTo>
                  <a:lnTo>
                    <a:pt x="63340" y="111928"/>
                  </a:lnTo>
                  <a:lnTo>
                    <a:pt x="87218" y="79021"/>
                  </a:lnTo>
                  <a:lnTo>
                    <a:pt x="105890" y="44510"/>
                  </a:lnTo>
                  <a:lnTo>
                    <a:pt x="92584" y="81655"/>
                  </a:lnTo>
                  <a:lnTo>
                    <a:pt x="91871" y="134322"/>
                  </a:lnTo>
                  <a:lnTo>
                    <a:pt x="98049" y="193960"/>
                  </a:lnTo>
                  <a:lnTo>
                    <a:pt x="107077" y="246469"/>
                  </a:lnTo>
                  <a:lnTo>
                    <a:pt x="117235" y="291197"/>
                  </a:lnTo>
                  <a:lnTo>
                    <a:pt x="125452" y="316165"/>
                  </a:lnTo>
                  <a:lnTo>
                    <a:pt x="122917" y="317432"/>
                  </a:lnTo>
                  <a:lnTo>
                    <a:pt x="82842" y="284723"/>
                  </a:lnTo>
                  <a:lnTo>
                    <a:pt x="62805" y="236124"/>
                  </a:lnTo>
                  <a:lnTo>
                    <a:pt x="60746" y="198484"/>
                  </a:lnTo>
                  <a:lnTo>
                    <a:pt x="62092" y="183109"/>
                  </a:lnTo>
                  <a:lnTo>
                    <a:pt x="64428" y="171982"/>
                  </a:lnTo>
                  <a:lnTo>
                    <a:pt x="67478" y="164418"/>
                  </a:lnTo>
                  <a:lnTo>
                    <a:pt x="71002" y="159230"/>
                  </a:lnTo>
                  <a:lnTo>
                    <a:pt x="74764" y="155231"/>
                  </a:lnTo>
                </a:path>
              </a:pathLst>
            </a:custGeom>
            <a:ln w="36749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5" name="object 9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440526" y="6156231"/>
              <a:ext cx="132423" cy="180982"/>
            </a:xfrm>
            <a:prstGeom prst="rect">
              <a:avLst/>
            </a:prstGeom>
          </p:spPr>
        </p:pic>
      </p:grpSp>
      <p:grpSp>
        <p:nvGrpSpPr>
          <p:cNvPr id="96" name="object 96"/>
          <p:cNvGrpSpPr/>
          <p:nvPr/>
        </p:nvGrpSpPr>
        <p:grpSpPr>
          <a:xfrm>
            <a:off x="3757799" y="5990476"/>
            <a:ext cx="1160145" cy="457834"/>
            <a:chOff x="3757799" y="5990476"/>
            <a:chExt cx="1160145" cy="457834"/>
          </a:xfrm>
        </p:grpSpPr>
        <p:sp>
          <p:nvSpPr>
            <p:cNvPr id="97" name="object 97"/>
            <p:cNvSpPr/>
            <p:nvPr/>
          </p:nvSpPr>
          <p:spPr>
            <a:xfrm>
              <a:off x="3776174" y="6133115"/>
              <a:ext cx="135255" cy="296545"/>
            </a:xfrm>
            <a:custGeom>
              <a:avLst/>
              <a:gdLst/>
              <a:ahLst/>
              <a:cxnLst/>
              <a:rect l="l" t="t" r="r" b="b"/>
              <a:pathLst>
                <a:path w="135254" h="296545">
                  <a:moveTo>
                    <a:pt x="17899" y="55044"/>
                  </a:moveTo>
                  <a:lnTo>
                    <a:pt x="16631" y="43639"/>
                  </a:lnTo>
                  <a:lnTo>
                    <a:pt x="15364" y="32234"/>
                  </a:lnTo>
                  <a:lnTo>
                    <a:pt x="14731" y="30967"/>
                  </a:lnTo>
                  <a:lnTo>
                    <a:pt x="14374" y="32016"/>
                  </a:lnTo>
                  <a:lnTo>
                    <a:pt x="14255" y="37461"/>
                  </a:lnTo>
                  <a:lnTo>
                    <a:pt x="14374" y="47896"/>
                  </a:lnTo>
                  <a:lnTo>
                    <a:pt x="16315" y="111909"/>
                  </a:lnTo>
                  <a:lnTo>
                    <a:pt x="19799" y="170358"/>
                  </a:lnTo>
                  <a:lnTo>
                    <a:pt x="25423" y="225877"/>
                  </a:lnTo>
                  <a:lnTo>
                    <a:pt x="28264" y="249390"/>
                  </a:lnTo>
                  <a:lnTo>
                    <a:pt x="30571" y="268566"/>
                  </a:lnTo>
                  <a:lnTo>
                    <a:pt x="32016" y="282545"/>
                  </a:lnTo>
                  <a:lnTo>
                    <a:pt x="32630" y="291534"/>
                  </a:lnTo>
                  <a:lnTo>
                    <a:pt x="32531" y="296009"/>
                  </a:lnTo>
                  <a:lnTo>
                    <a:pt x="31838" y="296444"/>
                  </a:lnTo>
                  <a:lnTo>
                    <a:pt x="30620" y="293108"/>
                  </a:lnTo>
                  <a:lnTo>
                    <a:pt x="22334" y="253993"/>
                  </a:lnTo>
                  <a:lnTo>
                    <a:pt x="12355" y="200137"/>
                  </a:lnTo>
                  <a:lnTo>
                    <a:pt x="3326" y="138679"/>
                  </a:lnTo>
                  <a:lnTo>
                    <a:pt x="0" y="85694"/>
                  </a:lnTo>
                  <a:lnTo>
                    <a:pt x="831" y="63924"/>
                  </a:lnTo>
                  <a:lnTo>
                    <a:pt x="12988" y="19008"/>
                  </a:lnTo>
                  <a:lnTo>
                    <a:pt x="45223" y="0"/>
                  </a:lnTo>
                  <a:lnTo>
                    <a:pt x="55647" y="2128"/>
                  </a:lnTo>
                  <a:lnTo>
                    <a:pt x="93534" y="27720"/>
                  </a:lnTo>
                  <a:lnTo>
                    <a:pt x="126016" y="69290"/>
                  </a:lnTo>
                  <a:lnTo>
                    <a:pt x="134748" y="97544"/>
                  </a:lnTo>
                  <a:lnTo>
                    <a:pt x="134481" y="111434"/>
                  </a:lnTo>
                  <a:lnTo>
                    <a:pt x="115948" y="149034"/>
                  </a:lnTo>
                  <a:lnTo>
                    <a:pt x="80942" y="169883"/>
                  </a:lnTo>
                  <a:lnTo>
                    <a:pt x="38491" y="173190"/>
                  </a:lnTo>
                  <a:lnTo>
                    <a:pt x="21700" y="127274"/>
                  </a:lnTo>
                </a:path>
              </a:pathLst>
            </a:custGeom>
            <a:ln w="36749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3965105" y="6008851"/>
              <a:ext cx="934085" cy="300990"/>
            </a:xfrm>
            <a:custGeom>
              <a:avLst/>
              <a:gdLst/>
              <a:ahLst/>
              <a:cxnLst/>
              <a:rect l="l" t="t" r="r" b="b"/>
              <a:pathLst>
                <a:path w="934085" h="300989">
                  <a:moveTo>
                    <a:pt x="98881" y="198315"/>
                  </a:moveTo>
                  <a:lnTo>
                    <a:pt x="86842" y="153330"/>
                  </a:lnTo>
                  <a:lnTo>
                    <a:pt x="41342" y="146024"/>
                  </a:lnTo>
                  <a:lnTo>
                    <a:pt x="8909" y="187544"/>
                  </a:lnTo>
                  <a:lnTo>
                    <a:pt x="0" y="242163"/>
                  </a:lnTo>
                  <a:lnTo>
                    <a:pt x="2574" y="257874"/>
                  </a:lnTo>
                  <a:lnTo>
                    <a:pt x="34253" y="288287"/>
                  </a:lnTo>
                  <a:lnTo>
                    <a:pt x="70873" y="274565"/>
                  </a:lnTo>
                  <a:lnTo>
                    <a:pt x="97613" y="225006"/>
                  </a:lnTo>
                  <a:lnTo>
                    <a:pt x="107464" y="176476"/>
                  </a:lnTo>
                  <a:lnTo>
                    <a:pt x="110681" y="230550"/>
                  </a:lnTo>
                  <a:lnTo>
                    <a:pt x="117888" y="268011"/>
                  </a:lnTo>
                  <a:lnTo>
                    <a:pt x="148994" y="290880"/>
                  </a:lnTo>
                  <a:lnTo>
                    <a:pt x="181248" y="260408"/>
                  </a:lnTo>
                  <a:lnTo>
                    <a:pt x="196534" y="217086"/>
                  </a:lnTo>
                  <a:lnTo>
                    <a:pt x="204691" y="160933"/>
                  </a:lnTo>
                  <a:lnTo>
                    <a:pt x="206592" y="101375"/>
                  </a:lnTo>
                  <a:lnTo>
                    <a:pt x="204691" y="53222"/>
                  </a:lnTo>
                  <a:lnTo>
                    <a:pt x="197088" y="15206"/>
                  </a:lnTo>
                  <a:lnTo>
                    <a:pt x="188218" y="0"/>
                  </a:lnTo>
                  <a:lnTo>
                    <a:pt x="187139" y="999"/>
                  </a:lnTo>
                  <a:lnTo>
                    <a:pt x="188802" y="50885"/>
                  </a:lnTo>
                  <a:lnTo>
                    <a:pt x="193376" y="106404"/>
                  </a:lnTo>
                  <a:lnTo>
                    <a:pt x="201899" y="168626"/>
                  </a:lnTo>
                  <a:lnTo>
                    <a:pt x="213661" y="225432"/>
                  </a:lnTo>
                  <a:lnTo>
                    <a:pt x="225966" y="266200"/>
                  </a:lnTo>
                  <a:lnTo>
                    <a:pt x="250944" y="300958"/>
                  </a:lnTo>
                  <a:lnTo>
                    <a:pt x="258547" y="300958"/>
                  </a:lnTo>
                  <a:lnTo>
                    <a:pt x="285218" y="255151"/>
                  </a:lnTo>
                  <a:lnTo>
                    <a:pt x="295949" y="212720"/>
                  </a:lnTo>
                  <a:lnTo>
                    <a:pt x="303503" y="157122"/>
                  </a:lnTo>
                  <a:lnTo>
                    <a:pt x="306691" y="99761"/>
                  </a:lnTo>
                  <a:lnTo>
                    <a:pt x="307691" y="59973"/>
                  </a:lnTo>
                  <a:lnTo>
                    <a:pt x="307809" y="48628"/>
                  </a:lnTo>
                  <a:lnTo>
                    <a:pt x="307691" y="40847"/>
                  </a:lnTo>
                  <a:lnTo>
                    <a:pt x="307334" y="34847"/>
                  </a:lnTo>
                  <a:lnTo>
                    <a:pt x="306701" y="27244"/>
                  </a:lnTo>
                  <a:lnTo>
                    <a:pt x="305433" y="19641"/>
                  </a:lnTo>
                  <a:lnTo>
                    <a:pt x="302899" y="18374"/>
                  </a:lnTo>
                  <a:lnTo>
                    <a:pt x="300364" y="17107"/>
                  </a:lnTo>
                  <a:lnTo>
                    <a:pt x="296563" y="22175"/>
                  </a:lnTo>
                  <a:lnTo>
                    <a:pt x="294662" y="39283"/>
                  </a:lnTo>
                  <a:lnTo>
                    <a:pt x="293642" y="54261"/>
                  </a:lnTo>
                  <a:lnTo>
                    <a:pt x="293632" y="73101"/>
                  </a:lnTo>
                  <a:lnTo>
                    <a:pt x="294929" y="95148"/>
                  </a:lnTo>
                  <a:lnTo>
                    <a:pt x="302473" y="146103"/>
                  </a:lnTo>
                  <a:lnTo>
                    <a:pt x="314848" y="198335"/>
                  </a:lnTo>
                  <a:lnTo>
                    <a:pt x="327124" y="239985"/>
                  </a:lnTo>
                  <a:lnTo>
                    <a:pt x="342182" y="276248"/>
                  </a:lnTo>
                  <a:lnTo>
                    <a:pt x="366011" y="295969"/>
                  </a:lnTo>
                  <a:lnTo>
                    <a:pt x="371248" y="295890"/>
                  </a:lnTo>
                  <a:lnTo>
                    <a:pt x="403245" y="272605"/>
                  </a:lnTo>
                  <a:lnTo>
                    <a:pt x="432262" y="228124"/>
                  </a:lnTo>
                  <a:lnTo>
                    <a:pt x="450527" y="178674"/>
                  </a:lnTo>
                  <a:lnTo>
                    <a:pt x="453299" y="159904"/>
                  </a:lnTo>
                  <a:lnTo>
                    <a:pt x="452220" y="154350"/>
                  </a:lnTo>
                  <a:lnTo>
                    <a:pt x="449894" y="150162"/>
                  </a:lnTo>
                  <a:lnTo>
                    <a:pt x="446092" y="145093"/>
                  </a:lnTo>
                  <a:lnTo>
                    <a:pt x="439756" y="141292"/>
                  </a:lnTo>
                  <a:lnTo>
                    <a:pt x="432787" y="140025"/>
                  </a:lnTo>
                  <a:lnTo>
                    <a:pt x="425817" y="138757"/>
                  </a:lnTo>
                  <a:lnTo>
                    <a:pt x="390454" y="171764"/>
                  </a:lnTo>
                  <a:lnTo>
                    <a:pt x="384841" y="197256"/>
                  </a:lnTo>
                  <a:lnTo>
                    <a:pt x="385346" y="211542"/>
                  </a:lnTo>
                  <a:lnTo>
                    <a:pt x="398285" y="250251"/>
                  </a:lnTo>
                  <a:lnTo>
                    <a:pt x="437826" y="274397"/>
                  </a:lnTo>
                  <a:lnTo>
                    <a:pt x="450606" y="274426"/>
                  </a:lnTo>
                  <a:lnTo>
                    <a:pt x="463506" y="271724"/>
                  </a:lnTo>
                  <a:lnTo>
                    <a:pt x="497018" y="246548"/>
                  </a:lnTo>
                  <a:lnTo>
                    <a:pt x="516798" y="205473"/>
                  </a:lnTo>
                  <a:lnTo>
                    <a:pt x="523391" y="166002"/>
                  </a:lnTo>
                  <a:lnTo>
                    <a:pt x="524183" y="148024"/>
                  </a:lnTo>
                  <a:lnTo>
                    <a:pt x="523569" y="141500"/>
                  </a:lnTo>
                  <a:lnTo>
                    <a:pt x="522124" y="136223"/>
                  </a:lnTo>
                  <a:lnTo>
                    <a:pt x="519589" y="129887"/>
                  </a:lnTo>
                  <a:lnTo>
                    <a:pt x="514521" y="126085"/>
                  </a:lnTo>
                  <a:lnTo>
                    <a:pt x="509452" y="126085"/>
                  </a:lnTo>
                  <a:lnTo>
                    <a:pt x="504383" y="126085"/>
                  </a:lnTo>
                  <a:lnTo>
                    <a:pt x="499314" y="129887"/>
                  </a:lnTo>
                  <a:lnTo>
                    <a:pt x="496780" y="134956"/>
                  </a:lnTo>
                  <a:lnTo>
                    <a:pt x="494245" y="140025"/>
                  </a:lnTo>
                  <a:lnTo>
                    <a:pt x="494245" y="146361"/>
                  </a:lnTo>
                  <a:lnTo>
                    <a:pt x="494879" y="153964"/>
                  </a:lnTo>
                  <a:lnTo>
                    <a:pt x="495513" y="161567"/>
                  </a:lnTo>
                  <a:lnTo>
                    <a:pt x="513887" y="195148"/>
                  </a:lnTo>
                  <a:lnTo>
                    <a:pt x="519589" y="198315"/>
                  </a:lnTo>
                  <a:lnTo>
                    <a:pt x="525925" y="198315"/>
                  </a:lnTo>
                  <a:lnTo>
                    <a:pt x="569644" y="183109"/>
                  </a:lnTo>
                  <a:lnTo>
                    <a:pt x="596888" y="147628"/>
                  </a:lnTo>
                  <a:lnTo>
                    <a:pt x="597522" y="145727"/>
                  </a:lnTo>
                  <a:lnTo>
                    <a:pt x="597502" y="145905"/>
                  </a:lnTo>
                  <a:lnTo>
                    <a:pt x="596888" y="149529"/>
                  </a:lnTo>
                  <a:lnTo>
                    <a:pt x="596274" y="156954"/>
                  </a:lnTo>
                  <a:lnTo>
                    <a:pt x="596254" y="168536"/>
                  </a:lnTo>
                  <a:lnTo>
                    <a:pt x="597314" y="184218"/>
                  </a:lnTo>
                  <a:lnTo>
                    <a:pt x="607026" y="236965"/>
                  </a:lnTo>
                  <a:lnTo>
                    <a:pt x="630469" y="269912"/>
                  </a:lnTo>
                  <a:lnTo>
                    <a:pt x="671653" y="250904"/>
                  </a:lnTo>
                  <a:lnTo>
                    <a:pt x="690364" y="210809"/>
                  </a:lnTo>
                  <a:lnTo>
                    <a:pt x="702462" y="164893"/>
                  </a:lnTo>
                  <a:lnTo>
                    <a:pt x="703967" y="139391"/>
                  </a:lnTo>
                  <a:lnTo>
                    <a:pt x="702947" y="129461"/>
                  </a:lnTo>
                  <a:lnTo>
                    <a:pt x="688126" y="94406"/>
                  </a:lnTo>
                  <a:lnTo>
                    <a:pt x="685592" y="95039"/>
                  </a:lnTo>
                  <a:lnTo>
                    <a:pt x="679583" y="148024"/>
                  </a:lnTo>
                  <a:lnTo>
                    <a:pt x="677939" y="196494"/>
                  </a:lnTo>
                  <a:lnTo>
                    <a:pt x="676989" y="236104"/>
                  </a:lnTo>
                  <a:lnTo>
                    <a:pt x="676722" y="276882"/>
                  </a:lnTo>
                  <a:lnTo>
                    <a:pt x="676722" y="283218"/>
                  </a:lnTo>
                  <a:lnTo>
                    <a:pt x="678622" y="280683"/>
                  </a:lnTo>
                  <a:lnTo>
                    <a:pt x="680434" y="277139"/>
                  </a:lnTo>
                  <a:lnTo>
                    <a:pt x="683137" y="270387"/>
                  </a:lnTo>
                  <a:lnTo>
                    <a:pt x="686909" y="260547"/>
                  </a:lnTo>
                  <a:lnTo>
                    <a:pt x="691928" y="247736"/>
                  </a:lnTo>
                  <a:lnTo>
                    <a:pt x="713579" y="198286"/>
                  </a:lnTo>
                  <a:lnTo>
                    <a:pt x="737468" y="157924"/>
                  </a:lnTo>
                  <a:lnTo>
                    <a:pt x="767564" y="132897"/>
                  </a:lnTo>
                  <a:lnTo>
                    <a:pt x="779998" y="130521"/>
                  </a:lnTo>
                  <a:lnTo>
                    <a:pt x="784681" y="131966"/>
                  </a:lnTo>
                  <a:lnTo>
                    <a:pt x="797392" y="170467"/>
                  </a:lnTo>
                  <a:lnTo>
                    <a:pt x="804075" y="223660"/>
                  </a:lnTo>
                  <a:lnTo>
                    <a:pt x="805976" y="255340"/>
                  </a:lnTo>
                  <a:lnTo>
                    <a:pt x="805976" y="261675"/>
                  </a:lnTo>
                  <a:lnTo>
                    <a:pt x="805976" y="268011"/>
                  </a:lnTo>
                  <a:lnTo>
                    <a:pt x="809144" y="271813"/>
                  </a:lnTo>
                  <a:lnTo>
                    <a:pt x="812311" y="275614"/>
                  </a:lnTo>
                  <a:lnTo>
                    <a:pt x="818648" y="276882"/>
                  </a:lnTo>
                  <a:lnTo>
                    <a:pt x="855871" y="246855"/>
                  </a:lnTo>
                  <a:lnTo>
                    <a:pt x="883275" y="202355"/>
                  </a:lnTo>
                  <a:lnTo>
                    <a:pt x="902233" y="161042"/>
                  </a:lnTo>
                  <a:lnTo>
                    <a:pt x="906005" y="152776"/>
                  </a:lnTo>
                  <a:lnTo>
                    <a:pt x="908708" y="147479"/>
                  </a:lnTo>
                  <a:lnTo>
                    <a:pt x="910519" y="145093"/>
                  </a:lnTo>
                  <a:lnTo>
                    <a:pt x="911658" y="145668"/>
                  </a:lnTo>
                  <a:lnTo>
                    <a:pt x="912499" y="149687"/>
                  </a:lnTo>
                  <a:lnTo>
                    <a:pt x="913460" y="157745"/>
                  </a:lnTo>
                  <a:lnTo>
                    <a:pt x="914955" y="170437"/>
                  </a:lnTo>
                  <a:lnTo>
                    <a:pt x="917271" y="187822"/>
                  </a:lnTo>
                  <a:lnTo>
                    <a:pt x="923330" y="227817"/>
                  </a:lnTo>
                  <a:lnTo>
                    <a:pt x="931032" y="266902"/>
                  </a:lnTo>
                  <a:lnTo>
                    <a:pt x="932507" y="273179"/>
                  </a:lnTo>
                  <a:lnTo>
                    <a:pt x="933329" y="278149"/>
                  </a:lnTo>
                  <a:lnTo>
                    <a:pt x="933962" y="284485"/>
                  </a:lnTo>
                  <a:lnTo>
                    <a:pt x="932695" y="290821"/>
                  </a:lnTo>
                  <a:lnTo>
                    <a:pt x="919390" y="291455"/>
                  </a:lnTo>
                  <a:lnTo>
                    <a:pt x="907421" y="290970"/>
                  </a:lnTo>
                  <a:lnTo>
                    <a:pt x="892541" y="288999"/>
                  </a:lnTo>
                  <a:lnTo>
                    <a:pt x="876355" y="286198"/>
                  </a:lnTo>
                  <a:lnTo>
                    <a:pt x="860465" y="283218"/>
                  </a:lnTo>
                  <a:lnTo>
                    <a:pt x="846130" y="280584"/>
                  </a:lnTo>
                  <a:lnTo>
                    <a:pt x="833220" y="278307"/>
                  </a:lnTo>
                  <a:lnTo>
                    <a:pt x="821261" y="276268"/>
                  </a:lnTo>
                  <a:lnTo>
                    <a:pt x="809777" y="274347"/>
                  </a:lnTo>
                </a:path>
              </a:pathLst>
            </a:custGeom>
            <a:ln w="36749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4112140" y="6051303"/>
              <a:ext cx="279400" cy="26670"/>
            </a:xfrm>
            <a:custGeom>
              <a:avLst/>
              <a:gdLst/>
              <a:ahLst/>
              <a:cxnLst/>
              <a:rect l="l" t="t" r="r" b="b"/>
              <a:pathLst>
                <a:path w="279400" h="26670">
                  <a:moveTo>
                    <a:pt x="12671" y="26611"/>
                  </a:moveTo>
                  <a:lnTo>
                    <a:pt x="6335" y="26611"/>
                  </a:lnTo>
                  <a:lnTo>
                    <a:pt x="0" y="26611"/>
                  </a:lnTo>
                  <a:lnTo>
                    <a:pt x="633" y="25977"/>
                  </a:lnTo>
                  <a:lnTo>
                    <a:pt x="55083" y="20621"/>
                  </a:lnTo>
                  <a:lnTo>
                    <a:pt x="81575" y="18770"/>
                  </a:lnTo>
                  <a:lnTo>
                    <a:pt x="111632" y="16562"/>
                  </a:lnTo>
                  <a:lnTo>
                    <a:pt x="143826" y="13939"/>
                  </a:lnTo>
                  <a:lnTo>
                    <a:pt x="176942" y="10870"/>
                  </a:lnTo>
                  <a:lnTo>
                    <a:pt x="210592" y="7444"/>
                  </a:lnTo>
                  <a:lnTo>
                    <a:pt x="244598" y="3781"/>
                  </a:lnTo>
                  <a:lnTo>
                    <a:pt x="278782" y="0"/>
                  </a:lnTo>
                </a:path>
              </a:pathLst>
            </a:custGeom>
            <a:ln w="36749">
              <a:solidFill>
                <a:srgbClr val="0056D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0" name="object 100"/>
          <p:cNvGrpSpPr/>
          <p:nvPr/>
        </p:nvGrpSpPr>
        <p:grpSpPr>
          <a:xfrm>
            <a:off x="8337604" y="3922729"/>
            <a:ext cx="782320" cy="448309"/>
            <a:chOff x="8337604" y="3922729"/>
            <a:chExt cx="782320" cy="448309"/>
          </a:xfrm>
        </p:grpSpPr>
        <p:sp>
          <p:nvSpPr>
            <p:cNvPr id="101" name="object 101"/>
            <p:cNvSpPr/>
            <p:nvPr/>
          </p:nvSpPr>
          <p:spPr>
            <a:xfrm>
              <a:off x="8355979" y="3941104"/>
              <a:ext cx="468630" cy="411480"/>
            </a:xfrm>
            <a:custGeom>
              <a:avLst/>
              <a:gdLst/>
              <a:ahLst/>
              <a:cxnLst/>
              <a:rect l="l" t="t" r="r" b="b"/>
              <a:pathLst>
                <a:path w="468629" h="411479">
                  <a:moveTo>
                    <a:pt x="22809" y="57340"/>
                  </a:moveTo>
                  <a:lnTo>
                    <a:pt x="20275" y="47203"/>
                  </a:lnTo>
                  <a:lnTo>
                    <a:pt x="17740" y="37065"/>
                  </a:lnTo>
                  <a:lnTo>
                    <a:pt x="16473" y="35798"/>
                  </a:lnTo>
                  <a:lnTo>
                    <a:pt x="14038" y="93129"/>
                  </a:lnTo>
                  <a:lnTo>
                    <a:pt x="13622" y="122046"/>
                  </a:lnTo>
                  <a:lnTo>
                    <a:pt x="13681" y="153934"/>
                  </a:lnTo>
                  <a:lnTo>
                    <a:pt x="16513" y="218007"/>
                  </a:lnTo>
                  <a:lnTo>
                    <a:pt x="22057" y="272041"/>
                  </a:lnTo>
                  <a:lnTo>
                    <a:pt x="27878" y="314898"/>
                  </a:lnTo>
                  <a:lnTo>
                    <a:pt x="28096" y="315749"/>
                  </a:lnTo>
                  <a:lnTo>
                    <a:pt x="27244" y="308879"/>
                  </a:lnTo>
                  <a:lnTo>
                    <a:pt x="25304" y="294038"/>
                  </a:lnTo>
                  <a:lnTo>
                    <a:pt x="22651" y="272367"/>
                  </a:lnTo>
                  <a:lnTo>
                    <a:pt x="17107" y="214472"/>
                  </a:lnTo>
                  <a:lnTo>
                    <a:pt x="13939" y="147786"/>
                  </a:lnTo>
                  <a:lnTo>
                    <a:pt x="14572" y="87753"/>
                  </a:lnTo>
                  <a:lnTo>
                    <a:pt x="19324" y="46807"/>
                  </a:lnTo>
                  <a:lnTo>
                    <a:pt x="33026" y="9028"/>
                  </a:lnTo>
                  <a:lnTo>
                    <a:pt x="64072" y="0"/>
                  </a:lnTo>
                  <a:lnTo>
                    <a:pt x="77051" y="2039"/>
                  </a:lnTo>
                  <a:lnTo>
                    <a:pt x="124660" y="28670"/>
                  </a:lnTo>
                  <a:lnTo>
                    <a:pt x="152697" y="60508"/>
                  </a:lnTo>
                  <a:lnTo>
                    <a:pt x="166161" y="97415"/>
                  </a:lnTo>
                  <a:lnTo>
                    <a:pt x="166240" y="116463"/>
                  </a:lnTo>
                  <a:lnTo>
                    <a:pt x="161567" y="135273"/>
                  </a:lnTo>
                  <a:lnTo>
                    <a:pt x="138679" y="170437"/>
                  </a:lnTo>
                  <a:lnTo>
                    <a:pt x="103910" y="199900"/>
                  </a:lnTo>
                  <a:lnTo>
                    <a:pt x="65577" y="221284"/>
                  </a:lnTo>
                  <a:lnTo>
                    <a:pt x="21443" y="237361"/>
                  </a:lnTo>
                  <a:lnTo>
                    <a:pt x="0" y="233480"/>
                  </a:lnTo>
                  <a:lnTo>
                    <a:pt x="0" y="227144"/>
                  </a:lnTo>
                  <a:lnTo>
                    <a:pt x="34214" y="203701"/>
                  </a:lnTo>
                  <a:lnTo>
                    <a:pt x="40550" y="203068"/>
                  </a:lnTo>
                  <a:lnTo>
                    <a:pt x="68547" y="243588"/>
                  </a:lnTo>
                  <a:lnTo>
                    <a:pt x="74764" y="256924"/>
                  </a:lnTo>
                  <a:lnTo>
                    <a:pt x="98465" y="296662"/>
                  </a:lnTo>
                  <a:lnTo>
                    <a:pt x="138629" y="315878"/>
                  </a:lnTo>
                  <a:lnTo>
                    <a:pt x="150162" y="313314"/>
                  </a:lnTo>
                  <a:lnTo>
                    <a:pt x="187406" y="290950"/>
                  </a:lnTo>
                  <a:lnTo>
                    <a:pt x="221283" y="247736"/>
                  </a:lnTo>
                  <a:lnTo>
                    <a:pt x="240331" y="208671"/>
                  </a:lnTo>
                  <a:lnTo>
                    <a:pt x="242390" y="195563"/>
                  </a:lnTo>
                  <a:lnTo>
                    <a:pt x="241400" y="191029"/>
                  </a:lnTo>
                  <a:lnTo>
                    <a:pt x="239499" y="185327"/>
                  </a:lnTo>
                  <a:lnTo>
                    <a:pt x="235698" y="180258"/>
                  </a:lnTo>
                  <a:lnTo>
                    <a:pt x="230629" y="177090"/>
                  </a:lnTo>
                  <a:lnTo>
                    <a:pt x="225560" y="173922"/>
                  </a:lnTo>
                  <a:lnTo>
                    <a:pt x="193989" y="205058"/>
                  </a:lnTo>
                  <a:lnTo>
                    <a:pt x="189218" y="235252"/>
                  </a:lnTo>
                  <a:lnTo>
                    <a:pt x="189445" y="250588"/>
                  </a:lnTo>
                  <a:lnTo>
                    <a:pt x="204147" y="286762"/>
                  </a:lnTo>
                  <a:lnTo>
                    <a:pt x="246479" y="306166"/>
                  </a:lnTo>
                  <a:lnTo>
                    <a:pt x="284643" y="295415"/>
                  </a:lnTo>
                  <a:lnTo>
                    <a:pt x="316442" y="265546"/>
                  </a:lnTo>
                  <a:lnTo>
                    <a:pt x="333905" y="227145"/>
                  </a:lnTo>
                  <a:lnTo>
                    <a:pt x="337074" y="186594"/>
                  </a:lnTo>
                  <a:lnTo>
                    <a:pt x="333272" y="170121"/>
                  </a:lnTo>
                  <a:lnTo>
                    <a:pt x="331371" y="170754"/>
                  </a:lnTo>
                  <a:lnTo>
                    <a:pt x="330876" y="222749"/>
                  </a:lnTo>
                  <a:lnTo>
                    <a:pt x="336064" y="275496"/>
                  </a:lnTo>
                  <a:lnTo>
                    <a:pt x="343578" y="334757"/>
                  </a:lnTo>
                  <a:lnTo>
                    <a:pt x="351280" y="385801"/>
                  </a:lnTo>
                  <a:lnTo>
                    <a:pt x="356003" y="411125"/>
                  </a:lnTo>
                  <a:lnTo>
                    <a:pt x="356874" y="411046"/>
                  </a:lnTo>
                  <a:lnTo>
                    <a:pt x="357032" y="402651"/>
                  </a:lnTo>
                  <a:lnTo>
                    <a:pt x="356715" y="386177"/>
                  </a:lnTo>
                  <a:lnTo>
                    <a:pt x="356161" y="362239"/>
                  </a:lnTo>
                  <a:lnTo>
                    <a:pt x="355606" y="332955"/>
                  </a:lnTo>
                  <a:lnTo>
                    <a:pt x="355290" y="300820"/>
                  </a:lnTo>
                  <a:lnTo>
                    <a:pt x="355448" y="268328"/>
                  </a:lnTo>
                  <a:lnTo>
                    <a:pt x="356270" y="237698"/>
                  </a:lnTo>
                  <a:lnTo>
                    <a:pt x="359814" y="186178"/>
                  </a:lnTo>
                  <a:lnTo>
                    <a:pt x="369387" y="143272"/>
                  </a:lnTo>
                  <a:lnTo>
                    <a:pt x="387494" y="131342"/>
                  </a:lnTo>
                  <a:lnTo>
                    <a:pt x="396078" y="131392"/>
                  </a:lnTo>
                  <a:lnTo>
                    <a:pt x="438449" y="163151"/>
                  </a:lnTo>
                  <a:lnTo>
                    <a:pt x="462704" y="209027"/>
                  </a:lnTo>
                  <a:lnTo>
                    <a:pt x="468229" y="248053"/>
                  </a:lnTo>
                  <a:lnTo>
                    <a:pt x="467120" y="256815"/>
                  </a:lnTo>
                  <a:lnTo>
                    <a:pt x="426490" y="281762"/>
                  </a:lnTo>
                  <a:lnTo>
                    <a:pt x="382693" y="282901"/>
                  </a:lnTo>
                  <a:lnTo>
                    <a:pt x="364952" y="251221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2" name="object 10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865392" y="4073368"/>
              <a:ext cx="114682" cy="172814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010485" y="4059904"/>
              <a:ext cx="108980" cy="187546"/>
            </a:xfrm>
            <a:prstGeom prst="rect">
              <a:avLst/>
            </a:prstGeom>
          </p:spPr>
        </p:pic>
      </p:grpSp>
      <p:grpSp>
        <p:nvGrpSpPr>
          <p:cNvPr id="104" name="object 104"/>
          <p:cNvGrpSpPr/>
          <p:nvPr/>
        </p:nvGrpSpPr>
        <p:grpSpPr>
          <a:xfrm>
            <a:off x="5668257" y="3410466"/>
            <a:ext cx="3962400" cy="3162300"/>
            <a:chOff x="5668257" y="3410466"/>
            <a:chExt cx="3962400" cy="3162300"/>
          </a:xfrm>
        </p:grpSpPr>
        <p:sp>
          <p:nvSpPr>
            <p:cNvPr id="105" name="object 105"/>
            <p:cNvSpPr/>
            <p:nvPr/>
          </p:nvSpPr>
          <p:spPr>
            <a:xfrm>
              <a:off x="9184725" y="3940154"/>
              <a:ext cx="134620" cy="279400"/>
            </a:xfrm>
            <a:custGeom>
              <a:avLst/>
              <a:gdLst/>
              <a:ahLst/>
              <a:cxnLst/>
              <a:rect l="l" t="t" r="r" b="b"/>
              <a:pathLst>
                <a:path w="134620" h="279400">
                  <a:moveTo>
                    <a:pt x="3802" y="31680"/>
                  </a:moveTo>
                  <a:lnTo>
                    <a:pt x="2534" y="25344"/>
                  </a:lnTo>
                  <a:lnTo>
                    <a:pt x="1267" y="19008"/>
                  </a:lnTo>
                  <a:lnTo>
                    <a:pt x="633" y="12672"/>
                  </a:lnTo>
                  <a:lnTo>
                    <a:pt x="0" y="6336"/>
                  </a:lnTo>
                  <a:lnTo>
                    <a:pt x="0" y="0"/>
                  </a:lnTo>
                  <a:lnTo>
                    <a:pt x="633" y="0"/>
                  </a:lnTo>
                  <a:lnTo>
                    <a:pt x="3524" y="56261"/>
                  </a:lnTo>
                  <a:lnTo>
                    <a:pt x="3643" y="84506"/>
                  </a:lnTo>
                  <a:lnTo>
                    <a:pt x="3524" y="115007"/>
                  </a:lnTo>
                  <a:lnTo>
                    <a:pt x="3168" y="145093"/>
                  </a:lnTo>
                  <a:lnTo>
                    <a:pt x="2604" y="172477"/>
                  </a:lnTo>
                  <a:lnTo>
                    <a:pt x="1980" y="196415"/>
                  </a:lnTo>
                  <a:lnTo>
                    <a:pt x="1475" y="216551"/>
                  </a:lnTo>
                  <a:lnTo>
                    <a:pt x="3405" y="258369"/>
                  </a:lnTo>
                  <a:lnTo>
                    <a:pt x="25502" y="279099"/>
                  </a:lnTo>
                  <a:lnTo>
                    <a:pt x="31620" y="277060"/>
                  </a:lnTo>
                  <a:lnTo>
                    <a:pt x="59241" y="250192"/>
                  </a:lnTo>
                  <a:lnTo>
                    <a:pt x="81100" y="216690"/>
                  </a:lnTo>
                  <a:lnTo>
                    <a:pt x="99633" y="176932"/>
                  </a:lnTo>
                  <a:lnTo>
                    <a:pt x="114196" y="129729"/>
                  </a:lnTo>
                  <a:lnTo>
                    <a:pt x="108979" y="112780"/>
                  </a:lnTo>
                  <a:lnTo>
                    <a:pt x="103910" y="117849"/>
                  </a:lnTo>
                  <a:lnTo>
                    <a:pt x="93931" y="161725"/>
                  </a:lnTo>
                  <a:lnTo>
                    <a:pt x="95564" y="210552"/>
                  </a:lnTo>
                  <a:lnTo>
                    <a:pt x="111513" y="245835"/>
                  </a:lnTo>
                  <a:lnTo>
                    <a:pt x="129600" y="262141"/>
                  </a:lnTo>
                  <a:lnTo>
                    <a:pt x="132422" y="264210"/>
                  </a:lnTo>
                  <a:lnTo>
                    <a:pt x="134323" y="266111"/>
                  </a:lnTo>
                  <a:lnTo>
                    <a:pt x="127987" y="264844"/>
                  </a:lnTo>
                  <a:lnTo>
                    <a:pt x="112780" y="259141"/>
                  </a:lnTo>
                  <a:lnTo>
                    <a:pt x="99851" y="254102"/>
                  </a:lnTo>
                  <a:lnTo>
                    <a:pt x="84427" y="247816"/>
                  </a:lnTo>
                  <a:lnTo>
                    <a:pt x="67339" y="240698"/>
                  </a:lnTo>
                  <a:lnTo>
                    <a:pt x="49420" y="233164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9107426" y="4009850"/>
              <a:ext cx="180340" cy="26670"/>
            </a:xfrm>
            <a:custGeom>
              <a:avLst/>
              <a:gdLst/>
              <a:ahLst/>
              <a:cxnLst/>
              <a:rect l="l" t="t" r="r" b="b"/>
              <a:pathLst>
                <a:path w="180340" h="26670">
                  <a:moveTo>
                    <a:pt x="5068" y="26611"/>
                  </a:moveTo>
                  <a:lnTo>
                    <a:pt x="2534" y="19008"/>
                  </a:lnTo>
                  <a:lnTo>
                    <a:pt x="0" y="11404"/>
                  </a:lnTo>
                  <a:lnTo>
                    <a:pt x="2534" y="7603"/>
                  </a:lnTo>
                  <a:lnTo>
                    <a:pt x="5553" y="5425"/>
                  </a:lnTo>
                  <a:lnTo>
                    <a:pt x="11483" y="4435"/>
                  </a:lnTo>
                  <a:lnTo>
                    <a:pt x="21334" y="4395"/>
                  </a:lnTo>
                  <a:lnTo>
                    <a:pt x="36114" y="5068"/>
                  </a:lnTo>
                  <a:lnTo>
                    <a:pt x="56221" y="6187"/>
                  </a:lnTo>
                  <a:lnTo>
                    <a:pt x="79595" y="7365"/>
                  </a:lnTo>
                  <a:lnTo>
                    <a:pt x="103563" y="8187"/>
                  </a:lnTo>
                  <a:lnTo>
                    <a:pt x="125452" y="8236"/>
                  </a:lnTo>
                  <a:lnTo>
                    <a:pt x="143232" y="7217"/>
                  </a:lnTo>
                  <a:lnTo>
                    <a:pt x="157449" y="5306"/>
                  </a:lnTo>
                  <a:lnTo>
                    <a:pt x="169289" y="2801"/>
                  </a:lnTo>
                  <a:lnTo>
                    <a:pt x="179941" y="0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7" name="object 10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668257" y="3410466"/>
              <a:ext cx="3962105" cy="316228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88169" y="1132280"/>
            <a:ext cx="4724400" cy="662305"/>
            <a:chOff x="1888169" y="1132280"/>
            <a:chExt cx="4724400" cy="6623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88169" y="1132280"/>
              <a:ext cx="4723907" cy="66178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43453" y="1236102"/>
              <a:ext cx="84443" cy="8318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33405" y="1404397"/>
              <a:ext cx="65617" cy="75657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1469941" y="2185589"/>
            <a:ext cx="131445" cy="200025"/>
            <a:chOff x="1469941" y="2185589"/>
            <a:chExt cx="131445" cy="200025"/>
          </a:xfrm>
        </p:grpSpPr>
        <p:sp>
          <p:nvSpPr>
            <p:cNvPr id="7" name="object 7"/>
            <p:cNvSpPr/>
            <p:nvPr/>
          </p:nvSpPr>
          <p:spPr>
            <a:xfrm>
              <a:off x="1488316" y="2238503"/>
              <a:ext cx="11430" cy="128905"/>
            </a:xfrm>
            <a:custGeom>
              <a:avLst/>
              <a:gdLst/>
              <a:ahLst/>
              <a:cxnLst/>
              <a:rect l="l" t="t" r="r" b="b"/>
              <a:pathLst>
                <a:path w="11430" h="128905">
                  <a:moveTo>
                    <a:pt x="0" y="15699"/>
                  </a:moveTo>
                  <a:lnTo>
                    <a:pt x="1255" y="8163"/>
                  </a:lnTo>
                  <a:lnTo>
                    <a:pt x="2511" y="627"/>
                  </a:lnTo>
                  <a:lnTo>
                    <a:pt x="3139" y="0"/>
                  </a:lnTo>
                  <a:lnTo>
                    <a:pt x="3522" y="922"/>
                  </a:lnTo>
                  <a:lnTo>
                    <a:pt x="3846" y="5023"/>
                  </a:lnTo>
                  <a:lnTo>
                    <a:pt x="4287" y="12892"/>
                  </a:lnTo>
                  <a:lnTo>
                    <a:pt x="5023" y="25118"/>
                  </a:lnTo>
                  <a:lnTo>
                    <a:pt x="6161" y="41779"/>
                  </a:lnTo>
                  <a:lnTo>
                    <a:pt x="7535" y="60912"/>
                  </a:lnTo>
                  <a:lnTo>
                    <a:pt x="8909" y="80046"/>
                  </a:lnTo>
                  <a:lnTo>
                    <a:pt x="10047" y="96707"/>
                  </a:lnTo>
                  <a:lnTo>
                    <a:pt x="10773" y="109040"/>
                  </a:lnTo>
                  <a:lnTo>
                    <a:pt x="11146" y="117665"/>
                  </a:lnTo>
                  <a:lnTo>
                    <a:pt x="11283" y="123817"/>
                  </a:lnTo>
                  <a:lnTo>
                    <a:pt x="11303" y="128733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490053" y="2203964"/>
              <a:ext cx="10160" cy="149860"/>
            </a:xfrm>
            <a:custGeom>
              <a:avLst/>
              <a:gdLst/>
              <a:ahLst/>
              <a:cxnLst/>
              <a:rect l="l" t="t" r="r" b="b"/>
              <a:pathLst>
                <a:path w="10159" h="149860">
                  <a:moveTo>
                    <a:pt x="5798" y="12559"/>
                  </a:moveTo>
                  <a:lnTo>
                    <a:pt x="5798" y="6279"/>
                  </a:lnTo>
                  <a:lnTo>
                    <a:pt x="5798" y="0"/>
                  </a:lnTo>
                  <a:lnTo>
                    <a:pt x="4542" y="1255"/>
                  </a:lnTo>
                  <a:lnTo>
                    <a:pt x="0" y="42289"/>
                  </a:lnTo>
                  <a:lnTo>
                    <a:pt x="382" y="58087"/>
                  </a:lnTo>
                  <a:lnTo>
                    <a:pt x="2973" y="103369"/>
                  </a:lnTo>
                  <a:lnTo>
                    <a:pt x="7054" y="143176"/>
                  </a:lnTo>
                  <a:lnTo>
                    <a:pt x="8310" y="149456"/>
                  </a:lnTo>
                  <a:lnTo>
                    <a:pt x="8938" y="149456"/>
                  </a:lnTo>
                  <a:lnTo>
                    <a:pt x="9566" y="149456"/>
                  </a:lnTo>
                  <a:lnTo>
                    <a:pt x="9566" y="143176"/>
                  </a:lnTo>
                  <a:lnTo>
                    <a:pt x="9566" y="136897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563673" y="2280576"/>
              <a:ext cx="19050" cy="20320"/>
            </a:xfrm>
            <a:custGeom>
              <a:avLst/>
              <a:gdLst/>
              <a:ahLst/>
              <a:cxnLst/>
              <a:rect l="l" t="t" r="r" b="b"/>
              <a:pathLst>
                <a:path w="19050" h="20319">
                  <a:moveTo>
                    <a:pt x="18826" y="7530"/>
                  </a:moveTo>
                  <a:lnTo>
                    <a:pt x="18826" y="13805"/>
                  </a:lnTo>
                  <a:lnTo>
                    <a:pt x="18826" y="20081"/>
                  </a:lnTo>
                  <a:lnTo>
                    <a:pt x="15688" y="18826"/>
                  </a:lnTo>
                  <a:lnTo>
                    <a:pt x="12550" y="17571"/>
                  </a:lnTo>
                  <a:lnTo>
                    <a:pt x="6275" y="8785"/>
                  </a:lnTo>
                  <a:lnTo>
                    <a:pt x="0" y="0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1744992" y="2053039"/>
            <a:ext cx="730250" cy="347980"/>
            <a:chOff x="1744992" y="2053039"/>
            <a:chExt cx="730250" cy="347980"/>
          </a:xfrm>
        </p:grpSpPr>
        <p:sp>
          <p:nvSpPr>
            <p:cNvPr id="11" name="object 11"/>
            <p:cNvSpPr/>
            <p:nvPr/>
          </p:nvSpPr>
          <p:spPr>
            <a:xfrm>
              <a:off x="1763367" y="2071414"/>
              <a:ext cx="167005" cy="311150"/>
            </a:xfrm>
            <a:custGeom>
              <a:avLst/>
              <a:gdLst/>
              <a:ahLst/>
              <a:cxnLst/>
              <a:rect l="l" t="t" r="r" b="b"/>
              <a:pathLst>
                <a:path w="167005" h="311150">
                  <a:moveTo>
                    <a:pt x="11303" y="54682"/>
                  </a:moveTo>
                  <a:lnTo>
                    <a:pt x="10047" y="48402"/>
                  </a:lnTo>
                  <a:lnTo>
                    <a:pt x="8791" y="42122"/>
                  </a:lnTo>
                  <a:lnTo>
                    <a:pt x="7535" y="42122"/>
                  </a:lnTo>
                  <a:lnTo>
                    <a:pt x="6279" y="42122"/>
                  </a:lnTo>
                  <a:lnTo>
                    <a:pt x="5023" y="48402"/>
                  </a:lnTo>
                  <a:lnTo>
                    <a:pt x="5023" y="65985"/>
                  </a:lnTo>
                  <a:lnTo>
                    <a:pt x="5249" y="81223"/>
                  </a:lnTo>
                  <a:lnTo>
                    <a:pt x="6878" y="122767"/>
                  </a:lnTo>
                  <a:lnTo>
                    <a:pt x="9664" y="176017"/>
                  </a:lnTo>
                  <a:lnTo>
                    <a:pt x="11224" y="204138"/>
                  </a:lnTo>
                  <a:lnTo>
                    <a:pt x="12667" y="230376"/>
                  </a:lnTo>
                  <a:lnTo>
                    <a:pt x="13815" y="252492"/>
                  </a:lnTo>
                  <a:lnTo>
                    <a:pt x="14551" y="268878"/>
                  </a:lnTo>
                  <a:lnTo>
                    <a:pt x="14992" y="280437"/>
                  </a:lnTo>
                  <a:lnTo>
                    <a:pt x="15316" y="288698"/>
                  </a:lnTo>
                  <a:lnTo>
                    <a:pt x="15699" y="295194"/>
                  </a:lnTo>
                  <a:lnTo>
                    <a:pt x="16327" y="303357"/>
                  </a:lnTo>
                  <a:lnTo>
                    <a:pt x="17583" y="310893"/>
                  </a:lnTo>
                  <a:lnTo>
                    <a:pt x="18211" y="310893"/>
                  </a:lnTo>
                  <a:lnTo>
                    <a:pt x="18544" y="309392"/>
                  </a:lnTo>
                  <a:lnTo>
                    <a:pt x="18525" y="304535"/>
                  </a:lnTo>
                  <a:lnTo>
                    <a:pt x="18034" y="295792"/>
                  </a:lnTo>
                  <a:lnTo>
                    <a:pt x="16955" y="282634"/>
                  </a:lnTo>
                  <a:lnTo>
                    <a:pt x="15228" y="264698"/>
                  </a:lnTo>
                  <a:lnTo>
                    <a:pt x="13030" y="242287"/>
                  </a:lnTo>
                  <a:lnTo>
                    <a:pt x="10597" y="215873"/>
                  </a:lnTo>
                  <a:lnTo>
                    <a:pt x="5936" y="153302"/>
                  </a:lnTo>
                  <a:lnTo>
                    <a:pt x="2423" y="89936"/>
                  </a:lnTo>
                  <a:lnTo>
                    <a:pt x="529" y="46724"/>
                  </a:lnTo>
                  <a:lnTo>
                    <a:pt x="0" y="20144"/>
                  </a:lnTo>
                  <a:lnTo>
                    <a:pt x="0" y="11980"/>
                  </a:lnTo>
                  <a:lnTo>
                    <a:pt x="0" y="3188"/>
                  </a:lnTo>
                  <a:lnTo>
                    <a:pt x="2511" y="677"/>
                  </a:lnTo>
                  <a:lnTo>
                    <a:pt x="4955" y="0"/>
                  </a:lnTo>
                  <a:lnTo>
                    <a:pt x="8870" y="1854"/>
                  </a:lnTo>
                  <a:lnTo>
                    <a:pt x="48432" y="37099"/>
                  </a:lnTo>
                  <a:lnTo>
                    <a:pt x="64298" y="51836"/>
                  </a:lnTo>
                  <a:lnTo>
                    <a:pt x="81635" y="67869"/>
                  </a:lnTo>
                  <a:lnTo>
                    <a:pt x="117665" y="102250"/>
                  </a:lnTo>
                  <a:lnTo>
                    <a:pt x="147572" y="139458"/>
                  </a:lnTo>
                  <a:lnTo>
                    <a:pt x="163585" y="178941"/>
                  </a:lnTo>
                  <a:lnTo>
                    <a:pt x="166470" y="198712"/>
                  </a:lnTo>
                  <a:lnTo>
                    <a:pt x="166411" y="217954"/>
                  </a:lnTo>
                  <a:lnTo>
                    <a:pt x="151311" y="268113"/>
                  </a:lnTo>
                  <a:lnTo>
                    <a:pt x="118529" y="298177"/>
                  </a:lnTo>
                  <a:lnTo>
                    <a:pt x="74178" y="309873"/>
                  </a:lnTo>
                  <a:lnTo>
                    <a:pt x="65848" y="308980"/>
                  </a:lnTo>
                  <a:lnTo>
                    <a:pt x="58401" y="306497"/>
                  </a:lnTo>
                  <a:lnTo>
                    <a:pt x="51660" y="302445"/>
                  </a:lnTo>
                  <a:lnTo>
                    <a:pt x="45449" y="297156"/>
                  </a:lnTo>
                  <a:lnTo>
                    <a:pt x="39591" y="291043"/>
                  </a:lnTo>
                  <a:lnTo>
                    <a:pt x="33910" y="284518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990064" y="2079626"/>
              <a:ext cx="466725" cy="280670"/>
            </a:xfrm>
            <a:custGeom>
              <a:avLst/>
              <a:gdLst/>
              <a:ahLst/>
              <a:cxnLst/>
              <a:rect l="l" t="t" r="r" b="b"/>
              <a:pathLst>
                <a:path w="466725" h="280669">
                  <a:moveTo>
                    <a:pt x="101102" y="189646"/>
                  </a:moveTo>
                  <a:lnTo>
                    <a:pt x="101102" y="183366"/>
                  </a:lnTo>
                  <a:lnTo>
                    <a:pt x="101102" y="177087"/>
                  </a:lnTo>
                  <a:lnTo>
                    <a:pt x="94823" y="170179"/>
                  </a:lnTo>
                  <a:lnTo>
                    <a:pt x="51640" y="151203"/>
                  </a:lnTo>
                  <a:lnTo>
                    <a:pt x="41053" y="152282"/>
                  </a:lnTo>
                  <a:lnTo>
                    <a:pt x="6436" y="194120"/>
                  </a:lnTo>
                  <a:lnTo>
                    <a:pt x="0" y="227324"/>
                  </a:lnTo>
                  <a:lnTo>
                    <a:pt x="1030" y="241012"/>
                  </a:lnTo>
                  <a:lnTo>
                    <a:pt x="32085" y="270958"/>
                  </a:lnTo>
                  <a:lnTo>
                    <a:pt x="44742" y="272616"/>
                  </a:lnTo>
                  <a:lnTo>
                    <a:pt x="57635" y="271566"/>
                  </a:lnTo>
                  <a:lnTo>
                    <a:pt x="95667" y="239167"/>
                  </a:lnTo>
                  <a:lnTo>
                    <a:pt x="107853" y="201577"/>
                  </a:lnTo>
                  <a:lnTo>
                    <a:pt x="109894" y="180226"/>
                  </a:lnTo>
                  <a:lnTo>
                    <a:pt x="109894" y="168295"/>
                  </a:lnTo>
                  <a:lnTo>
                    <a:pt x="107382" y="162015"/>
                  </a:lnTo>
                  <a:lnTo>
                    <a:pt x="106126" y="162643"/>
                  </a:lnTo>
                  <a:lnTo>
                    <a:pt x="104870" y="163271"/>
                  </a:lnTo>
                  <a:lnTo>
                    <a:pt x="104870" y="170807"/>
                  </a:lnTo>
                  <a:lnTo>
                    <a:pt x="106126" y="187134"/>
                  </a:lnTo>
                  <a:lnTo>
                    <a:pt x="111601" y="231818"/>
                  </a:lnTo>
                  <a:lnTo>
                    <a:pt x="130460" y="273804"/>
                  </a:lnTo>
                  <a:lnTo>
                    <a:pt x="153852" y="280466"/>
                  </a:lnTo>
                  <a:lnTo>
                    <a:pt x="162251" y="278278"/>
                  </a:lnTo>
                  <a:lnTo>
                    <a:pt x="188017" y="244122"/>
                  </a:lnTo>
                  <a:lnTo>
                    <a:pt x="194670" y="182895"/>
                  </a:lnTo>
                  <a:lnTo>
                    <a:pt x="194709" y="157561"/>
                  </a:lnTo>
                  <a:lnTo>
                    <a:pt x="194042" y="131873"/>
                  </a:lnTo>
                  <a:lnTo>
                    <a:pt x="192904" y="107058"/>
                  </a:lnTo>
                  <a:lnTo>
                    <a:pt x="191530" y="84069"/>
                  </a:lnTo>
                  <a:lnTo>
                    <a:pt x="190156" y="63787"/>
                  </a:lnTo>
                  <a:lnTo>
                    <a:pt x="189018" y="47097"/>
                  </a:lnTo>
                  <a:lnTo>
                    <a:pt x="188282" y="34557"/>
                  </a:lnTo>
                  <a:lnTo>
                    <a:pt x="187841" y="25432"/>
                  </a:lnTo>
                  <a:lnTo>
                    <a:pt x="187517" y="18662"/>
                  </a:lnTo>
                  <a:lnTo>
                    <a:pt x="187134" y="13187"/>
                  </a:lnTo>
                  <a:lnTo>
                    <a:pt x="186506" y="6279"/>
                  </a:lnTo>
                  <a:lnTo>
                    <a:pt x="185250" y="0"/>
                  </a:lnTo>
                  <a:lnTo>
                    <a:pt x="183366" y="627"/>
                  </a:lnTo>
                  <a:lnTo>
                    <a:pt x="181904" y="2502"/>
                  </a:lnTo>
                  <a:lnTo>
                    <a:pt x="180619" y="7614"/>
                  </a:lnTo>
                  <a:lnTo>
                    <a:pt x="179922" y="16611"/>
                  </a:lnTo>
                  <a:lnTo>
                    <a:pt x="180226" y="30142"/>
                  </a:lnTo>
                  <a:lnTo>
                    <a:pt x="184936" y="71038"/>
                  </a:lnTo>
                  <a:lnTo>
                    <a:pt x="195298" y="123709"/>
                  </a:lnTo>
                  <a:lnTo>
                    <a:pt x="210447" y="178813"/>
                  </a:lnTo>
                  <a:lnTo>
                    <a:pt x="226068" y="225440"/>
                  </a:lnTo>
                  <a:lnTo>
                    <a:pt x="243288" y="264296"/>
                  </a:lnTo>
                  <a:lnTo>
                    <a:pt x="260606" y="278817"/>
                  </a:lnTo>
                  <a:lnTo>
                    <a:pt x="265630" y="276934"/>
                  </a:lnTo>
                  <a:lnTo>
                    <a:pt x="270654" y="275050"/>
                  </a:lnTo>
                  <a:lnTo>
                    <a:pt x="285647" y="231955"/>
                  </a:lnTo>
                  <a:lnTo>
                    <a:pt x="294625" y="185064"/>
                  </a:lnTo>
                  <a:lnTo>
                    <a:pt x="296950" y="169943"/>
                  </a:lnTo>
                  <a:lnTo>
                    <a:pt x="299158" y="156354"/>
                  </a:lnTo>
                  <a:lnTo>
                    <a:pt x="323403" y="120599"/>
                  </a:lnTo>
                  <a:lnTo>
                    <a:pt x="331724" y="119235"/>
                  </a:lnTo>
                  <a:lnTo>
                    <a:pt x="341222" y="119637"/>
                  </a:lnTo>
                  <a:lnTo>
                    <a:pt x="383894" y="144177"/>
                  </a:lnTo>
                  <a:lnTo>
                    <a:pt x="406295" y="170807"/>
                  </a:lnTo>
                  <a:lnTo>
                    <a:pt x="405667" y="172691"/>
                  </a:lnTo>
                  <a:lnTo>
                    <a:pt x="405039" y="174575"/>
                  </a:lnTo>
                  <a:lnTo>
                    <a:pt x="400015" y="170807"/>
                  </a:lnTo>
                  <a:lnTo>
                    <a:pt x="391224" y="161387"/>
                  </a:lnTo>
                  <a:lnTo>
                    <a:pt x="384012" y="153440"/>
                  </a:lnTo>
                  <a:lnTo>
                    <a:pt x="375917" y="144432"/>
                  </a:lnTo>
                  <a:lnTo>
                    <a:pt x="367469" y="135425"/>
                  </a:lnTo>
                  <a:lnTo>
                    <a:pt x="331567" y="112406"/>
                  </a:lnTo>
                  <a:lnTo>
                    <a:pt x="323403" y="110522"/>
                  </a:lnTo>
                  <a:lnTo>
                    <a:pt x="315868" y="110522"/>
                  </a:lnTo>
                  <a:lnTo>
                    <a:pt x="295488" y="148524"/>
                  </a:lnTo>
                  <a:lnTo>
                    <a:pt x="293506" y="176724"/>
                  </a:lnTo>
                  <a:lnTo>
                    <a:pt x="294517" y="191530"/>
                  </a:lnTo>
                  <a:lnTo>
                    <a:pt x="306262" y="230562"/>
                  </a:lnTo>
                  <a:lnTo>
                    <a:pt x="332823" y="261862"/>
                  </a:lnTo>
                  <a:lnTo>
                    <a:pt x="373955" y="246006"/>
                  </a:lnTo>
                  <a:lnTo>
                    <a:pt x="390380" y="202303"/>
                  </a:lnTo>
                  <a:lnTo>
                    <a:pt x="397405" y="163016"/>
                  </a:lnTo>
                  <a:lnTo>
                    <a:pt x="399387" y="121855"/>
                  </a:lnTo>
                  <a:lnTo>
                    <a:pt x="391813" y="159474"/>
                  </a:lnTo>
                  <a:lnTo>
                    <a:pt x="394992" y="214137"/>
                  </a:lnTo>
                  <a:lnTo>
                    <a:pt x="408238" y="255818"/>
                  </a:lnTo>
                  <a:lnTo>
                    <a:pt x="425291" y="272381"/>
                  </a:lnTo>
                  <a:lnTo>
                    <a:pt x="431316" y="271792"/>
                  </a:lnTo>
                  <a:lnTo>
                    <a:pt x="437694" y="268142"/>
                  </a:lnTo>
                  <a:lnTo>
                    <a:pt x="444503" y="261558"/>
                  </a:lnTo>
                  <a:lnTo>
                    <a:pt x="451666" y="252678"/>
                  </a:lnTo>
                  <a:lnTo>
                    <a:pt x="459064" y="242268"/>
                  </a:lnTo>
                  <a:lnTo>
                    <a:pt x="466580" y="231092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111163" y="2141167"/>
              <a:ext cx="134620" cy="7620"/>
            </a:xfrm>
            <a:custGeom>
              <a:avLst/>
              <a:gdLst/>
              <a:ahLst/>
              <a:cxnLst/>
              <a:rect l="l" t="t" r="r" b="b"/>
              <a:pathLst>
                <a:path w="134619" h="7619">
                  <a:moveTo>
                    <a:pt x="25216" y="7535"/>
                  </a:moveTo>
                  <a:lnTo>
                    <a:pt x="13913" y="6279"/>
                  </a:lnTo>
                  <a:lnTo>
                    <a:pt x="2610" y="5023"/>
                  </a:lnTo>
                  <a:lnTo>
                    <a:pt x="98" y="4395"/>
                  </a:lnTo>
                  <a:lnTo>
                    <a:pt x="0" y="4022"/>
                  </a:lnTo>
                  <a:lnTo>
                    <a:pt x="4022" y="3767"/>
                  </a:lnTo>
                  <a:lnTo>
                    <a:pt x="12991" y="3512"/>
                  </a:lnTo>
                  <a:lnTo>
                    <a:pt x="27728" y="3139"/>
                  </a:lnTo>
                  <a:lnTo>
                    <a:pt x="48647" y="2560"/>
                  </a:lnTo>
                  <a:lnTo>
                    <a:pt x="74512" y="1805"/>
                  </a:lnTo>
                  <a:lnTo>
                    <a:pt x="103673" y="932"/>
                  </a:lnTo>
                  <a:lnTo>
                    <a:pt x="134483" y="0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/>
          <p:cNvGrpSpPr/>
          <p:nvPr/>
        </p:nvGrpSpPr>
        <p:grpSpPr>
          <a:xfrm>
            <a:off x="2598930" y="2051204"/>
            <a:ext cx="302260" cy="300990"/>
            <a:chOff x="2598930" y="2051204"/>
            <a:chExt cx="302260" cy="300990"/>
          </a:xfrm>
        </p:grpSpPr>
        <p:sp>
          <p:nvSpPr>
            <p:cNvPr id="15" name="object 15"/>
            <p:cNvSpPr/>
            <p:nvPr/>
          </p:nvSpPr>
          <p:spPr>
            <a:xfrm>
              <a:off x="2617305" y="2084022"/>
              <a:ext cx="163830" cy="250190"/>
            </a:xfrm>
            <a:custGeom>
              <a:avLst/>
              <a:gdLst/>
              <a:ahLst/>
              <a:cxnLst/>
              <a:rect l="l" t="t" r="r" b="b"/>
              <a:pathLst>
                <a:path w="163830" h="250189">
                  <a:moveTo>
                    <a:pt x="140763" y="53377"/>
                  </a:moveTo>
                  <a:lnTo>
                    <a:pt x="128203" y="15699"/>
                  </a:lnTo>
                  <a:lnTo>
                    <a:pt x="90525" y="0"/>
                  </a:lnTo>
                  <a:lnTo>
                    <a:pt x="76553" y="1825"/>
                  </a:lnTo>
                  <a:lnTo>
                    <a:pt x="32752" y="26374"/>
                  </a:lnTo>
                  <a:lnTo>
                    <a:pt x="10773" y="60755"/>
                  </a:lnTo>
                  <a:lnTo>
                    <a:pt x="98" y="105498"/>
                  </a:lnTo>
                  <a:lnTo>
                    <a:pt x="0" y="129891"/>
                  </a:lnTo>
                  <a:lnTo>
                    <a:pt x="3080" y="154166"/>
                  </a:lnTo>
                  <a:lnTo>
                    <a:pt x="16425" y="197182"/>
                  </a:lnTo>
                  <a:lnTo>
                    <a:pt x="46361" y="236126"/>
                  </a:lnTo>
                  <a:lnTo>
                    <a:pt x="78751" y="249696"/>
                  </a:lnTo>
                  <a:lnTo>
                    <a:pt x="89740" y="249646"/>
                  </a:lnTo>
                  <a:lnTo>
                    <a:pt x="135994" y="231435"/>
                  </a:lnTo>
                  <a:lnTo>
                    <a:pt x="159602" y="212881"/>
                  </a:lnTo>
                  <a:lnTo>
                    <a:pt x="163369" y="207857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857807" y="2069579"/>
              <a:ext cx="24765" cy="252729"/>
            </a:xfrm>
            <a:custGeom>
              <a:avLst/>
              <a:gdLst/>
              <a:ahLst/>
              <a:cxnLst/>
              <a:rect l="l" t="t" r="r" b="b"/>
              <a:pathLst>
                <a:path w="24764" h="252730">
                  <a:moveTo>
                    <a:pt x="5759" y="18839"/>
                  </a:moveTo>
                  <a:lnTo>
                    <a:pt x="5759" y="10047"/>
                  </a:lnTo>
                  <a:lnTo>
                    <a:pt x="5759" y="1255"/>
                  </a:lnTo>
                  <a:lnTo>
                    <a:pt x="4503" y="0"/>
                  </a:lnTo>
                  <a:lnTo>
                    <a:pt x="0" y="40248"/>
                  </a:lnTo>
                  <a:lnTo>
                    <a:pt x="657" y="60755"/>
                  </a:lnTo>
                  <a:lnTo>
                    <a:pt x="4503" y="111778"/>
                  </a:lnTo>
                  <a:lnTo>
                    <a:pt x="11411" y="169944"/>
                  </a:lnTo>
                  <a:lnTo>
                    <a:pt x="18319" y="219161"/>
                  </a:lnTo>
                  <a:lnTo>
                    <a:pt x="23970" y="252443"/>
                  </a:lnTo>
                  <a:lnTo>
                    <a:pt x="24598" y="252443"/>
                  </a:lnTo>
                  <a:lnTo>
                    <a:pt x="24598" y="244907"/>
                  </a:lnTo>
                  <a:lnTo>
                    <a:pt x="23970" y="239256"/>
                  </a:lnTo>
                  <a:lnTo>
                    <a:pt x="23342" y="233604"/>
                  </a:lnTo>
                  <a:lnTo>
                    <a:pt x="22086" y="229836"/>
                  </a:lnTo>
                  <a:lnTo>
                    <a:pt x="20830" y="226068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/>
          <p:nvPr/>
        </p:nvSpPr>
        <p:spPr>
          <a:xfrm>
            <a:off x="1899008" y="2525484"/>
            <a:ext cx="177165" cy="288925"/>
          </a:xfrm>
          <a:custGeom>
            <a:avLst/>
            <a:gdLst/>
            <a:ahLst/>
            <a:cxnLst/>
            <a:rect l="l" t="t" r="r" b="b"/>
            <a:pathLst>
              <a:path w="177164" h="288925">
                <a:moveTo>
                  <a:pt x="0" y="0"/>
                </a:moveTo>
                <a:lnTo>
                  <a:pt x="1962" y="59970"/>
                </a:lnTo>
                <a:lnTo>
                  <a:pt x="4395" y="118058"/>
                </a:lnTo>
                <a:lnTo>
                  <a:pt x="7535" y="171670"/>
                </a:lnTo>
                <a:lnTo>
                  <a:pt x="10675" y="215393"/>
                </a:lnTo>
                <a:lnTo>
                  <a:pt x="13030" y="244986"/>
                </a:lnTo>
                <a:lnTo>
                  <a:pt x="13854" y="255396"/>
                </a:lnTo>
                <a:lnTo>
                  <a:pt x="14443" y="263746"/>
                </a:lnTo>
                <a:lnTo>
                  <a:pt x="15071" y="273794"/>
                </a:lnTo>
                <a:lnTo>
                  <a:pt x="15071" y="280073"/>
                </a:lnTo>
                <a:lnTo>
                  <a:pt x="18211" y="283841"/>
                </a:lnTo>
                <a:lnTo>
                  <a:pt x="21331" y="286206"/>
                </a:lnTo>
                <a:lnTo>
                  <a:pt x="26688" y="287688"/>
                </a:lnTo>
                <a:lnTo>
                  <a:pt x="35342" y="288345"/>
                </a:lnTo>
                <a:lnTo>
                  <a:pt x="48353" y="288237"/>
                </a:lnTo>
                <a:lnTo>
                  <a:pt x="66152" y="287462"/>
                </a:lnTo>
                <a:lnTo>
                  <a:pt x="86659" y="286275"/>
                </a:lnTo>
                <a:lnTo>
                  <a:pt x="107166" y="284970"/>
                </a:lnTo>
                <a:lnTo>
                  <a:pt x="124965" y="283841"/>
                </a:lnTo>
                <a:lnTo>
                  <a:pt x="138025" y="283115"/>
                </a:lnTo>
                <a:lnTo>
                  <a:pt x="147023" y="282742"/>
                </a:lnTo>
                <a:lnTo>
                  <a:pt x="153312" y="282605"/>
                </a:lnTo>
                <a:lnTo>
                  <a:pt x="158248" y="282585"/>
                </a:lnTo>
                <a:lnTo>
                  <a:pt x="164527" y="282585"/>
                </a:lnTo>
                <a:lnTo>
                  <a:pt x="170807" y="282585"/>
                </a:lnTo>
                <a:lnTo>
                  <a:pt x="173947" y="281957"/>
                </a:lnTo>
                <a:lnTo>
                  <a:pt x="177087" y="281329"/>
                </a:lnTo>
                <a:lnTo>
                  <a:pt x="177087" y="280073"/>
                </a:lnTo>
                <a:lnTo>
                  <a:pt x="177087" y="278817"/>
                </a:lnTo>
              </a:path>
            </a:pathLst>
          </a:custGeom>
          <a:ln w="36749">
            <a:solidFill>
              <a:srgbClr val="371A94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28085" y="1994059"/>
            <a:ext cx="1867905" cy="1127531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4899120" y="2592513"/>
            <a:ext cx="527685" cy="318135"/>
            <a:chOff x="4899120" y="2592513"/>
            <a:chExt cx="527685" cy="318135"/>
          </a:xfrm>
        </p:grpSpPr>
        <p:sp>
          <p:nvSpPr>
            <p:cNvPr id="20" name="object 20"/>
            <p:cNvSpPr/>
            <p:nvPr/>
          </p:nvSpPr>
          <p:spPr>
            <a:xfrm>
              <a:off x="4917495" y="2610888"/>
              <a:ext cx="149860" cy="281940"/>
            </a:xfrm>
            <a:custGeom>
              <a:avLst/>
              <a:gdLst/>
              <a:ahLst/>
              <a:cxnLst/>
              <a:rect l="l" t="t" r="r" b="b"/>
              <a:pathLst>
                <a:path w="149860" h="281939">
                  <a:moveTo>
                    <a:pt x="10832" y="12559"/>
                  </a:moveTo>
                  <a:lnTo>
                    <a:pt x="7064" y="6279"/>
                  </a:lnTo>
                  <a:lnTo>
                    <a:pt x="3296" y="0"/>
                  </a:lnTo>
                  <a:lnTo>
                    <a:pt x="1412" y="627"/>
                  </a:lnTo>
                  <a:lnTo>
                    <a:pt x="353" y="2492"/>
                  </a:lnTo>
                  <a:lnTo>
                    <a:pt x="0" y="7535"/>
                  </a:lnTo>
                  <a:lnTo>
                    <a:pt x="353" y="16346"/>
                  </a:lnTo>
                  <a:lnTo>
                    <a:pt x="1412" y="29514"/>
                  </a:lnTo>
                  <a:lnTo>
                    <a:pt x="3120" y="47401"/>
                  </a:lnTo>
                  <a:lnTo>
                    <a:pt x="5180" y="69469"/>
                  </a:lnTo>
                  <a:lnTo>
                    <a:pt x="8948" y="123081"/>
                  </a:lnTo>
                  <a:lnTo>
                    <a:pt x="10675" y="182267"/>
                  </a:lnTo>
                  <a:lnTo>
                    <a:pt x="11068" y="209093"/>
                  </a:lnTo>
                  <a:lnTo>
                    <a:pt x="11460" y="231092"/>
                  </a:lnTo>
                  <a:lnTo>
                    <a:pt x="12029" y="246693"/>
                  </a:lnTo>
                  <a:lnTo>
                    <a:pt x="12716" y="256996"/>
                  </a:lnTo>
                  <a:lnTo>
                    <a:pt x="13403" y="263766"/>
                  </a:lnTo>
                  <a:lnTo>
                    <a:pt x="13972" y="268770"/>
                  </a:lnTo>
                  <a:lnTo>
                    <a:pt x="14600" y="275050"/>
                  </a:lnTo>
                  <a:lnTo>
                    <a:pt x="14600" y="281329"/>
                  </a:lnTo>
                  <a:lnTo>
                    <a:pt x="14600" y="275050"/>
                  </a:lnTo>
                  <a:lnTo>
                    <a:pt x="17112" y="256211"/>
                  </a:lnTo>
                  <a:lnTo>
                    <a:pt x="28592" y="200047"/>
                  </a:lnTo>
                  <a:lnTo>
                    <a:pt x="45459" y="160848"/>
                  </a:lnTo>
                  <a:lnTo>
                    <a:pt x="79281" y="121197"/>
                  </a:lnTo>
                  <a:lnTo>
                    <a:pt x="98983" y="113269"/>
                  </a:lnTo>
                  <a:lnTo>
                    <a:pt x="107804" y="115457"/>
                  </a:lnTo>
                  <a:lnTo>
                    <a:pt x="132580" y="145845"/>
                  </a:lnTo>
                  <a:lnTo>
                    <a:pt x="147827" y="195170"/>
                  </a:lnTo>
                  <a:lnTo>
                    <a:pt x="149358" y="225764"/>
                  </a:lnTo>
                  <a:lnTo>
                    <a:pt x="148357" y="238000"/>
                  </a:lnTo>
                  <a:lnTo>
                    <a:pt x="146473" y="252443"/>
                  </a:lnTo>
                  <a:lnTo>
                    <a:pt x="142705" y="258723"/>
                  </a:lnTo>
                  <a:lnTo>
                    <a:pt x="140822" y="258723"/>
                  </a:lnTo>
                  <a:lnTo>
                    <a:pt x="138938" y="258723"/>
                  </a:lnTo>
                  <a:lnTo>
                    <a:pt x="138938" y="252443"/>
                  </a:lnTo>
                  <a:lnTo>
                    <a:pt x="138938" y="246163"/>
                  </a:lnTo>
                </a:path>
              </a:pathLst>
            </a:custGeom>
            <a:ln w="36749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5107771" y="2727974"/>
              <a:ext cx="300355" cy="149225"/>
            </a:xfrm>
            <a:custGeom>
              <a:avLst/>
              <a:gdLst/>
              <a:ahLst/>
              <a:cxnLst/>
              <a:rect l="l" t="t" r="r" b="b"/>
              <a:pathLst>
                <a:path w="300354" h="149225">
                  <a:moveTo>
                    <a:pt x="118215" y="49952"/>
                  </a:moveTo>
                  <a:lnTo>
                    <a:pt x="97492" y="12274"/>
                  </a:lnTo>
                  <a:lnTo>
                    <a:pt x="57753" y="0"/>
                  </a:lnTo>
                  <a:lnTo>
                    <a:pt x="43486" y="2855"/>
                  </a:lnTo>
                  <a:lnTo>
                    <a:pt x="10989" y="34557"/>
                  </a:lnTo>
                  <a:lnTo>
                    <a:pt x="0" y="75856"/>
                  </a:lnTo>
                  <a:lnTo>
                    <a:pt x="2786" y="88435"/>
                  </a:lnTo>
                  <a:lnTo>
                    <a:pt x="34302" y="119343"/>
                  </a:lnTo>
                  <a:lnTo>
                    <a:pt x="77387" y="120785"/>
                  </a:lnTo>
                  <a:lnTo>
                    <a:pt x="105027" y="84491"/>
                  </a:lnTo>
                  <a:lnTo>
                    <a:pt x="115713" y="37599"/>
                  </a:lnTo>
                  <a:lnTo>
                    <a:pt x="110120" y="77514"/>
                  </a:lnTo>
                  <a:lnTo>
                    <a:pt x="129989" y="122012"/>
                  </a:lnTo>
                  <a:lnTo>
                    <a:pt x="163271" y="148858"/>
                  </a:lnTo>
                  <a:lnTo>
                    <a:pt x="170081" y="145973"/>
                  </a:lnTo>
                  <a:lnTo>
                    <a:pt x="193257" y="111258"/>
                  </a:lnTo>
                  <a:lnTo>
                    <a:pt x="212165" y="64896"/>
                  </a:lnTo>
                  <a:lnTo>
                    <a:pt x="221201" y="23578"/>
                  </a:lnTo>
                  <a:lnTo>
                    <a:pt x="222457" y="16042"/>
                  </a:lnTo>
                  <a:lnTo>
                    <a:pt x="222457" y="15414"/>
                  </a:lnTo>
                  <a:lnTo>
                    <a:pt x="222457" y="14786"/>
                  </a:lnTo>
                  <a:lnTo>
                    <a:pt x="237686" y="63297"/>
                  </a:lnTo>
                  <a:lnTo>
                    <a:pt x="262294" y="102319"/>
                  </a:lnTo>
                  <a:lnTo>
                    <a:pt x="294046" y="130332"/>
                  </a:lnTo>
                  <a:lnTo>
                    <a:pt x="300325" y="135356"/>
                  </a:lnTo>
                  <a:lnTo>
                    <a:pt x="300325" y="137868"/>
                  </a:lnTo>
                  <a:lnTo>
                    <a:pt x="300325" y="140380"/>
                  </a:lnTo>
                  <a:lnTo>
                    <a:pt x="294046" y="140380"/>
                  </a:lnTo>
                  <a:lnTo>
                    <a:pt x="283370" y="141008"/>
                  </a:lnTo>
                  <a:lnTo>
                    <a:pt x="274687" y="141548"/>
                  </a:lnTo>
                  <a:lnTo>
                    <a:pt x="265238" y="142028"/>
                  </a:lnTo>
                  <a:lnTo>
                    <a:pt x="255907" y="142156"/>
                  </a:lnTo>
                  <a:lnTo>
                    <a:pt x="247576" y="141636"/>
                  </a:lnTo>
                  <a:lnTo>
                    <a:pt x="237529" y="140380"/>
                  </a:lnTo>
                  <a:lnTo>
                    <a:pt x="232505" y="136612"/>
                  </a:lnTo>
                  <a:lnTo>
                    <a:pt x="227481" y="132844"/>
                  </a:lnTo>
                </a:path>
              </a:pathLst>
            </a:custGeom>
            <a:ln w="36749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2" name="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488469" y="2679673"/>
            <a:ext cx="185421" cy="180682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5817996" y="2490783"/>
            <a:ext cx="1320800" cy="845819"/>
            <a:chOff x="5817996" y="2490783"/>
            <a:chExt cx="1320800" cy="845819"/>
          </a:xfrm>
        </p:grpSpPr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17996" y="2628934"/>
              <a:ext cx="360782" cy="215456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226103" y="2509158"/>
              <a:ext cx="894080" cy="808990"/>
            </a:xfrm>
            <a:custGeom>
              <a:avLst/>
              <a:gdLst/>
              <a:ahLst/>
              <a:cxnLst/>
              <a:rect l="l" t="t" r="r" b="b"/>
              <a:pathLst>
                <a:path w="894079" h="808989">
                  <a:moveTo>
                    <a:pt x="58636" y="197182"/>
                  </a:moveTo>
                  <a:lnTo>
                    <a:pt x="42309" y="162015"/>
                  </a:lnTo>
                  <a:lnTo>
                    <a:pt x="5592" y="181208"/>
                  </a:lnTo>
                  <a:lnTo>
                    <a:pt x="0" y="229208"/>
                  </a:lnTo>
                  <a:lnTo>
                    <a:pt x="2384" y="247301"/>
                  </a:lnTo>
                  <a:lnTo>
                    <a:pt x="27709" y="287138"/>
                  </a:lnTo>
                  <a:lnTo>
                    <a:pt x="67732" y="295439"/>
                  </a:lnTo>
                  <a:lnTo>
                    <a:pt x="103850" y="268770"/>
                  </a:lnTo>
                  <a:lnTo>
                    <a:pt x="121590" y="233054"/>
                  </a:lnTo>
                  <a:lnTo>
                    <a:pt x="135612" y="185260"/>
                  </a:lnTo>
                  <a:lnTo>
                    <a:pt x="126457" y="146944"/>
                  </a:lnTo>
                  <a:lnTo>
                    <a:pt x="122689" y="145688"/>
                  </a:lnTo>
                  <a:lnTo>
                    <a:pt x="118921" y="150712"/>
                  </a:lnTo>
                  <a:lnTo>
                    <a:pt x="112249" y="198045"/>
                  </a:lnTo>
                  <a:lnTo>
                    <a:pt x="117783" y="250775"/>
                  </a:lnTo>
                  <a:lnTo>
                    <a:pt x="136504" y="286981"/>
                  </a:lnTo>
                  <a:lnTo>
                    <a:pt x="166039" y="300845"/>
                  </a:lnTo>
                  <a:lnTo>
                    <a:pt x="171828" y="299776"/>
                  </a:lnTo>
                  <a:lnTo>
                    <a:pt x="204806" y="266140"/>
                  </a:lnTo>
                  <a:lnTo>
                    <a:pt x="221987" y="225911"/>
                  </a:lnTo>
                  <a:lnTo>
                    <a:pt x="233369" y="184936"/>
                  </a:lnTo>
                  <a:lnTo>
                    <a:pt x="234468" y="174575"/>
                  </a:lnTo>
                  <a:lnTo>
                    <a:pt x="234468" y="168295"/>
                  </a:lnTo>
                  <a:lnTo>
                    <a:pt x="233212" y="162015"/>
                  </a:lnTo>
                  <a:lnTo>
                    <a:pt x="231328" y="162015"/>
                  </a:lnTo>
                  <a:lnTo>
                    <a:pt x="229444" y="162015"/>
                  </a:lnTo>
                  <a:lnTo>
                    <a:pt x="226932" y="168295"/>
                  </a:lnTo>
                  <a:lnTo>
                    <a:pt x="225676" y="182110"/>
                  </a:lnTo>
                  <a:lnTo>
                    <a:pt x="225048" y="193777"/>
                  </a:lnTo>
                  <a:lnTo>
                    <a:pt x="225362" y="207622"/>
                  </a:lnTo>
                  <a:lnTo>
                    <a:pt x="236449" y="255691"/>
                  </a:lnTo>
                  <a:lnTo>
                    <a:pt x="259586" y="296401"/>
                  </a:lnTo>
                  <a:lnTo>
                    <a:pt x="279544" y="309823"/>
                  </a:lnTo>
                  <a:lnTo>
                    <a:pt x="285961" y="308960"/>
                  </a:lnTo>
                  <a:lnTo>
                    <a:pt x="313592" y="279445"/>
                  </a:lnTo>
                  <a:lnTo>
                    <a:pt x="330194" y="224518"/>
                  </a:lnTo>
                  <a:lnTo>
                    <a:pt x="336983" y="179834"/>
                  </a:lnTo>
                  <a:lnTo>
                    <a:pt x="337454" y="162015"/>
                  </a:lnTo>
                  <a:lnTo>
                    <a:pt x="337454" y="151968"/>
                  </a:lnTo>
                  <a:lnTo>
                    <a:pt x="337454" y="144432"/>
                  </a:lnTo>
                  <a:lnTo>
                    <a:pt x="334315" y="140664"/>
                  </a:lnTo>
                  <a:lnTo>
                    <a:pt x="331175" y="136897"/>
                  </a:lnTo>
                  <a:lnTo>
                    <a:pt x="324895" y="136897"/>
                  </a:lnTo>
                  <a:lnTo>
                    <a:pt x="303436" y="174712"/>
                  </a:lnTo>
                  <a:lnTo>
                    <a:pt x="301808" y="196495"/>
                  </a:lnTo>
                  <a:lnTo>
                    <a:pt x="302288" y="205973"/>
                  </a:lnTo>
                  <a:lnTo>
                    <a:pt x="332823" y="230071"/>
                  </a:lnTo>
                  <a:lnTo>
                    <a:pt x="382276" y="217120"/>
                  </a:lnTo>
                  <a:lnTo>
                    <a:pt x="415774" y="193698"/>
                  </a:lnTo>
                  <a:lnTo>
                    <a:pt x="440441" y="155736"/>
                  </a:lnTo>
                  <a:lnTo>
                    <a:pt x="428196" y="207229"/>
                  </a:lnTo>
                  <a:lnTo>
                    <a:pt x="425870" y="258251"/>
                  </a:lnTo>
                  <a:lnTo>
                    <a:pt x="431650" y="301424"/>
                  </a:lnTo>
                  <a:lnTo>
                    <a:pt x="451745" y="319007"/>
                  </a:lnTo>
                  <a:lnTo>
                    <a:pt x="458024" y="318380"/>
                  </a:lnTo>
                  <a:lnTo>
                    <a:pt x="491110" y="285735"/>
                  </a:lnTo>
                  <a:lnTo>
                    <a:pt x="510499" y="252551"/>
                  </a:lnTo>
                  <a:lnTo>
                    <a:pt x="526630" y="205973"/>
                  </a:lnTo>
                  <a:lnTo>
                    <a:pt x="528356" y="183994"/>
                  </a:lnTo>
                  <a:lnTo>
                    <a:pt x="528356" y="172063"/>
                  </a:lnTo>
                  <a:lnTo>
                    <a:pt x="527101" y="165783"/>
                  </a:lnTo>
                  <a:lnTo>
                    <a:pt x="524589" y="165783"/>
                  </a:lnTo>
                  <a:lnTo>
                    <a:pt x="522077" y="165783"/>
                  </a:lnTo>
                  <a:lnTo>
                    <a:pt x="513207" y="216570"/>
                  </a:lnTo>
                  <a:lnTo>
                    <a:pt x="513060" y="232887"/>
                  </a:lnTo>
                  <a:lnTo>
                    <a:pt x="513913" y="248675"/>
                  </a:lnTo>
                  <a:lnTo>
                    <a:pt x="525845" y="293261"/>
                  </a:lnTo>
                  <a:lnTo>
                    <a:pt x="535892" y="306448"/>
                  </a:lnTo>
                  <a:lnTo>
                    <a:pt x="546568" y="306448"/>
                  </a:lnTo>
                  <a:lnTo>
                    <a:pt x="588014" y="290121"/>
                  </a:lnTo>
                  <a:lnTo>
                    <a:pt x="616007" y="245702"/>
                  </a:lnTo>
                  <a:lnTo>
                    <a:pt x="627321" y="196083"/>
                  </a:lnTo>
                  <a:lnTo>
                    <a:pt x="632619" y="137446"/>
                  </a:lnTo>
                  <a:lnTo>
                    <a:pt x="634572" y="85913"/>
                  </a:lnTo>
                  <a:lnTo>
                    <a:pt x="634484" y="33282"/>
                  </a:lnTo>
                  <a:lnTo>
                    <a:pt x="630716" y="0"/>
                  </a:lnTo>
                  <a:lnTo>
                    <a:pt x="629215" y="137"/>
                  </a:lnTo>
                  <a:lnTo>
                    <a:pt x="624377" y="54358"/>
                  </a:lnTo>
                  <a:lnTo>
                    <a:pt x="624887" y="112995"/>
                  </a:lnTo>
                  <a:lnTo>
                    <a:pt x="628675" y="174643"/>
                  </a:lnTo>
                  <a:lnTo>
                    <a:pt x="636210" y="226824"/>
                  </a:lnTo>
                  <a:lnTo>
                    <a:pt x="654500" y="271831"/>
                  </a:lnTo>
                  <a:lnTo>
                    <a:pt x="699341" y="276119"/>
                  </a:lnTo>
                  <a:lnTo>
                    <a:pt x="731456" y="237166"/>
                  </a:lnTo>
                  <a:lnTo>
                    <a:pt x="745673" y="190460"/>
                  </a:lnTo>
                  <a:lnTo>
                    <a:pt x="735096" y="246153"/>
                  </a:lnTo>
                  <a:lnTo>
                    <a:pt x="743446" y="286598"/>
                  </a:lnTo>
                  <a:lnTo>
                    <a:pt x="782684" y="285725"/>
                  </a:lnTo>
                  <a:lnTo>
                    <a:pt x="811561" y="253846"/>
                  </a:lnTo>
                  <a:lnTo>
                    <a:pt x="832293" y="205110"/>
                  </a:lnTo>
                  <a:lnTo>
                    <a:pt x="841085" y="173947"/>
                  </a:lnTo>
                  <a:lnTo>
                    <a:pt x="844578" y="161682"/>
                  </a:lnTo>
                  <a:lnTo>
                    <a:pt x="847365" y="152596"/>
                  </a:lnTo>
                  <a:lnTo>
                    <a:pt x="849210" y="147278"/>
                  </a:lnTo>
                  <a:lnTo>
                    <a:pt x="849877" y="146316"/>
                  </a:lnTo>
                  <a:lnTo>
                    <a:pt x="849249" y="150123"/>
                  </a:lnTo>
                  <a:lnTo>
                    <a:pt x="847679" y="158404"/>
                  </a:lnTo>
                  <a:lnTo>
                    <a:pt x="845638" y="170689"/>
                  </a:lnTo>
                  <a:lnTo>
                    <a:pt x="843597" y="186506"/>
                  </a:lnTo>
                  <a:lnTo>
                    <a:pt x="841998" y="205473"/>
                  </a:lnTo>
                  <a:lnTo>
                    <a:pt x="841164" y="227560"/>
                  </a:lnTo>
                  <a:lnTo>
                    <a:pt x="841389" y="252825"/>
                  </a:lnTo>
                  <a:lnTo>
                    <a:pt x="846079" y="312924"/>
                  </a:lnTo>
                  <a:lnTo>
                    <a:pt x="855597" y="381294"/>
                  </a:lnTo>
                  <a:lnTo>
                    <a:pt x="866793" y="448967"/>
                  </a:lnTo>
                  <a:lnTo>
                    <a:pt x="872169" y="481102"/>
                  </a:lnTo>
                  <a:lnTo>
                    <a:pt x="881275" y="543192"/>
                  </a:lnTo>
                  <a:lnTo>
                    <a:pt x="887162" y="603791"/>
                  </a:lnTo>
                  <a:lnTo>
                    <a:pt x="890695" y="662506"/>
                  </a:lnTo>
                  <a:lnTo>
                    <a:pt x="892971" y="716904"/>
                  </a:lnTo>
                  <a:lnTo>
                    <a:pt x="893834" y="758585"/>
                  </a:lnTo>
                  <a:lnTo>
                    <a:pt x="893599" y="772018"/>
                  </a:lnTo>
                  <a:lnTo>
                    <a:pt x="880019" y="808823"/>
                  </a:lnTo>
                  <a:lnTo>
                    <a:pt x="877085" y="808460"/>
                  </a:lnTo>
                  <a:lnTo>
                    <a:pt x="852644" y="768486"/>
                  </a:lnTo>
                  <a:lnTo>
                    <a:pt x="829841" y="722978"/>
                  </a:lnTo>
                  <a:lnTo>
                    <a:pt x="806508" y="670640"/>
                  </a:lnTo>
                  <a:lnTo>
                    <a:pt x="787826" y="621365"/>
                  </a:lnTo>
                  <a:lnTo>
                    <a:pt x="777562" y="584628"/>
                  </a:lnTo>
                  <a:lnTo>
                    <a:pt x="776404" y="571529"/>
                  </a:lnTo>
                  <a:lnTo>
                    <a:pt x="778072" y="560432"/>
                  </a:lnTo>
                  <a:lnTo>
                    <a:pt x="800032" y="528592"/>
                  </a:lnTo>
                  <a:lnTo>
                    <a:pt x="823502" y="506142"/>
                  </a:lnTo>
                </a:path>
              </a:pathLst>
            </a:custGeom>
            <a:ln w="36749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80825" y="2508366"/>
              <a:ext cx="255282" cy="110849"/>
            </a:xfrm>
            <a:prstGeom prst="rect">
              <a:avLst/>
            </a:prstGeom>
          </p:spPr>
        </p:pic>
      </p:grpSp>
      <p:sp>
        <p:nvSpPr>
          <p:cNvPr id="27" name="object 27"/>
          <p:cNvSpPr/>
          <p:nvPr/>
        </p:nvSpPr>
        <p:spPr>
          <a:xfrm>
            <a:off x="7270650" y="2458920"/>
            <a:ext cx="31750" cy="286385"/>
          </a:xfrm>
          <a:custGeom>
            <a:avLst/>
            <a:gdLst/>
            <a:ahLst/>
            <a:cxnLst/>
            <a:rect l="l" t="t" r="r" b="b"/>
            <a:pathLst>
              <a:path w="31750" h="286385">
                <a:moveTo>
                  <a:pt x="12559" y="17583"/>
                </a:moveTo>
                <a:lnTo>
                  <a:pt x="10047" y="8791"/>
                </a:lnTo>
                <a:lnTo>
                  <a:pt x="7535" y="0"/>
                </a:lnTo>
                <a:lnTo>
                  <a:pt x="5651" y="0"/>
                </a:lnTo>
                <a:lnTo>
                  <a:pt x="392" y="55565"/>
                </a:lnTo>
                <a:lnTo>
                  <a:pt x="0" y="81871"/>
                </a:lnTo>
                <a:lnTo>
                  <a:pt x="549" y="111356"/>
                </a:lnTo>
                <a:lnTo>
                  <a:pt x="6151" y="173937"/>
                </a:lnTo>
                <a:lnTo>
                  <a:pt x="16022" y="230592"/>
                </a:lnTo>
                <a:lnTo>
                  <a:pt x="24402" y="268152"/>
                </a:lnTo>
                <a:lnTo>
                  <a:pt x="31398" y="286353"/>
                </a:lnTo>
                <a:lnTo>
                  <a:pt x="31398" y="280073"/>
                </a:lnTo>
                <a:lnTo>
                  <a:pt x="31398" y="271910"/>
                </a:lnTo>
                <a:lnTo>
                  <a:pt x="31398" y="265463"/>
                </a:lnTo>
                <a:lnTo>
                  <a:pt x="31398" y="258487"/>
                </a:lnTo>
                <a:lnTo>
                  <a:pt x="31398" y="251158"/>
                </a:lnTo>
                <a:lnTo>
                  <a:pt x="31398" y="243651"/>
                </a:lnTo>
              </a:path>
            </a:pathLst>
          </a:custGeom>
          <a:ln w="36749">
            <a:solidFill>
              <a:srgbClr val="371A9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8" name="object 28"/>
          <p:cNvGrpSpPr/>
          <p:nvPr/>
        </p:nvGrpSpPr>
        <p:grpSpPr>
          <a:xfrm>
            <a:off x="7367195" y="2350118"/>
            <a:ext cx="695960" cy="403225"/>
            <a:chOff x="7367195" y="2350118"/>
            <a:chExt cx="695960" cy="403225"/>
          </a:xfrm>
        </p:grpSpPr>
        <p:sp>
          <p:nvSpPr>
            <p:cNvPr id="29" name="object 29"/>
            <p:cNvSpPr/>
            <p:nvPr/>
          </p:nvSpPr>
          <p:spPr>
            <a:xfrm>
              <a:off x="7385570" y="2572817"/>
              <a:ext cx="297180" cy="161925"/>
            </a:xfrm>
            <a:custGeom>
              <a:avLst/>
              <a:gdLst/>
              <a:ahLst/>
              <a:cxnLst/>
              <a:rect l="l" t="t" r="r" b="b"/>
              <a:pathLst>
                <a:path w="297179" h="161925">
                  <a:moveTo>
                    <a:pt x="6907" y="80772"/>
                  </a:moveTo>
                  <a:lnTo>
                    <a:pt x="56625" y="68144"/>
                  </a:lnTo>
                  <a:lnTo>
                    <a:pt x="87003" y="40484"/>
                  </a:lnTo>
                  <a:lnTo>
                    <a:pt x="65308" y="5416"/>
                  </a:lnTo>
                  <a:lnTo>
                    <a:pt x="42701" y="0"/>
                  </a:lnTo>
                  <a:lnTo>
                    <a:pt x="30868" y="1618"/>
                  </a:lnTo>
                  <a:lnTo>
                    <a:pt x="4866" y="31555"/>
                  </a:lnTo>
                  <a:lnTo>
                    <a:pt x="0" y="65701"/>
                  </a:lnTo>
                  <a:lnTo>
                    <a:pt x="1913" y="83490"/>
                  </a:lnTo>
                  <a:lnTo>
                    <a:pt x="20722" y="130381"/>
                  </a:lnTo>
                  <a:lnTo>
                    <a:pt x="50129" y="156874"/>
                  </a:lnTo>
                  <a:lnTo>
                    <a:pt x="73609" y="161593"/>
                  </a:lnTo>
                  <a:lnTo>
                    <a:pt x="86031" y="160131"/>
                  </a:lnTo>
                  <a:lnTo>
                    <a:pt x="121894" y="141116"/>
                  </a:lnTo>
                  <a:lnTo>
                    <a:pt x="148828" y="99611"/>
                  </a:lnTo>
                  <a:lnTo>
                    <a:pt x="158562" y="60677"/>
                  </a:lnTo>
                  <a:lnTo>
                    <a:pt x="163173" y="13648"/>
                  </a:lnTo>
                  <a:lnTo>
                    <a:pt x="163114" y="5965"/>
                  </a:lnTo>
                  <a:lnTo>
                    <a:pt x="162820" y="1932"/>
                  </a:lnTo>
                  <a:lnTo>
                    <a:pt x="162643" y="1020"/>
                  </a:lnTo>
                  <a:lnTo>
                    <a:pt x="163006" y="2855"/>
                  </a:lnTo>
                  <a:lnTo>
                    <a:pt x="184112" y="43967"/>
                  </a:lnTo>
                  <a:lnTo>
                    <a:pt x="208132" y="81272"/>
                  </a:lnTo>
                  <a:lnTo>
                    <a:pt x="219789" y="98983"/>
                  </a:lnTo>
                  <a:lnTo>
                    <a:pt x="229610" y="113995"/>
                  </a:lnTo>
                  <a:lnTo>
                    <a:pt x="237607" y="126300"/>
                  </a:lnTo>
                  <a:lnTo>
                    <a:pt x="244073" y="136249"/>
                  </a:lnTo>
                  <a:lnTo>
                    <a:pt x="249303" y="144197"/>
                  </a:lnTo>
                  <a:lnTo>
                    <a:pt x="255583" y="153616"/>
                  </a:lnTo>
                  <a:lnTo>
                    <a:pt x="259351" y="158640"/>
                  </a:lnTo>
                  <a:lnTo>
                    <a:pt x="263118" y="158012"/>
                  </a:lnTo>
                  <a:lnTo>
                    <a:pt x="278425" y="108952"/>
                  </a:lnTo>
                  <a:lnTo>
                    <a:pt x="284940" y="62796"/>
                  </a:lnTo>
                  <a:lnTo>
                    <a:pt x="289640" y="25511"/>
                  </a:lnTo>
                  <a:lnTo>
                    <a:pt x="291141" y="13893"/>
                  </a:lnTo>
                  <a:lnTo>
                    <a:pt x="292289" y="6515"/>
                  </a:lnTo>
                  <a:lnTo>
                    <a:pt x="293261" y="2904"/>
                  </a:lnTo>
                  <a:lnTo>
                    <a:pt x="294517" y="392"/>
                  </a:lnTo>
                  <a:lnTo>
                    <a:pt x="295773" y="6672"/>
                  </a:lnTo>
                  <a:lnTo>
                    <a:pt x="297028" y="12951"/>
                  </a:lnTo>
                </a:path>
              </a:pathLst>
            </a:custGeom>
            <a:ln w="36749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7756307" y="2368493"/>
              <a:ext cx="288290" cy="353060"/>
            </a:xfrm>
            <a:custGeom>
              <a:avLst/>
              <a:gdLst/>
              <a:ahLst/>
              <a:cxnLst/>
              <a:rect l="l" t="t" r="r" b="b"/>
              <a:pathLst>
                <a:path w="288290" h="353060">
                  <a:moveTo>
                    <a:pt x="28022" y="288865"/>
                  </a:moveTo>
                  <a:lnTo>
                    <a:pt x="71352" y="270654"/>
                  </a:lnTo>
                  <a:lnTo>
                    <a:pt x="87277" y="231465"/>
                  </a:lnTo>
                  <a:lnTo>
                    <a:pt x="52121" y="202441"/>
                  </a:lnTo>
                  <a:lnTo>
                    <a:pt x="10596" y="230072"/>
                  </a:lnTo>
                  <a:lnTo>
                    <a:pt x="0" y="276953"/>
                  </a:lnTo>
                  <a:lnTo>
                    <a:pt x="1805" y="291848"/>
                  </a:lnTo>
                  <a:lnTo>
                    <a:pt x="26315" y="328054"/>
                  </a:lnTo>
                  <a:lnTo>
                    <a:pt x="71353" y="344126"/>
                  </a:lnTo>
                  <a:lnTo>
                    <a:pt x="86532" y="343459"/>
                  </a:lnTo>
                  <a:lnTo>
                    <a:pt x="127242" y="324031"/>
                  </a:lnTo>
                  <a:lnTo>
                    <a:pt x="160269" y="281025"/>
                  </a:lnTo>
                  <a:lnTo>
                    <a:pt x="179128" y="236901"/>
                  </a:lnTo>
                  <a:lnTo>
                    <a:pt x="196083" y="183602"/>
                  </a:lnTo>
                  <a:lnTo>
                    <a:pt x="211085" y="130215"/>
                  </a:lnTo>
                  <a:lnTo>
                    <a:pt x="222487" y="84039"/>
                  </a:lnTo>
                  <a:lnTo>
                    <a:pt x="227207" y="50139"/>
                  </a:lnTo>
                  <a:lnTo>
                    <a:pt x="226932" y="38149"/>
                  </a:lnTo>
                  <a:lnTo>
                    <a:pt x="205110" y="1255"/>
                  </a:lnTo>
                  <a:lnTo>
                    <a:pt x="197574" y="0"/>
                  </a:lnTo>
                  <a:lnTo>
                    <a:pt x="191922" y="1883"/>
                  </a:lnTo>
                  <a:lnTo>
                    <a:pt x="186271" y="3767"/>
                  </a:lnTo>
                  <a:lnTo>
                    <a:pt x="169472" y="43486"/>
                  </a:lnTo>
                  <a:lnTo>
                    <a:pt x="160082" y="92929"/>
                  </a:lnTo>
                  <a:lnTo>
                    <a:pt x="158876" y="112484"/>
                  </a:lnTo>
                  <a:lnTo>
                    <a:pt x="158964" y="133099"/>
                  </a:lnTo>
                  <a:lnTo>
                    <a:pt x="163664" y="176341"/>
                  </a:lnTo>
                  <a:lnTo>
                    <a:pt x="173947" y="220534"/>
                  </a:lnTo>
                  <a:lnTo>
                    <a:pt x="187958" y="263678"/>
                  </a:lnTo>
                  <a:lnTo>
                    <a:pt x="202873" y="301297"/>
                  </a:lnTo>
                  <a:lnTo>
                    <a:pt x="224165" y="339976"/>
                  </a:lnTo>
                  <a:lnTo>
                    <a:pt x="240276" y="352918"/>
                  </a:lnTo>
                  <a:lnTo>
                    <a:pt x="250324" y="351662"/>
                  </a:lnTo>
                  <a:lnTo>
                    <a:pt x="258507" y="349856"/>
                  </a:lnTo>
                  <a:lnTo>
                    <a:pt x="267750" y="346638"/>
                  </a:lnTo>
                  <a:lnTo>
                    <a:pt x="277699" y="342478"/>
                  </a:lnTo>
                  <a:lnTo>
                    <a:pt x="288002" y="337847"/>
                  </a:lnTo>
                </a:path>
              </a:pathLst>
            </a:custGeom>
            <a:ln w="36749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1" name="object 3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28495" y="3397568"/>
            <a:ext cx="179926" cy="238955"/>
          </a:xfrm>
          <a:prstGeom prst="rect">
            <a:avLst/>
          </a:prstGeom>
        </p:spPr>
      </p:pic>
      <p:sp>
        <p:nvSpPr>
          <p:cNvPr id="32" name="object 32"/>
          <p:cNvSpPr/>
          <p:nvPr/>
        </p:nvSpPr>
        <p:spPr>
          <a:xfrm>
            <a:off x="1668909" y="3527723"/>
            <a:ext cx="635" cy="0"/>
          </a:xfrm>
          <a:custGeom>
            <a:avLst/>
            <a:gdLst/>
            <a:ahLst/>
            <a:cxnLst/>
            <a:rect l="l" t="t" r="r" b="b"/>
            <a:pathLst>
              <a:path w="635" h="0">
                <a:moveTo>
                  <a:pt x="0" y="0"/>
                </a:moveTo>
                <a:lnTo>
                  <a:pt x="175" y="0"/>
                </a:lnTo>
                <a:lnTo>
                  <a:pt x="350" y="0"/>
                </a:lnTo>
                <a:lnTo>
                  <a:pt x="524" y="0"/>
                </a:lnTo>
              </a:path>
            </a:pathLst>
          </a:custGeom>
          <a:ln w="36749">
            <a:solidFill>
              <a:srgbClr val="FC3142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3" name="object 33"/>
          <p:cNvGrpSpPr/>
          <p:nvPr/>
        </p:nvGrpSpPr>
        <p:grpSpPr>
          <a:xfrm>
            <a:off x="4064708" y="3246709"/>
            <a:ext cx="911225" cy="332105"/>
            <a:chOff x="4064708" y="3246709"/>
            <a:chExt cx="911225" cy="332105"/>
          </a:xfrm>
        </p:grpSpPr>
        <p:sp>
          <p:nvSpPr>
            <p:cNvPr id="34" name="object 34"/>
            <p:cNvSpPr/>
            <p:nvPr/>
          </p:nvSpPr>
          <p:spPr>
            <a:xfrm>
              <a:off x="4083083" y="3265084"/>
              <a:ext cx="167640" cy="295910"/>
            </a:xfrm>
            <a:custGeom>
              <a:avLst/>
              <a:gdLst/>
              <a:ahLst/>
              <a:cxnLst/>
              <a:rect l="l" t="t" r="r" b="b"/>
              <a:pathLst>
                <a:path w="167639" h="295910">
                  <a:moveTo>
                    <a:pt x="110522" y="32801"/>
                  </a:moveTo>
                  <a:lnTo>
                    <a:pt x="112337" y="24451"/>
                  </a:lnTo>
                  <a:lnTo>
                    <a:pt x="113740" y="16866"/>
                  </a:lnTo>
                  <a:lnTo>
                    <a:pt x="114319" y="10812"/>
                  </a:lnTo>
                  <a:lnTo>
                    <a:pt x="113662" y="7054"/>
                  </a:lnTo>
                  <a:lnTo>
                    <a:pt x="111444" y="6299"/>
                  </a:lnTo>
                  <a:lnTo>
                    <a:pt x="107696" y="9017"/>
                  </a:lnTo>
                  <a:lnTo>
                    <a:pt x="88464" y="41956"/>
                  </a:lnTo>
                  <a:lnTo>
                    <a:pt x="70646" y="84363"/>
                  </a:lnTo>
                  <a:lnTo>
                    <a:pt x="50982" y="137652"/>
                  </a:lnTo>
                  <a:lnTo>
                    <a:pt x="32300" y="192168"/>
                  </a:lnTo>
                  <a:lnTo>
                    <a:pt x="18201" y="234428"/>
                  </a:lnTo>
                  <a:lnTo>
                    <a:pt x="6279" y="271429"/>
                  </a:lnTo>
                  <a:lnTo>
                    <a:pt x="0" y="294036"/>
                  </a:lnTo>
                  <a:lnTo>
                    <a:pt x="1255" y="295292"/>
                  </a:lnTo>
                  <a:lnTo>
                    <a:pt x="25952" y="240845"/>
                  </a:lnTo>
                  <a:lnTo>
                    <a:pt x="45753" y="182817"/>
                  </a:lnTo>
                  <a:lnTo>
                    <a:pt x="65396" y="119284"/>
                  </a:lnTo>
                  <a:lnTo>
                    <a:pt x="81586" y="62728"/>
                  </a:lnTo>
                  <a:lnTo>
                    <a:pt x="87915" y="40337"/>
                  </a:lnTo>
                  <a:lnTo>
                    <a:pt x="92890" y="23283"/>
                  </a:lnTo>
                  <a:lnTo>
                    <a:pt x="96628" y="11293"/>
                  </a:lnTo>
                  <a:lnTo>
                    <a:pt x="99307" y="3777"/>
                  </a:lnTo>
                  <a:lnTo>
                    <a:pt x="101102" y="147"/>
                  </a:lnTo>
                  <a:lnTo>
                    <a:pt x="102240" y="0"/>
                  </a:lnTo>
                  <a:lnTo>
                    <a:pt x="103143" y="3679"/>
                  </a:lnTo>
                  <a:lnTo>
                    <a:pt x="104281" y="11715"/>
                  </a:lnTo>
                  <a:lnTo>
                    <a:pt x="106126" y="24637"/>
                  </a:lnTo>
                  <a:lnTo>
                    <a:pt x="112955" y="64906"/>
                  </a:lnTo>
                  <a:lnTo>
                    <a:pt x="123081" y="116949"/>
                  </a:lnTo>
                  <a:lnTo>
                    <a:pt x="134777" y="170483"/>
                  </a:lnTo>
                  <a:lnTo>
                    <a:pt x="145060" y="213656"/>
                  </a:lnTo>
                  <a:lnTo>
                    <a:pt x="156364" y="252590"/>
                  </a:lnTo>
                  <a:lnTo>
                    <a:pt x="167039" y="275197"/>
                  </a:lnTo>
                  <a:lnTo>
                    <a:pt x="167039" y="268917"/>
                  </a:lnTo>
                  <a:lnTo>
                    <a:pt x="155736" y="236263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122017" y="3444831"/>
              <a:ext cx="71755" cy="3810"/>
            </a:xfrm>
            <a:custGeom>
              <a:avLst/>
              <a:gdLst/>
              <a:ahLst/>
              <a:cxnLst/>
              <a:rect l="l" t="t" r="r" b="b"/>
              <a:pathLst>
                <a:path w="71754" h="3810">
                  <a:moveTo>
                    <a:pt x="0" y="3765"/>
                  </a:moveTo>
                  <a:lnTo>
                    <a:pt x="17884" y="2823"/>
                  </a:lnTo>
                  <a:lnTo>
                    <a:pt x="35769" y="1882"/>
                  </a:lnTo>
                  <a:lnTo>
                    <a:pt x="53654" y="941"/>
                  </a:lnTo>
                  <a:lnTo>
                    <a:pt x="71539" y="0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92660" y="3352354"/>
              <a:ext cx="145388" cy="182595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464535" y="3364362"/>
              <a:ext cx="493395" cy="167640"/>
            </a:xfrm>
            <a:custGeom>
              <a:avLst/>
              <a:gdLst/>
              <a:ahLst/>
              <a:cxnLst/>
              <a:rect l="l" t="t" r="r" b="b"/>
              <a:pathLst>
                <a:path w="493395" h="167639">
                  <a:moveTo>
                    <a:pt x="75709" y="42790"/>
                  </a:moveTo>
                  <a:lnTo>
                    <a:pt x="65661" y="1344"/>
                  </a:lnTo>
                  <a:lnTo>
                    <a:pt x="21321" y="26041"/>
                  </a:lnTo>
                  <a:lnTo>
                    <a:pt x="667" y="69321"/>
                  </a:lnTo>
                  <a:lnTo>
                    <a:pt x="0" y="85727"/>
                  </a:lnTo>
                  <a:lnTo>
                    <a:pt x="2865" y="101191"/>
                  </a:lnTo>
                  <a:lnTo>
                    <a:pt x="30240" y="134395"/>
                  </a:lnTo>
                  <a:lnTo>
                    <a:pt x="56497" y="142833"/>
                  </a:lnTo>
                  <a:lnTo>
                    <a:pt x="70528" y="142480"/>
                  </a:lnTo>
                  <a:lnTo>
                    <a:pt x="117165" y="123179"/>
                  </a:lnTo>
                  <a:lnTo>
                    <a:pt x="149132" y="98237"/>
                  </a:lnTo>
                  <a:lnTo>
                    <a:pt x="183092" y="56448"/>
                  </a:lnTo>
                  <a:lnTo>
                    <a:pt x="189136" y="12176"/>
                  </a:lnTo>
                  <a:lnTo>
                    <a:pt x="169335" y="0"/>
                  </a:lnTo>
                  <a:lnTo>
                    <a:pt x="160642" y="1893"/>
                  </a:lnTo>
                  <a:lnTo>
                    <a:pt x="135131" y="47185"/>
                  </a:lnTo>
                  <a:lnTo>
                    <a:pt x="131794" y="95392"/>
                  </a:lnTo>
                  <a:lnTo>
                    <a:pt x="153557" y="132462"/>
                  </a:lnTo>
                  <a:lnTo>
                    <a:pt x="191883" y="141381"/>
                  </a:lnTo>
                  <a:lnTo>
                    <a:pt x="232063" y="126722"/>
                  </a:lnTo>
                  <a:lnTo>
                    <a:pt x="270536" y="82273"/>
                  </a:lnTo>
                  <a:lnTo>
                    <a:pt x="294272" y="36696"/>
                  </a:lnTo>
                  <a:lnTo>
                    <a:pt x="297078" y="20193"/>
                  </a:lnTo>
                  <a:lnTo>
                    <a:pt x="296126" y="14531"/>
                  </a:lnTo>
                  <a:lnTo>
                    <a:pt x="294242" y="7623"/>
                  </a:lnTo>
                  <a:lnTo>
                    <a:pt x="290474" y="2600"/>
                  </a:lnTo>
                  <a:lnTo>
                    <a:pt x="286706" y="2600"/>
                  </a:lnTo>
                  <a:lnTo>
                    <a:pt x="282939" y="2600"/>
                  </a:lnTo>
                  <a:lnTo>
                    <a:pt x="279171" y="7623"/>
                  </a:lnTo>
                  <a:lnTo>
                    <a:pt x="278543" y="16415"/>
                  </a:lnTo>
                  <a:lnTo>
                    <a:pt x="278749" y="23725"/>
                  </a:lnTo>
                  <a:lnTo>
                    <a:pt x="301601" y="68056"/>
                  </a:lnTo>
                  <a:lnTo>
                    <a:pt x="335688" y="105587"/>
                  </a:lnTo>
                  <a:lnTo>
                    <a:pt x="354144" y="122983"/>
                  </a:lnTo>
                  <a:lnTo>
                    <a:pt x="357667" y="126310"/>
                  </a:lnTo>
                  <a:lnTo>
                    <a:pt x="362063" y="130705"/>
                  </a:lnTo>
                  <a:lnTo>
                    <a:pt x="365830" y="135729"/>
                  </a:lnTo>
                  <a:lnTo>
                    <a:pt x="364574" y="139497"/>
                  </a:lnTo>
                  <a:lnTo>
                    <a:pt x="363319" y="143265"/>
                  </a:lnTo>
                  <a:lnTo>
                    <a:pt x="357039" y="145776"/>
                  </a:lnTo>
                  <a:lnTo>
                    <a:pt x="349503" y="148288"/>
                  </a:lnTo>
                  <a:lnTo>
                    <a:pt x="341968" y="150800"/>
                  </a:lnTo>
                  <a:lnTo>
                    <a:pt x="333176" y="153312"/>
                  </a:lnTo>
                  <a:lnTo>
                    <a:pt x="332548" y="153940"/>
                  </a:lnTo>
                  <a:lnTo>
                    <a:pt x="373680" y="131569"/>
                  </a:lnTo>
                  <a:lnTo>
                    <a:pt x="408012" y="90613"/>
                  </a:lnTo>
                  <a:lnTo>
                    <a:pt x="425576" y="55800"/>
                  </a:lnTo>
                  <a:lnTo>
                    <a:pt x="438204" y="18377"/>
                  </a:lnTo>
                  <a:lnTo>
                    <a:pt x="438832" y="11931"/>
                  </a:lnTo>
                  <a:lnTo>
                    <a:pt x="438047" y="8251"/>
                  </a:lnTo>
                  <a:lnTo>
                    <a:pt x="436163" y="5112"/>
                  </a:lnTo>
                  <a:lnTo>
                    <a:pt x="431139" y="8879"/>
                  </a:lnTo>
                  <a:lnTo>
                    <a:pt x="427999" y="13903"/>
                  </a:lnTo>
                  <a:lnTo>
                    <a:pt x="424860" y="18927"/>
                  </a:lnTo>
                  <a:lnTo>
                    <a:pt x="423604" y="25207"/>
                  </a:lnTo>
                  <a:lnTo>
                    <a:pt x="422976" y="35254"/>
                  </a:lnTo>
                  <a:lnTo>
                    <a:pt x="422721" y="43457"/>
                  </a:lnTo>
                  <a:lnTo>
                    <a:pt x="423290" y="52837"/>
                  </a:lnTo>
                  <a:lnTo>
                    <a:pt x="443463" y="96874"/>
                  </a:lnTo>
                  <a:lnTo>
                    <a:pt x="472742" y="128978"/>
                  </a:lnTo>
                  <a:lnTo>
                    <a:pt x="477864" y="133924"/>
                  </a:lnTo>
                  <a:lnTo>
                    <a:pt x="482633" y="138869"/>
                  </a:lnTo>
                  <a:lnTo>
                    <a:pt x="487195" y="144324"/>
                  </a:lnTo>
                  <a:lnTo>
                    <a:pt x="490875" y="150015"/>
                  </a:lnTo>
                  <a:lnTo>
                    <a:pt x="492788" y="155471"/>
                  </a:lnTo>
                  <a:lnTo>
                    <a:pt x="492052" y="160220"/>
                  </a:lnTo>
                  <a:lnTo>
                    <a:pt x="488010" y="163860"/>
                  </a:lnTo>
                  <a:lnTo>
                    <a:pt x="480906" y="166264"/>
                  </a:lnTo>
                  <a:lnTo>
                    <a:pt x="471212" y="167373"/>
                  </a:lnTo>
                  <a:lnTo>
                    <a:pt x="459398" y="167127"/>
                  </a:lnTo>
                  <a:lnTo>
                    <a:pt x="445926" y="165538"/>
                  </a:lnTo>
                  <a:lnTo>
                    <a:pt x="431218" y="162889"/>
                  </a:lnTo>
                  <a:lnTo>
                    <a:pt x="415685" y="159533"/>
                  </a:lnTo>
                  <a:lnTo>
                    <a:pt x="399741" y="155824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8" name="object 38"/>
          <p:cNvGrpSpPr/>
          <p:nvPr/>
        </p:nvGrpSpPr>
        <p:grpSpPr>
          <a:xfrm>
            <a:off x="5442471" y="3791933"/>
            <a:ext cx="1320800" cy="479425"/>
            <a:chOff x="5442471" y="3791933"/>
            <a:chExt cx="1320800" cy="479425"/>
          </a:xfrm>
        </p:grpSpPr>
        <p:sp>
          <p:nvSpPr>
            <p:cNvPr id="39" name="object 39"/>
            <p:cNvSpPr/>
            <p:nvPr/>
          </p:nvSpPr>
          <p:spPr>
            <a:xfrm>
              <a:off x="5460846" y="3920359"/>
              <a:ext cx="131445" cy="332105"/>
            </a:xfrm>
            <a:custGeom>
              <a:avLst/>
              <a:gdLst/>
              <a:ahLst/>
              <a:cxnLst/>
              <a:rect l="l" t="t" r="r" b="b"/>
              <a:pathLst>
                <a:path w="131445" h="332104">
                  <a:moveTo>
                    <a:pt x="2511" y="18054"/>
                  </a:moveTo>
                  <a:lnTo>
                    <a:pt x="1255" y="10518"/>
                  </a:lnTo>
                  <a:lnTo>
                    <a:pt x="0" y="2982"/>
                  </a:lnTo>
                  <a:lnTo>
                    <a:pt x="255" y="4513"/>
                  </a:lnTo>
                  <a:lnTo>
                    <a:pt x="1098" y="9576"/>
                  </a:lnTo>
                  <a:lnTo>
                    <a:pt x="2649" y="18878"/>
                  </a:lnTo>
                  <a:lnTo>
                    <a:pt x="5023" y="33125"/>
                  </a:lnTo>
                  <a:lnTo>
                    <a:pt x="8251" y="52690"/>
                  </a:lnTo>
                  <a:lnTo>
                    <a:pt x="15885" y="103595"/>
                  </a:lnTo>
                  <a:lnTo>
                    <a:pt x="22430" y="161623"/>
                  </a:lnTo>
                  <a:lnTo>
                    <a:pt x="26708" y="217826"/>
                  </a:lnTo>
                  <a:lnTo>
                    <a:pt x="29553" y="264777"/>
                  </a:lnTo>
                  <a:lnTo>
                    <a:pt x="32026" y="311315"/>
                  </a:lnTo>
                  <a:lnTo>
                    <a:pt x="32654" y="325758"/>
                  </a:lnTo>
                  <a:lnTo>
                    <a:pt x="32654" y="332038"/>
                  </a:lnTo>
                  <a:lnTo>
                    <a:pt x="25746" y="294360"/>
                  </a:lnTo>
                  <a:lnTo>
                    <a:pt x="23234" y="249460"/>
                  </a:lnTo>
                  <a:lnTo>
                    <a:pt x="22037" y="221594"/>
                  </a:lnTo>
                  <a:lnTo>
                    <a:pt x="20723" y="191373"/>
                  </a:lnTo>
                  <a:lnTo>
                    <a:pt x="19221" y="159886"/>
                  </a:lnTo>
                  <a:lnTo>
                    <a:pt x="17661" y="128812"/>
                  </a:lnTo>
                  <a:lnTo>
                    <a:pt x="16219" y="99974"/>
                  </a:lnTo>
                  <a:lnTo>
                    <a:pt x="15071" y="75199"/>
                  </a:lnTo>
                  <a:lnTo>
                    <a:pt x="14384" y="55830"/>
                  </a:lnTo>
                  <a:lnTo>
                    <a:pt x="14286" y="41288"/>
                  </a:lnTo>
                  <a:lnTo>
                    <a:pt x="14894" y="30515"/>
                  </a:lnTo>
                  <a:lnTo>
                    <a:pt x="42289" y="1726"/>
                  </a:lnTo>
                  <a:lnTo>
                    <a:pt x="62345" y="0"/>
                  </a:lnTo>
                  <a:lnTo>
                    <a:pt x="72844" y="1726"/>
                  </a:lnTo>
                  <a:lnTo>
                    <a:pt x="110522" y="33753"/>
                  </a:lnTo>
                  <a:lnTo>
                    <a:pt x="129861" y="83470"/>
                  </a:lnTo>
                  <a:lnTo>
                    <a:pt x="131245" y="100945"/>
                  </a:lnTo>
                  <a:lnTo>
                    <a:pt x="128929" y="117125"/>
                  </a:lnTo>
                  <a:lnTo>
                    <a:pt x="107382" y="153067"/>
                  </a:lnTo>
                  <a:lnTo>
                    <a:pt x="79212" y="164900"/>
                  </a:lnTo>
                  <a:lnTo>
                    <a:pt x="69076" y="164370"/>
                  </a:lnTo>
                  <a:lnTo>
                    <a:pt x="31398" y="149927"/>
                  </a:lnTo>
                  <a:lnTo>
                    <a:pt x="17583" y="131088"/>
                  </a:lnTo>
                </a:path>
              </a:pathLst>
            </a:custGeom>
            <a:ln w="36749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5667398" y="3893199"/>
              <a:ext cx="1018540" cy="177800"/>
            </a:xfrm>
            <a:custGeom>
              <a:avLst/>
              <a:gdLst/>
              <a:ahLst/>
              <a:cxnLst/>
              <a:rect l="l" t="t" r="r" b="b"/>
              <a:pathLst>
                <a:path w="1018540" h="177800">
                  <a:moveTo>
                    <a:pt x="18260" y="135641"/>
                  </a:moveTo>
                  <a:lnTo>
                    <a:pt x="57743" y="105027"/>
                  </a:lnTo>
                  <a:lnTo>
                    <a:pt x="68625" y="97394"/>
                  </a:lnTo>
                  <a:lnTo>
                    <a:pt x="88955" y="62679"/>
                  </a:lnTo>
                  <a:lnTo>
                    <a:pt x="59078" y="28886"/>
                  </a:lnTo>
                  <a:lnTo>
                    <a:pt x="13864" y="42701"/>
                  </a:lnTo>
                  <a:lnTo>
                    <a:pt x="0" y="90388"/>
                  </a:lnTo>
                  <a:lnTo>
                    <a:pt x="1932" y="108010"/>
                  </a:lnTo>
                  <a:lnTo>
                    <a:pt x="27542" y="150398"/>
                  </a:lnTo>
                  <a:lnTo>
                    <a:pt x="71637" y="174967"/>
                  </a:lnTo>
                  <a:lnTo>
                    <a:pt x="88553" y="177626"/>
                  </a:lnTo>
                  <a:lnTo>
                    <a:pt x="106175" y="176459"/>
                  </a:lnTo>
                  <a:lnTo>
                    <a:pt x="141498" y="161544"/>
                  </a:lnTo>
                  <a:lnTo>
                    <a:pt x="170228" y="132501"/>
                  </a:lnTo>
                  <a:lnTo>
                    <a:pt x="186241" y="94823"/>
                  </a:lnTo>
                  <a:lnTo>
                    <a:pt x="194258" y="49315"/>
                  </a:lnTo>
                  <a:lnTo>
                    <a:pt x="194797" y="41132"/>
                  </a:lnTo>
                  <a:lnTo>
                    <a:pt x="194513" y="35303"/>
                  </a:lnTo>
                  <a:lnTo>
                    <a:pt x="193463" y="30770"/>
                  </a:lnTo>
                  <a:lnTo>
                    <a:pt x="191579" y="25118"/>
                  </a:lnTo>
                  <a:lnTo>
                    <a:pt x="187811" y="20095"/>
                  </a:lnTo>
                  <a:lnTo>
                    <a:pt x="182787" y="16955"/>
                  </a:lnTo>
                  <a:lnTo>
                    <a:pt x="177764" y="13815"/>
                  </a:lnTo>
                  <a:lnTo>
                    <a:pt x="171484" y="12559"/>
                  </a:lnTo>
                  <a:lnTo>
                    <a:pt x="166460" y="15699"/>
                  </a:lnTo>
                  <a:lnTo>
                    <a:pt x="161436" y="18839"/>
                  </a:lnTo>
                  <a:lnTo>
                    <a:pt x="157669" y="26374"/>
                  </a:lnTo>
                  <a:lnTo>
                    <a:pt x="156413" y="36422"/>
                  </a:lnTo>
                  <a:lnTo>
                    <a:pt x="155961" y="44360"/>
                  </a:lnTo>
                  <a:lnTo>
                    <a:pt x="156569" y="52827"/>
                  </a:lnTo>
                  <a:lnTo>
                    <a:pt x="179893" y="88425"/>
                  </a:lnTo>
                  <a:lnTo>
                    <a:pt x="201420" y="91232"/>
                  </a:lnTo>
                  <a:lnTo>
                    <a:pt x="214264" y="89171"/>
                  </a:lnTo>
                  <a:lnTo>
                    <a:pt x="249666" y="73119"/>
                  </a:lnTo>
                  <a:lnTo>
                    <a:pt x="274470" y="41445"/>
                  </a:lnTo>
                  <a:lnTo>
                    <a:pt x="274470" y="33910"/>
                  </a:lnTo>
                  <a:lnTo>
                    <a:pt x="273843" y="33282"/>
                  </a:lnTo>
                  <a:lnTo>
                    <a:pt x="273215" y="32654"/>
                  </a:lnTo>
                  <a:lnTo>
                    <a:pt x="271959" y="38934"/>
                  </a:lnTo>
                  <a:lnTo>
                    <a:pt x="272587" y="55261"/>
                  </a:lnTo>
                  <a:lnTo>
                    <a:pt x="273450" y="69155"/>
                  </a:lnTo>
                  <a:lnTo>
                    <a:pt x="282634" y="119314"/>
                  </a:lnTo>
                  <a:lnTo>
                    <a:pt x="302680" y="157816"/>
                  </a:lnTo>
                  <a:lnTo>
                    <a:pt x="327299" y="173908"/>
                  </a:lnTo>
                  <a:lnTo>
                    <a:pt x="333500" y="172063"/>
                  </a:lnTo>
                  <a:lnTo>
                    <a:pt x="363642" y="142548"/>
                  </a:lnTo>
                  <a:lnTo>
                    <a:pt x="382275" y="96451"/>
                  </a:lnTo>
                  <a:lnTo>
                    <a:pt x="386798" y="55810"/>
                  </a:lnTo>
                  <a:lnTo>
                    <a:pt x="378714" y="21350"/>
                  </a:lnTo>
                  <a:lnTo>
                    <a:pt x="376202" y="21350"/>
                  </a:lnTo>
                  <a:lnTo>
                    <a:pt x="376398" y="62581"/>
                  </a:lnTo>
                  <a:lnTo>
                    <a:pt x="384640" y="99984"/>
                  </a:lnTo>
                  <a:lnTo>
                    <a:pt x="394805" y="139644"/>
                  </a:lnTo>
                  <a:lnTo>
                    <a:pt x="427146" y="96000"/>
                  </a:lnTo>
                  <a:lnTo>
                    <a:pt x="431276" y="75739"/>
                  </a:lnTo>
                  <a:lnTo>
                    <a:pt x="442060" y="33753"/>
                  </a:lnTo>
                  <a:lnTo>
                    <a:pt x="463489" y="3139"/>
                  </a:lnTo>
                  <a:lnTo>
                    <a:pt x="469141" y="0"/>
                  </a:lnTo>
                  <a:lnTo>
                    <a:pt x="475421" y="0"/>
                  </a:lnTo>
                  <a:lnTo>
                    <a:pt x="482956" y="5023"/>
                  </a:lnTo>
                  <a:lnTo>
                    <a:pt x="506191" y="37678"/>
                  </a:lnTo>
                  <a:lnTo>
                    <a:pt x="518289" y="82803"/>
                  </a:lnTo>
                  <a:lnTo>
                    <a:pt x="523637" y="119480"/>
                  </a:lnTo>
                  <a:lnTo>
                    <a:pt x="524402" y="124337"/>
                  </a:lnTo>
                  <a:lnTo>
                    <a:pt x="525658" y="130617"/>
                  </a:lnTo>
                  <a:lnTo>
                    <a:pt x="528170" y="136897"/>
                  </a:lnTo>
                  <a:lnTo>
                    <a:pt x="530054" y="136269"/>
                  </a:lnTo>
                  <a:lnTo>
                    <a:pt x="531428" y="134434"/>
                  </a:lnTo>
                  <a:lnTo>
                    <a:pt x="533037" y="129597"/>
                  </a:lnTo>
                  <a:lnTo>
                    <a:pt x="535352" y="121345"/>
                  </a:lnTo>
                  <a:lnTo>
                    <a:pt x="538845" y="109266"/>
                  </a:lnTo>
                  <a:lnTo>
                    <a:pt x="555801" y="57871"/>
                  </a:lnTo>
                  <a:lnTo>
                    <a:pt x="573286" y="19300"/>
                  </a:lnTo>
                  <a:lnTo>
                    <a:pt x="597246" y="5023"/>
                  </a:lnTo>
                  <a:lnTo>
                    <a:pt x="603526" y="6279"/>
                  </a:lnTo>
                  <a:lnTo>
                    <a:pt x="625711" y="42878"/>
                  </a:lnTo>
                  <a:lnTo>
                    <a:pt x="636023" y="84618"/>
                  </a:lnTo>
                  <a:lnTo>
                    <a:pt x="638555" y="98983"/>
                  </a:lnTo>
                  <a:lnTo>
                    <a:pt x="641204" y="112406"/>
                  </a:lnTo>
                  <a:lnTo>
                    <a:pt x="656275" y="149456"/>
                  </a:lnTo>
                  <a:lnTo>
                    <a:pt x="670091" y="159504"/>
                  </a:lnTo>
                  <a:lnTo>
                    <a:pt x="676999" y="159504"/>
                  </a:lnTo>
                  <a:lnTo>
                    <a:pt x="683906" y="159504"/>
                  </a:lnTo>
                  <a:lnTo>
                    <a:pt x="711223" y="132108"/>
                  </a:lnTo>
                  <a:lnTo>
                    <a:pt x="725666" y="88347"/>
                  </a:lnTo>
                  <a:lnTo>
                    <a:pt x="728492" y="36422"/>
                  </a:lnTo>
                  <a:lnTo>
                    <a:pt x="724096" y="8791"/>
                  </a:lnTo>
                  <a:lnTo>
                    <a:pt x="723409" y="10459"/>
                  </a:lnTo>
                  <a:lnTo>
                    <a:pt x="727717" y="52190"/>
                  </a:lnTo>
                  <a:lnTo>
                    <a:pt x="741051" y="107382"/>
                  </a:lnTo>
                  <a:lnTo>
                    <a:pt x="762333" y="149064"/>
                  </a:lnTo>
                  <a:lnTo>
                    <a:pt x="784382" y="168295"/>
                  </a:lnTo>
                  <a:lnTo>
                    <a:pt x="790661" y="167667"/>
                  </a:lnTo>
                  <a:lnTo>
                    <a:pt x="796941" y="167039"/>
                  </a:lnTo>
                  <a:lnTo>
                    <a:pt x="823100" y="126869"/>
                  </a:lnTo>
                  <a:lnTo>
                    <a:pt x="833598" y="72059"/>
                  </a:lnTo>
                  <a:lnTo>
                    <a:pt x="838837" y="23558"/>
                  </a:lnTo>
                  <a:lnTo>
                    <a:pt x="839014" y="10047"/>
                  </a:lnTo>
                  <a:lnTo>
                    <a:pt x="838386" y="10047"/>
                  </a:lnTo>
                  <a:lnTo>
                    <a:pt x="844666" y="51572"/>
                  </a:lnTo>
                  <a:lnTo>
                    <a:pt x="867881" y="91938"/>
                  </a:lnTo>
                  <a:lnTo>
                    <a:pt x="900556" y="124965"/>
                  </a:lnTo>
                  <a:lnTo>
                    <a:pt x="917510" y="139409"/>
                  </a:lnTo>
                  <a:lnTo>
                    <a:pt x="916255" y="141921"/>
                  </a:lnTo>
                  <a:lnTo>
                    <a:pt x="914998" y="144432"/>
                  </a:lnTo>
                  <a:lnTo>
                    <a:pt x="907463" y="145688"/>
                  </a:lnTo>
                  <a:lnTo>
                    <a:pt x="900555" y="146944"/>
                  </a:lnTo>
                  <a:lnTo>
                    <a:pt x="893648" y="148200"/>
                  </a:lnTo>
                  <a:lnTo>
                    <a:pt x="887368" y="149456"/>
                  </a:lnTo>
                  <a:lnTo>
                    <a:pt x="887368" y="151340"/>
                  </a:lnTo>
                  <a:lnTo>
                    <a:pt x="887368" y="153224"/>
                  </a:lnTo>
                  <a:lnTo>
                    <a:pt x="924418" y="143569"/>
                  </a:lnTo>
                  <a:lnTo>
                    <a:pt x="951450" y="113269"/>
                  </a:lnTo>
                  <a:lnTo>
                    <a:pt x="964608" y="71588"/>
                  </a:lnTo>
                  <a:lnTo>
                    <a:pt x="965864" y="30770"/>
                  </a:lnTo>
                  <a:lnTo>
                    <a:pt x="960212" y="16327"/>
                  </a:lnTo>
                  <a:lnTo>
                    <a:pt x="958329" y="18211"/>
                  </a:lnTo>
                  <a:lnTo>
                    <a:pt x="970260" y="67899"/>
                  </a:lnTo>
                  <a:lnTo>
                    <a:pt x="990561" y="103349"/>
                  </a:lnTo>
                  <a:lnTo>
                    <a:pt x="1003846" y="119696"/>
                  </a:lnTo>
                  <a:lnTo>
                    <a:pt x="1009194" y="126221"/>
                  </a:lnTo>
                  <a:lnTo>
                    <a:pt x="1015473" y="134385"/>
                  </a:lnTo>
                  <a:lnTo>
                    <a:pt x="1017986" y="140665"/>
                  </a:lnTo>
                  <a:lnTo>
                    <a:pt x="1015473" y="145688"/>
                  </a:lnTo>
                  <a:lnTo>
                    <a:pt x="1012962" y="150712"/>
                  </a:lnTo>
                  <a:lnTo>
                    <a:pt x="1005426" y="154480"/>
                  </a:lnTo>
                  <a:lnTo>
                    <a:pt x="994751" y="155108"/>
                  </a:lnTo>
                  <a:lnTo>
                    <a:pt x="986273" y="155000"/>
                  </a:lnTo>
                  <a:lnTo>
                    <a:pt x="949459" y="139095"/>
                  </a:lnTo>
                  <a:lnTo>
                    <a:pt x="945210" y="133718"/>
                  </a:lnTo>
                  <a:lnTo>
                    <a:pt x="941374" y="128105"/>
                  </a:lnTo>
                </a:path>
              </a:pathLst>
            </a:custGeom>
            <a:ln w="36749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6729342" y="3904503"/>
              <a:ext cx="15240" cy="137160"/>
            </a:xfrm>
            <a:custGeom>
              <a:avLst/>
              <a:gdLst/>
              <a:ahLst/>
              <a:cxnLst/>
              <a:rect l="l" t="t" r="r" b="b"/>
              <a:pathLst>
                <a:path w="15240" h="137160">
                  <a:moveTo>
                    <a:pt x="0" y="15071"/>
                  </a:moveTo>
                  <a:lnTo>
                    <a:pt x="1255" y="7535"/>
                  </a:lnTo>
                  <a:lnTo>
                    <a:pt x="2511" y="0"/>
                  </a:lnTo>
                  <a:lnTo>
                    <a:pt x="3139" y="627"/>
                  </a:lnTo>
                  <a:lnTo>
                    <a:pt x="3522" y="2708"/>
                  </a:lnTo>
                  <a:lnTo>
                    <a:pt x="3846" y="8320"/>
                  </a:lnTo>
                  <a:lnTo>
                    <a:pt x="4287" y="17936"/>
                  </a:lnTo>
                  <a:lnTo>
                    <a:pt x="5023" y="32026"/>
                  </a:lnTo>
                  <a:lnTo>
                    <a:pt x="6161" y="50561"/>
                  </a:lnTo>
                  <a:lnTo>
                    <a:pt x="7535" y="71509"/>
                  </a:lnTo>
                  <a:lnTo>
                    <a:pt x="8909" y="92340"/>
                  </a:lnTo>
                  <a:lnTo>
                    <a:pt x="10047" y="110522"/>
                  </a:lnTo>
                  <a:lnTo>
                    <a:pt x="10783" y="124004"/>
                  </a:lnTo>
                  <a:lnTo>
                    <a:pt x="11225" y="132658"/>
                  </a:lnTo>
                  <a:lnTo>
                    <a:pt x="11548" y="136838"/>
                  </a:lnTo>
                  <a:lnTo>
                    <a:pt x="11931" y="136897"/>
                  </a:lnTo>
                  <a:lnTo>
                    <a:pt x="12510" y="133286"/>
                  </a:lnTo>
                  <a:lnTo>
                    <a:pt x="13265" y="126849"/>
                  </a:lnTo>
                  <a:lnTo>
                    <a:pt x="14139" y="118529"/>
                  </a:lnTo>
                  <a:lnTo>
                    <a:pt x="15071" y="109266"/>
                  </a:lnTo>
                </a:path>
              </a:pathLst>
            </a:custGeom>
            <a:ln w="36749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6718038" y="3810308"/>
              <a:ext cx="11430" cy="7620"/>
            </a:xfrm>
            <a:custGeom>
              <a:avLst/>
              <a:gdLst/>
              <a:ahLst/>
              <a:cxnLst/>
              <a:rect l="l" t="t" r="r" b="b"/>
              <a:pathLst>
                <a:path w="11429" h="7620">
                  <a:moveTo>
                    <a:pt x="0" y="0"/>
                  </a:moveTo>
                  <a:lnTo>
                    <a:pt x="3765" y="2510"/>
                  </a:lnTo>
                  <a:lnTo>
                    <a:pt x="7530" y="5020"/>
                  </a:lnTo>
                  <a:lnTo>
                    <a:pt x="11295" y="7530"/>
                  </a:lnTo>
                </a:path>
              </a:pathLst>
            </a:custGeom>
            <a:ln w="36749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/>
          <p:nvPr/>
        </p:nvSpPr>
        <p:spPr>
          <a:xfrm>
            <a:off x="6827932" y="3856778"/>
            <a:ext cx="412750" cy="168910"/>
          </a:xfrm>
          <a:custGeom>
            <a:avLst/>
            <a:gdLst/>
            <a:ahLst/>
            <a:cxnLst/>
            <a:rect l="l" t="t" r="r" b="b"/>
            <a:pathLst>
              <a:path w="412750" h="168910">
                <a:moveTo>
                  <a:pt x="25746" y="59029"/>
                </a:moveTo>
                <a:lnTo>
                  <a:pt x="23234" y="48981"/>
                </a:lnTo>
                <a:lnTo>
                  <a:pt x="20722" y="38933"/>
                </a:lnTo>
                <a:lnTo>
                  <a:pt x="17582" y="37050"/>
                </a:lnTo>
                <a:lnTo>
                  <a:pt x="4150" y="74021"/>
                </a:lnTo>
                <a:lnTo>
                  <a:pt x="0" y="125593"/>
                </a:lnTo>
                <a:lnTo>
                  <a:pt x="1363" y="139055"/>
                </a:lnTo>
                <a:lnTo>
                  <a:pt x="4788" y="149456"/>
                </a:lnTo>
                <a:lnTo>
                  <a:pt x="10685" y="157031"/>
                </a:lnTo>
                <a:lnTo>
                  <a:pt x="19466" y="162015"/>
                </a:lnTo>
                <a:lnTo>
                  <a:pt x="31231" y="164547"/>
                </a:lnTo>
                <a:lnTo>
                  <a:pt x="44821" y="164370"/>
                </a:lnTo>
                <a:lnTo>
                  <a:pt x="82048" y="144305"/>
                </a:lnTo>
                <a:lnTo>
                  <a:pt x="96707" y="102358"/>
                </a:lnTo>
                <a:lnTo>
                  <a:pt x="95657" y="88131"/>
                </a:lnTo>
                <a:lnTo>
                  <a:pt x="74728" y="50865"/>
                </a:lnTo>
                <a:lnTo>
                  <a:pt x="34724" y="24726"/>
                </a:lnTo>
                <a:lnTo>
                  <a:pt x="8163" y="13815"/>
                </a:lnTo>
                <a:lnTo>
                  <a:pt x="1884" y="13815"/>
                </a:lnTo>
                <a:lnTo>
                  <a:pt x="49128" y="18534"/>
                </a:lnTo>
                <a:lnTo>
                  <a:pt x="71352" y="19545"/>
                </a:lnTo>
                <a:lnTo>
                  <a:pt x="94165" y="20673"/>
                </a:lnTo>
                <a:lnTo>
                  <a:pt x="144275" y="26217"/>
                </a:lnTo>
                <a:lnTo>
                  <a:pt x="171827" y="57929"/>
                </a:lnTo>
                <a:lnTo>
                  <a:pt x="177960" y="95892"/>
                </a:lnTo>
                <a:lnTo>
                  <a:pt x="175526" y="139359"/>
                </a:lnTo>
                <a:lnTo>
                  <a:pt x="172985" y="159386"/>
                </a:lnTo>
                <a:lnTo>
                  <a:pt x="173005" y="155893"/>
                </a:lnTo>
                <a:lnTo>
                  <a:pt x="176351" y="117165"/>
                </a:lnTo>
                <a:lnTo>
                  <a:pt x="182257" y="74875"/>
                </a:lnTo>
                <a:lnTo>
                  <a:pt x="197338" y="27159"/>
                </a:lnTo>
                <a:lnTo>
                  <a:pt x="229208" y="627"/>
                </a:lnTo>
                <a:lnTo>
                  <a:pt x="235488" y="0"/>
                </a:lnTo>
                <a:lnTo>
                  <a:pt x="259115" y="30534"/>
                </a:lnTo>
                <a:lnTo>
                  <a:pt x="271468" y="77936"/>
                </a:lnTo>
                <a:lnTo>
                  <a:pt x="277562" y="127477"/>
                </a:lnTo>
                <a:lnTo>
                  <a:pt x="278896" y="138339"/>
                </a:lnTo>
                <a:lnTo>
                  <a:pt x="302062" y="166127"/>
                </a:lnTo>
                <a:lnTo>
                  <a:pt x="306998" y="164763"/>
                </a:lnTo>
                <a:lnTo>
                  <a:pt x="336669" y="129440"/>
                </a:lnTo>
                <a:lnTo>
                  <a:pt x="361591" y="82224"/>
                </a:lnTo>
                <a:lnTo>
                  <a:pt x="376781" y="40189"/>
                </a:lnTo>
                <a:lnTo>
                  <a:pt x="378615" y="6387"/>
                </a:lnTo>
                <a:lnTo>
                  <a:pt x="375917" y="8713"/>
                </a:lnTo>
                <a:lnTo>
                  <a:pt x="366027" y="54319"/>
                </a:lnTo>
                <a:lnTo>
                  <a:pt x="374818" y="106558"/>
                </a:lnTo>
                <a:lnTo>
                  <a:pt x="398131" y="145060"/>
                </a:lnTo>
                <a:lnTo>
                  <a:pt x="412575" y="160759"/>
                </a:lnTo>
                <a:lnTo>
                  <a:pt x="411947" y="162643"/>
                </a:lnTo>
                <a:lnTo>
                  <a:pt x="411319" y="164527"/>
                </a:lnTo>
                <a:lnTo>
                  <a:pt x="405039" y="164527"/>
                </a:lnTo>
                <a:lnTo>
                  <a:pt x="396248" y="165155"/>
                </a:lnTo>
                <a:lnTo>
                  <a:pt x="389222" y="165734"/>
                </a:lnTo>
                <a:lnTo>
                  <a:pt x="381490" y="166490"/>
                </a:lnTo>
                <a:lnTo>
                  <a:pt x="373288" y="167363"/>
                </a:lnTo>
                <a:lnTo>
                  <a:pt x="364849" y="168295"/>
                </a:lnTo>
              </a:path>
            </a:pathLst>
          </a:custGeom>
          <a:ln w="36749">
            <a:solidFill>
              <a:srgbClr val="371A9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414103" y="3797749"/>
            <a:ext cx="25400" cy="31750"/>
          </a:xfrm>
          <a:custGeom>
            <a:avLst/>
            <a:gdLst/>
            <a:ahLst/>
            <a:cxnLst/>
            <a:rect l="l" t="t" r="r" b="b"/>
            <a:pathLst>
              <a:path w="25400" h="31750">
                <a:moveTo>
                  <a:pt x="17571" y="16316"/>
                </a:moveTo>
                <a:lnTo>
                  <a:pt x="17571" y="10040"/>
                </a:lnTo>
                <a:lnTo>
                  <a:pt x="17571" y="3765"/>
                </a:lnTo>
                <a:lnTo>
                  <a:pt x="15060" y="3137"/>
                </a:lnTo>
                <a:lnTo>
                  <a:pt x="12550" y="2510"/>
                </a:lnTo>
                <a:lnTo>
                  <a:pt x="7530" y="7530"/>
                </a:lnTo>
                <a:lnTo>
                  <a:pt x="4392" y="13178"/>
                </a:lnTo>
                <a:lnTo>
                  <a:pt x="1255" y="18826"/>
                </a:lnTo>
                <a:lnTo>
                  <a:pt x="0" y="25101"/>
                </a:lnTo>
                <a:lnTo>
                  <a:pt x="2510" y="28239"/>
                </a:lnTo>
                <a:lnTo>
                  <a:pt x="5020" y="31377"/>
                </a:lnTo>
                <a:lnTo>
                  <a:pt x="11295" y="31377"/>
                </a:lnTo>
                <a:lnTo>
                  <a:pt x="15688" y="28239"/>
                </a:lnTo>
                <a:lnTo>
                  <a:pt x="20081" y="25101"/>
                </a:lnTo>
                <a:lnTo>
                  <a:pt x="22591" y="18826"/>
                </a:lnTo>
                <a:lnTo>
                  <a:pt x="23846" y="12550"/>
                </a:lnTo>
                <a:lnTo>
                  <a:pt x="25101" y="6275"/>
                </a:lnTo>
                <a:lnTo>
                  <a:pt x="25101" y="0"/>
                </a:lnTo>
                <a:lnTo>
                  <a:pt x="22591" y="0"/>
                </a:lnTo>
                <a:lnTo>
                  <a:pt x="20080" y="0"/>
                </a:lnTo>
                <a:lnTo>
                  <a:pt x="15060" y="6275"/>
                </a:lnTo>
                <a:lnTo>
                  <a:pt x="10040" y="12550"/>
                </a:lnTo>
              </a:path>
            </a:pathLst>
          </a:custGeom>
          <a:ln w="36749">
            <a:solidFill>
              <a:srgbClr val="371A9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429684" y="3825379"/>
            <a:ext cx="226695" cy="197485"/>
          </a:xfrm>
          <a:custGeom>
            <a:avLst/>
            <a:gdLst/>
            <a:ahLst/>
            <a:cxnLst/>
            <a:rect l="l" t="t" r="r" b="b"/>
            <a:pathLst>
              <a:path w="226695" h="197485">
                <a:moveTo>
                  <a:pt x="19309" y="67820"/>
                </a:moveTo>
                <a:lnTo>
                  <a:pt x="0" y="44664"/>
                </a:lnTo>
                <a:lnTo>
                  <a:pt x="1393" y="38472"/>
                </a:lnTo>
                <a:lnTo>
                  <a:pt x="32517" y="9056"/>
                </a:lnTo>
                <a:lnTo>
                  <a:pt x="53073" y="2718"/>
                </a:lnTo>
                <a:lnTo>
                  <a:pt x="62090" y="4631"/>
                </a:lnTo>
                <a:lnTo>
                  <a:pt x="84393" y="36883"/>
                </a:lnTo>
                <a:lnTo>
                  <a:pt x="94931" y="77603"/>
                </a:lnTo>
                <a:lnTo>
                  <a:pt x="100592" y="121492"/>
                </a:lnTo>
                <a:lnTo>
                  <a:pt x="101613" y="159366"/>
                </a:lnTo>
                <a:lnTo>
                  <a:pt x="100945" y="173947"/>
                </a:lnTo>
                <a:lnTo>
                  <a:pt x="99689" y="190902"/>
                </a:lnTo>
                <a:lnTo>
                  <a:pt x="97178" y="197182"/>
                </a:lnTo>
                <a:lnTo>
                  <a:pt x="95294" y="197182"/>
                </a:lnTo>
                <a:lnTo>
                  <a:pt x="93410" y="197182"/>
                </a:lnTo>
                <a:lnTo>
                  <a:pt x="92154" y="190902"/>
                </a:lnTo>
                <a:lnTo>
                  <a:pt x="92782" y="172691"/>
                </a:lnTo>
                <a:lnTo>
                  <a:pt x="93636" y="157011"/>
                </a:lnTo>
                <a:lnTo>
                  <a:pt x="98169" y="117410"/>
                </a:lnTo>
                <a:lnTo>
                  <a:pt x="107539" y="75375"/>
                </a:lnTo>
                <a:lnTo>
                  <a:pt x="120570" y="39385"/>
                </a:lnTo>
                <a:lnTo>
                  <a:pt x="145247" y="4994"/>
                </a:lnTo>
                <a:lnTo>
                  <a:pt x="157462" y="0"/>
                </a:lnTo>
                <a:lnTo>
                  <a:pt x="163742" y="0"/>
                </a:lnTo>
                <a:lnTo>
                  <a:pt x="189558" y="32330"/>
                </a:lnTo>
                <a:lnTo>
                  <a:pt x="207229" y="84854"/>
                </a:lnTo>
                <a:lnTo>
                  <a:pt x="215864" y="123081"/>
                </a:lnTo>
                <a:lnTo>
                  <a:pt x="221515" y="161495"/>
                </a:lnTo>
                <a:lnTo>
                  <a:pt x="222771" y="180855"/>
                </a:lnTo>
                <a:lnTo>
                  <a:pt x="222771" y="188390"/>
                </a:lnTo>
                <a:lnTo>
                  <a:pt x="223399" y="188390"/>
                </a:lnTo>
                <a:lnTo>
                  <a:pt x="224027" y="188390"/>
                </a:lnTo>
                <a:lnTo>
                  <a:pt x="225283" y="180855"/>
                </a:lnTo>
                <a:lnTo>
                  <a:pt x="226539" y="173319"/>
                </a:lnTo>
              </a:path>
            </a:pathLst>
          </a:custGeom>
          <a:ln w="36749">
            <a:solidFill>
              <a:srgbClr val="371A9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6" name="object 46"/>
          <p:cNvGrpSpPr/>
          <p:nvPr/>
        </p:nvGrpSpPr>
        <p:grpSpPr>
          <a:xfrm>
            <a:off x="7719603" y="3563353"/>
            <a:ext cx="991235" cy="454659"/>
            <a:chOff x="7719603" y="3563353"/>
            <a:chExt cx="991235" cy="454659"/>
          </a:xfrm>
        </p:grpSpPr>
        <p:pic>
          <p:nvPicPr>
            <p:cNvPr id="47" name="object 4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719603" y="3831494"/>
              <a:ext cx="150922" cy="185971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93696" y="3823135"/>
              <a:ext cx="153915" cy="182036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8073509" y="3624429"/>
              <a:ext cx="212090" cy="353695"/>
            </a:xfrm>
            <a:custGeom>
              <a:avLst/>
              <a:gdLst/>
              <a:ahLst/>
              <a:cxnLst/>
              <a:rect l="l" t="t" r="r" b="b"/>
              <a:pathLst>
                <a:path w="212090" h="353695">
                  <a:moveTo>
                    <a:pt x="110208" y="265002"/>
                  </a:moveTo>
                  <a:lnTo>
                    <a:pt x="100160" y="226068"/>
                  </a:lnTo>
                  <a:lnTo>
                    <a:pt x="61227" y="205973"/>
                  </a:lnTo>
                  <a:lnTo>
                    <a:pt x="20870" y="220279"/>
                  </a:lnTo>
                  <a:lnTo>
                    <a:pt x="0" y="260057"/>
                  </a:lnTo>
                  <a:lnTo>
                    <a:pt x="1000" y="276571"/>
                  </a:lnTo>
                  <a:lnTo>
                    <a:pt x="29828" y="323796"/>
                  </a:lnTo>
                  <a:lnTo>
                    <a:pt x="67232" y="351073"/>
                  </a:lnTo>
                  <a:lnTo>
                    <a:pt x="75513" y="353232"/>
                  </a:lnTo>
                  <a:lnTo>
                    <a:pt x="82617" y="352094"/>
                  </a:lnTo>
                  <a:lnTo>
                    <a:pt x="111474" y="318487"/>
                  </a:lnTo>
                  <a:lnTo>
                    <a:pt x="126535" y="264767"/>
                  </a:lnTo>
                  <a:lnTo>
                    <a:pt x="131559" y="213509"/>
                  </a:lnTo>
                  <a:lnTo>
                    <a:pt x="134463" y="150790"/>
                  </a:lnTo>
                  <a:lnTo>
                    <a:pt x="135955" y="92311"/>
                  </a:lnTo>
                  <a:lnTo>
                    <a:pt x="136504" y="52906"/>
                  </a:lnTo>
                  <a:lnTo>
                    <a:pt x="136583" y="29514"/>
                  </a:lnTo>
                  <a:lnTo>
                    <a:pt x="136583" y="17583"/>
                  </a:lnTo>
                  <a:lnTo>
                    <a:pt x="136583" y="11303"/>
                  </a:lnTo>
                  <a:lnTo>
                    <a:pt x="133443" y="6907"/>
                  </a:lnTo>
                  <a:lnTo>
                    <a:pt x="130303" y="2511"/>
                  </a:lnTo>
                  <a:lnTo>
                    <a:pt x="124023" y="0"/>
                  </a:lnTo>
                  <a:lnTo>
                    <a:pt x="119000" y="1255"/>
                  </a:lnTo>
                  <a:lnTo>
                    <a:pt x="106126" y="40572"/>
                  </a:lnTo>
                  <a:lnTo>
                    <a:pt x="105498" y="60206"/>
                  </a:lnTo>
                  <a:lnTo>
                    <a:pt x="106283" y="83490"/>
                  </a:lnTo>
                  <a:lnTo>
                    <a:pt x="113789" y="138771"/>
                  </a:lnTo>
                  <a:lnTo>
                    <a:pt x="127938" y="199350"/>
                  </a:lnTo>
                  <a:lnTo>
                    <a:pt x="143804" y="255563"/>
                  </a:lnTo>
                  <a:lnTo>
                    <a:pt x="157855" y="300110"/>
                  </a:lnTo>
                  <a:lnTo>
                    <a:pt x="172142" y="336591"/>
                  </a:lnTo>
                  <a:lnTo>
                    <a:pt x="190588" y="350406"/>
                  </a:lnTo>
                  <a:lnTo>
                    <a:pt x="196240" y="344126"/>
                  </a:lnTo>
                  <a:lnTo>
                    <a:pt x="200371" y="338121"/>
                  </a:lnTo>
                  <a:lnTo>
                    <a:pt x="204325" y="329997"/>
                  </a:lnTo>
                  <a:lnTo>
                    <a:pt x="208162" y="320460"/>
                  </a:lnTo>
                  <a:lnTo>
                    <a:pt x="211939" y="310216"/>
                  </a:lnTo>
                </a:path>
              </a:pathLst>
            </a:custGeom>
            <a:ln w="36749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304123" y="3790598"/>
              <a:ext cx="131573" cy="188394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8486398" y="3581728"/>
              <a:ext cx="206375" cy="394970"/>
            </a:xfrm>
            <a:custGeom>
              <a:avLst/>
              <a:gdLst/>
              <a:ahLst/>
              <a:cxnLst/>
              <a:rect l="l" t="t" r="r" b="b"/>
              <a:pathLst>
                <a:path w="206375" h="394970">
                  <a:moveTo>
                    <a:pt x="100475" y="296401"/>
                  </a:moveTo>
                  <a:lnTo>
                    <a:pt x="101102" y="251187"/>
                  </a:lnTo>
                  <a:lnTo>
                    <a:pt x="70960" y="225440"/>
                  </a:lnTo>
                  <a:lnTo>
                    <a:pt x="25118" y="237372"/>
                  </a:lnTo>
                  <a:lnTo>
                    <a:pt x="2511" y="292123"/>
                  </a:lnTo>
                  <a:lnTo>
                    <a:pt x="0" y="312728"/>
                  </a:lnTo>
                  <a:lnTo>
                    <a:pt x="637" y="331341"/>
                  </a:lnTo>
                  <a:lnTo>
                    <a:pt x="18211" y="373641"/>
                  </a:lnTo>
                  <a:lnTo>
                    <a:pt x="61540" y="394364"/>
                  </a:lnTo>
                  <a:lnTo>
                    <a:pt x="72618" y="390331"/>
                  </a:lnTo>
                  <a:lnTo>
                    <a:pt x="103614" y="351034"/>
                  </a:lnTo>
                  <a:lnTo>
                    <a:pt x="122532" y="302131"/>
                  </a:lnTo>
                  <a:lnTo>
                    <a:pt x="138152" y="242395"/>
                  </a:lnTo>
                  <a:lnTo>
                    <a:pt x="148357" y="180070"/>
                  </a:lnTo>
                  <a:lnTo>
                    <a:pt x="151968" y="120570"/>
                  </a:lnTo>
                  <a:lnTo>
                    <a:pt x="148828" y="68919"/>
                  </a:lnTo>
                  <a:lnTo>
                    <a:pt x="141920" y="31398"/>
                  </a:lnTo>
                  <a:lnTo>
                    <a:pt x="114290" y="0"/>
                  </a:lnTo>
                  <a:lnTo>
                    <a:pt x="108010" y="1883"/>
                  </a:lnTo>
                  <a:lnTo>
                    <a:pt x="86953" y="43015"/>
                  </a:lnTo>
                  <a:lnTo>
                    <a:pt x="82832" y="87052"/>
                  </a:lnTo>
                  <a:lnTo>
                    <a:pt x="84716" y="142411"/>
                  </a:lnTo>
                  <a:lnTo>
                    <a:pt x="92605" y="203913"/>
                  </a:lnTo>
                  <a:lnTo>
                    <a:pt x="103830" y="266680"/>
                  </a:lnTo>
                  <a:lnTo>
                    <a:pt x="116507" y="322471"/>
                  </a:lnTo>
                  <a:lnTo>
                    <a:pt x="129724" y="360100"/>
                  </a:lnTo>
                  <a:lnTo>
                    <a:pt x="161996" y="386122"/>
                  </a:lnTo>
                  <a:lnTo>
                    <a:pt x="202205" y="378037"/>
                  </a:lnTo>
                  <a:lnTo>
                    <a:pt x="205973" y="371757"/>
                  </a:lnTo>
                </a:path>
              </a:pathLst>
            </a:custGeom>
            <a:ln w="36749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2" name="object 52"/>
          <p:cNvGrpSpPr/>
          <p:nvPr/>
        </p:nvGrpSpPr>
        <p:grpSpPr>
          <a:xfrm>
            <a:off x="1432263" y="4599422"/>
            <a:ext cx="229235" cy="222885"/>
            <a:chOff x="1432263" y="4599422"/>
            <a:chExt cx="229235" cy="222885"/>
          </a:xfrm>
        </p:grpSpPr>
        <p:pic>
          <p:nvPicPr>
            <p:cNvPr id="53" name="object 5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32263" y="4599422"/>
              <a:ext cx="151491" cy="222471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1635262" y="4725886"/>
              <a:ext cx="7620" cy="19050"/>
            </a:xfrm>
            <a:custGeom>
              <a:avLst/>
              <a:gdLst/>
              <a:ahLst/>
              <a:cxnLst/>
              <a:rect l="l" t="t" r="r" b="b"/>
              <a:pathLst>
                <a:path w="7619" h="19050">
                  <a:moveTo>
                    <a:pt x="7530" y="0"/>
                  </a:moveTo>
                  <a:lnTo>
                    <a:pt x="5020" y="6275"/>
                  </a:lnTo>
                  <a:lnTo>
                    <a:pt x="2510" y="12550"/>
                  </a:lnTo>
                  <a:lnTo>
                    <a:pt x="0" y="18826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5" name="object 55"/>
          <p:cNvGrpSpPr/>
          <p:nvPr/>
        </p:nvGrpSpPr>
        <p:grpSpPr>
          <a:xfrm>
            <a:off x="1745619" y="2680429"/>
            <a:ext cx="6151880" cy="3950335"/>
            <a:chOff x="1745619" y="2680429"/>
            <a:chExt cx="6151880" cy="3950335"/>
          </a:xfrm>
        </p:grpSpPr>
        <p:pic>
          <p:nvPicPr>
            <p:cNvPr id="56" name="object 5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745619" y="2680429"/>
              <a:ext cx="5329897" cy="3950249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6257110" y="4924324"/>
              <a:ext cx="446405" cy="334645"/>
            </a:xfrm>
            <a:custGeom>
              <a:avLst/>
              <a:gdLst/>
              <a:ahLst/>
              <a:cxnLst/>
              <a:rect l="l" t="t" r="r" b="b"/>
              <a:pathLst>
                <a:path w="446404" h="334645">
                  <a:moveTo>
                    <a:pt x="8791" y="249931"/>
                  </a:moveTo>
                  <a:lnTo>
                    <a:pt x="50865" y="240511"/>
                  </a:lnTo>
                  <a:lnTo>
                    <a:pt x="71588" y="207229"/>
                  </a:lnTo>
                  <a:lnTo>
                    <a:pt x="52121" y="170179"/>
                  </a:lnTo>
                  <a:lnTo>
                    <a:pt x="11833" y="179108"/>
                  </a:lnTo>
                  <a:lnTo>
                    <a:pt x="0" y="221672"/>
                  </a:lnTo>
                  <a:lnTo>
                    <a:pt x="206" y="238392"/>
                  </a:lnTo>
                  <a:lnTo>
                    <a:pt x="13187" y="285725"/>
                  </a:lnTo>
                  <a:lnTo>
                    <a:pt x="42063" y="317693"/>
                  </a:lnTo>
                  <a:lnTo>
                    <a:pt x="86188" y="333215"/>
                  </a:lnTo>
                  <a:lnTo>
                    <a:pt x="102417" y="334285"/>
                  </a:lnTo>
                  <a:lnTo>
                    <a:pt x="118058" y="332823"/>
                  </a:lnTo>
                  <a:lnTo>
                    <a:pt x="156913" y="311364"/>
                  </a:lnTo>
                  <a:lnTo>
                    <a:pt x="183052" y="262569"/>
                  </a:lnTo>
                  <a:lnTo>
                    <a:pt x="193414" y="212253"/>
                  </a:lnTo>
                  <a:lnTo>
                    <a:pt x="198516" y="148671"/>
                  </a:lnTo>
                  <a:lnTo>
                    <a:pt x="200322" y="87915"/>
                  </a:lnTo>
                  <a:lnTo>
                    <a:pt x="200714" y="45449"/>
                  </a:lnTo>
                  <a:lnTo>
                    <a:pt x="198438" y="6279"/>
                  </a:lnTo>
                  <a:lnTo>
                    <a:pt x="195926" y="0"/>
                  </a:lnTo>
                  <a:lnTo>
                    <a:pt x="193414" y="627"/>
                  </a:lnTo>
                  <a:lnTo>
                    <a:pt x="185260" y="47352"/>
                  </a:lnTo>
                  <a:lnTo>
                    <a:pt x="184652" y="93626"/>
                  </a:lnTo>
                  <a:lnTo>
                    <a:pt x="188439" y="147032"/>
                  </a:lnTo>
                  <a:lnTo>
                    <a:pt x="197093" y="200743"/>
                  </a:lnTo>
                  <a:lnTo>
                    <a:pt x="209241" y="249509"/>
                  </a:lnTo>
                  <a:lnTo>
                    <a:pt x="222526" y="288149"/>
                  </a:lnTo>
                  <a:lnTo>
                    <a:pt x="243946" y="321215"/>
                  </a:lnTo>
                  <a:lnTo>
                    <a:pt x="288237" y="314612"/>
                  </a:lnTo>
                  <a:lnTo>
                    <a:pt x="330360" y="284322"/>
                  </a:lnTo>
                  <a:lnTo>
                    <a:pt x="356558" y="250696"/>
                  </a:lnTo>
                  <a:lnTo>
                    <a:pt x="376005" y="213136"/>
                  </a:lnTo>
                  <a:lnTo>
                    <a:pt x="388084" y="176145"/>
                  </a:lnTo>
                  <a:lnTo>
                    <a:pt x="358550" y="146973"/>
                  </a:lnTo>
                  <a:lnTo>
                    <a:pt x="318792" y="154558"/>
                  </a:lnTo>
                  <a:lnTo>
                    <a:pt x="293889" y="187762"/>
                  </a:lnTo>
                  <a:lnTo>
                    <a:pt x="289385" y="237656"/>
                  </a:lnTo>
                  <a:lnTo>
                    <a:pt x="315318" y="286039"/>
                  </a:lnTo>
                  <a:lnTo>
                    <a:pt x="359148" y="313375"/>
                  </a:lnTo>
                  <a:lnTo>
                    <a:pt x="401271" y="308960"/>
                  </a:lnTo>
                  <a:lnTo>
                    <a:pt x="435447" y="278052"/>
                  </a:lnTo>
                  <a:lnTo>
                    <a:pt x="445857" y="265002"/>
                  </a:lnTo>
                </a:path>
              </a:pathLst>
            </a:custGeom>
            <a:ln w="36749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6416613" y="5004390"/>
              <a:ext cx="151130" cy="12065"/>
            </a:xfrm>
            <a:custGeom>
              <a:avLst/>
              <a:gdLst/>
              <a:ahLst/>
              <a:cxnLst/>
              <a:rect l="l" t="t" r="r" b="b"/>
              <a:pathLst>
                <a:path w="151129" h="12064">
                  <a:moveTo>
                    <a:pt x="0" y="11617"/>
                  </a:moveTo>
                  <a:lnTo>
                    <a:pt x="3767" y="6593"/>
                  </a:lnTo>
                  <a:lnTo>
                    <a:pt x="7535" y="1569"/>
                  </a:lnTo>
                  <a:lnTo>
                    <a:pt x="21979" y="313"/>
                  </a:lnTo>
                  <a:lnTo>
                    <a:pt x="34616" y="0"/>
                  </a:lnTo>
                  <a:lnTo>
                    <a:pt x="50080" y="627"/>
                  </a:lnTo>
                  <a:lnTo>
                    <a:pt x="67192" y="1726"/>
                  </a:lnTo>
                  <a:lnTo>
                    <a:pt x="84775" y="2825"/>
                  </a:lnTo>
                  <a:lnTo>
                    <a:pt x="101878" y="3551"/>
                  </a:lnTo>
                  <a:lnTo>
                    <a:pt x="118450" y="3924"/>
                  </a:lnTo>
                  <a:lnTo>
                    <a:pt x="134669" y="4062"/>
                  </a:lnTo>
                  <a:lnTo>
                    <a:pt x="150712" y="4081"/>
                  </a:lnTo>
                </a:path>
              </a:pathLst>
            </a:custGeom>
            <a:ln w="36749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901556" y="5027413"/>
              <a:ext cx="196568" cy="190337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121973" y="5021887"/>
              <a:ext cx="311485" cy="193899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7477488" y="5017263"/>
              <a:ext cx="401320" cy="168910"/>
            </a:xfrm>
            <a:custGeom>
              <a:avLst/>
              <a:gdLst/>
              <a:ahLst/>
              <a:cxnLst/>
              <a:rect l="l" t="t" r="r" b="b"/>
              <a:pathLst>
                <a:path w="401320" h="168910">
                  <a:moveTo>
                    <a:pt x="35558" y="115546"/>
                  </a:moveTo>
                  <a:lnTo>
                    <a:pt x="67584" y="91683"/>
                  </a:lnTo>
                  <a:lnTo>
                    <a:pt x="91526" y="58862"/>
                  </a:lnTo>
                  <a:lnTo>
                    <a:pt x="52317" y="27601"/>
                  </a:lnTo>
                  <a:lnTo>
                    <a:pt x="12049" y="38374"/>
                  </a:lnTo>
                  <a:lnTo>
                    <a:pt x="0" y="78574"/>
                  </a:lnTo>
                  <a:lnTo>
                    <a:pt x="1363" y="95520"/>
                  </a:lnTo>
                  <a:lnTo>
                    <a:pt x="29122" y="141999"/>
                  </a:lnTo>
                  <a:lnTo>
                    <a:pt x="71706" y="164282"/>
                  </a:lnTo>
                  <a:lnTo>
                    <a:pt x="84540" y="163507"/>
                  </a:lnTo>
                  <a:lnTo>
                    <a:pt x="125573" y="135091"/>
                  </a:lnTo>
                  <a:lnTo>
                    <a:pt x="154891" y="100788"/>
                  </a:lnTo>
                  <a:lnTo>
                    <a:pt x="177400" y="68075"/>
                  </a:lnTo>
                  <a:lnTo>
                    <a:pt x="195062" y="33282"/>
                  </a:lnTo>
                  <a:lnTo>
                    <a:pt x="201342" y="11303"/>
                  </a:lnTo>
                  <a:lnTo>
                    <a:pt x="197574" y="16327"/>
                  </a:lnTo>
                  <a:lnTo>
                    <a:pt x="189097" y="55575"/>
                  </a:lnTo>
                  <a:lnTo>
                    <a:pt x="194130" y="94008"/>
                  </a:lnTo>
                  <a:lnTo>
                    <a:pt x="221280" y="120815"/>
                  </a:lnTo>
                  <a:lnTo>
                    <a:pt x="256603" y="138153"/>
                  </a:lnTo>
                  <a:lnTo>
                    <a:pt x="257859" y="141920"/>
                  </a:lnTo>
                  <a:lnTo>
                    <a:pt x="233996" y="155736"/>
                  </a:lnTo>
                  <a:lnTo>
                    <a:pt x="227717" y="158248"/>
                  </a:lnTo>
                  <a:lnTo>
                    <a:pt x="221437" y="160760"/>
                  </a:lnTo>
                  <a:lnTo>
                    <a:pt x="215157" y="164527"/>
                  </a:lnTo>
                  <a:lnTo>
                    <a:pt x="215785" y="166411"/>
                  </a:lnTo>
                  <a:lnTo>
                    <a:pt x="216413" y="168295"/>
                  </a:lnTo>
                  <a:lnTo>
                    <a:pt x="223949" y="168295"/>
                  </a:lnTo>
                  <a:lnTo>
                    <a:pt x="237136" y="163271"/>
                  </a:lnTo>
                  <a:lnTo>
                    <a:pt x="273166" y="141901"/>
                  </a:lnTo>
                  <a:lnTo>
                    <a:pt x="309666" y="96707"/>
                  </a:lnTo>
                  <a:lnTo>
                    <a:pt x="333647" y="51434"/>
                  </a:lnTo>
                  <a:lnTo>
                    <a:pt x="347031" y="15071"/>
                  </a:lnTo>
                  <a:lnTo>
                    <a:pt x="349542" y="5023"/>
                  </a:lnTo>
                  <a:lnTo>
                    <a:pt x="348914" y="2511"/>
                  </a:lnTo>
                  <a:lnTo>
                    <a:pt x="348286" y="0"/>
                  </a:lnTo>
                  <a:lnTo>
                    <a:pt x="336963" y="41995"/>
                  </a:lnTo>
                  <a:lnTo>
                    <a:pt x="337611" y="53377"/>
                  </a:lnTo>
                  <a:lnTo>
                    <a:pt x="349003" y="89760"/>
                  </a:lnTo>
                  <a:lnTo>
                    <a:pt x="372620" y="120412"/>
                  </a:lnTo>
                  <a:lnTo>
                    <a:pt x="388477" y="135013"/>
                  </a:lnTo>
                  <a:lnTo>
                    <a:pt x="397268" y="143176"/>
                  </a:lnTo>
                  <a:lnTo>
                    <a:pt x="401036" y="148200"/>
                  </a:lnTo>
                  <a:lnTo>
                    <a:pt x="399780" y="151340"/>
                  </a:lnTo>
                  <a:lnTo>
                    <a:pt x="398524" y="154480"/>
                  </a:lnTo>
                  <a:lnTo>
                    <a:pt x="392244" y="155736"/>
                  </a:lnTo>
                  <a:lnTo>
                    <a:pt x="379685" y="155736"/>
                  </a:lnTo>
                  <a:lnTo>
                    <a:pt x="369186" y="155520"/>
                  </a:lnTo>
                  <a:lnTo>
                    <a:pt x="356921" y="154951"/>
                  </a:lnTo>
                  <a:lnTo>
                    <a:pt x="343479" y="154146"/>
                  </a:lnTo>
                  <a:lnTo>
                    <a:pt x="329448" y="153224"/>
                  </a:lnTo>
                </a:path>
              </a:pathLst>
            </a:custGeom>
            <a:ln w="36749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2" name="object 6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431008" y="5788873"/>
            <a:ext cx="140992" cy="246491"/>
          </a:xfrm>
          <a:prstGeom prst="rect">
            <a:avLst/>
          </a:prstGeom>
        </p:spPr>
      </p:pic>
      <p:sp>
        <p:nvSpPr>
          <p:cNvPr id="63" name="object 63"/>
          <p:cNvSpPr/>
          <p:nvPr/>
        </p:nvSpPr>
        <p:spPr>
          <a:xfrm>
            <a:off x="1642797" y="5927818"/>
            <a:ext cx="3810" cy="15240"/>
          </a:xfrm>
          <a:custGeom>
            <a:avLst/>
            <a:gdLst/>
            <a:ahLst/>
            <a:cxnLst/>
            <a:rect l="l" t="t" r="r" b="b"/>
            <a:pathLst>
              <a:path w="3810" h="15239">
                <a:moveTo>
                  <a:pt x="0" y="0"/>
                </a:moveTo>
                <a:lnTo>
                  <a:pt x="1255" y="5020"/>
                </a:lnTo>
                <a:lnTo>
                  <a:pt x="2510" y="10040"/>
                </a:lnTo>
                <a:lnTo>
                  <a:pt x="3765" y="15061"/>
                </a:lnTo>
              </a:path>
            </a:pathLst>
          </a:custGeom>
          <a:ln w="36749">
            <a:solidFill>
              <a:srgbClr val="FC3142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9725" y="1319113"/>
            <a:ext cx="310515" cy="367030"/>
          </a:xfrm>
          <a:custGeom>
            <a:avLst/>
            <a:gdLst/>
            <a:ahLst/>
            <a:cxnLst/>
            <a:rect l="l" t="t" r="r" b="b"/>
            <a:pathLst>
              <a:path w="310515" h="367030">
                <a:moveTo>
                  <a:pt x="0" y="5317"/>
                </a:moveTo>
                <a:lnTo>
                  <a:pt x="11775" y="61346"/>
                </a:lnTo>
                <a:lnTo>
                  <a:pt x="25830" y="125352"/>
                </a:lnTo>
                <a:lnTo>
                  <a:pt x="43208" y="200374"/>
                </a:lnTo>
                <a:lnTo>
                  <a:pt x="60017" y="269698"/>
                </a:lnTo>
                <a:lnTo>
                  <a:pt x="72362" y="316705"/>
                </a:lnTo>
                <a:lnTo>
                  <a:pt x="85123" y="354441"/>
                </a:lnTo>
                <a:lnTo>
                  <a:pt x="94204" y="366941"/>
                </a:lnTo>
                <a:lnTo>
                  <a:pt x="96234" y="365362"/>
                </a:lnTo>
                <a:lnTo>
                  <a:pt x="102881" y="312669"/>
                </a:lnTo>
                <a:lnTo>
                  <a:pt x="104935" y="287361"/>
                </a:lnTo>
                <a:lnTo>
                  <a:pt x="107131" y="261198"/>
                </a:lnTo>
                <a:lnTo>
                  <a:pt x="111665" y="217087"/>
                </a:lnTo>
                <a:lnTo>
                  <a:pt x="117755" y="177772"/>
                </a:lnTo>
                <a:lnTo>
                  <a:pt x="126112" y="139027"/>
                </a:lnTo>
                <a:lnTo>
                  <a:pt x="129151" y="131430"/>
                </a:lnTo>
                <a:lnTo>
                  <a:pt x="132190" y="132949"/>
                </a:lnTo>
                <a:lnTo>
                  <a:pt x="134599" y="135798"/>
                </a:lnTo>
                <a:lnTo>
                  <a:pt x="137792" y="142066"/>
                </a:lnTo>
                <a:lnTo>
                  <a:pt x="142553" y="151752"/>
                </a:lnTo>
                <a:lnTo>
                  <a:pt x="149663" y="164857"/>
                </a:lnTo>
                <a:lnTo>
                  <a:pt x="172359" y="200754"/>
                </a:lnTo>
                <a:lnTo>
                  <a:pt x="203603" y="246906"/>
                </a:lnTo>
                <a:lnTo>
                  <a:pt x="238454" y="297807"/>
                </a:lnTo>
                <a:lnTo>
                  <a:pt x="268178" y="339591"/>
                </a:lnTo>
                <a:lnTo>
                  <a:pt x="290613" y="363415"/>
                </a:lnTo>
                <a:lnTo>
                  <a:pt x="294008" y="363142"/>
                </a:lnTo>
                <a:lnTo>
                  <a:pt x="300846" y="323637"/>
                </a:lnTo>
                <a:lnTo>
                  <a:pt x="303125" y="269508"/>
                </a:lnTo>
                <a:lnTo>
                  <a:pt x="305404" y="200564"/>
                </a:lnTo>
                <a:lnTo>
                  <a:pt x="307588" y="130765"/>
                </a:lnTo>
                <a:lnTo>
                  <a:pt x="309203" y="75211"/>
                </a:lnTo>
                <a:lnTo>
                  <a:pt x="309606" y="56919"/>
                </a:lnTo>
                <a:lnTo>
                  <a:pt x="309582" y="43968"/>
                </a:lnTo>
                <a:lnTo>
                  <a:pt x="301594" y="2753"/>
                </a:lnTo>
                <a:lnTo>
                  <a:pt x="300846" y="0"/>
                </a:lnTo>
                <a:lnTo>
                  <a:pt x="301629" y="1650"/>
                </a:lnTo>
                <a:lnTo>
                  <a:pt x="303695" y="6932"/>
                </a:lnTo>
                <a:lnTo>
                  <a:pt x="306615" y="14636"/>
                </a:lnTo>
                <a:lnTo>
                  <a:pt x="309962" y="23551"/>
                </a:lnTo>
              </a:path>
            </a:pathLst>
          </a:custGeom>
          <a:ln w="467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1331129" y="1268921"/>
            <a:ext cx="607695" cy="405765"/>
            <a:chOff x="1331129" y="1268921"/>
            <a:chExt cx="607695" cy="405765"/>
          </a:xfrm>
        </p:grpSpPr>
        <p:sp>
          <p:nvSpPr>
            <p:cNvPr id="4" name="object 4"/>
            <p:cNvSpPr/>
            <p:nvPr/>
          </p:nvSpPr>
          <p:spPr>
            <a:xfrm>
              <a:off x="1354528" y="1370014"/>
              <a:ext cx="160020" cy="277495"/>
            </a:xfrm>
            <a:custGeom>
              <a:avLst/>
              <a:gdLst/>
              <a:ahLst/>
              <a:cxnLst/>
              <a:rect l="l" t="t" r="r" b="b"/>
              <a:pathLst>
                <a:path w="160019" h="277494">
                  <a:moveTo>
                    <a:pt x="0" y="0"/>
                  </a:moveTo>
                  <a:lnTo>
                    <a:pt x="6837" y="59542"/>
                  </a:lnTo>
                  <a:lnTo>
                    <a:pt x="13674" y="120794"/>
                  </a:lnTo>
                  <a:lnTo>
                    <a:pt x="20322" y="182900"/>
                  </a:lnTo>
                  <a:lnTo>
                    <a:pt x="23289" y="210962"/>
                  </a:lnTo>
                  <a:lnTo>
                    <a:pt x="25830" y="234751"/>
                  </a:lnTo>
                  <a:lnTo>
                    <a:pt x="27836" y="252936"/>
                  </a:lnTo>
                  <a:lnTo>
                    <a:pt x="29344" y="265709"/>
                  </a:lnTo>
                  <a:lnTo>
                    <a:pt x="30424" y="273639"/>
                  </a:lnTo>
                  <a:lnTo>
                    <a:pt x="31148" y="277295"/>
                  </a:lnTo>
                  <a:lnTo>
                    <a:pt x="31611" y="276998"/>
                  </a:lnTo>
                  <a:lnTo>
                    <a:pt x="32003" y="272072"/>
                  </a:lnTo>
                  <a:lnTo>
                    <a:pt x="32537" y="261590"/>
                  </a:lnTo>
                  <a:lnTo>
                    <a:pt x="33427" y="244627"/>
                  </a:lnTo>
                  <a:lnTo>
                    <a:pt x="37226" y="193346"/>
                  </a:lnTo>
                  <a:lnTo>
                    <a:pt x="45582" y="139787"/>
                  </a:lnTo>
                  <a:lnTo>
                    <a:pt x="67804" y="95130"/>
                  </a:lnTo>
                  <a:lnTo>
                    <a:pt x="98299" y="81289"/>
                  </a:lnTo>
                  <a:lnTo>
                    <a:pt x="105600" y="83568"/>
                  </a:lnTo>
                  <a:lnTo>
                    <a:pt x="135228" y="122313"/>
                  </a:lnTo>
                  <a:lnTo>
                    <a:pt x="147479" y="163908"/>
                  </a:lnTo>
                  <a:lnTo>
                    <a:pt x="155741" y="204362"/>
                  </a:lnTo>
                  <a:lnTo>
                    <a:pt x="159539" y="241588"/>
                  </a:lnTo>
                  <a:lnTo>
                    <a:pt x="159539" y="249185"/>
                  </a:lnTo>
                  <a:lnTo>
                    <a:pt x="159539" y="256782"/>
                  </a:lnTo>
                  <a:lnTo>
                    <a:pt x="158779" y="256782"/>
                  </a:lnTo>
                  <a:lnTo>
                    <a:pt x="158020" y="256782"/>
                  </a:lnTo>
                  <a:lnTo>
                    <a:pt x="156500" y="249185"/>
                  </a:lnTo>
                  <a:lnTo>
                    <a:pt x="154981" y="241588"/>
                  </a:lnTo>
                </a:path>
              </a:pathLst>
            </a:custGeom>
            <a:ln w="467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574845" y="1292321"/>
              <a:ext cx="340360" cy="359410"/>
            </a:xfrm>
            <a:custGeom>
              <a:avLst/>
              <a:gdLst/>
              <a:ahLst/>
              <a:cxnLst/>
              <a:rect l="l" t="t" r="r" b="b"/>
              <a:pathLst>
                <a:path w="340360" h="359410">
                  <a:moveTo>
                    <a:pt x="135228" y="232673"/>
                  </a:moveTo>
                  <a:lnTo>
                    <a:pt x="107238" y="188337"/>
                  </a:lnTo>
                  <a:lnTo>
                    <a:pt x="75971" y="163824"/>
                  </a:lnTo>
                  <a:lnTo>
                    <a:pt x="35326" y="168953"/>
                  </a:lnTo>
                  <a:lnTo>
                    <a:pt x="10683" y="208410"/>
                  </a:lnTo>
                  <a:lnTo>
                    <a:pt x="712" y="251144"/>
                  </a:lnTo>
                  <a:lnTo>
                    <a:pt x="0" y="272938"/>
                  </a:lnTo>
                  <a:lnTo>
                    <a:pt x="2991" y="292928"/>
                  </a:lnTo>
                  <a:lnTo>
                    <a:pt x="27349" y="335235"/>
                  </a:lnTo>
                  <a:lnTo>
                    <a:pt x="71412" y="332956"/>
                  </a:lnTo>
                  <a:lnTo>
                    <a:pt x="102715" y="287444"/>
                  </a:lnTo>
                  <a:lnTo>
                    <a:pt x="118040" y="243025"/>
                  </a:lnTo>
                  <a:lnTo>
                    <a:pt x="112437" y="203804"/>
                  </a:lnTo>
                  <a:lnTo>
                    <a:pt x="106597" y="243582"/>
                  </a:lnTo>
                  <a:lnTo>
                    <a:pt x="114716" y="294970"/>
                  </a:lnTo>
                  <a:lnTo>
                    <a:pt x="131810" y="332576"/>
                  </a:lnTo>
                  <a:lnTo>
                    <a:pt x="176016" y="346642"/>
                  </a:lnTo>
                  <a:lnTo>
                    <a:pt x="213764" y="309499"/>
                  </a:lnTo>
                  <a:lnTo>
                    <a:pt x="230952" y="261543"/>
                  </a:lnTo>
                  <a:lnTo>
                    <a:pt x="236460" y="202665"/>
                  </a:lnTo>
                  <a:lnTo>
                    <a:pt x="233991" y="141508"/>
                  </a:lnTo>
                  <a:lnTo>
                    <a:pt x="228673" y="86429"/>
                  </a:lnTo>
                  <a:lnTo>
                    <a:pt x="223355" y="42745"/>
                  </a:lnTo>
                  <a:lnTo>
                    <a:pt x="215758" y="961"/>
                  </a:lnTo>
                  <a:lnTo>
                    <a:pt x="213241" y="0"/>
                  </a:lnTo>
                  <a:lnTo>
                    <a:pt x="210440" y="2955"/>
                  </a:lnTo>
                  <a:lnTo>
                    <a:pt x="202083" y="57275"/>
                  </a:lnTo>
                  <a:lnTo>
                    <a:pt x="203603" y="107321"/>
                  </a:lnTo>
                  <a:lnTo>
                    <a:pt x="211295" y="167053"/>
                  </a:lnTo>
                  <a:lnTo>
                    <a:pt x="224115" y="229635"/>
                  </a:lnTo>
                  <a:lnTo>
                    <a:pt x="239974" y="287278"/>
                  </a:lnTo>
                  <a:lnTo>
                    <a:pt x="255263" y="330676"/>
                  </a:lnTo>
                  <a:lnTo>
                    <a:pt x="277295" y="358786"/>
                  </a:lnTo>
                  <a:lnTo>
                    <a:pt x="282601" y="357587"/>
                  </a:lnTo>
                  <a:lnTo>
                    <a:pt x="310864" y="323091"/>
                  </a:lnTo>
                  <a:lnTo>
                    <a:pt x="330142" y="288358"/>
                  </a:lnTo>
                  <a:lnTo>
                    <a:pt x="340351" y="269140"/>
                  </a:lnTo>
                </a:path>
              </a:pathLst>
            </a:custGeom>
            <a:ln w="467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746540" y="1424713"/>
              <a:ext cx="132715" cy="9525"/>
            </a:xfrm>
            <a:custGeom>
              <a:avLst/>
              <a:gdLst/>
              <a:ahLst/>
              <a:cxnLst/>
              <a:rect l="l" t="t" r="r" b="b"/>
              <a:pathLst>
                <a:path w="132714" h="9525">
                  <a:moveTo>
                    <a:pt x="0" y="9116"/>
                  </a:moveTo>
                  <a:lnTo>
                    <a:pt x="46627" y="4748"/>
                  </a:lnTo>
                  <a:lnTo>
                    <a:pt x="85847" y="1519"/>
                  </a:lnTo>
                  <a:lnTo>
                    <a:pt x="122919" y="23"/>
                  </a:lnTo>
                  <a:lnTo>
                    <a:pt x="132190" y="0"/>
                  </a:lnTo>
                </a:path>
              </a:pathLst>
            </a:custGeom>
            <a:ln w="467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2074128" y="1264565"/>
            <a:ext cx="1054735" cy="381635"/>
            <a:chOff x="2074128" y="1264565"/>
            <a:chExt cx="1054735" cy="381635"/>
          </a:xfrm>
        </p:grpSpPr>
        <p:sp>
          <p:nvSpPr>
            <p:cNvPr id="8" name="object 8"/>
            <p:cNvSpPr/>
            <p:nvPr/>
          </p:nvSpPr>
          <p:spPr>
            <a:xfrm>
              <a:off x="2097528" y="1297841"/>
              <a:ext cx="305435" cy="324485"/>
            </a:xfrm>
            <a:custGeom>
              <a:avLst/>
              <a:gdLst/>
              <a:ahLst/>
              <a:cxnLst/>
              <a:rect l="l" t="t" r="r" b="b"/>
              <a:pathLst>
                <a:path w="305435" h="324484">
                  <a:moveTo>
                    <a:pt x="0" y="49381"/>
                  </a:moveTo>
                  <a:lnTo>
                    <a:pt x="0" y="40264"/>
                  </a:lnTo>
                  <a:lnTo>
                    <a:pt x="0" y="31148"/>
                  </a:lnTo>
                  <a:lnTo>
                    <a:pt x="759" y="32667"/>
                  </a:lnTo>
                  <a:lnTo>
                    <a:pt x="1555" y="35932"/>
                  </a:lnTo>
                  <a:lnTo>
                    <a:pt x="3133" y="43968"/>
                  </a:lnTo>
                  <a:lnTo>
                    <a:pt x="5994" y="57560"/>
                  </a:lnTo>
                  <a:lnTo>
                    <a:pt x="10636" y="77490"/>
                  </a:lnTo>
                  <a:lnTo>
                    <a:pt x="17331" y="103961"/>
                  </a:lnTo>
                  <a:lnTo>
                    <a:pt x="25450" y="134849"/>
                  </a:lnTo>
                  <a:lnTo>
                    <a:pt x="34139" y="167445"/>
                  </a:lnTo>
                  <a:lnTo>
                    <a:pt x="42543" y="199044"/>
                  </a:lnTo>
                  <a:lnTo>
                    <a:pt x="49974" y="227379"/>
                  </a:lnTo>
                  <a:lnTo>
                    <a:pt x="56408" y="251939"/>
                  </a:lnTo>
                  <a:lnTo>
                    <a:pt x="61987" y="272653"/>
                  </a:lnTo>
                  <a:lnTo>
                    <a:pt x="74736" y="311387"/>
                  </a:lnTo>
                  <a:lnTo>
                    <a:pt x="79769" y="319079"/>
                  </a:lnTo>
                  <a:lnTo>
                    <a:pt x="81111" y="317975"/>
                  </a:lnTo>
                  <a:lnTo>
                    <a:pt x="81954" y="313096"/>
                  </a:lnTo>
                  <a:lnTo>
                    <a:pt x="82654" y="303802"/>
                  </a:lnTo>
                  <a:lnTo>
                    <a:pt x="83568" y="289450"/>
                  </a:lnTo>
                  <a:lnTo>
                    <a:pt x="84957" y="269852"/>
                  </a:lnTo>
                  <a:lnTo>
                    <a:pt x="86702" y="246621"/>
                  </a:lnTo>
                  <a:lnTo>
                    <a:pt x="88589" y="221824"/>
                  </a:lnTo>
                  <a:lnTo>
                    <a:pt x="90405" y="197525"/>
                  </a:lnTo>
                  <a:lnTo>
                    <a:pt x="93539" y="156120"/>
                  </a:lnTo>
                  <a:lnTo>
                    <a:pt x="99795" y="115701"/>
                  </a:lnTo>
                  <a:lnTo>
                    <a:pt x="110158" y="102561"/>
                  </a:lnTo>
                  <a:lnTo>
                    <a:pt x="114443" y="104116"/>
                  </a:lnTo>
                  <a:lnTo>
                    <a:pt x="152512" y="153996"/>
                  </a:lnTo>
                  <a:lnTo>
                    <a:pt x="186129" y="203686"/>
                  </a:lnTo>
                  <a:lnTo>
                    <a:pt x="215544" y="251168"/>
                  </a:lnTo>
                  <a:lnTo>
                    <a:pt x="235629" y="287325"/>
                  </a:lnTo>
                  <a:lnTo>
                    <a:pt x="243108" y="300846"/>
                  </a:lnTo>
                  <a:lnTo>
                    <a:pt x="249387" y="311256"/>
                  </a:lnTo>
                  <a:lnTo>
                    <a:pt x="254598" y="318604"/>
                  </a:lnTo>
                  <a:lnTo>
                    <a:pt x="258812" y="322961"/>
                  </a:lnTo>
                  <a:lnTo>
                    <a:pt x="262100" y="324397"/>
                  </a:lnTo>
                  <a:lnTo>
                    <a:pt x="264558" y="322688"/>
                  </a:lnTo>
                  <a:lnTo>
                    <a:pt x="268938" y="283372"/>
                  </a:lnTo>
                  <a:lnTo>
                    <a:pt x="271122" y="218322"/>
                  </a:lnTo>
                  <a:lnTo>
                    <a:pt x="272036" y="179636"/>
                  </a:lnTo>
                  <a:lnTo>
                    <a:pt x="272736" y="141306"/>
                  </a:lnTo>
                  <a:lnTo>
                    <a:pt x="273401" y="75401"/>
                  </a:lnTo>
                  <a:lnTo>
                    <a:pt x="273496" y="28869"/>
                  </a:lnTo>
                  <a:lnTo>
                    <a:pt x="273520" y="14102"/>
                  </a:lnTo>
                  <a:lnTo>
                    <a:pt x="273686" y="4748"/>
                  </a:lnTo>
                  <a:lnTo>
                    <a:pt x="274137" y="237"/>
                  </a:lnTo>
                  <a:lnTo>
                    <a:pt x="275016" y="0"/>
                  </a:lnTo>
                  <a:lnTo>
                    <a:pt x="276452" y="3383"/>
                  </a:lnTo>
                  <a:lnTo>
                    <a:pt x="278529" y="9401"/>
                  </a:lnTo>
                  <a:lnTo>
                    <a:pt x="281319" y="16986"/>
                  </a:lnTo>
                  <a:lnTo>
                    <a:pt x="284892" y="25070"/>
                  </a:lnTo>
                  <a:lnTo>
                    <a:pt x="289272" y="32786"/>
                  </a:lnTo>
                  <a:lnTo>
                    <a:pt x="294293" y="40074"/>
                  </a:lnTo>
                  <a:lnTo>
                    <a:pt x="299742" y="47078"/>
                  </a:lnTo>
                  <a:lnTo>
                    <a:pt x="305404" y="53939"/>
                  </a:lnTo>
                </a:path>
              </a:pathLst>
            </a:custGeom>
            <a:ln w="467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39549" y="1401088"/>
              <a:ext cx="164554" cy="21499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658195" y="1287965"/>
              <a:ext cx="9525" cy="73025"/>
            </a:xfrm>
            <a:custGeom>
              <a:avLst/>
              <a:gdLst/>
              <a:ahLst/>
              <a:cxnLst/>
              <a:rect l="l" t="t" r="r" b="b"/>
              <a:pathLst>
                <a:path w="9525" h="73025">
                  <a:moveTo>
                    <a:pt x="9116" y="0"/>
                  </a:moveTo>
                  <a:lnTo>
                    <a:pt x="6837" y="18233"/>
                  </a:lnTo>
                  <a:lnTo>
                    <a:pt x="4558" y="36466"/>
                  </a:lnTo>
                  <a:lnTo>
                    <a:pt x="2279" y="54699"/>
                  </a:lnTo>
                  <a:lnTo>
                    <a:pt x="0" y="72932"/>
                  </a:lnTo>
                </a:path>
              </a:pathLst>
            </a:custGeom>
            <a:ln w="467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7728" y="1414989"/>
              <a:ext cx="183547" cy="18886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22394" y="1413315"/>
              <a:ext cx="205911" cy="195679"/>
            </a:xfrm>
            <a:prstGeom prst="rect">
              <a:avLst/>
            </a:prstGeom>
          </p:spPr>
        </p:pic>
      </p:grpSp>
      <p:sp>
        <p:nvSpPr>
          <p:cNvPr id="13" name="object 13"/>
          <p:cNvSpPr/>
          <p:nvPr/>
        </p:nvSpPr>
        <p:spPr>
          <a:xfrm>
            <a:off x="1209067" y="2143376"/>
            <a:ext cx="408305" cy="405765"/>
          </a:xfrm>
          <a:custGeom>
            <a:avLst/>
            <a:gdLst/>
            <a:ahLst/>
            <a:cxnLst/>
            <a:rect l="l" t="t" r="r" b="b"/>
            <a:pathLst>
              <a:path w="408305" h="405764">
                <a:moveTo>
                  <a:pt x="23971" y="194902"/>
                </a:moveTo>
                <a:lnTo>
                  <a:pt x="14690" y="194902"/>
                </a:lnTo>
                <a:lnTo>
                  <a:pt x="5409" y="194902"/>
                </a:lnTo>
                <a:lnTo>
                  <a:pt x="1696" y="199543"/>
                </a:lnTo>
                <a:lnTo>
                  <a:pt x="0" y="204082"/>
                </a:lnTo>
                <a:lnTo>
                  <a:pt x="652" y="211492"/>
                </a:lnTo>
                <a:lnTo>
                  <a:pt x="3915" y="222905"/>
                </a:lnTo>
                <a:lnTo>
                  <a:pt x="19026" y="261552"/>
                </a:lnTo>
                <a:lnTo>
                  <a:pt x="40459" y="312018"/>
                </a:lnTo>
                <a:lnTo>
                  <a:pt x="49958" y="334118"/>
                </a:lnTo>
                <a:lnTo>
                  <a:pt x="57078" y="350766"/>
                </a:lnTo>
                <a:lnTo>
                  <a:pt x="76626" y="389007"/>
                </a:lnTo>
                <a:lnTo>
                  <a:pt x="94507" y="405582"/>
                </a:lnTo>
                <a:lnTo>
                  <a:pt x="100032" y="403842"/>
                </a:lnTo>
                <a:lnTo>
                  <a:pt x="106688" y="396533"/>
                </a:lnTo>
                <a:lnTo>
                  <a:pt x="116303" y="382612"/>
                </a:lnTo>
                <a:lnTo>
                  <a:pt x="130703" y="361033"/>
                </a:lnTo>
                <a:lnTo>
                  <a:pt x="151107" y="331377"/>
                </a:lnTo>
                <a:lnTo>
                  <a:pt x="176296" y="295718"/>
                </a:lnTo>
                <a:lnTo>
                  <a:pt x="204444" y="256752"/>
                </a:lnTo>
                <a:lnTo>
                  <a:pt x="233723" y="217177"/>
                </a:lnTo>
                <a:lnTo>
                  <a:pt x="262451" y="179400"/>
                </a:lnTo>
                <a:lnTo>
                  <a:pt x="289525" y="144668"/>
                </a:lnTo>
                <a:lnTo>
                  <a:pt x="313990" y="113939"/>
                </a:lnTo>
                <a:lnTo>
                  <a:pt x="351564" y="67969"/>
                </a:lnTo>
                <a:lnTo>
                  <a:pt x="383148" y="31555"/>
                </a:lnTo>
                <a:lnTo>
                  <a:pt x="396258" y="17518"/>
                </a:lnTo>
                <a:lnTo>
                  <a:pt x="401029" y="12369"/>
                </a:lnTo>
                <a:lnTo>
                  <a:pt x="404495" y="8352"/>
                </a:lnTo>
                <a:lnTo>
                  <a:pt x="408207" y="3712"/>
                </a:lnTo>
                <a:lnTo>
                  <a:pt x="408207" y="1856"/>
                </a:lnTo>
                <a:lnTo>
                  <a:pt x="408207" y="0"/>
                </a:lnTo>
              </a:path>
            </a:pathLst>
          </a:custGeom>
          <a:ln w="46799">
            <a:solidFill>
              <a:srgbClr val="4E7A2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143940" y="2861731"/>
            <a:ext cx="412115" cy="331470"/>
          </a:xfrm>
          <a:custGeom>
            <a:avLst/>
            <a:gdLst/>
            <a:ahLst/>
            <a:cxnLst/>
            <a:rect l="l" t="t" r="r" b="b"/>
            <a:pathLst>
              <a:path w="412115" h="331469">
                <a:moveTo>
                  <a:pt x="0" y="167059"/>
                </a:moveTo>
                <a:lnTo>
                  <a:pt x="36631" y="186636"/>
                </a:lnTo>
                <a:lnTo>
                  <a:pt x="64039" y="225530"/>
                </a:lnTo>
                <a:lnTo>
                  <a:pt x="86081" y="264162"/>
                </a:lnTo>
                <a:lnTo>
                  <a:pt x="96929" y="283609"/>
                </a:lnTo>
                <a:lnTo>
                  <a:pt x="106732" y="300706"/>
                </a:lnTo>
                <a:lnTo>
                  <a:pt x="114998" y="313975"/>
                </a:lnTo>
                <a:lnTo>
                  <a:pt x="122046" y="323329"/>
                </a:lnTo>
                <a:lnTo>
                  <a:pt x="128397" y="329028"/>
                </a:lnTo>
                <a:lnTo>
                  <a:pt x="134575" y="331334"/>
                </a:lnTo>
                <a:lnTo>
                  <a:pt x="141173" y="330304"/>
                </a:lnTo>
                <a:lnTo>
                  <a:pt x="172627" y="298850"/>
                </a:lnTo>
                <a:lnTo>
                  <a:pt x="210796" y="247920"/>
                </a:lnTo>
                <a:lnTo>
                  <a:pt x="234622" y="215712"/>
                </a:lnTo>
                <a:lnTo>
                  <a:pt x="260798" y="180980"/>
                </a:lnTo>
                <a:lnTo>
                  <a:pt x="288510" y="145306"/>
                </a:lnTo>
                <a:lnTo>
                  <a:pt x="316136" y="110676"/>
                </a:lnTo>
                <a:lnTo>
                  <a:pt x="341847" y="79179"/>
                </a:lnTo>
                <a:lnTo>
                  <a:pt x="380755" y="33281"/>
                </a:lnTo>
                <a:lnTo>
                  <a:pt x="403494" y="8657"/>
                </a:lnTo>
                <a:lnTo>
                  <a:pt x="412079" y="0"/>
                </a:lnTo>
              </a:path>
            </a:pathLst>
          </a:custGeom>
          <a:ln w="46799">
            <a:solidFill>
              <a:srgbClr val="4E7A2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138371" y="3485419"/>
            <a:ext cx="389890" cy="335915"/>
          </a:xfrm>
          <a:custGeom>
            <a:avLst/>
            <a:gdLst/>
            <a:ahLst/>
            <a:cxnLst/>
            <a:rect l="l" t="t" r="r" b="b"/>
            <a:pathLst>
              <a:path w="389890" h="335914">
                <a:moveTo>
                  <a:pt x="0" y="211608"/>
                </a:moveTo>
                <a:lnTo>
                  <a:pt x="0" y="202327"/>
                </a:lnTo>
                <a:lnTo>
                  <a:pt x="0" y="193046"/>
                </a:lnTo>
                <a:lnTo>
                  <a:pt x="5568" y="193974"/>
                </a:lnTo>
                <a:lnTo>
                  <a:pt x="40836" y="227386"/>
                </a:lnTo>
                <a:lnTo>
                  <a:pt x="72044" y="264394"/>
                </a:lnTo>
                <a:lnTo>
                  <a:pt x="101163" y="300706"/>
                </a:lnTo>
                <a:lnTo>
                  <a:pt x="111271" y="314019"/>
                </a:lnTo>
                <a:lnTo>
                  <a:pt x="118681" y="323677"/>
                </a:lnTo>
                <a:lnTo>
                  <a:pt x="124525" y="330203"/>
                </a:lnTo>
                <a:lnTo>
                  <a:pt x="129935" y="334118"/>
                </a:lnTo>
                <a:lnTo>
                  <a:pt x="135938" y="335641"/>
                </a:lnTo>
                <a:lnTo>
                  <a:pt x="143160" y="333770"/>
                </a:lnTo>
                <a:lnTo>
                  <a:pt x="177282" y="295167"/>
                </a:lnTo>
                <a:lnTo>
                  <a:pt x="213856" y="239190"/>
                </a:lnTo>
                <a:lnTo>
                  <a:pt x="236667" y="205111"/>
                </a:lnTo>
                <a:lnTo>
                  <a:pt x="262248" y="168784"/>
                </a:lnTo>
                <a:lnTo>
                  <a:pt x="288873" y="132371"/>
                </a:lnTo>
                <a:lnTo>
                  <a:pt x="314454" y="98219"/>
                </a:lnTo>
                <a:lnTo>
                  <a:pt x="354696" y="45419"/>
                </a:lnTo>
                <a:lnTo>
                  <a:pt x="379842" y="12819"/>
                </a:lnTo>
                <a:lnTo>
                  <a:pt x="389804" y="0"/>
                </a:lnTo>
              </a:path>
            </a:pathLst>
          </a:custGeom>
          <a:ln w="46799">
            <a:solidFill>
              <a:srgbClr val="4E7A2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149509" y="4058989"/>
            <a:ext cx="407034" cy="339725"/>
          </a:xfrm>
          <a:custGeom>
            <a:avLst/>
            <a:gdLst/>
            <a:ahLst/>
            <a:cxnLst/>
            <a:rect l="l" t="t" r="r" b="b"/>
            <a:pathLst>
              <a:path w="407034" h="339725">
                <a:moveTo>
                  <a:pt x="0" y="222745"/>
                </a:moveTo>
                <a:lnTo>
                  <a:pt x="0" y="213464"/>
                </a:lnTo>
                <a:lnTo>
                  <a:pt x="0" y="204183"/>
                </a:lnTo>
                <a:lnTo>
                  <a:pt x="3712" y="203255"/>
                </a:lnTo>
                <a:lnTo>
                  <a:pt x="31555" y="230170"/>
                </a:lnTo>
                <a:lnTo>
                  <a:pt x="61371" y="267526"/>
                </a:lnTo>
                <a:lnTo>
                  <a:pt x="77366" y="287858"/>
                </a:lnTo>
                <a:lnTo>
                  <a:pt x="91882" y="306275"/>
                </a:lnTo>
                <a:lnTo>
                  <a:pt x="103628" y="320893"/>
                </a:lnTo>
                <a:lnTo>
                  <a:pt x="112764" y="331334"/>
                </a:lnTo>
                <a:lnTo>
                  <a:pt x="119812" y="337599"/>
                </a:lnTo>
                <a:lnTo>
                  <a:pt x="125294" y="339687"/>
                </a:lnTo>
                <a:lnTo>
                  <a:pt x="129934" y="337526"/>
                </a:lnTo>
                <a:lnTo>
                  <a:pt x="135271" y="330754"/>
                </a:lnTo>
                <a:lnTo>
                  <a:pt x="143044" y="318935"/>
                </a:lnTo>
                <a:lnTo>
                  <a:pt x="154993" y="301634"/>
                </a:lnTo>
                <a:lnTo>
                  <a:pt x="194322" y="251401"/>
                </a:lnTo>
                <a:lnTo>
                  <a:pt x="219598" y="221107"/>
                </a:lnTo>
                <a:lnTo>
                  <a:pt x="246876" y="189333"/>
                </a:lnTo>
                <a:lnTo>
                  <a:pt x="274835" y="157502"/>
                </a:lnTo>
                <a:lnTo>
                  <a:pt x="302098" y="126802"/>
                </a:lnTo>
                <a:lnTo>
                  <a:pt x="327273" y="98364"/>
                </a:lnTo>
                <a:lnTo>
                  <a:pt x="366138" y="52554"/>
                </a:lnTo>
                <a:lnTo>
                  <a:pt x="395373" y="13921"/>
                </a:lnTo>
                <a:lnTo>
                  <a:pt x="402798" y="3712"/>
                </a:lnTo>
                <a:lnTo>
                  <a:pt x="404654" y="1856"/>
                </a:lnTo>
                <a:lnTo>
                  <a:pt x="406510" y="0"/>
                </a:lnTo>
              </a:path>
            </a:pathLst>
          </a:custGeom>
          <a:ln w="46799">
            <a:solidFill>
              <a:srgbClr val="4E7A2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138371" y="4664115"/>
            <a:ext cx="499745" cy="358775"/>
          </a:xfrm>
          <a:custGeom>
            <a:avLst/>
            <a:gdLst/>
            <a:ahLst/>
            <a:cxnLst/>
            <a:rect l="l" t="t" r="r" b="b"/>
            <a:pathLst>
              <a:path w="499744" h="358775">
                <a:moveTo>
                  <a:pt x="0" y="202327"/>
                </a:moveTo>
                <a:lnTo>
                  <a:pt x="28075" y="235971"/>
                </a:lnTo>
                <a:lnTo>
                  <a:pt x="57542" y="271007"/>
                </a:lnTo>
                <a:lnTo>
                  <a:pt x="88402" y="307087"/>
                </a:lnTo>
                <a:lnTo>
                  <a:pt x="115085" y="336902"/>
                </a:lnTo>
                <a:lnTo>
                  <a:pt x="144784" y="358249"/>
                </a:lnTo>
                <a:lnTo>
                  <a:pt x="150570" y="356987"/>
                </a:lnTo>
                <a:lnTo>
                  <a:pt x="180980" y="327621"/>
                </a:lnTo>
                <a:lnTo>
                  <a:pt x="221933" y="278316"/>
                </a:lnTo>
                <a:lnTo>
                  <a:pt x="247413" y="248138"/>
                </a:lnTo>
                <a:lnTo>
                  <a:pt x="274719" y="217177"/>
                </a:lnTo>
                <a:lnTo>
                  <a:pt x="302823" y="187260"/>
                </a:lnTo>
                <a:lnTo>
                  <a:pt x="331102" y="158822"/>
                </a:lnTo>
                <a:lnTo>
                  <a:pt x="359032" y="131950"/>
                </a:lnTo>
                <a:lnTo>
                  <a:pt x="411702" y="83326"/>
                </a:lnTo>
                <a:lnTo>
                  <a:pt x="435050" y="62183"/>
                </a:lnTo>
                <a:lnTo>
                  <a:pt x="455265" y="43824"/>
                </a:lnTo>
                <a:lnTo>
                  <a:pt x="483108" y="17387"/>
                </a:lnTo>
                <a:lnTo>
                  <a:pt x="497465" y="1856"/>
                </a:lnTo>
                <a:lnTo>
                  <a:pt x="499321" y="0"/>
                </a:lnTo>
                <a:lnTo>
                  <a:pt x="497465" y="3712"/>
                </a:lnTo>
                <a:lnTo>
                  <a:pt x="495609" y="7424"/>
                </a:lnTo>
              </a:path>
            </a:pathLst>
          </a:custGeom>
          <a:ln w="46799">
            <a:solidFill>
              <a:srgbClr val="4E7A2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155077" y="5178287"/>
            <a:ext cx="640715" cy="427355"/>
          </a:xfrm>
          <a:custGeom>
            <a:avLst/>
            <a:gdLst/>
            <a:ahLst/>
            <a:cxnLst/>
            <a:rect l="l" t="t" r="r" b="b"/>
            <a:pathLst>
              <a:path w="640714" h="427354">
                <a:moveTo>
                  <a:pt x="0" y="284000"/>
                </a:moveTo>
                <a:lnTo>
                  <a:pt x="34978" y="315976"/>
                </a:lnTo>
                <a:lnTo>
                  <a:pt x="62690" y="345067"/>
                </a:lnTo>
                <a:lnTo>
                  <a:pt x="91201" y="377638"/>
                </a:lnTo>
                <a:lnTo>
                  <a:pt x="112083" y="402566"/>
                </a:lnTo>
                <a:lnTo>
                  <a:pt x="119145" y="410687"/>
                </a:lnTo>
                <a:lnTo>
                  <a:pt x="125338" y="416720"/>
                </a:lnTo>
                <a:lnTo>
                  <a:pt x="131791" y="421360"/>
                </a:lnTo>
                <a:lnTo>
                  <a:pt x="139477" y="425000"/>
                </a:lnTo>
                <a:lnTo>
                  <a:pt x="148729" y="426813"/>
                </a:lnTo>
                <a:lnTo>
                  <a:pt x="159721" y="425667"/>
                </a:lnTo>
                <a:lnTo>
                  <a:pt x="205111" y="395141"/>
                </a:lnTo>
                <a:lnTo>
                  <a:pt x="248732" y="351752"/>
                </a:lnTo>
                <a:lnTo>
                  <a:pt x="275357" y="324315"/>
                </a:lnTo>
                <a:lnTo>
                  <a:pt x="304419" y="294441"/>
                </a:lnTo>
                <a:lnTo>
                  <a:pt x="334872" y="263524"/>
                </a:lnTo>
                <a:lnTo>
                  <a:pt x="365674" y="232954"/>
                </a:lnTo>
                <a:lnTo>
                  <a:pt x="396084" y="203777"/>
                </a:lnTo>
                <a:lnTo>
                  <a:pt x="426581" y="175644"/>
                </a:lnTo>
                <a:lnTo>
                  <a:pt x="457948" y="147858"/>
                </a:lnTo>
                <a:lnTo>
                  <a:pt x="490968" y="119725"/>
                </a:lnTo>
                <a:lnTo>
                  <a:pt x="526193" y="90707"/>
                </a:lnTo>
                <a:lnTo>
                  <a:pt x="563245" y="60906"/>
                </a:lnTo>
                <a:lnTo>
                  <a:pt x="601514" y="30584"/>
                </a:lnTo>
                <a:lnTo>
                  <a:pt x="640393" y="0"/>
                </a:lnTo>
              </a:path>
            </a:pathLst>
          </a:custGeom>
          <a:ln w="46799">
            <a:solidFill>
              <a:srgbClr val="4E7A27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9" name="object 19"/>
          <p:cNvGrpSpPr/>
          <p:nvPr/>
        </p:nvGrpSpPr>
        <p:grpSpPr>
          <a:xfrm>
            <a:off x="1941741" y="1903496"/>
            <a:ext cx="1074420" cy="592455"/>
            <a:chOff x="1941741" y="1903496"/>
            <a:chExt cx="1074420" cy="592455"/>
          </a:xfrm>
        </p:grpSpPr>
        <p:sp>
          <p:nvSpPr>
            <p:cNvPr id="20" name="object 20"/>
            <p:cNvSpPr/>
            <p:nvPr/>
          </p:nvSpPr>
          <p:spPr>
            <a:xfrm>
              <a:off x="1965141" y="2036643"/>
              <a:ext cx="195580" cy="435609"/>
            </a:xfrm>
            <a:custGeom>
              <a:avLst/>
              <a:gdLst/>
              <a:ahLst/>
              <a:cxnLst/>
              <a:rect l="l" t="t" r="r" b="b"/>
              <a:pathLst>
                <a:path w="195580" h="435610">
                  <a:moveTo>
                    <a:pt x="19664" y="56614"/>
                  </a:moveTo>
                  <a:lnTo>
                    <a:pt x="15531" y="47057"/>
                  </a:lnTo>
                  <a:lnTo>
                    <a:pt x="11659" y="38632"/>
                  </a:lnTo>
                  <a:lnTo>
                    <a:pt x="8309" y="32469"/>
                  </a:lnTo>
                  <a:lnTo>
                    <a:pt x="5742" y="29699"/>
                  </a:lnTo>
                  <a:lnTo>
                    <a:pt x="4147" y="31396"/>
                  </a:lnTo>
                  <a:lnTo>
                    <a:pt x="3422" y="38400"/>
                  </a:lnTo>
                  <a:lnTo>
                    <a:pt x="3393" y="51495"/>
                  </a:lnTo>
                  <a:lnTo>
                    <a:pt x="3886" y="71464"/>
                  </a:lnTo>
                  <a:lnTo>
                    <a:pt x="5974" y="132023"/>
                  </a:lnTo>
                  <a:lnTo>
                    <a:pt x="9455" y="210680"/>
                  </a:lnTo>
                  <a:lnTo>
                    <a:pt x="11673" y="252691"/>
                  </a:lnTo>
                  <a:lnTo>
                    <a:pt x="13979" y="293397"/>
                  </a:lnTo>
                  <a:lnTo>
                    <a:pt x="16111" y="330101"/>
                  </a:lnTo>
                  <a:lnTo>
                    <a:pt x="17808" y="360105"/>
                  </a:lnTo>
                  <a:lnTo>
                    <a:pt x="18881" y="381568"/>
                  </a:lnTo>
                  <a:lnTo>
                    <a:pt x="19432" y="396069"/>
                  </a:lnTo>
                  <a:lnTo>
                    <a:pt x="19635" y="406046"/>
                  </a:lnTo>
                  <a:lnTo>
                    <a:pt x="19664" y="413935"/>
                  </a:lnTo>
                  <a:lnTo>
                    <a:pt x="19664" y="424144"/>
                  </a:lnTo>
                  <a:lnTo>
                    <a:pt x="19664" y="435282"/>
                  </a:lnTo>
                  <a:lnTo>
                    <a:pt x="19635" y="433020"/>
                  </a:lnTo>
                  <a:lnTo>
                    <a:pt x="19432" y="425537"/>
                  </a:lnTo>
                  <a:lnTo>
                    <a:pt x="16096" y="361831"/>
                  </a:lnTo>
                  <a:lnTo>
                    <a:pt x="11282" y="286973"/>
                  </a:lnTo>
                  <a:lnTo>
                    <a:pt x="8527" y="245020"/>
                  </a:lnTo>
                  <a:lnTo>
                    <a:pt x="5786" y="202689"/>
                  </a:lnTo>
                  <a:lnTo>
                    <a:pt x="3306" y="161838"/>
                  </a:lnTo>
                  <a:lnTo>
                    <a:pt x="1348" y="124293"/>
                  </a:lnTo>
                  <a:lnTo>
                    <a:pt x="174" y="91882"/>
                  </a:lnTo>
                  <a:lnTo>
                    <a:pt x="0" y="65953"/>
                  </a:lnTo>
                  <a:lnTo>
                    <a:pt x="870" y="45941"/>
                  </a:lnTo>
                  <a:lnTo>
                    <a:pt x="15255" y="5220"/>
                  </a:lnTo>
                  <a:lnTo>
                    <a:pt x="31729" y="0"/>
                  </a:lnTo>
                  <a:lnTo>
                    <a:pt x="43360" y="174"/>
                  </a:lnTo>
                  <a:lnTo>
                    <a:pt x="91128" y="11137"/>
                  </a:lnTo>
                  <a:lnTo>
                    <a:pt x="130109" y="26915"/>
                  </a:lnTo>
                  <a:lnTo>
                    <a:pt x="163520" y="48261"/>
                  </a:lnTo>
                  <a:lnTo>
                    <a:pt x="183620" y="88851"/>
                  </a:lnTo>
                  <a:lnTo>
                    <a:pt x="167813" y="140376"/>
                  </a:lnTo>
                  <a:lnTo>
                    <a:pt x="140318" y="177268"/>
                  </a:lnTo>
                  <a:lnTo>
                    <a:pt x="103541" y="211376"/>
                  </a:lnTo>
                  <a:lnTo>
                    <a:pt x="68853" y="238523"/>
                  </a:lnTo>
                  <a:lnTo>
                    <a:pt x="103397" y="219410"/>
                  </a:lnTo>
                  <a:lnTo>
                    <a:pt x="144146" y="208940"/>
                  </a:lnTo>
                  <a:lnTo>
                    <a:pt x="182779" y="235971"/>
                  </a:lnTo>
                  <a:lnTo>
                    <a:pt x="195207" y="276604"/>
                  </a:lnTo>
                  <a:lnTo>
                    <a:pt x="192872" y="290729"/>
                  </a:lnTo>
                  <a:lnTo>
                    <a:pt x="166493" y="335699"/>
                  </a:lnTo>
                  <a:lnTo>
                    <a:pt x="136475" y="364963"/>
                  </a:lnTo>
                  <a:lnTo>
                    <a:pt x="103251" y="385643"/>
                  </a:lnTo>
                  <a:lnTo>
                    <a:pt x="71348" y="392864"/>
                  </a:lnTo>
                  <a:lnTo>
                    <a:pt x="56788" y="390733"/>
                  </a:lnTo>
                  <a:lnTo>
                    <a:pt x="43505" y="384642"/>
                  </a:lnTo>
                  <a:lnTo>
                    <a:pt x="31265" y="375419"/>
                  </a:lnTo>
                  <a:lnTo>
                    <a:pt x="19722" y="364108"/>
                  </a:lnTo>
                  <a:lnTo>
                    <a:pt x="8527" y="351752"/>
                  </a:lnTo>
                </a:path>
              </a:pathLst>
            </a:custGeom>
            <a:ln w="4679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246532" y="1926895"/>
              <a:ext cx="746760" cy="453390"/>
            </a:xfrm>
            <a:custGeom>
              <a:avLst/>
              <a:gdLst/>
              <a:ahLst/>
              <a:cxnLst/>
              <a:rect l="l" t="t" r="r" b="b"/>
              <a:pathLst>
                <a:path w="746760" h="453389">
                  <a:moveTo>
                    <a:pt x="0" y="327853"/>
                  </a:moveTo>
                  <a:lnTo>
                    <a:pt x="8933" y="371358"/>
                  </a:lnTo>
                  <a:lnTo>
                    <a:pt x="21346" y="408599"/>
                  </a:lnTo>
                  <a:lnTo>
                    <a:pt x="50190" y="440966"/>
                  </a:lnTo>
                  <a:lnTo>
                    <a:pt x="61255" y="443867"/>
                  </a:lnTo>
                  <a:lnTo>
                    <a:pt x="72320" y="442359"/>
                  </a:lnTo>
                  <a:lnTo>
                    <a:pt x="101163" y="414167"/>
                  </a:lnTo>
                  <a:lnTo>
                    <a:pt x="117086" y="363266"/>
                  </a:lnTo>
                  <a:lnTo>
                    <a:pt x="122162" y="323445"/>
                  </a:lnTo>
                  <a:lnTo>
                    <a:pt x="122510" y="306507"/>
                  </a:lnTo>
                  <a:lnTo>
                    <a:pt x="122510" y="296298"/>
                  </a:lnTo>
                  <a:lnTo>
                    <a:pt x="122510" y="287017"/>
                  </a:lnTo>
                  <a:lnTo>
                    <a:pt x="122553" y="288829"/>
                  </a:lnTo>
                  <a:lnTo>
                    <a:pt x="122858" y="294558"/>
                  </a:lnTo>
                  <a:lnTo>
                    <a:pt x="127861" y="339063"/>
                  </a:lnTo>
                  <a:lnTo>
                    <a:pt x="135083" y="383061"/>
                  </a:lnTo>
                  <a:lnTo>
                    <a:pt x="147685" y="426117"/>
                  </a:lnTo>
                  <a:lnTo>
                    <a:pt x="179124" y="452220"/>
                  </a:lnTo>
                  <a:lnTo>
                    <a:pt x="185607" y="452800"/>
                  </a:lnTo>
                  <a:lnTo>
                    <a:pt x="192698" y="451292"/>
                  </a:lnTo>
                  <a:lnTo>
                    <a:pt x="230750" y="412311"/>
                  </a:lnTo>
                  <a:lnTo>
                    <a:pt x="249660" y="374259"/>
                  </a:lnTo>
                  <a:lnTo>
                    <a:pt x="260566" y="331218"/>
                  </a:lnTo>
                  <a:lnTo>
                    <a:pt x="264510" y="291657"/>
                  </a:lnTo>
                  <a:lnTo>
                    <a:pt x="262654" y="250820"/>
                  </a:lnTo>
                  <a:lnTo>
                    <a:pt x="261755" y="300112"/>
                  </a:lnTo>
                  <a:lnTo>
                    <a:pt x="262509" y="344864"/>
                  </a:lnTo>
                  <a:lnTo>
                    <a:pt x="267758" y="392821"/>
                  </a:lnTo>
                  <a:lnTo>
                    <a:pt x="289990" y="426494"/>
                  </a:lnTo>
                  <a:lnTo>
                    <a:pt x="329478" y="425305"/>
                  </a:lnTo>
                  <a:lnTo>
                    <a:pt x="372026" y="390065"/>
                  </a:lnTo>
                  <a:lnTo>
                    <a:pt x="401087" y="344168"/>
                  </a:lnTo>
                  <a:lnTo>
                    <a:pt x="425392" y="280737"/>
                  </a:lnTo>
                  <a:lnTo>
                    <a:pt x="443475" y="206039"/>
                  </a:lnTo>
                  <a:lnTo>
                    <a:pt x="450015" y="167755"/>
                  </a:lnTo>
                  <a:lnTo>
                    <a:pt x="458484" y="99539"/>
                  </a:lnTo>
                  <a:lnTo>
                    <a:pt x="461153" y="52554"/>
                  </a:lnTo>
                  <a:lnTo>
                    <a:pt x="447695" y="9049"/>
                  </a:lnTo>
                  <a:lnTo>
                    <a:pt x="420548" y="0"/>
                  </a:lnTo>
                  <a:lnTo>
                    <a:pt x="413863" y="522"/>
                  </a:lnTo>
                  <a:lnTo>
                    <a:pt x="386092" y="29931"/>
                  </a:lnTo>
                  <a:lnTo>
                    <a:pt x="379711" y="68447"/>
                  </a:lnTo>
                  <a:lnTo>
                    <a:pt x="379595" y="120885"/>
                  </a:lnTo>
                  <a:lnTo>
                    <a:pt x="388180" y="181096"/>
                  </a:lnTo>
                  <a:lnTo>
                    <a:pt x="403726" y="246180"/>
                  </a:lnTo>
                  <a:lnTo>
                    <a:pt x="423796" y="312540"/>
                  </a:lnTo>
                  <a:lnTo>
                    <a:pt x="447347" y="370546"/>
                  </a:lnTo>
                  <a:lnTo>
                    <a:pt x="472986" y="411151"/>
                  </a:lnTo>
                  <a:lnTo>
                    <a:pt x="506210" y="438559"/>
                  </a:lnTo>
                  <a:lnTo>
                    <a:pt x="539520" y="419837"/>
                  </a:lnTo>
                  <a:lnTo>
                    <a:pt x="566145" y="367762"/>
                  </a:lnTo>
                  <a:lnTo>
                    <a:pt x="581227" y="314512"/>
                  </a:lnTo>
                  <a:lnTo>
                    <a:pt x="592132" y="248036"/>
                  </a:lnTo>
                  <a:lnTo>
                    <a:pt x="597817" y="173904"/>
                  </a:lnTo>
                  <a:lnTo>
                    <a:pt x="598629" y="111604"/>
                  </a:lnTo>
                  <a:lnTo>
                    <a:pt x="593800" y="72189"/>
                  </a:lnTo>
                  <a:lnTo>
                    <a:pt x="593060" y="118101"/>
                  </a:lnTo>
                  <a:lnTo>
                    <a:pt x="598977" y="184809"/>
                  </a:lnTo>
                  <a:lnTo>
                    <a:pt x="602849" y="223688"/>
                  </a:lnTo>
                  <a:lnTo>
                    <a:pt x="606982" y="261958"/>
                  </a:lnTo>
                  <a:lnTo>
                    <a:pt x="615218" y="327505"/>
                  </a:lnTo>
                  <a:lnTo>
                    <a:pt x="622759" y="374259"/>
                  </a:lnTo>
                  <a:lnTo>
                    <a:pt x="637609" y="412311"/>
                  </a:lnTo>
                  <a:lnTo>
                    <a:pt x="680230" y="402653"/>
                  </a:lnTo>
                  <a:lnTo>
                    <a:pt x="717426" y="370546"/>
                  </a:lnTo>
                  <a:lnTo>
                    <a:pt x="740527" y="330609"/>
                  </a:lnTo>
                  <a:lnTo>
                    <a:pt x="746198" y="316716"/>
                  </a:lnTo>
                </a:path>
              </a:pathLst>
            </a:custGeom>
            <a:ln w="4679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57722" y="2080996"/>
              <a:ext cx="224995" cy="7464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68152" y="2042016"/>
              <a:ext cx="63505" cy="69073"/>
            </a:xfrm>
            <a:prstGeom prst="rect">
              <a:avLst/>
            </a:prstGeom>
          </p:spPr>
        </p:pic>
      </p:grpSp>
      <p:sp>
        <p:nvSpPr>
          <p:cNvPr id="24" name="object 24"/>
          <p:cNvSpPr/>
          <p:nvPr/>
        </p:nvSpPr>
        <p:spPr>
          <a:xfrm>
            <a:off x="3236822" y="2113793"/>
            <a:ext cx="190500" cy="216535"/>
          </a:xfrm>
          <a:custGeom>
            <a:avLst/>
            <a:gdLst/>
            <a:ahLst/>
            <a:cxnLst/>
            <a:rect l="l" t="t" r="r" b="b"/>
            <a:pathLst>
              <a:path w="190500" h="216535">
                <a:moveTo>
                  <a:pt x="129006" y="62995"/>
                </a:moveTo>
                <a:lnTo>
                  <a:pt x="101627" y="30975"/>
                </a:lnTo>
                <a:lnTo>
                  <a:pt x="66504" y="1174"/>
                </a:lnTo>
                <a:lnTo>
                  <a:pt x="56846" y="0"/>
                </a:lnTo>
                <a:lnTo>
                  <a:pt x="47536" y="4568"/>
                </a:lnTo>
                <a:lnTo>
                  <a:pt x="18445" y="56498"/>
                </a:lnTo>
                <a:lnTo>
                  <a:pt x="3712" y="108472"/>
                </a:lnTo>
                <a:lnTo>
                  <a:pt x="0" y="155805"/>
                </a:lnTo>
                <a:lnTo>
                  <a:pt x="2407" y="175557"/>
                </a:lnTo>
                <a:lnTo>
                  <a:pt x="7424" y="192002"/>
                </a:lnTo>
                <a:lnTo>
                  <a:pt x="14878" y="204618"/>
                </a:lnTo>
                <a:lnTo>
                  <a:pt x="24594" y="212884"/>
                </a:lnTo>
                <a:lnTo>
                  <a:pt x="36399" y="216277"/>
                </a:lnTo>
                <a:lnTo>
                  <a:pt x="50117" y="214276"/>
                </a:lnTo>
                <a:lnTo>
                  <a:pt x="97494" y="176557"/>
                </a:lnTo>
                <a:lnTo>
                  <a:pt x="125149" y="132472"/>
                </a:lnTo>
                <a:lnTo>
                  <a:pt x="143885" y="85458"/>
                </a:lnTo>
                <a:lnTo>
                  <a:pt x="152789" y="40604"/>
                </a:lnTo>
                <a:lnTo>
                  <a:pt x="129586" y="72392"/>
                </a:lnTo>
                <a:lnTo>
                  <a:pt x="130833" y="118971"/>
                </a:lnTo>
                <a:lnTo>
                  <a:pt x="137359" y="162302"/>
                </a:lnTo>
                <a:lnTo>
                  <a:pt x="166131" y="196642"/>
                </a:lnTo>
                <a:lnTo>
                  <a:pt x="180980" y="195714"/>
                </a:lnTo>
                <a:lnTo>
                  <a:pt x="186549" y="194786"/>
                </a:lnTo>
                <a:lnTo>
                  <a:pt x="188405" y="192930"/>
                </a:lnTo>
                <a:lnTo>
                  <a:pt x="190261" y="191074"/>
                </a:lnTo>
              </a:path>
            </a:pathLst>
          </a:custGeom>
          <a:ln w="46799">
            <a:solidFill>
              <a:srgbClr val="0042A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651961" y="2114286"/>
            <a:ext cx="148590" cy="215900"/>
          </a:xfrm>
          <a:custGeom>
            <a:avLst/>
            <a:gdLst/>
            <a:ahLst/>
            <a:cxnLst/>
            <a:rect l="l" t="t" r="r" b="b"/>
            <a:pathLst>
              <a:path w="148589" h="215900">
                <a:moveTo>
                  <a:pt x="9005" y="29090"/>
                </a:moveTo>
                <a:lnTo>
                  <a:pt x="4959" y="20838"/>
                </a:lnTo>
                <a:lnTo>
                  <a:pt x="1696" y="13196"/>
                </a:lnTo>
                <a:lnTo>
                  <a:pt x="0" y="6772"/>
                </a:lnTo>
                <a:lnTo>
                  <a:pt x="652" y="2175"/>
                </a:lnTo>
                <a:lnTo>
                  <a:pt x="4277" y="0"/>
                </a:lnTo>
                <a:lnTo>
                  <a:pt x="10861" y="783"/>
                </a:lnTo>
                <a:lnTo>
                  <a:pt x="46390" y="25943"/>
                </a:lnTo>
                <a:lnTo>
                  <a:pt x="75800" y="63038"/>
                </a:lnTo>
                <a:lnTo>
                  <a:pt x="96494" y="112707"/>
                </a:lnTo>
                <a:lnTo>
                  <a:pt x="103947" y="164158"/>
                </a:lnTo>
                <a:lnTo>
                  <a:pt x="97755" y="209723"/>
                </a:lnTo>
                <a:lnTo>
                  <a:pt x="89750" y="215639"/>
                </a:lnTo>
                <a:lnTo>
                  <a:pt x="86807" y="213247"/>
                </a:lnTo>
                <a:lnTo>
                  <a:pt x="87227" y="157270"/>
                </a:lnTo>
                <a:lnTo>
                  <a:pt x="96334" y="104919"/>
                </a:lnTo>
                <a:lnTo>
                  <a:pt x="112982" y="59239"/>
                </a:lnTo>
                <a:lnTo>
                  <a:pt x="135779" y="26494"/>
                </a:lnTo>
                <a:lnTo>
                  <a:pt x="148221" y="12384"/>
                </a:lnTo>
              </a:path>
            </a:pathLst>
          </a:custGeom>
          <a:ln w="46799">
            <a:solidFill>
              <a:srgbClr val="0042A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6" name="object 26"/>
          <p:cNvGrpSpPr/>
          <p:nvPr/>
        </p:nvGrpSpPr>
        <p:grpSpPr>
          <a:xfrm>
            <a:off x="3154001" y="1127057"/>
            <a:ext cx="3298190" cy="2004695"/>
            <a:chOff x="3154001" y="1127057"/>
            <a:chExt cx="3298190" cy="2004695"/>
          </a:xfrm>
        </p:grpSpPr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79803" y="2107679"/>
              <a:ext cx="160956" cy="23601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54001" y="1127057"/>
              <a:ext cx="3298123" cy="2004247"/>
            </a:xfrm>
            <a:prstGeom prst="rect">
              <a:avLst/>
            </a:prstGeom>
          </p:spPr>
        </p:pic>
      </p:grpSp>
      <p:grpSp>
        <p:nvGrpSpPr>
          <p:cNvPr id="29" name="object 29"/>
          <p:cNvGrpSpPr/>
          <p:nvPr/>
        </p:nvGrpSpPr>
        <p:grpSpPr>
          <a:xfrm>
            <a:off x="6535616" y="1961026"/>
            <a:ext cx="472440" cy="254000"/>
            <a:chOff x="6535616" y="1961026"/>
            <a:chExt cx="472440" cy="254000"/>
          </a:xfrm>
        </p:grpSpPr>
        <p:sp>
          <p:nvSpPr>
            <p:cNvPr id="30" name="object 30"/>
            <p:cNvSpPr/>
            <p:nvPr/>
          </p:nvSpPr>
          <p:spPr>
            <a:xfrm>
              <a:off x="6559016" y="1984425"/>
              <a:ext cx="346710" cy="207010"/>
            </a:xfrm>
            <a:custGeom>
              <a:avLst/>
              <a:gdLst/>
              <a:ahLst/>
              <a:cxnLst/>
              <a:rect l="l" t="t" r="r" b="b"/>
              <a:pathLst>
                <a:path w="346709" h="207010">
                  <a:moveTo>
                    <a:pt x="15290" y="35292"/>
                  </a:moveTo>
                  <a:lnTo>
                    <a:pt x="13820" y="26469"/>
                  </a:lnTo>
                  <a:lnTo>
                    <a:pt x="12350" y="17646"/>
                  </a:lnTo>
                  <a:lnTo>
                    <a:pt x="10144" y="21322"/>
                  </a:lnTo>
                  <a:lnTo>
                    <a:pt x="2791" y="66173"/>
                  </a:lnTo>
                  <a:lnTo>
                    <a:pt x="310" y="107991"/>
                  </a:lnTo>
                  <a:lnTo>
                    <a:pt x="0" y="129555"/>
                  </a:lnTo>
                  <a:lnTo>
                    <a:pt x="585" y="149257"/>
                  </a:lnTo>
                  <a:lnTo>
                    <a:pt x="8237" y="189272"/>
                  </a:lnTo>
                  <a:lnTo>
                    <a:pt x="30858" y="206975"/>
                  </a:lnTo>
                  <a:lnTo>
                    <a:pt x="41025" y="205873"/>
                  </a:lnTo>
                  <a:lnTo>
                    <a:pt x="83521" y="188088"/>
                  </a:lnTo>
                  <a:lnTo>
                    <a:pt x="119790" y="144662"/>
                  </a:lnTo>
                  <a:lnTo>
                    <a:pt x="133668" y="107348"/>
                  </a:lnTo>
                  <a:lnTo>
                    <a:pt x="141422" y="56373"/>
                  </a:lnTo>
                  <a:lnTo>
                    <a:pt x="143375" y="113046"/>
                  </a:lnTo>
                  <a:lnTo>
                    <a:pt x="154623" y="159092"/>
                  </a:lnTo>
                  <a:lnTo>
                    <a:pt x="186606" y="181609"/>
                  </a:lnTo>
                  <a:lnTo>
                    <a:pt x="216373" y="140699"/>
                  </a:lnTo>
                  <a:lnTo>
                    <a:pt x="232342" y="103453"/>
                  </a:lnTo>
                  <a:lnTo>
                    <a:pt x="246162" y="51927"/>
                  </a:lnTo>
                  <a:lnTo>
                    <a:pt x="249104" y="26469"/>
                  </a:lnTo>
                  <a:lnTo>
                    <a:pt x="250195" y="16336"/>
                  </a:lnTo>
                  <a:lnTo>
                    <a:pt x="251218" y="8271"/>
                  </a:lnTo>
                  <a:lnTo>
                    <a:pt x="252102" y="2688"/>
                  </a:lnTo>
                  <a:lnTo>
                    <a:pt x="252780" y="0"/>
                  </a:lnTo>
                  <a:lnTo>
                    <a:pt x="253274" y="597"/>
                  </a:lnTo>
                  <a:lnTo>
                    <a:pt x="253975" y="4779"/>
                  </a:lnTo>
                  <a:lnTo>
                    <a:pt x="255365" y="12821"/>
                  </a:lnTo>
                  <a:lnTo>
                    <a:pt x="267945" y="60291"/>
                  </a:lnTo>
                  <a:lnTo>
                    <a:pt x="285131" y="99995"/>
                  </a:lnTo>
                  <a:lnTo>
                    <a:pt x="308476" y="133082"/>
                  </a:lnTo>
                  <a:lnTo>
                    <a:pt x="330717" y="157345"/>
                  </a:lnTo>
                  <a:lnTo>
                    <a:pt x="338794" y="166237"/>
                  </a:lnTo>
                  <a:lnTo>
                    <a:pt x="344044" y="173337"/>
                  </a:lnTo>
                  <a:lnTo>
                    <a:pt x="346123" y="179059"/>
                  </a:lnTo>
                  <a:lnTo>
                    <a:pt x="344687" y="183815"/>
                  </a:lnTo>
                  <a:lnTo>
                    <a:pt x="299894" y="197486"/>
                  </a:lnTo>
                  <a:lnTo>
                    <a:pt x="289267" y="197417"/>
                  </a:lnTo>
                  <a:lnTo>
                    <a:pt x="256180" y="177841"/>
                  </a:lnTo>
                  <a:lnTo>
                    <a:pt x="250264" y="168638"/>
                  </a:lnTo>
                  <a:lnTo>
                    <a:pt x="244692" y="158816"/>
                  </a:lnTo>
                </a:path>
              </a:pathLst>
            </a:custGeom>
            <a:ln w="4679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43904" y="1961027"/>
              <a:ext cx="64077" cy="196792"/>
            </a:xfrm>
            <a:prstGeom prst="rect">
              <a:avLst/>
            </a:prstGeom>
          </p:spPr>
        </p:pic>
      </p:grpSp>
      <p:sp>
        <p:nvSpPr>
          <p:cNvPr id="32" name="object 32"/>
          <p:cNvSpPr/>
          <p:nvPr/>
        </p:nvSpPr>
        <p:spPr>
          <a:xfrm>
            <a:off x="6962524" y="1887372"/>
            <a:ext cx="4445" cy="4445"/>
          </a:xfrm>
          <a:custGeom>
            <a:avLst/>
            <a:gdLst/>
            <a:ahLst/>
            <a:cxnLst/>
            <a:rect l="l" t="t" r="r" b="b"/>
            <a:pathLst>
              <a:path w="4445" h="4444">
                <a:moveTo>
                  <a:pt x="0" y="0"/>
                </a:moveTo>
                <a:lnTo>
                  <a:pt x="1470" y="1470"/>
                </a:lnTo>
                <a:lnTo>
                  <a:pt x="2940" y="2941"/>
                </a:lnTo>
                <a:lnTo>
                  <a:pt x="4411" y="4411"/>
                </a:lnTo>
              </a:path>
            </a:pathLst>
          </a:custGeom>
          <a:ln w="46799">
            <a:solidFill>
              <a:srgbClr val="0042A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3" name="object 33"/>
          <p:cNvGrpSpPr/>
          <p:nvPr/>
        </p:nvGrpSpPr>
        <p:grpSpPr>
          <a:xfrm>
            <a:off x="7053825" y="1941909"/>
            <a:ext cx="471805" cy="732790"/>
            <a:chOff x="7053825" y="1941909"/>
            <a:chExt cx="471805" cy="732790"/>
          </a:xfrm>
        </p:grpSpPr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053825" y="1944116"/>
              <a:ext cx="187383" cy="233555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7299515" y="1965309"/>
              <a:ext cx="203200" cy="685800"/>
            </a:xfrm>
            <a:custGeom>
              <a:avLst/>
              <a:gdLst/>
              <a:ahLst/>
              <a:cxnLst/>
              <a:rect l="l" t="t" r="r" b="b"/>
              <a:pathLst>
                <a:path w="203200" h="685800">
                  <a:moveTo>
                    <a:pt x="139458" y="67644"/>
                  </a:moveTo>
                  <a:lnTo>
                    <a:pt x="125488" y="22793"/>
                  </a:lnTo>
                  <a:lnTo>
                    <a:pt x="79166" y="2424"/>
                  </a:lnTo>
                  <a:lnTo>
                    <a:pt x="62255" y="0"/>
                  </a:lnTo>
                  <a:lnTo>
                    <a:pt x="47458" y="402"/>
                  </a:lnTo>
                  <a:lnTo>
                    <a:pt x="15199" y="25734"/>
                  </a:lnTo>
                  <a:lnTo>
                    <a:pt x="2424" y="66357"/>
                  </a:lnTo>
                  <a:lnTo>
                    <a:pt x="0" y="89839"/>
                  </a:lnTo>
                  <a:lnTo>
                    <a:pt x="1229" y="112494"/>
                  </a:lnTo>
                  <a:lnTo>
                    <a:pt x="15291" y="148890"/>
                  </a:lnTo>
                  <a:lnTo>
                    <a:pt x="51537" y="173521"/>
                  </a:lnTo>
                  <a:lnTo>
                    <a:pt x="90931" y="153669"/>
                  </a:lnTo>
                  <a:lnTo>
                    <a:pt x="116297" y="115987"/>
                  </a:lnTo>
                  <a:lnTo>
                    <a:pt x="135046" y="77202"/>
                  </a:lnTo>
                  <a:lnTo>
                    <a:pt x="142399" y="32351"/>
                  </a:lnTo>
                  <a:lnTo>
                    <a:pt x="123041" y="76271"/>
                  </a:lnTo>
                  <a:lnTo>
                    <a:pt x="119709" y="135161"/>
                  </a:lnTo>
                  <a:lnTo>
                    <a:pt x="125189" y="206493"/>
                  </a:lnTo>
                  <a:lnTo>
                    <a:pt x="131370" y="244106"/>
                  </a:lnTo>
                  <a:lnTo>
                    <a:pt x="138654" y="281719"/>
                  </a:lnTo>
                  <a:lnTo>
                    <a:pt x="146075" y="318367"/>
                  </a:lnTo>
                  <a:lnTo>
                    <a:pt x="152876" y="353373"/>
                  </a:lnTo>
                  <a:lnTo>
                    <a:pt x="159126" y="387206"/>
                  </a:lnTo>
                  <a:lnTo>
                    <a:pt x="165100" y="420626"/>
                  </a:lnTo>
                  <a:lnTo>
                    <a:pt x="171074" y="454391"/>
                  </a:lnTo>
                  <a:lnTo>
                    <a:pt x="177220" y="488879"/>
                  </a:lnTo>
                  <a:lnTo>
                    <a:pt x="188961" y="555099"/>
                  </a:lnTo>
                  <a:lnTo>
                    <a:pt x="197727" y="607876"/>
                  </a:lnTo>
                  <a:lnTo>
                    <a:pt x="202690" y="655852"/>
                  </a:lnTo>
                  <a:lnTo>
                    <a:pt x="202104" y="665571"/>
                  </a:lnTo>
                  <a:lnTo>
                    <a:pt x="175761" y="685446"/>
                  </a:lnTo>
                  <a:lnTo>
                    <a:pt x="165088" y="682942"/>
                  </a:lnTo>
                  <a:lnTo>
                    <a:pt x="123741" y="649510"/>
                  </a:lnTo>
                  <a:lnTo>
                    <a:pt x="93136" y="606590"/>
                  </a:lnTo>
                  <a:lnTo>
                    <a:pt x="66391" y="552364"/>
                  </a:lnTo>
                  <a:lnTo>
                    <a:pt x="51226" y="494830"/>
                  </a:lnTo>
                  <a:lnTo>
                    <a:pt x="50365" y="467350"/>
                  </a:lnTo>
                  <a:lnTo>
                    <a:pt x="54259" y="440972"/>
                  </a:lnTo>
                  <a:lnTo>
                    <a:pt x="75490" y="390423"/>
                  </a:lnTo>
                  <a:lnTo>
                    <a:pt x="110782" y="343183"/>
                  </a:lnTo>
                  <a:lnTo>
                    <a:pt x="146075" y="308074"/>
                  </a:lnTo>
                  <a:lnTo>
                    <a:pt x="176784" y="289566"/>
                  </a:lnTo>
                  <a:lnTo>
                    <a:pt x="183574" y="288222"/>
                  </a:lnTo>
                </a:path>
              </a:pathLst>
            </a:custGeom>
            <a:ln w="4679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6" name="object 36"/>
          <p:cNvGrpSpPr/>
          <p:nvPr/>
        </p:nvGrpSpPr>
        <p:grpSpPr>
          <a:xfrm>
            <a:off x="1901117" y="2756578"/>
            <a:ext cx="1224915" cy="530860"/>
            <a:chOff x="1901117" y="2756578"/>
            <a:chExt cx="1224915" cy="530860"/>
          </a:xfrm>
        </p:grpSpPr>
        <p:sp>
          <p:nvSpPr>
            <p:cNvPr id="37" name="object 37"/>
            <p:cNvSpPr/>
            <p:nvPr/>
          </p:nvSpPr>
          <p:spPr>
            <a:xfrm>
              <a:off x="1924517" y="2835858"/>
              <a:ext cx="301625" cy="26670"/>
            </a:xfrm>
            <a:custGeom>
              <a:avLst/>
              <a:gdLst/>
              <a:ahLst/>
              <a:cxnLst/>
              <a:rect l="l" t="t" r="r" b="b"/>
              <a:pathLst>
                <a:path w="301625" h="26669">
                  <a:moveTo>
                    <a:pt x="0" y="26469"/>
                  </a:moveTo>
                  <a:lnTo>
                    <a:pt x="55833" y="19541"/>
                  </a:lnTo>
                  <a:lnTo>
                    <a:pt x="110714" y="14050"/>
                  </a:lnTo>
                  <a:lnTo>
                    <a:pt x="175072" y="8329"/>
                  </a:lnTo>
                  <a:lnTo>
                    <a:pt x="226632" y="3940"/>
                  </a:lnTo>
                  <a:lnTo>
                    <a:pt x="270576" y="735"/>
                  </a:lnTo>
                  <a:lnTo>
                    <a:pt x="299251" y="0"/>
                  </a:lnTo>
                  <a:lnTo>
                    <a:pt x="301457" y="0"/>
                  </a:lnTo>
                  <a:lnTo>
                    <a:pt x="294104" y="0"/>
                  </a:lnTo>
                  <a:lnTo>
                    <a:pt x="288222" y="1470"/>
                  </a:lnTo>
                  <a:lnTo>
                    <a:pt x="282340" y="2941"/>
                  </a:lnTo>
                  <a:lnTo>
                    <a:pt x="277928" y="5882"/>
                  </a:lnTo>
                  <a:lnTo>
                    <a:pt x="273517" y="8823"/>
                  </a:lnTo>
                </a:path>
              </a:pathLst>
            </a:custGeom>
            <a:ln w="4679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2078921" y="2884385"/>
              <a:ext cx="34925" cy="244475"/>
            </a:xfrm>
            <a:custGeom>
              <a:avLst/>
              <a:gdLst/>
              <a:ahLst/>
              <a:cxnLst/>
              <a:rect l="l" t="t" r="r" b="b"/>
              <a:pathLst>
                <a:path w="34925" h="244475">
                  <a:moveTo>
                    <a:pt x="0" y="0"/>
                  </a:moveTo>
                  <a:lnTo>
                    <a:pt x="12867" y="67276"/>
                  </a:lnTo>
                  <a:lnTo>
                    <a:pt x="23528" y="127935"/>
                  </a:lnTo>
                  <a:lnTo>
                    <a:pt x="30329" y="176370"/>
                  </a:lnTo>
                  <a:lnTo>
                    <a:pt x="34614" y="223071"/>
                  </a:lnTo>
                  <a:lnTo>
                    <a:pt x="34649" y="231882"/>
                  </a:lnTo>
                  <a:lnTo>
                    <a:pt x="33718" y="237799"/>
                  </a:lnTo>
                  <a:lnTo>
                    <a:pt x="31616" y="241165"/>
                  </a:lnTo>
                  <a:lnTo>
                    <a:pt x="27939" y="244106"/>
                  </a:lnTo>
                  <a:lnTo>
                    <a:pt x="20587" y="241165"/>
                  </a:lnTo>
                  <a:lnTo>
                    <a:pt x="13234" y="238224"/>
                  </a:lnTo>
                </a:path>
              </a:pathLst>
            </a:custGeom>
            <a:ln w="4679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1986278" y="3127021"/>
              <a:ext cx="229870" cy="22225"/>
            </a:xfrm>
            <a:custGeom>
              <a:avLst/>
              <a:gdLst/>
              <a:ahLst/>
              <a:cxnLst/>
              <a:rect l="l" t="t" r="r" b="b"/>
              <a:pathLst>
                <a:path w="229869" h="22225">
                  <a:moveTo>
                    <a:pt x="0" y="22057"/>
                  </a:moveTo>
                  <a:lnTo>
                    <a:pt x="61394" y="17554"/>
                  </a:lnTo>
                  <a:lnTo>
                    <a:pt x="120582" y="12499"/>
                  </a:lnTo>
                  <a:lnTo>
                    <a:pt x="176095" y="6525"/>
                  </a:lnTo>
                  <a:lnTo>
                    <a:pt x="202886" y="3297"/>
                  </a:lnTo>
                  <a:lnTo>
                    <a:pt x="229401" y="0"/>
                  </a:lnTo>
                </a:path>
              </a:pathLst>
            </a:custGeom>
            <a:ln w="4679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2264208" y="2931304"/>
              <a:ext cx="287020" cy="182880"/>
            </a:xfrm>
            <a:custGeom>
              <a:avLst/>
              <a:gdLst/>
              <a:ahLst/>
              <a:cxnLst/>
              <a:rect l="l" t="t" r="r" b="b"/>
              <a:pathLst>
                <a:path w="287019" h="182880">
                  <a:moveTo>
                    <a:pt x="0" y="45724"/>
                  </a:moveTo>
                  <a:lnTo>
                    <a:pt x="0" y="36900"/>
                  </a:lnTo>
                  <a:lnTo>
                    <a:pt x="0" y="28077"/>
                  </a:lnTo>
                  <a:lnTo>
                    <a:pt x="735" y="27342"/>
                  </a:lnTo>
                  <a:lnTo>
                    <a:pt x="1459" y="28410"/>
                  </a:lnTo>
                  <a:lnTo>
                    <a:pt x="2665" y="33132"/>
                  </a:lnTo>
                  <a:lnTo>
                    <a:pt x="4561" y="42128"/>
                  </a:lnTo>
                  <a:lnTo>
                    <a:pt x="7352" y="56017"/>
                  </a:lnTo>
                  <a:lnTo>
                    <a:pt x="11120" y="74674"/>
                  </a:lnTo>
                  <a:lnTo>
                    <a:pt x="15440" y="94986"/>
                  </a:lnTo>
                  <a:lnTo>
                    <a:pt x="19760" y="113092"/>
                  </a:lnTo>
                  <a:lnTo>
                    <a:pt x="23528" y="125132"/>
                  </a:lnTo>
                  <a:lnTo>
                    <a:pt x="26412" y="128211"/>
                  </a:lnTo>
                  <a:lnTo>
                    <a:pt x="28950" y="123294"/>
                  </a:lnTo>
                  <a:lnTo>
                    <a:pt x="31903" y="112311"/>
                  </a:lnTo>
                  <a:lnTo>
                    <a:pt x="36027" y="97192"/>
                  </a:lnTo>
                  <a:lnTo>
                    <a:pt x="57120" y="46011"/>
                  </a:lnTo>
                  <a:lnTo>
                    <a:pt x="90873" y="23815"/>
                  </a:lnTo>
                  <a:lnTo>
                    <a:pt x="123156" y="51697"/>
                  </a:lnTo>
                  <a:lnTo>
                    <a:pt x="150475" y="100592"/>
                  </a:lnTo>
                  <a:lnTo>
                    <a:pt x="161022" y="149395"/>
                  </a:lnTo>
                  <a:lnTo>
                    <a:pt x="162492" y="181747"/>
                  </a:lnTo>
                  <a:lnTo>
                    <a:pt x="161849" y="181540"/>
                  </a:lnTo>
                  <a:lnTo>
                    <a:pt x="162044" y="136999"/>
                  </a:lnTo>
                  <a:lnTo>
                    <a:pt x="167949" y="92723"/>
                  </a:lnTo>
                  <a:lnTo>
                    <a:pt x="181115" y="51181"/>
                  </a:lnTo>
                  <a:lnTo>
                    <a:pt x="209549" y="11166"/>
                  </a:lnTo>
                  <a:lnTo>
                    <a:pt x="233640" y="0"/>
                  </a:lnTo>
                  <a:lnTo>
                    <a:pt x="239695" y="873"/>
                  </a:lnTo>
                  <a:lnTo>
                    <a:pt x="260581" y="48791"/>
                  </a:lnTo>
                  <a:lnTo>
                    <a:pt x="268806" y="94078"/>
                  </a:lnTo>
                  <a:lnTo>
                    <a:pt x="272781" y="116309"/>
                  </a:lnTo>
                  <a:lnTo>
                    <a:pt x="276515" y="135747"/>
                  </a:lnTo>
                  <a:lnTo>
                    <a:pt x="280042" y="152704"/>
                  </a:lnTo>
                  <a:lnTo>
                    <a:pt x="283431" y="168007"/>
                  </a:lnTo>
                  <a:lnTo>
                    <a:pt x="286751" y="182482"/>
                  </a:lnTo>
                </a:path>
              </a:pathLst>
            </a:custGeom>
            <a:ln w="4679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2626323" y="2936589"/>
              <a:ext cx="156845" cy="327660"/>
            </a:xfrm>
            <a:custGeom>
              <a:avLst/>
              <a:gdLst/>
              <a:ahLst/>
              <a:cxnLst/>
              <a:rect l="l" t="t" r="r" b="b"/>
              <a:pathLst>
                <a:path w="156844" h="327660">
                  <a:moveTo>
                    <a:pt x="4044" y="18381"/>
                  </a:moveTo>
                  <a:lnTo>
                    <a:pt x="2573" y="9558"/>
                  </a:lnTo>
                  <a:lnTo>
                    <a:pt x="1102" y="735"/>
                  </a:lnTo>
                  <a:lnTo>
                    <a:pt x="367" y="0"/>
                  </a:lnTo>
                  <a:lnTo>
                    <a:pt x="0" y="1148"/>
                  </a:lnTo>
                  <a:lnTo>
                    <a:pt x="6663" y="57603"/>
                  </a:lnTo>
                  <a:lnTo>
                    <a:pt x="10845" y="86760"/>
                  </a:lnTo>
                  <a:lnTo>
                    <a:pt x="15302" y="119227"/>
                  </a:lnTo>
                  <a:lnTo>
                    <a:pt x="22954" y="185929"/>
                  </a:lnTo>
                  <a:lnTo>
                    <a:pt x="27962" y="243922"/>
                  </a:lnTo>
                  <a:lnTo>
                    <a:pt x="29778" y="266164"/>
                  </a:lnTo>
                  <a:lnTo>
                    <a:pt x="31294" y="282558"/>
                  </a:lnTo>
                  <a:lnTo>
                    <a:pt x="32535" y="294196"/>
                  </a:lnTo>
                  <a:lnTo>
                    <a:pt x="33500" y="302663"/>
                  </a:lnTo>
                  <a:lnTo>
                    <a:pt x="34189" y="309544"/>
                  </a:lnTo>
                  <a:lnTo>
                    <a:pt x="34924" y="318367"/>
                  </a:lnTo>
                  <a:lnTo>
                    <a:pt x="34924" y="327190"/>
                  </a:lnTo>
                  <a:lnTo>
                    <a:pt x="34189" y="326455"/>
                  </a:lnTo>
                  <a:lnTo>
                    <a:pt x="28307" y="285281"/>
                  </a:lnTo>
                  <a:lnTo>
                    <a:pt x="21782" y="228390"/>
                  </a:lnTo>
                  <a:lnTo>
                    <a:pt x="15808" y="161022"/>
                  </a:lnTo>
                  <a:lnTo>
                    <a:pt x="13510" y="100271"/>
                  </a:lnTo>
                  <a:lnTo>
                    <a:pt x="13843" y="75100"/>
                  </a:lnTo>
                  <a:lnTo>
                    <a:pt x="19852" y="27112"/>
                  </a:lnTo>
                  <a:lnTo>
                    <a:pt x="48159" y="0"/>
                  </a:lnTo>
                  <a:lnTo>
                    <a:pt x="56672" y="206"/>
                  </a:lnTo>
                  <a:lnTo>
                    <a:pt x="103028" y="22919"/>
                  </a:lnTo>
                  <a:lnTo>
                    <a:pt x="138596" y="63967"/>
                  </a:lnTo>
                  <a:lnTo>
                    <a:pt x="155553" y="110289"/>
                  </a:lnTo>
                  <a:lnTo>
                    <a:pt x="156243" y="124259"/>
                  </a:lnTo>
                  <a:lnTo>
                    <a:pt x="154496" y="136701"/>
                  </a:lnTo>
                  <a:lnTo>
                    <a:pt x="128199" y="173969"/>
                  </a:lnTo>
                  <a:lnTo>
                    <a:pt x="82912" y="190076"/>
                  </a:lnTo>
                  <a:lnTo>
                    <a:pt x="40405" y="173923"/>
                  </a:lnTo>
                  <a:lnTo>
                    <a:pt x="21690" y="146316"/>
                  </a:lnTo>
                </a:path>
              </a:pathLst>
            </a:custGeom>
            <a:ln w="4679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2855736" y="2779977"/>
              <a:ext cx="37465" cy="335280"/>
            </a:xfrm>
            <a:custGeom>
              <a:avLst/>
              <a:gdLst/>
              <a:ahLst/>
              <a:cxnLst/>
              <a:rect l="l" t="t" r="r" b="b"/>
              <a:pathLst>
                <a:path w="37464" h="335280">
                  <a:moveTo>
                    <a:pt x="4032" y="20587"/>
                  </a:moveTo>
                  <a:lnTo>
                    <a:pt x="2561" y="10293"/>
                  </a:lnTo>
                  <a:lnTo>
                    <a:pt x="1091" y="0"/>
                  </a:lnTo>
                  <a:lnTo>
                    <a:pt x="356" y="735"/>
                  </a:lnTo>
                  <a:lnTo>
                    <a:pt x="0" y="3435"/>
                  </a:lnTo>
                  <a:lnTo>
                    <a:pt x="264" y="10753"/>
                  </a:lnTo>
                  <a:lnTo>
                    <a:pt x="1493" y="23172"/>
                  </a:lnTo>
                  <a:lnTo>
                    <a:pt x="4032" y="41174"/>
                  </a:lnTo>
                  <a:lnTo>
                    <a:pt x="8064" y="64978"/>
                  </a:lnTo>
                  <a:lnTo>
                    <a:pt x="13131" y="93745"/>
                  </a:lnTo>
                  <a:lnTo>
                    <a:pt x="18611" y="126372"/>
                  </a:lnTo>
                  <a:lnTo>
                    <a:pt x="28422" y="198566"/>
                  </a:lnTo>
                  <a:lnTo>
                    <a:pt x="34740" y="267221"/>
                  </a:lnTo>
                  <a:lnTo>
                    <a:pt x="36992" y="313347"/>
                  </a:lnTo>
                  <a:lnTo>
                    <a:pt x="36843" y="325628"/>
                  </a:lnTo>
                  <a:lnTo>
                    <a:pt x="36280" y="332257"/>
                  </a:lnTo>
                  <a:lnTo>
                    <a:pt x="35648" y="334543"/>
                  </a:lnTo>
                  <a:lnTo>
                    <a:pt x="34913" y="335278"/>
                  </a:lnTo>
                  <a:lnTo>
                    <a:pt x="34913" y="327926"/>
                  </a:lnTo>
                  <a:lnTo>
                    <a:pt x="34913" y="320573"/>
                  </a:lnTo>
                  <a:lnTo>
                    <a:pt x="34913" y="313221"/>
                  </a:lnTo>
                  <a:lnTo>
                    <a:pt x="34913" y="305868"/>
                  </a:lnTo>
                  <a:lnTo>
                    <a:pt x="34913" y="298515"/>
                  </a:lnTo>
                </a:path>
              </a:pathLst>
            </a:custGeom>
            <a:ln w="4679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946370" y="2902873"/>
              <a:ext cx="179433" cy="240931"/>
            </a:xfrm>
            <a:prstGeom prst="rect">
              <a:avLst/>
            </a:prstGeom>
          </p:spPr>
        </p:pic>
      </p:grpSp>
      <p:grpSp>
        <p:nvGrpSpPr>
          <p:cNvPr id="44" name="object 44"/>
          <p:cNvGrpSpPr/>
          <p:nvPr/>
        </p:nvGrpSpPr>
        <p:grpSpPr>
          <a:xfrm>
            <a:off x="6427383" y="1713979"/>
            <a:ext cx="3616325" cy="1989455"/>
            <a:chOff x="6427383" y="1713979"/>
            <a:chExt cx="3616325" cy="1989455"/>
          </a:xfrm>
        </p:grpSpPr>
        <p:pic>
          <p:nvPicPr>
            <p:cNvPr id="45" name="object 4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427383" y="1713979"/>
              <a:ext cx="3615754" cy="1989358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7769840" y="2670103"/>
              <a:ext cx="272415" cy="245745"/>
            </a:xfrm>
            <a:custGeom>
              <a:avLst/>
              <a:gdLst/>
              <a:ahLst/>
              <a:cxnLst/>
              <a:rect l="l" t="t" r="r" b="b"/>
              <a:pathLst>
                <a:path w="272415" h="245744">
                  <a:moveTo>
                    <a:pt x="0" y="245163"/>
                  </a:moveTo>
                  <a:lnTo>
                    <a:pt x="35074" y="212180"/>
                  </a:lnTo>
                  <a:lnTo>
                    <a:pt x="68838" y="179817"/>
                  </a:lnTo>
                  <a:lnTo>
                    <a:pt x="99984" y="148695"/>
                  </a:lnTo>
                  <a:lnTo>
                    <a:pt x="127200" y="119433"/>
                  </a:lnTo>
                  <a:lnTo>
                    <a:pt x="166996" y="68700"/>
                  </a:lnTo>
                  <a:lnTo>
                    <a:pt x="189697" y="31202"/>
                  </a:lnTo>
                  <a:lnTo>
                    <a:pt x="196935" y="0"/>
                  </a:lnTo>
                  <a:lnTo>
                    <a:pt x="193373" y="2711"/>
                  </a:lnTo>
                  <a:lnTo>
                    <a:pt x="170580" y="51973"/>
                  </a:lnTo>
                  <a:lnTo>
                    <a:pt x="162492" y="90023"/>
                  </a:lnTo>
                  <a:lnTo>
                    <a:pt x="172108" y="136861"/>
                  </a:lnTo>
                  <a:lnTo>
                    <a:pt x="211847" y="171453"/>
                  </a:lnTo>
                  <a:lnTo>
                    <a:pt x="241900" y="187813"/>
                  </a:lnTo>
                  <a:lnTo>
                    <a:pt x="252872" y="193695"/>
                  </a:lnTo>
                  <a:lnTo>
                    <a:pt x="260742" y="198474"/>
                  </a:lnTo>
                  <a:lnTo>
                    <a:pt x="265992" y="202702"/>
                  </a:lnTo>
                  <a:lnTo>
                    <a:pt x="269105" y="206929"/>
                  </a:lnTo>
                  <a:lnTo>
                    <a:pt x="272046" y="212812"/>
                  </a:lnTo>
                  <a:lnTo>
                    <a:pt x="270576" y="220164"/>
                  </a:lnTo>
                  <a:lnTo>
                    <a:pt x="233065" y="241188"/>
                  </a:lnTo>
                  <a:lnTo>
                    <a:pt x="210893" y="242796"/>
                  </a:lnTo>
                  <a:lnTo>
                    <a:pt x="199255" y="242222"/>
                  </a:lnTo>
                  <a:lnTo>
                    <a:pt x="161756" y="229723"/>
                  </a:lnTo>
                  <a:lnTo>
                    <a:pt x="154404" y="223105"/>
                  </a:lnTo>
                  <a:lnTo>
                    <a:pt x="154404" y="214282"/>
                  </a:lnTo>
                  <a:lnTo>
                    <a:pt x="154404" y="205459"/>
                  </a:lnTo>
                </a:path>
              </a:pathLst>
            </a:custGeom>
            <a:ln w="4679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111245" y="2698022"/>
              <a:ext cx="176090" cy="241769"/>
            </a:xfrm>
            <a:prstGeom prst="rect">
              <a:avLst/>
            </a:prstGeom>
          </p:spPr>
        </p:pic>
      </p:grpSp>
      <p:grpSp>
        <p:nvGrpSpPr>
          <p:cNvPr id="48" name="object 48"/>
          <p:cNvGrpSpPr/>
          <p:nvPr/>
        </p:nvGrpSpPr>
        <p:grpSpPr>
          <a:xfrm>
            <a:off x="1923451" y="3388316"/>
            <a:ext cx="1103630" cy="465455"/>
            <a:chOff x="1923451" y="3388316"/>
            <a:chExt cx="1103630" cy="465455"/>
          </a:xfrm>
        </p:grpSpPr>
        <p:sp>
          <p:nvSpPr>
            <p:cNvPr id="49" name="object 49"/>
            <p:cNvSpPr/>
            <p:nvPr/>
          </p:nvSpPr>
          <p:spPr>
            <a:xfrm>
              <a:off x="1946850" y="3411716"/>
              <a:ext cx="257175" cy="418465"/>
            </a:xfrm>
            <a:custGeom>
              <a:avLst/>
              <a:gdLst/>
              <a:ahLst/>
              <a:cxnLst/>
              <a:rect l="l" t="t" r="r" b="b"/>
              <a:pathLst>
                <a:path w="257175" h="418464">
                  <a:moveTo>
                    <a:pt x="12959" y="112345"/>
                  </a:moveTo>
                  <a:lnTo>
                    <a:pt x="11844" y="102603"/>
                  </a:lnTo>
                  <a:lnTo>
                    <a:pt x="10661" y="93964"/>
                  </a:lnTo>
                  <a:lnTo>
                    <a:pt x="9340" y="87530"/>
                  </a:lnTo>
                  <a:lnTo>
                    <a:pt x="7812" y="84405"/>
                  </a:lnTo>
                  <a:lnTo>
                    <a:pt x="6054" y="85588"/>
                  </a:lnTo>
                  <a:lnTo>
                    <a:pt x="356" y="143766"/>
                  </a:lnTo>
                  <a:lnTo>
                    <a:pt x="0" y="171993"/>
                  </a:lnTo>
                  <a:lnTo>
                    <a:pt x="57" y="203667"/>
                  </a:lnTo>
                  <a:lnTo>
                    <a:pt x="1137" y="271472"/>
                  </a:lnTo>
                  <a:lnTo>
                    <a:pt x="3044" y="333394"/>
                  </a:lnTo>
                  <a:lnTo>
                    <a:pt x="5227" y="374178"/>
                  </a:lnTo>
                  <a:lnTo>
                    <a:pt x="7812" y="399097"/>
                  </a:lnTo>
                  <a:lnTo>
                    <a:pt x="8547" y="406449"/>
                  </a:lnTo>
                  <a:lnTo>
                    <a:pt x="8547" y="413802"/>
                  </a:lnTo>
                  <a:lnTo>
                    <a:pt x="9282" y="413802"/>
                  </a:lnTo>
                  <a:lnTo>
                    <a:pt x="14061" y="353993"/>
                  </a:lnTo>
                  <a:lnTo>
                    <a:pt x="16267" y="288968"/>
                  </a:lnTo>
                  <a:lnTo>
                    <a:pt x="18484" y="214535"/>
                  </a:lnTo>
                  <a:lnTo>
                    <a:pt x="19668" y="178059"/>
                  </a:lnTo>
                  <a:lnTo>
                    <a:pt x="22517" y="114551"/>
                  </a:lnTo>
                  <a:lnTo>
                    <a:pt x="26377" y="70803"/>
                  </a:lnTo>
                  <a:lnTo>
                    <a:pt x="34235" y="31845"/>
                  </a:lnTo>
                  <a:lnTo>
                    <a:pt x="59877" y="0"/>
                  </a:lnTo>
                  <a:lnTo>
                    <a:pt x="68103" y="1321"/>
                  </a:lnTo>
                  <a:lnTo>
                    <a:pt x="108324" y="24792"/>
                  </a:lnTo>
                  <a:lnTo>
                    <a:pt x="149947" y="59981"/>
                  </a:lnTo>
                  <a:lnTo>
                    <a:pt x="196728" y="108738"/>
                  </a:lnTo>
                  <a:lnTo>
                    <a:pt x="233904" y="163618"/>
                  </a:lnTo>
                  <a:lnTo>
                    <a:pt x="253757" y="218280"/>
                  </a:lnTo>
                  <a:lnTo>
                    <a:pt x="257065" y="243957"/>
                  </a:lnTo>
                  <a:lnTo>
                    <a:pt x="255974" y="267876"/>
                  </a:lnTo>
                  <a:lnTo>
                    <a:pt x="240832" y="311578"/>
                  </a:lnTo>
                  <a:lnTo>
                    <a:pt x="209170" y="352281"/>
                  </a:lnTo>
                  <a:lnTo>
                    <a:pt x="168707" y="387505"/>
                  </a:lnTo>
                  <a:lnTo>
                    <a:pt x="133622" y="409528"/>
                  </a:lnTo>
                  <a:lnTo>
                    <a:pt x="98984" y="418214"/>
                  </a:lnTo>
                  <a:lnTo>
                    <a:pt x="90046" y="417674"/>
                  </a:lnTo>
                  <a:lnTo>
                    <a:pt x="57074" y="390274"/>
                  </a:lnTo>
                </a:path>
              </a:pathLst>
            </a:custGeom>
            <a:ln w="4679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271688" y="3612491"/>
              <a:ext cx="183557" cy="221320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1959809" y="3806403"/>
              <a:ext cx="44450" cy="4445"/>
            </a:xfrm>
            <a:custGeom>
              <a:avLst/>
              <a:gdLst/>
              <a:ahLst/>
              <a:cxnLst/>
              <a:rect l="l" t="t" r="r" b="b"/>
              <a:pathLst>
                <a:path w="44450" h="4445">
                  <a:moveTo>
                    <a:pt x="44115" y="4411"/>
                  </a:moveTo>
                  <a:lnTo>
                    <a:pt x="33086" y="3308"/>
                  </a:lnTo>
                  <a:lnTo>
                    <a:pt x="22057" y="2205"/>
                  </a:lnTo>
                  <a:lnTo>
                    <a:pt x="11028" y="1102"/>
                  </a:lnTo>
                  <a:lnTo>
                    <a:pt x="0" y="0"/>
                  </a:lnTo>
                </a:path>
              </a:pathLst>
            </a:custGeom>
            <a:ln w="4679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2484785" y="3599059"/>
              <a:ext cx="518795" cy="201930"/>
            </a:xfrm>
            <a:custGeom>
              <a:avLst/>
              <a:gdLst/>
              <a:ahLst/>
              <a:cxnLst/>
              <a:rect l="l" t="t" r="r" b="b"/>
              <a:pathLst>
                <a:path w="518794" h="201929">
                  <a:moveTo>
                    <a:pt x="0" y="30881"/>
                  </a:moveTo>
                  <a:lnTo>
                    <a:pt x="0" y="23528"/>
                  </a:lnTo>
                  <a:lnTo>
                    <a:pt x="0" y="16175"/>
                  </a:lnTo>
                  <a:lnTo>
                    <a:pt x="1470" y="16911"/>
                  </a:lnTo>
                  <a:lnTo>
                    <a:pt x="15233" y="75559"/>
                  </a:lnTo>
                  <a:lnTo>
                    <a:pt x="24470" y="127694"/>
                  </a:lnTo>
                  <a:lnTo>
                    <a:pt x="28675" y="150728"/>
                  </a:lnTo>
                  <a:lnTo>
                    <a:pt x="32133" y="168064"/>
                  </a:lnTo>
                  <a:lnTo>
                    <a:pt x="34833" y="179679"/>
                  </a:lnTo>
                  <a:lnTo>
                    <a:pt x="36843" y="186193"/>
                  </a:lnTo>
                  <a:lnTo>
                    <a:pt x="38233" y="188226"/>
                  </a:lnTo>
                  <a:lnTo>
                    <a:pt x="39106" y="186227"/>
                  </a:lnTo>
                  <a:lnTo>
                    <a:pt x="39704" y="179955"/>
                  </a:lnTo>
                  <a:lnTo>
                    <a:pt x="40301" y="168995"/>
                  </a:lnTo>
                  <a:lnTo>
                    <a:pt x="41174" y="152934"/>
                  </a:lnTo>
                  <a:lnTo>
                    <a:pt x="42587" y="131887"/>
                  </a:lnTo>
                  <a:lnTo>
                    <a:pt x="47895" y="84279"/>
                  </a:lnTo>
                  <a:lnTo>
                    <a:pt x="57786" y="47079"/>
                  </a:lnTo>
                  <a:lnTo>
                    <a:pt x="85772" y="18542"/>
                  </a:lnTo>
                  <a:lnTo>
                    <a:pt x="129865" y="39520"/>
                  </a:lnTo>
                  <a:lnTo>
                    <a:pt x="155209" y="87886"/>
                  </a:lnTo>
                  <a:lnTo>
                    <a:pt x="163618" y="127636"/>
                  </a:lnTo>
                  <a:lnTo>
                    <a:pt x="169477" y="171775"/>
                  </a:lnTo>
                  <a:lnTo>
                    <a:pt x="170580" y="183079"/>
                  </a:lnTo>
                  <a:lnTo>
                    <a:pt x="170385" y="182620"/>
                  </a:lnTo>
                  <a:lnTo>
                    <a:pt x="173625" y="134357"/>
                  </a:lnTo>
                  <a:lnTo>
                    <a:pt x="181552" y="89667"/>
                  </a:lnTo>
                  <a:lnTo>
                    <a:pt x="192535" y="52444"/>
                  </a:lnTo>
                  <a:lnTo>
                    <a:pt x="219751" y="14866"/>
                  </a:lnTo>
                  <a:lnTo>
                    <a:pt x="240430" y="5146"/>
                  </a:lnTo>
                  <a:lnTo>
                    <a:pt x="246128" y="5709"/>
                  </a:lnTo>
                  <a:lnTo>
                    <a:pt x="266061" y="44667"/>
                  </a:lnTo>
                  <a:lnTo>
                    <a:pt x="275596" y="85841"/>
                  </a:lnTo>
                  <a:lnTo>
                    <a:pt x="284362" y="137401"/>
                  </a:lnTo>
                  <a:lnTo>
                    <a:pt x="286223" y="149407"/>
                  </a:lnTo>
                  <a:lnTo>
                    <a:pt x="301457" y="186020"/>
                  </a:lnTo>
                  <a:lnTo>
                    <a:pt x="344377" y="172142"/>
                  </a:lnTo>
                  <a:lnTo>
                    <a:pt x="374282" y="126292"/>
                  </a:lnTo>
                  <a:lnTo>
                    <a:pt x="390434" y="86427"/>
                  </a:lnTo>
                  <a:lnTo>
                    <a:pt x="402922" y="45586"/>
                  </a:lnTo>
                  <a:lnTo>
                    <a:pt x="392445" y="91884"/>
                  </a:lnTo>
                  <a:lnTo>
                    <a:pt x="401199" y="132358"/>
                  </a:lnTo>
                  <a:lnTo>
                    <a:pt x="424980" y="179403"/>
                  </a:lnTo>
                  <a:lnTo>
                    <a:pt x="455528" y="201886"/>
                  </a:lnTo>
                  <a:lnTo>
                    <a:pt x="461284" y="201737"/>
                  </a:lnTo>
                  <a:lnTo>
                    <a:pt x="497300" y="165697"/>
                  </a:lnTo>
                  <a:lnTo>
                    <a:pt x="510397" y="129578"/>
                  </a:lnTo>
                  <a:lnTo>
                    <a:pt x="517727" y="86910"/>
                  </a:lnTo>
                  <a:lnTo>
                    <a:pt x="518358" y="67643"/>
                  </a:lnTo>
                  <a:lnTo>
                    <a:pt x="516555" y="51824"/>
                  </a:lnTo>
                  <a:lnTo>
                    <a:pt x="483387" y="14831"/>
                  </a:lnTo>
                  <a:lnTo>
                    <a:pt x="444097" y="2941"/>
                  </a:lnTo>
                  <a:lnTo>
                    <a:pt x="414687" y="0"/>
                  </a:lnTo>
                  <a:lnTo>
                    <a:pt x="407334" y="0"/>
                  </a:lnTo>
                  <a:lnTo>
                    <a:pt x="399981" y="0"/>
                  </a:lnTo>
                  <a:lnTo>
                    <a:pt x="398511" y="4411"/>
                  </a:lnTo>
                  <a:lnTo>
                    <a:pt x="397040" y="8823"/>
                  </a:lnTo>
                  <a:lnTo>
                    <a:pt x="401452" y="17646"/>
                  </a:lnTo>
                  <a:lnTo>
                    <a:pt x="405864" y="26469"/>
                  </a:lnTo>
                </a:path>
              </a:pathLst>
            </a:custGeom>
            <a:ln w="4679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3" name="object 53"/>
          <p:cNvGrpSpPr/>
          <p:nvPr/>
        </p:nvGrpSpPr>
        <p:grpSpPr>
          <a:xfrm>
            <a:off x="3074593" y="3386696"/>
            <a:ext cx="532130" cy="447675"/>
            <a:chOff x="3074593" y="3386696"/>
            <a:chExt cx="532130" cy="447675"/>
          </a:xfrm>
        </p:grpSpPr>
        <p:sp>
          <p:nvSpPr>
            <p:cNvPr id="54" name="object 54"/>
            <p:cNvSpPr/>
            <p:nvPr/>
          </p:nvSpPr>
          <p:spPr>
            <a:xfrm>
              <a:off x="3097993" y="3582883"/>
              <a:ext cx="365125" cy="227965"/>
            </a:xfrm>
            <a:custGeom>
              <a:avLst/>
              <a:gdLst/>
              <a:ahLst/>
              <a:cxnLst/>
              <a:rect l="l" t="t" r="r" b="b"/>
              <a:pathLst>
                <a:path w="365125" h="227964">
                  <a:moveTo>
                    <a:pt x="0" y="33822"/>
                  </a:moveTo>
                  <a:lnTo>
                    <a:pt x="4319" y="75823"/>
                  </a:lnTo>
                  <a:lnTo>
                    <a:pt x="8087" y="118377"/>
                  </a:lnTo>
                  <a:lnTo>
                    <a:pt x="10845" y="160562"/>
                  </a:lnTo>
                  <a:lnTo>
                    <a:pt x="12936" y="208009"/>
                  </a:lnTo>
                  <a:lnTo>
                    <a:pt x="13234" y="216718"/>
                  </a:lnTo>
                  <a:lnTo>
                    <a:pt x="13533" y="221842"/>
                  </a:lnTo>
                  <a:lnTo>
                    <a:pt x="13970" y="223519"/>
                  </a:lnTo>
                  <a:lnTo>
                    <a:pt x="14762" y="221704"/>
                  </a:lnTo>
                  <a:lnTo>
                    <a:pt x="16451" y="215615"/>
                  </a:lnTo>
                  <a:lnTo>
                    <a:pt x="19656" y="204287"/>
                  </a:lnTo>
                  <a:lnTo>
                    <a:pt x="32811" y="162768"/>
                  </a:lnTo>
                  <a:lnTo>
                    <a:pt x="52295" y="106520"/>
                  </a:lnTo>
                  <a:lnTo>
                    <a:pt x="69803" y="60567"/>
                  </a:lnTo>
                  <a:lnTo>
                    <a:pt x="86760" y="24998"/>
                  </a:lnTo>
                  <a:lnTo>
                    <a:pt x="116171" y="0"/>
                  </a:lnTo>
                  <a:lnTo>
                    <a:pt x="122788" y="1470"/>
                  </a:lnTo>
                  <a:lnTo>
                    <a:pt x="145547" y="40508"/>
                  </a:lnTo>
                  <a:lnTo>
                    <a:pt x="153474" y="81453"/>
                  </a:lnTo>
                  <a:lnTo>
                    <a:pt x="158988" y="127384"/>
                  </a:lnTo>
                  <a:lnTo>
                    <a:pt x="162090" y="168926"/>
                  </a:lnTo>
                  <a:lnTo>
                    <a:pt x="163228" y="185285"/>
                  </a:lnTo>
                  <a:lnTo>
                    <a:pt x="173521" y="223519"/>
                  </a:lnTo>
                  <a:lnTo>
                    <a:pt x="179403" y="227930"/>
                  </a:lnTo>
                  <a:lnTo>
                    <a:pt x="186756" y="227195"/>
                  </a:lnTo>
                  <a:lnTo>
                    <a:pt x="215431" y="200726"/>
                  </a:lnTo>
                  <a:lnTo>
                    <a:pt x="235743" y="162860"/>
                  </a:lnTo>
                  <a:lnTo>
                    <a:pt x="254400" y="118376"/>
                  </a:lnTo>
                  <a:lnTo>
                    <a:pt x="265980" y="79224"/>
                  </a:lnTo>
                  <a:lnTo>
                    <a:pt x="273965" y="35097"/>
                  </a:lnTo>
                  <a:lnTo>
                    <a:pt x="275723" y="16175"/>
                  </a:lnTo>
                  <a:lnTo>
                    <a:pt x="274861" y="18542"/>
                  </a:lnTo>
                  <a:lnTo>
                    <a:pt x="275516" y="63864"/>
                  </a:lnTo>
                  <a:lnTo>
                    <a:pt x="295574" y="116906"/>
                  </a:lnTo>
                  <a:lnTo>
                    <a:pt x="321952" y="151739"/>
                  </a:lnTo>
                  <a:lnTo>
                    <a:pt x="347778" y="179403"/>
                  </a:lnTo>
                  <a:lnTo>
                    <a:pt x="356521" y="188881"/>
                  </a:lnTo>
                  <a:lnTo>
                    <a:pt x="362024" y="195671"/>
                  </a:lnTo>
                  <a:lnTo>
                    <a:pt x="364632" y="200393"/>
                  </a:lnTo>
                  <a:lnTo>
                    <a:pt x="364689" y="203667"/>
                  </a:lnTo>
                  <a:lnTo>
                    <a:pt x="363218" y="207343"/>
                  </a:lnTo>
                  <a:lnTo>
                    <a:pt x="321584" y="212030"/>
                  </a:lnTo>
                  <a:lnTo>
                    <a:pt x="309349" y="212042"/>
                  </a:lnTo>
                  <a:lnTo>
                    <a:pt x="297045" y="211019"/>
                  </a:lnTo>
                  <a:lnTo>
                    <a:pt x="285166" y="208733"/>
                  </a:lnTo>
                  <a:lnTo>
                    <a:pt x="273700" y="205413"/>
                  </a:lnTo>
                  <a:lnTo>
                    <a:pt x="262511" y="201404"/>
                  </a:lnTo>
                  <a:lnTo>
                    <a:pt x="251459" y="197050"/>
                  </a:lnTo>
                </a:path>
              </a:pathLst>
            </a:custGeom>
            <a:ln w="4679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3536771" y="3410096"/>
              <a:ext cx="38100" cy="362585"/>
            </a:xfrm>
            <a:custGeom>
              <a:avLst/>
              <a:gdLst/>
              <a:ahLst/>
              <a:cxnLst/>
              <a:rect l="l" t="t" r="r" b="b"/>
              <a:pathLst>
                <a:path w="38100" h="362585">
                  <a:moveTo>
                    <a:pt x="6789" y="25734"/>
                  </a:moveTo>
                  <a:lnTo>
                    <a:pt x="5686" y="17060"/>
                  </a:lnTo>
                  <a:lnTo>
                    <a:pt x="4583" y="9282"/>
                  </a:lnTo>
                  <a:lnTo>
                    <a:pt x="3480" y="3297"/>
                  </a:lnTo>
                  <a:lnTo>
                    <a:pt x="2378" y="0"/>
                  </a:lnTo>
                  <a:lnTo>
                    <a:pt x="1309" y="321"/>
                  </a:lnTo>
                  <a:lnTo>
                    <a:pt x="448" y="5330"/>
                  </a:lnTo>
                  <a:lnTo>
                    <a:pt x="0" y="16129"/>
                  </a:lnTo>
                  <a:lnTo>
                    <a:pt x="172" y="33822"/>
                  </a:lnTo>
                  <a:lnTo>
                    <a:pt x="2837" y="89977"/>
                  </a:lnTo>
                  <a:lnTo>
                    <a:pt x="8260" y="161022"/>
                  </a:lnTo>
                  <a:lnTo>
                    <a:pt x="15520" y="230596"/>
                  </a:lnTo>
                  <a:lnTo>
                    <a:pt x="22230" y="285281"/>
                  </a:lnTo>
                  <a:lnTo>
                    <a:pt x="27710" y="326846"/>
                  </a:lnTo>
                  <a:lnTo>
                    <a:pt x="28847" y="335278"/>
                  </a:lnTo>
                  <a:lnTo>
                    <a:pt x="30318" y="346307"/>
                  </a:lnTo>
                  <a:lnTo>
                    <a:pt x="31788" y="358072"/>
                  </a:lnTo>
                  <a:lnTo>
                    <a:pt x="33259" y="360277"/>
                  </a:lnTo>
                  <a:lnTo>
                    <a:pt x="34729" y="362483"/>
                  </a:lnTo>
                  <a:lnTo>
                    <a:pt x="36200" y="355131"/>
                  </a:lnTo>
                  <a:lnTo>
                    <a:pt x="36935" y="347778"/>
                  </a:lnTo>
                  <a:lnTo>
                    <a:pt x="37670" y="340425"/>
                  </a:lnTo>
                  <a:lnTo>
                    <a:pt x="37670" y="333073"/>
                  </a:lnTo>
                  <a:lnTo>
                    <a:pt x="37670" y="325720"/>
                  </a:lnTo>
                </a:path>
              </a:pathLst>
            </a:custGeom>
            <a:ln w="4679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440754" y="3572717"/>
              <a:ext cx="165911" cy="67386"/>
            </a:xfrm>
            <a:prstGeom prst="rect">
              <a:avLst/>
            </a:prstGeom>
          </p:spPr>
        </p:pic>
      </p:grpSp>
      <p:grpSp>
        <p:nvGrpSpPr>
          <p:cNvPr id="57" name="object 57"/>
          <p:cNvGrpSpPr/>
          <p:nvPr/>
        </p:nvGrpSpPr>
        <p:grpSpPr>
          <a:xfrm>
            <a:off x="3659677" y="3287437"/>
            <a:ext cx="1054735" cy="488315"/>
            <a:chOff x="3659677" y="3287437"/>
            <a:chExt cx="1054735" cy="488315"/>
          </a:xfrm>
        </p:grpSpPr>
        <p:sp>
          <p:nvSpPr>
            <p:cNvPr id="58" name="object 58"/>
            <p:cNvSpPr/>
            <p:nvPr/>
          </p:nvSpPr>
          <p:spPr>
            <a:xfrm>
              <a:off x="3683076" y="3544650"/>
              <a:ext cx="130175" cy="207645"/>
            </a:xfrm>
            <a:custGeom>
              <a:avLst/>
              <a:gdLst/>
              <a:ahLst/>
              <a:cxnLst/>
              <a:rect l="l" t="t" r="r" b="b"/>
              <a:pathLst>
                <a:path w="130175" h="207645">
                  <a:moveTo>
                    <a:pt x="1654" y="41174"/>
                  </a:moveTo>
                  <a:lnTo>
                    <a:pt x="620" y="32420"/>
                  </a:lnTo>
                  <a:lnTo>
                    <a:pt x="0" y="24079"/>
                  </a:lnTo>
                  <a:lnTo>
                    <a:pt x="206" y="16566"/>
                  </a:lnTo>
                  <a:lnTo>
                    <a:pt x="1654" y="10293"/>
                  </a:lnTo>
                  <a:lnTo>
                    <a:pt x="4595" y="2941"/>
                  </a:lnTo>
                  <a:lnTo>
                    <a:pt x="11947" y="0"/>
                  </a:lnTo>
                  <a:lnTo>
                    <a:pt x="22241" y="2205"/>
                  </a:lnTo>
                  <a:lnTo>
                    <a:pt x="59739" y="31616"/>
                  </a:lnTo>
                  <a:lnTo>
                    <a:pt x="80235" y="68654"/>
                  </a:lnTo>
                  <a:lnTo>
                    <a:pt x="95767" y="111759"/>
                  </a:lnTo>
                  <a:lnTo>
                    <a:pt x="101925" y="149809"/>
                  </a:lnTo>
                  <a:lnTo>
                    <a:pt x="96043" y="194200"/>
                  </a:lnTo>
                  <a:lnTo>
                    <a:pt x="75180" y="207343"/>
                  </a:lnTo>
                  <a:lnTo>
                    <a:pt x="70033" y="204402"/>
                  </a:lnTo>
                  <a:lnTo>
                    <a:pt x="65323" y="153106"/>
                  </a:lnTo>
                  <a:lnTo>
                    <a:pt x="73548" y="107221"/>
                  </a:lnTo>
                  <a:lnTo>
                    <a:pt x="86668" y="64599"/>
                  </a:lnTo>
                  <a:lnTo>
                    <a:pt x="109002" y="24998"/>
                  </a:lnTo>
                  <a:lnTo>
                    <a:pt x="123707" y="14705"/>
                  </a:lnTo>
                  <a:lnTo>
                    <a:pt x="129589" y="14705"/>
                  </a:lnTo>
                </a:path>
              </a:pathLst>
            </a:custGeom>
            <a:ln w="4679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3902541" y="3310837"/>
              <a:ext cx="788035" cy="429895"/>
            </a:xfrm>
            <a:custGeom>
              <a:avLst/>
              <a:gdLst/>
              <a:ahLst/>
              <a:cxnLst/>
              <a:rect l="l" t="t" r="r" b="b"/>
              <a:pathLst>
                <a:path w="788035" h="429895">
                  <a:moveTo>
                    <a:pt x="126292" y="310280"/>
                  </a:moveTo>
                  <a:lnTo>
                    <a:pt x="109335" y="270369"/>
                  </a:lnTo>
                  <a:lnTo>
                    <a:pt x="72802" y="249069"/>
                  </a:lnTo>
                  <a:lnTo>
                    <a:pt x="29031" y="264670"/>
                  </a:lnTo>
                  <a:lnTo>
                    <a:pt x="2768" y="316162"/>
                  </a:lnTo>
                  <a:lnTo>
                    <a:pt x="0" y="336117"/>
                  </a:lnTo>
                  <a:lnTo>
                    <a:pt x="471" y="355590"/>
                  </a:lnTo>
                  <a:lnTo>
                    <a:pt x="20472" y="400958"/>
                  </a:lnTo>
                  <a:lnTo>
                    <a:pt x="57177" y="416157"/>
                  </a:lnTo>
                  <a:lnTo>
                    <a:pt x="97617" y="387482"/>
                  </a:lnTo>
                  <a:lnTo>
                    <a:pt x="112230" y="352190"/>
                  </a:lnTo>
                  <a:lnTo>
                    <a:pt x="124408" y="303915"/>
                  </a:lnTo>
                  <a:lnTo>
                    <a:pt x="120410" y="264693"/>
                  </a:lnTo>
                  <a:lnTo>
                    <a:pt x="116251" y="315679"/>
                  </a:lnTo>
                  <a:lnTo>
                    <a:pt x="121260" y="358462"/>
                  </a:lnTo>
                  <a:lnTo>
                    <a:pt x="138240" y="404577"/>
                  </a:lnTo>
                  <a:lnTo>
                    <a:pt x="179139" y="408988"/>
                  </a:lnTo>
                  <a:lnTo>
                    <a:pt x="210399" y="369158"/>
                  </a:lnTo>
                  <a:lnTo>
                    <a:pt x="223932" y="322124"/>
                  </a:lnTo>
                  <a:lnTo>
                    <a:pt x="231687" y="261856"/>
                  </a:lnTo>
                  <a:lnTo>
                    <a:pt x="234490" y="197727"/>
                  </a:lnTo>
                  <a:lnTo>
                    <a:pt x="233433" y="144984"/>
                  </a:lnTo>
                  <a:lnTo>
                    <a:pt x="227023" y="94113"/>
                  </a:lnTo>
                  <a:lnTo>
                    <a:pt x="215477" y="60142"/>
                  </a:lnTo>
                  <a:lnTo>
                    <a:pt x="214983" y="64611"/>
                  </a:lnTo>
                  <a:lnTo>
                    <a:pt x="217407" y="112908"/>
                  </a:lnTo>
                  <a:lnTo>
                    <a:pt x="222715" y="171913"/>
                  </a:lnTo>
                  <a:lnTo>
                    <a:pt x="232652" y="238718"/>
                  </a:lnTo>
                  <a:lnTo>
                    <a:pt x="247495" y="302019"/>
                  </a:lnTo>
                  <a:lnTo>
                    <a:pt x="266221" y="352569"/>
                  </a:lnTo>
                  <a:lnTo>
                    <a:pt x="288279" y="385954"/>
                  </a:lnTo>
                  <a:lnTo>
                    <a:pt x="327478" y="404577"/>
                  </a:lnTo>
                  <a:lnTo>
                    <a:pt x="372719" y="386103"/>
                  </a:lnTo>
                  <a:lnTo>
                    <a:pt x="401624" y="356601"/>
                  </a:lnTo>
                  <a:lnTo>
                    <a:pt x="421407" y="320527"/>
                  </a:lnTo>
                  <a:lnTo>
                    <a:pt x="432161" y="271311"/>
                  </a:lnTo>
                  <a:lnTo>
                    <a:pt x="422533" y="234238"/>
                  </a:lnTo>
                  <a:lnTo>
                    <a:pt x="381427" y="224989"/>
                  </a:lnTo>
                  <a:lnTo>
                    <a:pt x="358634" y="268370"/>
                  </a:lnTo>
                  <a:lnTo>
                    <a:pt x="353775" y="323790"/>
                  </a:lnTo>
                  <a:lnTo>
                    <a:pt x="365895" y="362127"/>
                  </a:lnTo>
                  <a:lnTo>
                    <a:pt x="390986" y="394134"/>
                  </a:lnTo>
                  <a:lnTo>
                    <a:pt x="439697" y="417811"/>
                  </a:lnTo>
                  <a:lnTo>
                    <a:pt x="456884" y="417651"/>
                  </a:lnTo>
                  <a:lnTo>
                    <a:pt x="506606" y="392077"/>
                  </a:lnTo>
                  <a:lnTo>
                    <a:pt x="531421" y="358807"/>
                  </a:lnTo>
                  <a:lnTo>
                    <a:pt x="544104" y="319470"/>
                  </a:lnTo>
                  <a:lnTo>
                    <a:pt x="550641" y="267140"/>
                  </a:lnTo>
                  <a:lnTo>
                    <a:pt x="552284" y="254492"/>
                  </a:lnTo>
                  <a:lnTo>
                    <a:pt x="581418" y="222784"/>
                  </a:lnTo>
                  <a:lnTo>
                    <a:pt x="591597" y="224231"/>
                  </a:lnTo>
                  <a:lnTo>
                    <a:pt x="632554" y="241108"/>
                  </a:lnTo>
                  <a:lnTo>
                    <a:pt x="665973" y="272046"/>
                  </a:lnTo>
                  <a:lnTo>
                    <a:pt x="665973" y="274252"/>
                  </a:lnTo>
                  <a:lnTo>
                    <a:pt x="665973" y="276458"/>
                  </a:lnTo>
                  <a:lnTo>
                    <a:pt x="658621" y="273517"/>
                  </a:lnTo>
                  <a:lnTo>
                    <a:pt x="649798" y="265429"/>
                  </a:lnTo>
                  <a:lnTo>
                    <a:pt x="642939" y="258547"/>
                  </a:lnTo>
                  <a:lnTo>
                    <a:pt x="635736" y="250632"/>
                  </a:lnTo>
                  <a:lnTo>
                    <a:pt x="628394" y="242578"/>
                  </a:lnTo>
                  <a:lnTo>
                    <a:pt x="594653" y="219843"/>
                  </a:lnTo>
                  <a:lnTo>
                    <a:pt x="556787" y="244106"/>
                  </a:lnTo>
                  <a:lnTo>
                    <a:pt x="541829" y="296505"/>
                  </a:lnTo>
                  <a:lnTo>
                    <a:pt x="540060" y="319011"/>
                  </a:lnTo>
                  <a:lnTo>
                    <a:pt x="540221" y="341379"/>
                  </a:lnTo>
                  <a:lnTo>
                    <a:pt x="553294" y="392169"/>
                  </a:lnTo>
                  <a:lnTo>
                    <a:pt x="583613" y="417088"/>
                  </a:lnTo>
                  <a:lnTo>
                    <a:pt x="596399" y="420477"/>
                  </a:lnTo>
                  <a:lnTo>
                    <a:pt x="609600" y="420419"/>
                  </a:lnTo>
                  <a:lnTo>
                    <a:pt x="646213" y="393456"/>
                  </a:lnTo>
                  <a:lnTo>
                    <a:pt x="665973" y="353660"/>
                  </a:lnTo>
                  <a:lnTo>
                    <a:pt x="681414" y="299710"/>
                  </a:lnTo>
                  <a:lnTo>
                    <a:pt x="692443" y="235283"/>
                  </a:lnTo>
                  <a:lnTo>
                    <a:pt x="699152" y="166260"/>
                  </a:lnTo>
                  <a:lnTo>
                    <a:pt x="702002" y="106612"/>
                  </a:lnTo>
                  <a:lnTo>
                    <a:pt x="702185" y="84761"/>
                  </a:lnTo>
                  <a:lnTo>
                    <a:pt x="701817" y="68011"/>
                  </a:lnTo>
                  <a:lnTo>
                    <a:pt x="701174" y="55121"/>
                  </a:lnTo>
                  <a:lnTo>
                    <a:pt x="700530" y="44850"/>
                  </a:lnTo>
                  <a:lnTo>
                    <a:pt x="700071" y="36119"/>
                  </a:lnTo>
                  <a:lnTo>
                    <a:pt x="690972" y="0"/>
                  </a:lnTo>
                  <a:lnTo>
                    <a:pt x="686561" y="1470"/>
                  </a:lnTo>
                  <a:lnTo>
                    <a:pt x="673326" y="42645"/>
                  </a:lnTo>
                  <a:lnTo>
                    <a:pt x="667444" y="98892"/>
                  </a:lnTo>
                  <a:lnTo>
                    <a:pt x="665881" y="133633"/>
                  </a:lnTo>
                  <a:lnTo>
                    <a:pt x="665973" y="170580"/>
                  </a:lnTo>
                  <a:lnTo>
                    <a:pt x="672131" y="245209"/>
                  </a:lnTo>
                  <a:lnTo>
                    <a:pt x="684355" y="313221"/>
                  </a:lnTo>
                  <a:lnTo>
                    <a:pt x="699704" y="366987"/>
                  </a:lnTo>
                  <a:lnTo>
                    <a:pt x="714501" y="403658"/>
                  </a:lnTo>
                  <a:lnTo>
                    <a:pt x="747886" y="429645"/>
                  </a:lnTo>
                  <a:lnTo>
                    <a:pt x="756962" y="428105"/>
                  </a:lnTo>
                  <a:lnTo>
                    <a:pt x="785729" y="391802"/>
                  </a:lnTo>
                  <a:lnTo>
                    <a:pt x="788026" y="380865"/>
                  </a:lnTo>
                </a:path>
              </a:pathLst>
            </a:custGeom>
            <a:ln w="4679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4037656" y="3453477"/>
              <a:ext cx="225425" cy="26670"/>
            </a:xfrm>
            <a:custGeom>
              <a:avLst/>
              <a:gdLst/>
              <a:ahLst/>
              <a:cxnLst/>
              <a:rect l="l" t="t" r="r" b="b"/>
              <a:pathLst>
                <a:path w="225425" h="26670">
                  <a:moveTo>
                    <a:pt x="0" y="26469"/>
                  </a:moveTo>
                  <a:lnTo>
                    <a:pt x="57258" y="15808"/>
                  </a:lnTo>
                  <a:lnTo>
                    <a:pt x="113965" y="7352"/>
                  </a:lnTo>
                  <a:lnTo>
                    <a:pt x="169753" y="2573"/>
                  </a:lnTo>
                  <a:lnTo>
                    <a:pt x="197406" y="1148"/>
                  </a:lnTo>
                  <a:lnTo>
                    <a:pt x="224989" y="0"/>
                  </a:lnTo>
                </a:path>
              </a:pathLst>
            </a:custGeom>
            <a:ln w="4679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/>
          <p:cNvSpPr/>
          <p:nvPr/>
        </p:nvSpPr>
        <p:spPr>
          <a:xfrm>
            <a:off x="4995253" y="3398884"/>
            <a:ext cx="189865" cy="346075"/>
          </a:xfrm>
          <a:custGeom>
            <a:avLst/>
            <a:gdLst/>
            <a:ahLst/>
            <a:cxnLst/>
            <a:rect l="l" t="t" r="r" b="b"/>
            <a:pathLst>
              <a:path w="189864" h="346075">
                <a:moveTo>
                  <a:pt x="4124" y="36946"/>
                </a:moveTo>
                <a:lnTo>
                  <a:pt x="4400" y="105693"/>
                </a:lnTo>
                <a:lnTo>
                  <a:pt x="6330" y="176646"/>
                </a:lnTo>
                <a:lnTo>
                  <a:pt x="10741" y="248610"/>
                </a:lnTo>
                <a:lnTo>
                  <a:pt x="15153" y="306787"/>
                </a:lnTo>
                <a:lnTo>
                  <a:pt x="16428" y="325594"/>
                </a:lnTo>
                <a:lnTo>
                  <a:pt x="17083" y="337576"/>
                </a:lnTo>
                <a:lnTo>
                  <a:pt x="17324" y="343906"/>
                </a:lnTo>
                <a:lnTo>
                  <a:pt x="17359" y="345756"/>
                </a:lnTo>
                <a:lnTo>
                  <a:pt x="17324" y="343987"/>
                </a:lnTo>
                <a:lnTo>
                  <a:pt x="17083" y="338219"/>
                </a:lnTo>
                <a:lnTo>
                  <a:pt x="16428" y="327765"/>
                </a:lnTo>
                <a:lnTo>
                  <a:pt x="15153" y="311934"/>
                </a:lnTo>
                <a:lnTo>
                  <a:pt x="13131" y="290382"/>
                </a:lnTo>
                <a:lnTo>
                  <a:pt x="10557" y="264142"/>
                </a:lnTo>
                <a:lnTo>
                  <a:pt x="7708" y="234594"/>
                </a:lnTo>
                <a:lnTo>
                  <a:pt x="4859" y="203115"/>
                </a:lnTo>
                <a:lnTo>
                  <a:pt x="2320" y="171051"/>
                </a:lnTo>
                <a:lnTo>
                  <a:pt x="539" y="139607"/>
                </a:lnTo>
                <a:lnTo>
                  <a:pt x="0" y="109955"/>
                </a:lnTo>
                <a:lnTo>
                  <a:pt x="1183" y="83268"/>
                </a:lnTo>
                <a:lnTo>
                  <a:pt x="9822" y="41634"/>
                </a:lnTo>
                <a:lnTo>
                  <a:pt x="36969" y="6617"/>
                </a:lnTo>
                <a:lnTo>
                  <a:pt x="64335" y="0"/>
                </a:lnTo>
                <a:lnTo>
                  <a:pt x="81326" y="1654"/>
                </a:lnTo>
                <a:lnTo>
                  <a:pt x="120571" y="14521"/>
                </a:lnTo>
                <a:lnTo>
                  <a:pt x="157058" y="38417"/>
                </a:lnTo>
                <a:lnTo>
                  <a:pt x="180127" y="70676"/>
                </a:lnTo>
                <a:lnTo>
                  <a:pt x="187204" y="106796"/>
                </a:lnTo>
                <a:lnTo>
                  <a:pt x="184585" y="124776"/>
                </a:lnTo>
                <a:lnTo>
                  <a:pt x="151911" y="172234"/>
                </a:lnTo>
                <a:lnTo>
                  <a:pt x="112483" y="194292"/>
                </a:lnTo>
                <a:lnTo>
                  <a:pt x="74709" y="207527"/>
                </a:lnTo>
                <a:lnTo>
                  <a:pt x="35005" y="207527"/>
                </a:lnTo>
                <a:lnTo>
                  <a:pt x="80338" y="212662"/>
                </a:lnTo>
                <a:lnTo>
                  <a:pt x="118894" y="234054"/>
                </a:lnTo>
                <a:lnTo>
                  <a:pt x="152911" y="254871"/>
                </a:lnTo>
                <a:lnTo>
                  <a:pt x="178254" y="271805"/>
                </a:lnTo>
                <a:lnTo>
                  <a:pt x="189410" y="279582"/>
                </a:lnTo>
              </a:path>
            </a:pathLst>
          </a:custGeom>
          <a:ln w="46799">
            <a:solidFill>
              <a:srgbClr val="0042A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5286130" y="3419655"/>
            <a:ext cx="199390" cy="309245"/>
          </a:xfrm>
          <a:custGeom>
            <a:avLst/>
            <a:gdLst/>
            <a:ahLst/>
            <a:cxnLst/>
            <a:rect l="l" t="t" r="r" b="b"/>
            <a:pathLst>
              <a:path w="199389" h="309245">
                <a:moveTo>
                  <a:pt x="0" y="55879"/>
                </a:moveTo>
                <a:lnTo>
                  <a:pt x="1470" y="47056"/>
                </a:lnTo>
                <a:lnTo>
                  <a:pt x="2941" y="38233"/>
                </a:lnTo>
                <a:lnTo>
                  <a:pt x="3676" y="39704"/>
                </a:lnTo>
                <a:lnTo>
                  <a:pt x="4147" y="42828"/>
                </a:lnTo>
                <a:lnTo>
                  <a:pt x="4687" y="50365"/>
                </a:lnTo>
                <a:lnTo>
                  <a:pt x="5640" y="62864"/>
                </a:lnTo>
                <a:lnTo>
                  <a:pt x="7352" y="80878"/>
                </a:lnTo>
                <a:lnTo>
                  <a:pt x="10040" y="104487"/>
                </a:lnTo>
                <a:lnTo>
                  <a:pt x="13418" y="131887"/>
                </a:lnTo>
                <a:lnTo>
                  <a:pt x="17071" y="160803"/>
                </a:lnTo>
                <a:lnTo>
                  <a:pt x="20587" y="188962"/>
                </a:lnTo>
                <a:lnTo>
                  <a:pt x="26101" y="236662"/>
                </a:lnTo>
                <a:lnTo>
                  <a:pt x="30249" y="281915"/>
                </a:lnTo>
                <a:lnTo>
                  <a:pt x="30145" y="294839"/>
                </a:lnTo>
                <a:lnTo>
                  <a:pt x="29467" y="292576"/>
                </a:lnTo>
                <a:lnTo>
                  <a:pt x="25401" y="230400"/>
                </a:lnTo>
                <a:lnTo>
                  <a:pt x="24091" y="167053"/>
                </a:lnTo>
                <a:lnTo>
                  <a:pt x="25205" y="104717"/>
                </a:lnTo>
                <a:lnTo>
                  <a:pt x="29019" y="56075"/>
                </a:lnTo>
                <a:lnTo>
                  <a:pt x="38233" y="15900"/>
                </a:lnTo>
                <a:lnTo>
                  <a:pt x="67643" y="0"/>
                </a:lnTo>
                <a:lnTo>
                  <a:pt x="80074" y="390"/>
                </a:lnTo>
                <a:lnTo>
                  <a:pt x="129681" y="20035"/>
                </a:lnTo>
                <a:lnTo>
                  <a:pt x="161757" y="46321"/>
                </a:lnTo>
                <a:lnTo>
                  <a:pt x="180368" y="95020"/>
                </a:lnTo>
                <a:lnTo>
                  <a:pt x="174992" y="111759"/>
                </a:lnTo>
                <a:lnTo>
                  <a:pt x="146868" y="142824"/>
                </a:lnTo>
                <a:lnTo>
                  <a:pt x="113230" y="166168"/>
                </a:lnTo>
                <a:lnTo>
                  <a:pt x="79408" y="183815"/>
                </a:lnTo>
                <a:lnTo>
                  <a:pt x="72055" y="186756"/>
                </a:lnTo>
                <a:lnTo>
                  <a:pt x="64703" y="189697"/>
                </a:lnTo>
                <a:lnTo>
                  <a:pt x="64703" y="188962"/>
                </a:lnTo>
                <a:lnTo>
                  <a:pt x="64703" y="188226"/>
                </a:lnTo>
                <a:lnTo>
                  <a:pt x="72055" y="183815"/>
                </a:lnTo>
                <a:lnTo>
                  <a:pt x="114700" y="175267"/>
                </a:lnTo>
                <a:lnTo>
                  <a:pt x="160011" y="171223"/>
                </a:lnTo>
                <a:lnTo>
                  <a:pt x="166410" y="172154"/>
                </a:lnTo>
                <a:lnTo>
                  <a:pt x="195315" y="206631"/>
                </a:lnTo>
                <a:lnTo>
                  <a:pt x="198830" y="229102"/>
                </a:lnTo>
                <a:lnTo>
                  <a:pt x="198520" y="241165"/>
                </a:lnTo>
                <a:lnTo>
                  <a:pt x="180138" y="286016"/>
                </a:lnTo>
                <a:lnTo>
                  <a:pt x="145397" y="306385"/>
                </a:lnTo>
                <a:lnTo>
                  <a:pt x="128670" y="308809"/>
                </a:lnTo>
                <a:lnTo>
                  <a:pt x="109266" y="308591"/>
                </a:lnTo>
                <a:lnTo>
                  <a:pt x="68804" y="301261"/>
                </a:lnTo>
                <a:lnTo>
                  <a:pt x="27939" y="278204"/>
                </a:lnTo>
                <a:lnTo>
                  <a:pt x="20035" y="268680"/>
                </a:lnTo>
                <a:lnTo>
                  <a:pt x="13234" y="258811"/>
                </a:lnTo>
              </a:path>
            </a:pathLst>
          </a:custGeom>
          <a:ln w="46799">
            <a:solidFill>
              <a:srgbClr val="0042A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3" name="object 63"/>
          <p:cNvGrpSpPr/>
          <p:nvPr/>
        </p:nvGrpSpPr>
        <p:grpSpPr>
          <a:xfrm>
            <a:off x="5568138" y="3394785"/>
            <a:ext cx="225425" cy="323850"/>
            <a:chOff x="5568138" y="3394785"/>
            <a:chExt cx="225425" cy="323850"/>
          </a:xfrm>
        </p:grpSpPr>
        <p:sp>
          <p:nvSpPr>
            <p:cNvPr id="64" name="object 64"/>
            <p:cNvSpPr/>
            <p:nvPr/>
          </p:nvSpPr>
          <p:spPr>
            <a:xfrm>
              <a:off x="5591538" y="3418185"/>
              <a:ext cx="178435" cy="276860"/>
            </a:xfrm>
            <a:custGeom>
              <a:avLst/>
              <a:gdLst/>
              <a:ahLst/>
              <a:cxnLst/>
              <a:rect l="l" t="t" r="r" b="b"/>
              <a:pathLst>
                <a:path w="178435" h="276860">
                  <a:moveTo>
                    <a:pt x="100455" y="52938"/>
                  </a:moveTo>
                  <a:lnTo>
                    <a:pt x="101535" y="43173"/>
                  </a:lnTo>
                  <a:lnTo>
                    <a:pt x="102477" y="34373"/>
                  </a:lnTo>
                  <a:lnTo>
                    <a:pt x="103143" y="27503"/>
                  </a:lnTo>
                  <a:lnTo>
                    <a:pt x="103396" y="23528"/>
                  </a:lnTo>
                  <a:lnTo>
                    <a:pt x="103028" y="23401"/>
                  </a:lnTo>
                  <a:lnTo>
                    <a:pt x="101557" y="28031"/>
                  </a:lnTo>
                  <a:lnTo>
                    <a:pt x="98433" y="38313"/>
                  </a:lnTo>
                  <a:lnTo>
                    <a:pt x="93102" y="55144"/>
                  </a:lnTo>
                  <a:lnTo>
                    <a:pt x="75548" y="107164"/>
                  </a:lnTo>
                  <a:lnTo>
                    <a:pt x="54133" y="166904"/>
                  </a:lnTo>
                  <a:lnTo>
                    <a:pt x="34925" y="215890"/>
                  </a:lnTo>
                  <a:lnTo>
                    <a:pt x="13510" y="261339"/>
                  </a:lnTo>
                  <a:lnTo>
                    <a:pt x="1930" y="274987"/>
                  </a:lnTo>
                  <a:lnTo>
                    <a:pt x="310" y="273436"/>
                  </a:lnTo>
                  <a:lnTo>
                    <a:pt x="0" y="268094"/>
                  </a:lnTo>
                  <a:lnTo>
                    <a:pt x="1206" y="257927"/>
                  </a:lnTo>
                  <a:lnTo>
                    <a:pt x="8915" y="219509"/>
                  </a:lnTo>
                  <a:lnTo>
                    <a:pt x="23160" y="162595"/>
                  </a:lnTo>
                  <a:lnTo>
                    <a:pt x="41772" y="103522"/>
                  </a:lnTo>
                  <a:lnTo>
                    <a:pt x="61440" y="53869"/>
                  </a:lnTo>
                  <a:lnTo>
                    <a:pt x="84463" y="9282"/>
                  </a:lnTo>
                  <a:lnTo>
                    <a:pt x="95308" y="0"/>
                  </a:lnTo>
                  <a:lnTo>
                    <a:pt x="100190" y="700"/>
                  </a:lnTo>
                  <a:lnTo>
                    <a:pt x="123730" y="54030"/>
                  </a:lnTo>
                  <a:lnTo>
                    <a:pt x="139584" y="111541"/>
                  </a:lnTo>
                  <a:lnTo>
                    <a:pt x="154921" y="172786"/>
                  </a:lnTo>
                  <a:lnTo>
                    <a:pt x="167260" y="225357"/>
                  </a:lnTo>
                  <a:lnTo>
                    <a:pt x="177014" y="270392"/>
                  </a:lnTo>
                  <a:lnTo>
                    <a:pt x="178082" y="275561"/>
                  </a:lnTo>
                  <a:lnTo>
                    <a:pt x="178392" y="276458"/>
                  </a:lnTo>
                  <a:lnTo>
                    <a:pt x="178392" y="274987"/>
                  </a:lnTo>
                  <a:lnTo>
                    <a:pt x="176922" y="263223"/>
                  </a:lnTo>
                  <a:lnTo>
                    <a:pt x="175451" y="251459"/>
                  </a:lnTo>
                </a:path>
              </a:pathLst>
            </a:custGeom>
            <a:ln w="4679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5644937" y="3585824"/>
              <a:ext cx="113664" cy="13335"/>
            </a:xfrm>
            <a:custGeom>
              <a:avLst/>
              <a:gdLst/>
              <a:ahLst/>
              <a:cxnLst/>
              <a:rect l="l" t="t" r="r" b="b"/>
              <a:pathLst>
                <a:path w="113664" h="13335">
                  <a:moveTo>
                    <a:pt x="11764" y="13234"/>
                  </a:moveTo>
                  <a:lnTo>
                    <a:pt x="5882" y="8823"/>
                  </a:lnTo>
                  <a:lnTo>
                    <a:pt x="0" y="4411"/>
                  </a:lnTo>
                  <a:lnTo>
                    <a:pt x="3676" y="2205"/>
                  </a:lnTo>
                  <a:lnTo>
                    <a:pt x="8179" y="930"/>
                  </a:lnTo>
                  <a:lnTo>
                    <a:pt x="15991" y="275"/>
                  </a:lnTo>
                  <a:lnTo>
                    <a:pt x="26837" y="34"/>
                  </a:lnTo>
                  <a:lnTo>
                    <a:pt x="40439" y="0"/>
                  </a:lnTo>
                  <a:lnTo>
                    <a:pt x="56465" y="0"/>
                  </a:lnTo>
                  <a:lnTo>
                    <a:pt x="74353" y="0"/>
                  </a:lnTo>
                  <a:lnTo>
                    <a:pt x="93481" y="0"/>
                  </a:lnTo>
                  <a:lnTo>
                    <a:pt x="113230" y="0"/>
                  </a:lnTo>
                </a:path>
              </a:pathLst>
            </a:custGeom>
            <a:ln w="4679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" name="object 66"/>
          <p:cNvSpPr/>
          <p:nvPr/>
        </p:nvSpPr>
        <p:spPr>
          <a:xfrm>
            <a:off x="5894740" y="3417357"/>
            <a:ext cx="207645" cy="262890"/>
          </a:xfrm>
          <a:custGeom>
            <a:avLst/>
            <a:gdLst/>
            <a:ahLst/>
            <a:cxnLst/>
            <a:rect l="l" t="t" r="r" b="b"/>
            <a:pathLst>
              <a:path w="207645" h="262889">
                <a:moveTo>
                  <a:pt x="154588" y="71412"/>
                </a:moveTo>
                <a:lnTo>
                  <a:pt x="155324" y="25825"/>
                </a:lnTo>
                <a:lnTo>
                  <a:pt x="117825" y="91"/>
                </a:lnTo>
                <a:lnTo>
                  <a:pt x="102546" y="0"/>
                </a:lnTo>
                <a:lnTo>
                  <a:pt x="86025" y="3216"/>
                </a:lnTo>
                <a:lnTo>
                  <a:pt x="38555" y="35303"/>
                </a:lnTo>
                <a:lnTo>
                  <a:pt x="15486" y="73928"/>
                </a:lnTo>
                <a:lnTo>
                  <a:pt x="2320" y="119985"/>
                </a:lnTo>
                <a:lnTo>
                  <a:pt x="0" y="143835"/>
                </a:lnTo>
                <a:lnTo>
                  <a:pt x="712" y="167133"/>
                </a:lnTo>
                <a:lnTo>
                  <a:pt x="11672" y="208848"/>
                </a:lnTo>
                <a:lnTo>
                  <a:pt x="33546" y="240441"/>
                </a:lnTo>
                <a:lnTo>
                  <a:pt x="78397" y="262855"/>
                </a:lnTo>
                <a:lnTo>
                  <a:pt x="96146" y="262614"/>
                </a:lnTo>
                <a:lnTo>
                  <a:pt x="115619" y="258168"/>
                </a:lnTo>
                <a:lnTo>
                  <a:pt x="136907" y="249529"/>
                </a:lnTo>
                <a:lnTo>
                  <a:pt x="159643" y="237581"/>
                </a:lnTo>
                <a:lnTo>
                  <a:pt x="183343" y="223427"/>
                </a:lnTo>
                <a:lnTo>
                  <a:pt x="207527" y="208170"/>
                </a:lnTo>
              </a:path>
            </a:pathLst>
          </a:custGeom>
          <a:ln w="46799">
            <a:solidFill>
              <a:srgbClr val="0042A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1880562" y="4054185"/>
            <a:ext cx="226695" cy="349250"/>
          </a:xfrm>
          <a:custGeom>
            <a:avLst/>
            <a:gdLst/>
            <a:ahLst/>
            <a:cxnLst/>
            <a:rect l="l" t="t" r="r" b="b"/>
            <a:pathLst>
              <a:path w="226694" h="349250">
                <a:moveTo>
                  <a:pt x="220417" y="61026"/>
                </a:moveTo>
                <a:lnTo>
                  <a:pt x="217476" y="14705"/>
                </a:lnTo>
                <a:lnTo>
                  <a:pt x="190271" y="0"/>
                </a:lnTo>
                <a:lnTo>
                  <a:pt x="174429" y="1504"/>
                </a:lnTo>
                <a:lnTo>
                  <a:pt x="135575" y="10029"/>
                </a:lnTo>
                <a:lnTo>
                  <a:pt x="98398" y="25435"/>
                </a:lnTo>
                <a:lnTo>
                  <a:pt x="60865" y="59556"/>
                </a:lnTo>
                <a:lnTo>
                  <a:pt x="49388" y="101121"/>
                </a:lnTo>
                <a:lnTo>
                  <a:pt x="51307" y="113965"/>
                </a:lnTo>
                <a:lnTo>
                  <a:pt x="75812" y="144777"/>
                </a:lnTo>
                <a:lnTo>
                  <a:pt x="111897" y="162504"/>
                </a:lnTo>
                <a:lnTo>
                  <a:pt x="134391" y="171407"/>
                </a:lnTo>
                <a:lnTo>
                  <a:pt x="156886" y="180449"/>
                </a:lnTo>
                <a:lnTo>
                  <a:pt x="193005" y="199232"/>
                </a:lnTo>
                <a:lnTo>
                  <a:pt x="219682" y="230871"/>
                </a:lnTo>
                <a:lnTo>
                  <a:pt x="226506" y="268404"/>
                </a:lnTo>
                <a:lnTo>
                  <a:pt x="225564" y="281605"/>
                </a:lnTo>
                <a:lnTo>
                  <a:pt x="214087" y="319137"/>
                </a:lnTo>
                <a:lnTo>
                  <a:pt x="175957" y="347904"/>
                </a:lnTo>
                <a:lnTo>
                  <a:pt x="161596" y="349249"/>
                </a:lnTo>
                <a:lnTo>
                  <a:pt x="145133" y="347916"/>
                </a:lnTo>
                <a:lnTo>
                  <a:pt x="107520" y="338082"/>
                </a:lnTo>
                <a:lnTo>
                  <a:pt x="67000" y="320619"/>
                </a:lnTo>
                <a:lnTo>
                  <a:pt x="30467" y="299940"/>
                </a:lnTo>
                <a:lnTo>
                  <a:pt x="0" y="270782"/>
                </a:lnTo>
                <a:lnTo>
                  <a:pt x="574" y="266899"/>
                </a:lnTo>
                <a:lnTo>
                  <a:pt x="2780" y="262488"/>
                </a:lnTo>
                <a:lnTo>
                  <a:pt x="10132" y="261017"/>
                </a:lnTo>
                <a:lnTo>
                  <a:pt x="17485" y="259546"/>
                </a:lnTo>
              </a:path>
            </a:pathLst>
          </a:custGeom>
          <a:ln w="46799">
            <a:solidFill>
              <a:srgbClr val="0042A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8" name="object 68"/>
          <p:cNvGrpSpPr/>
          <p:nvPr/>
        </p:nvGrpSpPr>
        <p:grpSpPr>
          <a:xfrm>
            <a:off x="2201104" y="4032991"/>
            <a:ext cx="817880" cy="379730"/>
            <a:chOff x="2201104" y="4032991"/>
            <a:chExt cx="817880" cy="379730"/>
          </a:xfrm>
        </p:grpSpPr>
        <p:sp>
          <p:nvSpPr>
            <p:cNvPr id="69" name="object 69"/>
            <p:cNvSpPr/>
            <p:nvPr/>
          </p:nvSpPr>
          <p:spPr>
            <a:xfrm>
              <a:off x="2224504" y="4056391"/>
              <a:ext cx="411480" cy="321945"/>
            </a:xfrm>
            <a:custGeom>
              <a:avLst/>
              <a:gdLst/>
              <a:ahLst/>
              <a:cxnLst/>
              <a:rect l="l" t="t" r="r" b="b"/>
              <a:pathLst>
                <a:path w="411480" h="321945">
                  <a:moveTo>
                    <a:pt x="0" y="14705"/>
                  </a:moveTo>
                  <a:lnTo>
                    <a:pt x="0" y="7352"/>
                  </a:lnTo>
                  <a:lnTo>
                    <a:pt x="0" y="0"/>
                  </a:lnTo>
                  <a:lnTo>
                    <a:pt x="34" y="1516"/>
                  </a:lnTo>
                  <a:lnTo>
                    <a:pt x="275" y="6617"/>
                  </a:lnTo>
                  <a:lnTo>
                    <a:pt x="4239" y="51318"/>
                  </a:lnTo>
                  <a:lnTo>
                    <a:pt x="9960" y="104602"/>
                  </a:lnTo>
                  <a:lnTo>
                    <a:pt x="13234" y="134552"/>
                  </a:lnTo>
                  <a:lnTo>
                    <a:pt x="16508" y="164778"/>
                  </a:lnTo>
                  <a:lnTo>
                    <a:pt x="22230" y="220268"/>
                  </a:lnTo>
                  <a:lnTo>
                    <a:pt x="25527" y="259926"/>
                  </a:lnTo>
                  <a:lnTo>
                    <a:pt x="24998" y="299986"/>
                  </a:lnTo>
                  <a:lnTo>
                    <a:pt x="23528" y="307339"/>
                  </a:lnTo>
                  <a:lnTo>
                    <a:pt x="22793" y="307339"/>
                  </a:lnTo>
                  <a:lnTo>
                    <a:pt x="30559" y="252056"/>
                  </a:lnTo>
                  <a:lnTo>
                    <a:pt x="42599" y="200220"/>
                  </a:lnTo>
                  <a:lnTo>
                    <a:pt x="57993" y="159792"/>
                  </a:lnTo>
                  <a:lnTo>
                    <a:pt x="95423" y="133116"/>
                  </a:lnTo>
                  <a:lnTo>
                    <a:pt x="105693" y="133358"/>
                  </a:lnTo>
                  <a:lnTo>
                    <a:pt x="140251" y="161849"/>
                  </a:lnTo>
                  <a:lnTo>
                    <a:pt x="152543" y="208320"/>
                  </a:lnTo>
                  <a:lnTo>
                    <a:pt x="154404" y="256606"/>
                  </a:lnTo>
                  <a:lnTo>
                    <a:pt x="154439" y="267635"/>
                  </a:lnTo>
                  <a:lnTo>
                    <a:pt x="154680" y="275906"/>
                  </a:lnTo>
                  <a:lnTo>
                    <a:pt x="169110" y="303662"/>
                  </a:lnTo>
                  <a:lnTo>
                    <a:pt x="174992" y="307339"/>
                  </a:lnTo>
                  <a:lnTo>
                    <a:pt x="212306" y="299343"/>
                  </a:lnTo>
                  <a:lnTo>
                    <a:pt x="246140" y="262982"/>
                  </a:lnTo>
                  <a:lnTo>
                    <a:pt x="267117" y="224909"/>
                  </a:lnTo>
                  <a:lnTo>
                    <a:pt x="283443" y="187123"/>
                  </a:lnTo>
                  <a:lnTo>
                    <a:pt x="284913" y="182643"/>
                  </a:lnTo>
                  <a:lnTo>
                    <a:pt x="285281" y="181609"/>
                  </a:lnTo>
                  <a:lnTo>
                    <a:pt x="289738" y="229045"/>
                  </a:lnTo>
                  <a:lnTo>
                    <a:pt x="299572" y="268312"/>
                  </a:lnTo>
                  <a:lnTo>
                    <a:pt x="320481" y="310188"/>
                  </a:lnTo>
                  <a:lnTo>
                    <a:pt x="349995" y="321423"/>
                  </a:lnTo>
                  <a:lnTo>
                    <a:pt x="361656" y="319654"/>
                  </a:lnTo>
                  <a:lnTo>
                    <a:pt x="400257" y="289049"/>
                  </a:lnTo>
                  <a:lnTo>
                    <a:pt x="411286" y="244210"/>
                  </a:lnTo>
                  <a:lnTo>
                    <a:pt x="410827" y="226368"/>
                  </a:lnTo>
                  <a:lnTo>
                    <a:pt x="393617" y="175486"/>
                  </a:lnTo>
                  <a:lnTo>
                    <a:pt x="356601" y="140434"/>
                  </a:lnTo>
                  <a:lnTo>
                    <a:pt x="316173" y="125235"/>
                  </a:lnTo>
                  <a:lnTo>
                    <a:pt x="294184" y="122972"/>
                  </a:lnTo>
                  <a:lnTo>
                    <a:pt x="285556" y="123523"/>
                  </a:lnTo>
                  <a:lnTo>
                    <a:pt x="278445" y="125178"/>
                  </a:lnTo>
                  <a:lnTo>
                    <a:pt x="272781" y="127935"/>
                  </a:lnTo>
                  <a:lnTo>
                    <a:pt x="266164" y="132346"/>
                  </a:lnTo>
                  <a:lnTo>
                    <a:pt x="263223" y="139699"/>
                  </a:lnTo>
                  <a:lnTo>
                    <a:pt x="264693" y="149993"/>
                  </a:lnTo>
                  <a:lnTo>
                    <a:pt x="266555" y="158219"/>
                  </a:lnTo>
                  <a:lnTo>
                    <a:pt x="269656" y="167271"/>
                  </a:lnTo>
                  <a:lnTo>
                    <a:pt x="273585" y="176876"/>
                  </a:lnTo>
                  <a:lnTo>
                    <a:pt x="277928" y="186756"/>
                  </a:lnTo>
                </a:path>
              </a:pathLst>
            </a:custGeom>
            <a:ln w="4679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2719149" y="4162268"/>
              <a:ext cx="276225" cy="227329"/>
            </a:xfrm>
            <a:custGeom>
              <a:avLst/>
              <a:gdLst/>
              <a:ahLst/>
              <a:cxnLst/>
              <a:rect l="l" t="t" r="r" b="b"/>
              <a:pathLst>
                <a:path w="276225" h="227329">
                  <a:moveTo>
                    <a:pt x="8271" y="49997"/>
                  </a:moveTo>
                  <a:lnTo>
                    <a:pt x="6088" y="41323"/>
                  </a:lnTo>
                  <a:lnTo>
                    <a:pt x="4043" y="33546"/>
                  </a:lnTo>
                  <a:lnTo>
                    <a:pt x="2274" y="27560"/>
                  </a:lnTo>
                  <a:lnTo>
                    <a:pt x="919" y="24263"/>
                  </a:lnTo>
                  <a:lnTo>
                    <a:pt x="114" y="24527"/>
                  </a:lnTo>
                  <a:lnTo>
                    <a:pt x="0" y="29134"/>
                  </a:lnTo>
                  <a:lnTo>
                    <a:pt x="712" y="38842"/>
                  </a:lnTo>
                  <a:lnTo>
                    <a:pt x="9098" y="101557"/>
                  </a:lnTo>
                  <a:lnTo>
                    <a:pt x="20770" y="153669"/>
                  </a:lnTo>
                  <a:lnTo>
                    <a:pt x="37130" y="193005"/>
                  </a:lnTo>
                  <a:lnTo>
                    <a:pt x="62496" y="223427"/>
                  </a:lnTo>
                  <a:lnTo>
                    <a:pt x="76926" y="226828"/>
                  </a:lnTo>
                  <a:lnTo>
                    <a:pt x="84003" y="224254"/>
                  </a:lnTo>
                  <a:lnTo>
                    <a:pt x="113413" y="180874"/>
                  </a:lnTo>
                  <a:lnTo>
                    <a:pt x="127108" y="136207"/>
                  </a:lnTo>
                  <a:lnTo>
                    <a:pt x="133369" y="116975"/>
                  </a:lnTo>
                  <a:lnTo>
                    <a:pt x="139148" y="105877"/>
                  </a:lnTo>
                  <a:lnTo>
                    <a:pt x="144490" y="106130"/>
                  </a:lnTo>
                  <a:lnTo>
                    <a:pt x="149901" y="115619"/>
                  </a:lnTo>
                  <a:lnTo>
                    <a:pt x="156001" y="130899"/>
                  </a:lnTo>
                  <a:lnTo>
                    <a:pt x="163411" y="148522"/>
                  </a:lnTo>
                  <a:lnTo>
                    <a:pt x="192879" y="193706"/>
                  </a:lnTo>
                  <a:lnTo>
                    <a:pt x="223266" y="215144"/>
                  </a:lnTo>
                  <a:lnTo>
                    <a:pt x="228849" y="214696"/>
                  </a:lnTo>
                  <a:lnTo>
                    <a:pt x="256376" y="179897"/>
                  </a:lnTo>
                  <a:lnTo>
                    <a:pt x="270024" y="124994"/>
                  </a:lnTo>
                  <a:lnTo>
                    <a:pt x="274619" y="86393"/>
                  </a:lnTo>
                  <a:lnTo>
                    <a:pt x="275906" y="54409"/>
                  </a:lnTo>
                  <a:lnTo>
                    <a:pt x="275607" y="42691"/>
                  </a:lnTo>
                  <a:lnTo>
                    <a:pt x="258260" y="1470"/>
                  </a:lnTo>
                  <a:lnTo>
                    <a:pt x="254584" y="735"/>
                  </a:lnTo>
                  <a:lnTo>
                    <a:pt x="250907" y="0"/>
                  </a:lnTo>
                  <a:lnTo>
                    <a:pt x="250907" y="7352"/>
                  </a:lnTo>
                  <a:lnTo>
                    <a:pt x="250907" y="14705"/>
                  </a:lnTo>
                  <a:lnTo>
                    <a:pt x="250907" y="22057"/>
                  </a:lnTo>
                  <a:lnTo>
                    <a:pt x="250907" y="29410"/>
                  </a:lnTo>
                  <a:lnTo>
                    <a:pt x="250907" y="36762"/>
                  </a:lnTo>
                </a:path>
              </a:pathLst>
            </a:custGeom>
            <a:ln w="4679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1" name="object 71"/>
          <p:cNvGrpSpPr/>
          <p:nvPr/>
        </p:nvGrpSpPr>
        <p:grpSpPr>
          <a:xfrm>
            <a:off x="3079004" y="3922702"/>
            <a:ext cx="514984" cy="480695"/>
            <a:chOff x="3079004" y="3922702"/>
            <a:chExt cx="514984" cy="480695"/>
          </a:xfrm>
        </p:grpSpPr>
        <p:pic>
          <p:nvPicPr>
            <p:cNvPr id="72" name="object 7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079004" y="4157802"/>
              <a:ext cx="210027" cy="245090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3353564" y="3946102"/>
              <a:ext cx="216535" cy="427355"/>
            </a:xfrm>
            <a:custGeom>
              <a:avLst/>
              <a:gdLst/>
              <a:ahLst/>
              <a:cxnLst/>
              <a:rect l="l" t="t" r="r" b="b"/>
              <a:pathLst>
                <a:path w="216535" h="427354">
                  <a:moveTo>
                    <a:pt x="128233" y="310279"/>
                  </a:moveTo>
                  <a:lnTo>
                    <a:pt x="123270" y="268507"/>
                  </a:lnTo>
                  <a:lnTo>
                    <a:pt x="91930" y="235007"/>
                  </a:lnTo>
                  <a:lnTo>
                    <a:pt x="47148" y="227505"/>
                  </a:lnTo>
                  <a:lnTo>
                    <a:pt x="14268" y="260282"/>
                  </a:lnTo>
                  <a:lnTo>
                    <a:pt x="2136" y="302192"/>
                  </a:lnTo>
                  <a:lnTo>
                    <a:pt x="0" y="325628"/>
                  </a:lnTo>
                  <a:lnTo>
                    <a:pt x="1033" y="348513"/>
                  </a:lnTo>
                  <a:lnTo>
                    <a:pt x="12798" y="387666"/>
                  </a:lnTo>
                  <a:lnTo>
                    <a:pt x="45310" y="422683"/>
                  </a:lnTo>
                  <a:lnTo>
                    <a:pt x="69987" y="427094"/>
                  </a:lnTo>
                  <a:lnTo>
                    <a:pt x="81912" y="423510"/>
                  </a:lnTo>
                  <a:lnTo>
                    <a:pt x="112621" y="388665"/>
                  </a:lnTo>
                  <a:lnTo>
                    <a:pt x="128038" y="343550"/>
                  </a:lnTo>
                  <a:lnTo>
                    <a:pt x="138768" y="283167"/>
                  </a:lnTo>
                  <a:lnTo>
                    <a:pt x="144271" y="214029"/>
                  </a:lnTo>
                  <a:lnTo>
                    <a:pt x="144271" y="144409"/>
                  </a:lnTo>
                  <a:lnTo>
                    <a:pt x="138826" y="84014"/>
                  </a:lnTo>
                  <a:lnTo>
                    <a:pt x="129589" y="39186"/>
                  </a:lnTo>
                  <a:lnTo>
                    <a:pt x="110289" y="2125"/>
                  </a:lnTo>
                  <a:lnTo>
                    <a:pt x="98823" y="0"/>
                  </a:lnTo>
                  <a:lnTo>
                    <a:pt x="91470" y="2941"/>
                  </a:lnTo>
                  <a:lnTo>
                    <a:pt x="78155" y="55224"/>
                  </a:lnTo>
                  <a:lnTo>
                    <a:pt x="75996" y="105751"/>
                  </a:lnTo>
                  <a:lnTo>
                    <a:pt x="77489" y="170477"/>
                  </a:lnTo>
                  <a:lnTo>
                    <a:pt x="85244" y="235225"/>
                  </a:lnTo>
                  <a:lnTo>
                    <a:pt x="100087" y="292277"/>
                  </a:lnTo>
                  <a:lnTo>
                    <a:pt x="120869" y="340712"/>
                  </a:lnTo>
                  <a:lnTo>
                    <a:pt x="143456" y="378326"/>
                  </a:lnTo>
                  <a:lnTo>
                    <a:pt x="172567" y="411745"/>
                  </a:lnTo>
                  <a:lnTo>
                    <a:pt x="212042" y="396236"/>
                  </a:lnTo>
                  <a:lnTo>
                    <a:pt x="216465" y="389688"/>
                  </a:lnTo>
                </a:path>
              </a:pathLst>
            </a:custGeom>
            <a:ln w="4679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4" name="object 74"/>
          <p:cNvGrpSpPr/>
          <p:nvPr/>
        </p:nvGrpSpPr>
        <p:grpSpPr>
          <a:xfrm>
            <a:off x="3773091" y="3946966"/>
            <a:ext cx="888365" cy="440690"/>
            <a:chOff x="3773091" y="3946966"/>
            <a:chExt cx="888365" cy="440690"/>
          </a:xfrm>
        </p:grpSpPr>
        <p:sp>
          <p:nvSpPr>
            <p:cNvPr id="75" name="object 75"/>
            <p:cNvSpPr/>
            <p:nvPr/>
          </p:nvSpPr>
          <p:spPr>
            <a:xfrm>
              <a:off x="3914132" y="3970366"/>
              <a:ext cx="22225" cy="393700"/>
            </a:xfrm>
            <a:custGeom>
              <a:avLst/>
              <a:gdLst/>
              <a:ahLst/>
              <a:cxnLst/>
              <a:rect l="l" t="t" r="r" b="b"/>
              <a:pathLst>
                <a:path w="22225" h="393700">
                  <a:moveTo>
                    <a:pt x="0" y="25733"/>
                  </a:moveTo>
                  <a:lnTo>
                    <a:pt x="0" y="17060"/>
                  </a:lnTo>
                  <a:lnTo>
                    <a:pt x="0" y="9282"/>
                  </a:lnTo>
                  <a:lnTo>
                    <a:pt x="0" y="3297"/>
                  </a:lnTo>
                  <a:lnTo>
                    <a:pt x="0" y="0"/>
                  </a:lnTo>
                  <a:lnTo>
                    <a:pt x="11" y="321"/>
                  </a:lnTo>
                  <a:lnTo>
                    <a:pt x="1436" y="59039"/>
                  </a:lnTo>
                  <a:lnTo>
                    <a:pt x="3940" y="126568"/>
                  </a:lnTo>
                  <a:lnTo>
                    <a:pt x="5882" y="165433"/>
                  </a:lnTo>
                  <a:lnTo>
                    <a:pt x="8306" y="205333"/>
                  </a:lnTo>
                  <a:lnTo>
                    <a:pt x="10937" y="244198"/>
                  </a:lnTo>
                  <a:lnTo>
                    <a:pt x="13430" y="279893"/>
                  </a:lnTo>
                  <a:lnTo>
                    <a:pt x="15440" y="310279"/>
                  </a:lnTo>
                  <a:lnTo>
                    <a:pt x="16727" y="333819"/>
                  </a:lnTo>
                  <a:lnTo>
                    <a:pt x="17462" y="351362"/>
                  </a:lnTo>
                  <a:lnTo>
                    <a:pt x="17922" y="364356"/>
                  </a:lnTo>
                  <a:lnTo>
                    <a:pt x="18381" y="374247"/>
                  </a:lnTo>
                  <a:lnTo>
                    <a:pt x="19116" y="386011"/>
                  </a:lnTo>
                  <a:lnTo>
                    <a:pt x="20587" y="393364"/>
                  </a:lnTo>
                  <a:lnTo>
                    <a:pt x="21322" y="391893"/>
                  </a:lnTo>
                  <a:lnTo>
                    <a:pt x="22057" y="390423"/>
                  </a:lnTo>
                  <a:lnTo>
                    <a:pt x="22057" y="343355"/>
                  </a:lnTo>
                  <a:lnTo>
                    <a:pt x="22057" y="334543"/>
                  </a:lnTo>
                </a:path>
              </a:pathLst>
            </a:custGeom>
            <a:ln w="4679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3796490" y="4030657"/>
              <a:ext cx="678180" cy="314325"/>
            </a:xfrm>
            <a:custGeom>
              <a:avLst/>
              <a:gdLst/>
              <a:ahLst/>
              <a:cxnLst/>
              <a:rect l="l" t="t" r="r" b="b"/>
              <a:pathLst>
                <a:path w="678179" h="314325">
                  <a:moveTo>
                    <a:pt x="11764" y="141905"/>
                  </a:moveTo>
                  <a:lnTo>
                    <a:pt x="5882" y="137493"/>
                  </a:lnTo>
                  <a:lnTo>
                    <a:pt x="0" y="133082"/>
                  </a:lnTo>
                  <a:lnTo>
                    <a:pt x="5882" y="133082"/>
                  </a:lnTo>
                  <a:lnTo>
                    <a:pt x="12441" y="133805"/>
                  </a:lnTo>
                  <a:lnTo>
                    <a:pt x="23068" y="135563"/>
                  </a:lnTo>
                  <a:lnTo>
                    <a:pt x="37417" y="137734"/>
                  </a:lnTo>
                  <a:lnTo>
                    <a:pt x="75812" y="140905"/>
                  </a:lnTo>
                  <a:lnTo>
                    <a:pt x="122662" y="140009"/>
                  </a:lnTo>
                  <a:lnTo>
                    <a:pt x="170856" y="133449"/>
                  </a:lnTo>
                  <a:lnTo>
                    <a:pt x="212398" y="122604"/>
                  </a:lnTo>
                  <a:lnTo>
                    <a:pt x="249023" y="99432"/>
                  </a:lnTo>
                  <a:lnTo>
                    <a:pt x="249988" y="91172"/>
                  </a:lnTo>
                  <a:lnTo>
                    <a:pt x="249218" y="80625"/>
                  </a:lnTo>
                  <a:lnTo>
                    <a:pt x="240430" y="38233"/>
                  </a:lnTo>
                  <a:lnTo>
                    <a:pt x="229470" y="183"/>
                  </a:lnTo>
                  <a:lnTo>
                    <a:pt x="227195" y="0"/>
                  </a:lnTo>
                  <a:lnTo>
                    <a:pt x="226196" y="10259"/>
                  </a:lnTo>
                  <a:lnTo>
                    <a:pt x="227505" y="56144"/>
                  </a:lnTo>
                  <a:lnTo>
                    <a:pt x="231836" y="121559"/>
                  </a:lnTo>
                  <a:lnTo>
                    <a:pt x="237259" y="188307"/>
                  </a:lnTo>
                  <a:lnTo>
                    <a:pt x="241624" y="237776"/>
                  </a:lnTo>
                  <a:lnTo>
                    <a:pt x="243003" y="253940"/>
                  </a:lnTo>
                  <a:lnTo>
                    <a:pt x="243830" y="266106"/>
                  </a:lnTo>
                  <a:lnTo>
                    <a:pt x="244106" y="275722"/>
                  </a:lnTo>
                  <a:lnTo>
                    <a:pt x="244106" y="287486"/>
                  </a:lnTo>
                  <a:lnTo>
                    <a:pt x="242635" y="296310"/>
                  </a:lnTo>
                  <a:lnTo>
                    <a:pt x="242635" y="294839"/>
                  </a:lnTo>
                  <a:lnTo>
                    <a:pt x="253665" y="258076"/>
                  </a:lnTo>
                  <a:lnTo>
                    <a:pt x="272597" y="216809"/>
                  </a:lnTo>
                  <a:lnTo>
                    <a:pt x="294839" y="174992"/>
                  </a:lnTo>
                  <a:lnTo>
                    <a:pt x="320998" y="136838"/>
                  </a:lnTo>
                  <a:lnTo>
                    <a:pt x="344101" y="121318"/>
                  </a:lnTo>
                  <a:lnTo>
                    <a:pt x="349248" y="124259"/>
                  </a:lnTo>
                  <a:lnTo>
                    <a:pt x="362506" y="175532"/>
                  </a:lnTo>
                  <a:lnTo>
                    <a:pt x="364873" y="197693"/>
                  </a:lnTo>
                  <a:lnTo>
                    <a:pt x="367515" y="220819"/>
                  </a:lnTo>
                  <a:lnTo>
                    <a:pt x="374144" y="261293"/>
                  </a:lnTo>
                  <a:lnTo>
                    <a:pt x="387482" y="298515"/>
                  </a:lnTo>
                  <a:lnTo>
                    <a:pt x="414686" y="313956"/>
                  </a:lnTo>
                  <a:lnTo>
                    <a:pt x="425646" y="313014"/>
                  </a:lnTo>
                  <a:lnTo>
                    <a:pt x="467625" y="293369"/>
                  </a:lnTo>
                  <a:lnTo>
                    <a:pt x="497955" y="261752"/>
                  </a:lnTo>
                  <a:lnTo>
                    <a:pt x="520564" y="221313"/>
                  </a:lnTo>
                  <a:lnTo>
                    <a:pt x="528468" y="180690"/>
                  </a:lnTo>
                  <a:lnTo>
                    <a:pt x="523976" y="136333"/>
                  </a:lnTo>
                  <a:lnTo>
                    <a:pt x="502918" y="103671"/>
                  </a:lnTo>
                  <a:lnTo>
                    <a:pt x="489683" y="97789"/>
                  </a:lnTo>
                  <a:lnTo>
                    <a:pt x="482331" y="97789"/>
                  </a:lnTo>
                  <a:lnTo>
                    <a:pt x="472313" y="140779"/>
                  </a:lnTo>
                  <a:lnTo>
                    <a:pt x="476449" y="182344"/>
                  </a:lnTo>
                  <a:lnTo>
                    <a:pt x="501459" y="213581"/>
                  </a:lnTo>
                  <a:lnTo>
                    <a:pt x="548894" y="200990"/>
                  </a:lnTo>
                  <a:lnTo>
                    <a:pt x="586737" y="164698"/>
                  </a:lnTo>
                  <a:lnTo>
                    <a:pt x="609531" y="130141"/>
                  </a:lnTo>
                  <a:lnTo>
                    <a:pt x="614677" y="113965"/>
                  </a:lnTo>
                  <a:lnTo>
                    <a:pt x="615413" y="114700"/>
                  </a:lnTo>
                  <a:lnTo>
                    <a:pt x="615884" y="116883"/>
                  </a:lnTo>
                  <a:lnTo>
                    <a:pt x="616424" y="122788"/>
                  </a:lnTo>
                  <a:lnTo>
                    <a:pt x="617378" y="133105"/>
                  </a:lnTo>
                  <a:lnTo>
                    <a:pt x="625247" y="192638"/>
                  </a:lnTo>
                  <a:lnTo>
                    <a:pt x="633059" y="236753"/>
                  </a:lnTo>
                  <a:lnTo>
                    <a:pt x="646293" y="277928"/>
                  </a:lnTo>
                  <a:lnTo>
                    <a:pt x="649970" y="286016"/>
                  </a:lnTo>
                  <a:lnTo>
                    <a:pt x="652911" y="293368"/>
                  </a:lnTo>
                  <a:lnTo>
                    <a:pt x="658058" y="291898"/>
                  </a:lnTo>
                  <a:lnTo>
                    <a:pt x="662297" y="289279"/>
                  </a:lnTo>
                  <a:lnTo>
                    <a:pt x="667157" y="284178"/>
                  </a:lnTo>
                  <a:lnTo>
                    <a:pt x="672430" y="277423"/>
                  </a:lnTo>
                  <a:lnTo>
                    <a:pt x="677910" y="269840"/>
                  </a:lnTo>
                </a:path>
              </a:pathLst>
            </a:custGeom>
            <a:ln w="4679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7" name="object 7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510109" y="4103301"/>
              <a:ext cx="150919" cy="227949"/>
            </a:xfrm>
            <a:prstGeom prst="rect">
              <a:avLst/>
            </a:prstGeom>
          </p:spPr>
        </p:pic>
      </p:grpSp>
      <p:grpSp>
        <p:nvGrpSpPr>
          <p:cNvPr id="78" name="object 78"/>
          <p:cNvGrpSpPr/>
          <p:nvPr/>
        </p:nvGrpSpPr>
        <p:grpSpPr>
          <a:xfrm>
            <a:off x="4707987" y="3924172"/>
            <a:ext cx="425450" cy="410209"/>
            <a:chOff x="4707987" y="3924172"/>
            <a:chExt cx="425450" cy="410209"/>
          </a:xfrm>
        </p:grpSpPr>
        <p:sp>
          <p:nvSpPr>
            <p:cNvPr id="79" name="object 79"/>
            <p:cNvSpPr/>
            <p:nvPr/>
          </p:nvSpPr>
          <p:spPr>
            <a:xfrm>
              <a:off x="4731386" y="3947572"/>
              <a:ext cx="356235" cy="363220"/>
            </a:xfrm>
            <a:custGeom>
              <a:avLst/>
              <a:gdLst/>
              <a:ahLst/>
              <a:cxnLst/>
              <a:rect l="l" t="t" r="r" b="b"/>
              <a:pathLst>
                <a:path w="356235" h="363220">
                  <a:moveTo>
                    <a:pt x="113586" y="242636"/>
                  </a:moveTo>
                  <a:lnTo>
                    <a:pt x="102557" y="198520"/>
                  </a:lnTo>
                  <a:lnTo>
                    <a:pt x="63588" y="180138"/>
                  </a:lnTo>
                  <a:lnTo>
                    <a:pt x="51284" y="182333"/>
                  </a:lnTo>
                  <a:lnTo>
                    <a:pt x="17267" y="214696"/>
                  </a:lnTo>
                  <a:lnTo>
                    <a:pt x="3021" y="260649"/>
                  </a:lnTo>
                  <a:lnTo>
                    <a:pt x="0" y="285832"/>
                  </a:lnTo>
                  <a:lnTo>
                    <a:pt x="356" y="308809"/>
                  </a:lnTo>
                  <a:lnTo>
                    <a:pt x="20311" y="351512"/>
                  </a:lnTo>
                  <a:lnTo>
                    <a:pt x="41140" y="361334"/>
                  </a:lnTo>
                  <a:lnTo>
                    <a:pt x="52192" y="360461"/>
                  </a:lnTo>
                  <a:lnTo>
                    <a:pt x="89001" y="322745"/>
                  </a:lnTo>
                  <a:lnTo>
                    <a:pt x="112897" y="275619"/>
                  </a:lnTo>
                  <a:lnTo>
                    <a:pt x="127200" y="238442"/>
                  </a:lnTo>
                  <a:lnTo>
                    <a:pt x="131232" y="212490"/>
                  </a:lnTo>
                  <a:lnTo>
                    <a:pt x="131232" y="204402"/>
                  </a:lnTo>
                  <a:lnTo>
                    <a:pt x="131232" y="197049"/>
                  </a:lnTo>
                  <a:lnTo>
                    <a:pt x="112104" y="231618"/>
                  </a:lnTo>
                  <a:lnTo>
                    <a:pt x="109783" y="271070"/>
                  </a:lnTo>
                  <a:lnTo>
                    <a:pt x="111380" y="291898"/>
                  </a:lnTo>
                  <a:lnTo>
                    <a:pt x="121766" y="328937"/>
                  </a:lnTo>
                  <a:lnTo>
                    <a:pt x="154600" y="360989"/>
                  </a:lnTo>
                  <a:lnTo>
                    <a:pt x="168914" y="363034"/>
                  </a:lnTo>
                  <a:lnTo>
                    <a:pt x="183505" y="360392"/>
                  </a:lnTo>
                  <a:lnTo>
                    <a:pt x="220383" y="323055"/>
                  </a:lnTo>
                  <a:lnTo>
                    <a:pt x="235639" y="272781"/>
                  </a:lnTo>
                  <a:lnTo>
                    <a:pt x="242900" y="204861"/>
                  </a:lnTo>
                  <a:lnTo>
                    <a:pt x="245198" y="135287"/>
                  </a:lnTo>
                  <a:lnTo>
                    <a:pt x="245657" y="79683"/>
                  </a:lnTo>
                  <a:lnTo>
                    <a:pt x="244462" y="38968"/>
                  </a:lnTo>
                  <a:lnTo>
                    <a:pt x="237110" y="0"/>
                  </a:lnTo>
                  <a:lnTo>
                    <a:pt x="234927" y="1447"/>
                  </a:lnTo>
                  <a:lnTo>
                    <a:pt x="229757" y="39704"/>
                  </a:lnTo>
                  <a:lnTo>
                    <a:pt x="229022" y="95032"/>
                  </a:lnTo>
                  <a:lnTo>
                    <a:pt x="232698" y="164698"/>
                  </a:lnTo>
                  <a:lnTo>
                    <a:pt x="242073" y="236202"/>
                  </a:lnTo>
                  <a:lnTo>
                    <a:pt x="254756" y="295574"/>
                  </a:lnTo>
                  <a:lnTo>
                    <a:pt x="267899" y="332246"/>
                  </a:lnTo>
                  <a:lnTo>
                    <a:pt x="295930" y="360277"/>
                  </a:lnTo>
                  <a:lnTo>
                    <a:pt x="333682" y="333624"/>
                  </a:lnTo>
                  <a:lnTo>
                    <a:pt x="348525" y="300905"/>
                  </a:lnTo>
                  <a:lnTo>
                    <a:pt x="356222" y="282340"/>
                  </a:lnTo>
                </a:path>
              </a:pathLst>
            </a:custGeom>
            <a:ln w="4679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4889088" y="4053449"/>
              <a:ext cx="220979" cy="13335"/>
            </a:xfrm>
            <a:custGeom>
              <a:avLst/>
              <a:gdLst/>
              <a:ahLst/>
              <a:cxnLst/>
              <a:rect l="l" t="t" r="r" b="b"/>
              <a:pathLst>
                <a:path w="220979" h="13335">
                  <a:moveTo>
                    <a:pt x="0" y="13234"/>
                  </a:moveTo>
                  <a:lnTo>
                    <a:pt x="39911" y="4549"/>
                  </a:lnTo>
                  <a:lnTo>
                    <a:pt x="85956" y="2320"/>
                  </a:lnTo>
                  <a:lnTo>
                    <a:pt x="114517" y="2389"/>
                  </a:lnTo>
                  <a:lnTo>
                    <a:pt x="142801" y="2734"/>
                  </a:lnTo>
                  <a:lnTo>
                    <a:pt x="167639" y="2941"/>
                  </a:lnTo>
                  <a:lnTo>
                    <a:pt x="186664" y="2688"/>
                  </a:lnTo>
                  <a:lnTo>
                    <a:pt x="200726" y="2022"/>
                  </a:lnTo>
                  <a:lnTo>
                    <a:pt x="211479" y="1079"/>
                  </a:lnTo>
                  <a:lnTo>
                    <a:pt x="220578" y="0"/>
                  </a:lnTo>
                </a:path>
              </a:pathLst>
            </a:custGeom>
            <a:ln w="4679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1" name="object 81"/>
          <p:cNvGrpSpPr/>
          <p:nvPr/>
        </p:nvGrpSpPr>
        <p:grpSpPr>
          <a:xfrm>
            <a:off x="5400154" y="3894762"/>
            <a:ext cx="514350" cy="435609"/>
            <a:chOff x="5400154" y="3894762"/>
            <a:chExt cx="514350" cy="435609"/>
          </a:xfrm>
        </p:grpSpPr>
        <p:sp>
          <p:nvSpPr>
            <p:cNvPr id="82" name="object 82"/>
            <p:cNvSpPr/>
            <p:nvPr/>
          </p:nvSpPr>
          <p:spPr>
            <a:xfrm>
              <a:off x="5423554" y="3918162"/>
              <a:ext cx="277495" cy="388620"/>
            </a:xfrm>
            <a:custGeom>
              <a:avLst/>
              <a:gdLst/>
              <a:ahLst/>
              <a:cxnLst/>
              <a:rect l="l" t="t" r="r" b="b"/>
              <a:pathLst>
                <a:path w="277495" h="388620">
                  <a:moveTo>
                    <a:pt x="153738" y="214696"/>
                  </a:moveTo>
                  <a:lnTo>
                    <a:pt x="130945" y="172051"/>
                  </a:lnTo>
                  <a:lnTo>
                    <a:pt x="88036" y="160057"/>
                  </a:lnTo>
                  <a:lnTo>
                    <a:pt x="40140" y="175451"/>
                  </a:lnTo>
                  <a:lnTo>
                    <a:pt x="15509" y="205137"/>
                  </a:lnTo>
                  <a:lnTo>
                    <a:pt x="1723" y="250540"/>
                  </a:lnTo>
                  <a:lnTo>
                    <a:pt x="0" y="275447"/>
                  </a:lnTo>
                  <a:lnTo>
                    <a:pt x="2274" y="299251"/>
                  </a:lnTo>
                  <a:lnTo>
                    <a:pt x="18358" y="338036"/>
                  </a:lnTo>
                  <a:lnTo>
                    <a:pt x="55293" y="368721"/>
                  </a:lnTo>
                  <a:lnTo>
                    <a:pt x="93447" y="364689"/>
                  </a:lnTo>
                  <a:lnTo>
                    <a:pt x="133461" y="328087"/>
                  </a:lnTo>
                  <a:lnTo>
                    <a:pt x="156518" y="281892"/>
                  </a:lnTo>
                  <a:lnTo>
                    <a:pt x="173567" y="220796"/>
                  </a:lnTo>
                  <a:lnTo>
                    <a:pt x="183539" y="154014"/>
                  </a:lnTo>
                  <a:lnTo>
                    <a:pt x="187537" y="93401"/>
                  </a:lnTo>
                  <a:lnTo>
                    <a:pt x="188686" y="52571"/>
                  </a:lnTo>
                  <a:lnTo>
                    <a:pt x="184791" y="14372"/>
                  </a:lnTo>
                  <a:lnTo>
                    <a:pt x="175796" y="0"/>
                  </a:lnTo>
                  <a:lnTo>
                    <a:pt x="172510" y="3860"/>
                  </a:lnTo>
                  <a:lnTo>
                    <a:pt x="164032" y="48527"/>
                  </a:lnTo>
                  <a:lnTo>
                    <a:pt x="161366" y="104498"/>
                  </a:lnTo>
                  <a:lnTo>
                    <a:pt x="164767" y="174256"/>
                  </a:lnTo>
                  <a:lnTo>
                    <a:pt x="176347" y="248058"/>
                  </a:lnTo>
                  <a:lnTo>
                    <a:pt x="191236" y="310280"/>
                  </a:lnTo>
                  <a:lnTo>
                    <a:pt x="204104" y="348513"/>
                  </a:lnTo>
                  <a:lnTo>
                    <a:pt x="224323" y="381232"/>
                  </a:lnTo>
                  <a:lnTo>
                    <a:pt x="240499" y="388217"/>
                  </a:lnTo>
                  <a:lnTo>
                    <a:pt x="247852" y="385276"/>
                  </a:lnTo>
                  <a:lnTo>
                    <a:pt x="255204" y="377188"/>
                  </a:lnTo>
                  <a:lnTo>
                    <a:pt x="260719" y="370238"/>
                  </a:lnTo>
                  <a:lnTo>
                    <a:pt x="266233" y="361840"/>
                  </a:lnTo>
                  <a:lnTo>
                    <a:pt x="271747" y="352477"/>
                  </a:lnTo>
                  <a:lnTo>
                    <a:pt x="277262" y="342631"/>
                  </a:lnTo>
                </a:path>
              </a:pathLst>
            </a:custGeom>
            <a:ln w="4679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3" name="object 8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715191" y="4072707"/>
              <a:ext cx="198722" cy="217276"/>
            </a:xfrm>
            <a:prstGeom prst="rect">
              <a:avLst/>
            </a:prstGeom>
          </p:spPr>
        </p:pic>
      </p:grpSp>
      <p:grpSp>
        <p:nvGrpSpPr>
          <p:cNvPr id="84" name="object 84"/>
          <p:cNvGrpSpPr/>
          <p:nvPr/>
        </p:nvGrpSpPr>
        <p:grpSpPr>
          <a:xfrm>
            <a:off x="5915642" y="3909467"/>
            <a:ext cx="139700" cy="370840"/>
            <a:chOff x="5915642" y="3909467"/>
            <a:chExt cx="139700" cy="370840"/>
          </a:xfrm>
        </p:grpSpPr>
        <p:sp>
          <p:nvSpPr>
            <p:cNvPr id="85" name="object 85"/>
            <p:cNvSpPr/>
            <p:nvPr/>
          </p:nvSpPr>
          <p:spPr>
            <a:xfrm>
              <a:off x="5985178" y="3932867"/>
              <a:ext cx="38100" cy="323850"/>
            </a:xfrm>
            <a:custGeom>
              <a:avLst/>
              <a:gdLst/>
              <a:ahLst/>
              <a:cxnLst/>
              <a:rect l="l" t="t" r="r" b="b"/>
              <a:pathLst>
                <a:path w="38100" h="323850">
                  <a:moveTo>
                    <a:pt x="2389" y="23528"/>
                  </a:moveTo>
                  <a:lnTo>
                    <a:pt x="2389" y="11764"/>
                  </a:lnTo>
                  <a:lnTo>
                    <a:pt x="2389" y="0"/>
                  </a:lnTo>
                  <a:lnTo>
                    <a:pt x="1654" y="0"/>
                  </a:lnTo>
                  <a:lnTo>
                    <a:pt x="1010" y="2286"/>
                  </a:lnTo>
                  <a:lnTo>
                    <a:pt x="367" y="9466"/>
                  </a:lnTo>
                  <a:lnTo>
                    <a:pt x="0" y="22023"/>
                  </a:lnTo>
                  <a:lnTo>
                    <a:pt x="183" y="40439"/>
                  </a:lnTo>
                  <a:lnTo>
                    <a:pt x="3032" y="94205"/>
                  </a:lnTo>
                  <a:lnTo>
                    <a:pt x="9742" y="161757"/>
                  </a:lnTo>
                  <a:lnTo>
                    <a:pt x="19943" y="230780"/>
                  </a:lnTo>
                  <a:lnTo>
                    <a:pt x="29594" y="286016"/>
                  </a:lnTo>
                  <a:lnTo>
                    <a:pt x="36946" y="323514"/>
                  </a:lnTo>
                  <a:lnTo>
                    <a:pt x="37682" y="323514"/>
                  </a:lnTo>
                  <a:lnTo>
                    <a:pt x="37682" y="314691"/>
                  </a:lnTo>
                  <a:lnTo>
                    <a:pt x="37682" y="305868"/>
                  </a:lnTo>
                </a:path>
              </a:pathLst>
            </a:custGeom>
            <a:ln w="4679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6" name="object 8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915642" y="4087769"/>
              <a:ext cx="139442" cy="68489"/>
            </a:xfrm>
            <a:prstGeom prst="rect">
              <a:avLst/>
            </a:prstGeom>
          </p:spPr>
        </p:pic>
      </p:grpSp>
      <p:pic>
        <p:nvPicPr>
          <p:cNvPr id="87" name="object 87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6109015" y="4051522"/>
            <a:ext cx="184293" cy="225318"/>
          </a:xfrm>
          <a:prstGeom prst="rect">
            <a:avLst/>
          </a:prstGeom>
        </p:spPr>
      </p:pic>
      <p:grpSp>
        <p:nvGrpSpPr>
          <p:cNvPr id="88" name="object 88"/>
          <p:cNvGrpSpPr/>
          <p:nvPr/>
        </p:nvGrpSpPr>
        <p:grpSpPr>
          <a:xfrm>
            <a:off x="6339795" y="3831530"/>
            <a:ext cx="1034415" cy="460375"/>
            <a:chOff x="6339795" y="3831530"/>
            <a:chExt cx="1034415" cy="460375"/>
          </a:xfrm>
        </p:grpSpPr>
        <p:sp>
          <p:nvSpPr>
            <p:cNvPr id="89" name="object 89"/>
            <p:cNvSpPr/>
            <p:nvPr/>
          </p:nvSpPr>
          <p:spPr>
            <a:xfrm>
              <a:off x="6363195" y="3893898"/>
              <a:ext cx="988060" cy="374650"/>
            </a:xfrm>
            <a:custGeom>
              <a:avLst/>
              <a:gdLst/>
              <a:ahLst/>
              <a:cxnLst/>
              <a:rect l="l" t="t" r="r" b="b"/>
              <a:pathLst>
                <a:path w="988059" h="374650">
                  <a:moveTo>
                    <a:pt x="105234" y="230136"/>
                  </a:moveTo>
                  <a:lnTo>
                    <a:pt x="90529" y="184550"/>
                  </a:lnTo>
                  <a:lnTo>
                    <a:pt x="50089" y="166168"/>
                  </a:lnTo>
                  <a:lnTo>
                    <a:pt x="13590" y="200703"/>
                  </a:lnTo>
                  <a:lnTo>
                    <a:pt x="585" y="243325"/>
                  </a:lnTo>
                  <a:lnTo>
                    <a:pt x="0" y="267451"/>
                  </a:lnTo>
                  <a:lnTo>
                    <a:pt x="3687" y="291301"/>
                  </a:lnTo>
                  <a:lnTo>
                    <a:pt x="24481" y="331786"/>
                  </a:lnTo>
                  <a:lnTo>
                    <a:pt x="59108" y="357061"/>
                  </a:lnTo>
                  <a:lnTo>
                    <a:pt x="98548" y="364746"/>
                  </a:lnTo>
                  <a:lnTo>
                    <a:pt x="136460" y="354016"/>
                  </a:lnTo>
                  <a:lnTo>
                    <a:pt x="169466" y="325387"/>
                  </a:lnTo>
                  <a:lnTo>
                    <a:pt x="195636" y="279962"/>
                  </a:lnTo>
                  <a:lnTo>
                    <a:pt x="214385" y="219636"/>
                  </a:lnTo>
                  <a:lnTo>
                    <a:pt x="225713" y="152405"/>
                  </a:lnTo>
                  <a:lnTo>
                    <a:pt x="230148" y="92056"/>
                  </a:lnTo>
                  <a:lnTo>
                    <a:pt x="228241" y="46034"/>
                  </a:lnTo>
                  <a:lnTo>
                    <a:pt x="215615" y="5790"/>
                  </a:lnTo>
                  <a:lnTo>
                    <a:pt x="206700" y="0"/>
                  </a:lnTo>
                  <a:lnTo>
                    <a:pt x="204138" y="4020"/>
                  </a:lnTo>
                  <a:lnTo>
                    <a:pt x="201553" y="45586"/>
                  </a:lnTo>
                  <a:lnTo>
                    <a:pt x="200542" y="97605"/>
                  </a:lnTo>
                  <a:lnTo>
                    <a:pt x="202288" y="161757"/>
                  </a:lnTo>
                  <a:lnTo>
                    <a:pt x="209457" y="228574"/>
                  </a:lnTo>
                  <a:lnTo>
                    <a:pt x="219934" y="286016"/>
                  </a:lnTo>
                  <a:lnTo>
                    <a:pt x="230779" y="324617"/>
                  </a:lnTo>
                  <a:lnTo>
                    <a:pt x="248610" y="361472"/>
                  </a:lnTo>
                  <a:lnTo>
                    <a:pt x="269932" y="374247"/>
                  </a:lnTo>
                  <a:lnTo>
                    <a:pt x="280226" y="371306"/>
                  </a:lnTo>
                  <a:lnTo>
                    <a:pt x="315519" y="344102"/>
                  </a:lnTo>
                  <a:lnTo>
                    <a:pt x="338576" y="293955"/>
                  </a:lnTo>
                  <a:lnTo>
                    <a:pt x="348491" y="254538"/>
                  </a:lnTo>
                  <a:lnTo>
                    <a:pt x="354487" y="203667"/>
                  </a:lnTo>
                  <a:lnTo>
                    <a:pt x="339782" y="261201"/>
                  </a:lnTo>
                  <a:lnTo>
                    <a:pt x="342723" y="306603"/>
                  </a:lnTo>
                  <a:lnTo>
                    <a:pt x="355337" y="349099"/>
                  </a:lnTo>
                  <a:lnTo>
                    <a:pt x="395857" y="368928"/>
                  </a:lnTo>
                  <a:lnTo>
                    <a:pt x="434631" y="344837"/>
                  </a:lnTo>
                  <a:lnTo>
                    <a:pt x="459446" y="308993"/>
                  </a:lnTo>
                  <a:lnTo>
                    <a:pt x="478746" y="269840"/>
                  </a:lnTo>
                  <a:lnTo>
                    <a:pt x="493842" y="228999"/>
                  </a:lnTo>
                  <a:lnTo>
                    <a:pt x="492257" y="276825"/>
                  </a:lnTo>
                  <a:lnTo>
                    <a:pt x="496393" y="324250"/>
                  </a:lnTo>
                  <a:lnTo>
                    <a:pt x="520484" y="367262"/>
                  </a:lnTo>
                  <a:lnTo>
                    <a:pt x="559717" y="371030"/>
                  </a:lnTo>
                  <a:lnTo>
                    <a:pt x="600156" y="341425"/>
                  </a:lnTo>
                  <a:lnTo>
                    <a:pt x="625798" y="291898"/>
                  </a:lnTo>
                  <a:lnTo>
                    <a:pt x="628498" y="274321"/>
                  </a:lnTo>
                  <a:lnTo>
                    <a:pt x="627545" y="257157"/>
                  </a:lnTo>
                  <a:lnTo>
                    <a:pt x="599662" y="212249"/>
                  </a:lnTo>
                  <a:lnTo>
                    <a:pt x="565220" y="191087"/>
                  </a:lnTo>
                  <a:lnTo>
                    <a:pt x="518910" y="175911"/>
                  </a:lnTo>
                  <a:lnTo>
                    <a:pt x="475805" y="172786"/>
                  </a:lnTo>
                  <a:lnTo>
                    <a:pt x="474335" y="174992"/>
                  </a:lnTo>
                  <a:lnTo>
                    <a:pt x="472864" y="177197"/>
                  </a:lnTo>
                  <a:lnTo>
                    <a:pt x="478746" y="181609"/>
                  </a:lnTo>
                  <a:lnTo>
                    <a:pt x="491981" y="183815"/>
                  </a:lnTo>
                  <a:lnTo>
                    <a:pt x="503389" y="185021"/>
                  </a:lnTo>
                  <a:lnTo>
                    <a:pt x="518175" y="185193"/>
                  </a:lnTo>
                  <a:lnTo>
                    <a:pt x="536958" y="184125"/>
                  </a:lnTo>
                  <a:lnTo>
                    <a:pt x="560360" y="181609"/>
                  </a:lnTo>
                  <a:lnTo>
                    <a:pt x="588415" y="177611"/>
                  </a:lnTo>
                  <a:lnTo>
                    <a:pt x="618813" y="172786"/>
                  </a:lnTo>
                  <a:lnTo>
                    <a:pt x="648660" y="167961"/>
                  </a:lnTo>
                  <a:lnTo>
                    <a:pt x="675061" y="163963"/>
                  </a:lnTo>
                  <a:lnTo>
                    <a:pt x="695786" y="161458"/>
                  </a:lnTo>
                  <a:lnTo>
                    <a:pt x="711273" y="160470"/>
                  </a:lnTo>
                  <a:lnTo>
                    <a:pt x="722623" y="160861"/>
                  </a:lnTo>
                  <a:lnTo>
                    <a:pt x="748381" y="202771"/>
                  </a:lnTo>
                  <a:lnTo>
                    <a:pt x="748587" y="258811"/>
                  </a:lnTo>
                  <a:lnTo>
                    <a:pt x="746002" y="310820"/>
                  </a:lnTo>
                  <a:lnTo>
                    <a:pt x="741602" y="351029"/>
                  </a:lnTo>
                  <a:lnTo>
                    <a:pt x="737558" y="372777"/>
                  </a:lnTo>
                  <a:lnTo>
                    <a:pt x="737558" y="372041"/>
                  </a:lnTo>
                  <a:lnTo>
                    <a:pt x="762706" y="314749"/>
                  </a:lnTo>
                  <a:lnTo>
                    <a:pt x="791128" y="263028"/>
                  </a:lnTo>
                  <a:lnTo>
                    <a:pt x="817403" y="219268"/>
                  </a:lnTo>
                  <a:lnTo>
                    <a:pt x="844906" y="183079"/>
                  </a:lnTo>
                  <a:lnTo>
                    <a:pt x="878728" y="211019"/>
                  </a:lnTo>
                  <a:lnTo>
                    <a:pt x="878245" y="230527"/>
                  </a:lnTo>
                  <a:lnTo>
                    <a:pt x="877074" y="252378"/>
                  </a:lnTo>
                  <a:lnTo>
                    <a:pt x="875626" y="274505"/>
                  </a:lnTo>
                  <a:lnTo>
                    <a:pt x="874316" y="294839"/>
                  </a:lnTo>
                  <a:lnTo>
                    <a:pt x="873524" y="311727"/>
                  </a:lnTo>
                  <a:lnTo>
                    <a:pt x="873489" y="325169"/>
                  </a:lnTo>
                  <a:lnTo>
                    <a:pt x="874420" y="335577"/>
                  </a:lnTo>
                  <a:lnTo>
                    <a:pt x="876522" y="343366"/>
                  </a:lnTo>
                  <a:lnTo>
                    <a:pt x="880095" y="348904"/>
                  </a:lnTo>
                  <a:lnTo>
                    <a:pt x="885805" y="352373"/>
                  </a:lnTo>
                  <a:lnTo>
                    <a:pt x="894410" y="353913"/>
                  </a:lnTo>
                  <a:lnTo>
                    <a:pt x="906668" y="353660"/>
                  </a:lnTo>
                  <a:lnTo>
                    <a:pt x="923028" y="351799"/>
                  </a:lnTo>
                  <a:lnTo>
                    <a:pt x="942696" y="348697"/>
                  </a:lnTo>
                  <a:lnTo>
                    <a:pt x="964570" y="344768"/>
                  </a:lnTo>
                  <a:lnTo>
                    <a:pt x="987547" y="340425"/>
                  </a:lnTo>
                </a:path>
              </a:pathLst>
            </a:custGeom>
            <a:ln w="4679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0" name="object 9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453852" y="3946231"/>
              <a:ext cx="214438" cy="64445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6768415" y="3854930"/>
              <a:ext cx="17780" cy="13335"/>
            </a:xfrm>
            <a:custGeom>
              <a:avLst/>
              <a:gdLst/>
              <a:ahLst/>
              <a:cxnLst/>
              <a:rect l="l" t="t" r="r" b="b"/>
              <a:pathLst>
                <a:path w="17779" h="13335">
                  <a:moveTo>
                    <a:pt x="8823" y="13234"/>
                  </a:moveTo>
                  <a:lnTo>
                    <a:pt x="4411" y="7352"/>
                  </a:lnTo>
                  <a:lnTo>
                    <a:pt x="0" y="1470"/>
                  </a:lnTo>
                  <a:lnTo>
                    <a:pt x="1470" y="735"/>
                  </a:lnTo>
                  <a:lnTo>
                    <a:pt x="2941" y="0"/>
                  </a:lnTo>
                  <a:lnTo>
                    <a:pt x="10293" y="4411"/>
                  </a:lnTo>
                  <a:lnTo>
                    <a:pt x="17646" y="8823"/>
                  </a:lnTo>
                </a:path>
              </a:pathLst>
            </a:custGeom>
            <a:ln w="4679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2" name="object 92"/>
          <p:cNvSpPr/>
          <p:nvPr/>
        </p:nvSpPr>
        <p:spPr>
          <a:xfrm>
            <a:off x="7593101" y="4028451"/>
            <a:ext cx="443230" cy="202565"/>
          </a:xfrm>
          <a:custGeom>
            <a:avLst/>
            <a:gdLst/>
            <a:ahLst/>
            <a:cxnLst/>
            <a:rect l="l" t="t" r="r" b="b"/>
            <a:pathLst>
              <a:path w="443229" h="202564">
                <a:moveTo>
                  <a:pt x="150269" y="73526"/>
                </a:moveTo>
                <a:lnTo>
                  <a:pt x="146592" y="31616"/>
                </a:lnTo>
                <a:lnTo>
                  <a:pt x="106153" y="5882"/>
                </a:lnTo>
                <a:lnTo>
                  <a:pt x="59418" y="13223"/>
                </a:lnTo>
                <a:lnTo>
                  <a:pt x="19484" y="53030"/>
                </a:lnTo>
                <a:lnTo>
                  <a:pt x="3951" y="92642"/>
                </a:lnTo>
                <a:lnTo>
                  <a:pt x="0" y="134185"/>
                </a:lnTo>
                <a:lnTo>
                  <a:pt x="2401" y="153026"/>
                </a:lnTo>
                <a:lnTo>
                  <a:pt x="25458" y="190708"/>
                </a:lnTo>
                <a:lnTo>
                  <a:pt x="60946" y="202437"/>
                </a:lnTo>
                <a:lnTo>
                  <a:pt x="73158" y="201737"/>
                </a:lnTo>
                <a:lnTo>
                  <a:pt x="110760" y="180563"/>
                </a:lnTo>
                <a:lnTo>
                  <a:pt x="142916" y="134552"/>
                </a:lnTo>
                <a:lnTo>
                  <a:pt x="155840" y="84819"/>
                </a:lnTo>
                <a:lnTo>
                  <a:pt x="155438" y="42357"/>
                </a:lnTo>
                <a:lnTo>
                  <a:pt x="151371" y="87679"/>
                </a:lnTo>
                <a:lnTo>
                  <a:pt x="168121" y="138148"/>
                </a:lnTo>
                <a:lnTo>
                  <a:pt x="194384" y="179403"/>
                </a:lnTo>
                <a:lnTo>
                  <a:pt x="227930" y="200450"/>
                </a:lnTo>
                <a:lnTo>
                  <a:pt x="267393" y="171488"/>
                </a:lnTo>
                <a:lnTo>
                  <a:pt x="290519" y="123523"/>
                </a:lnTo>
                <a:lnTo>
                  <a:pt x="299526" y="84555"/>
                </a:lnTo>
                <a:lnTo>
                  <a:pt x="300664" y="33167"/>
                </a:lnTo>
                <a:lnTo>
                  <a:pt x="291438" y="0"/>
                </a:lnTo>
                <a:lnTo>
                  <a:pt x="287762" y="2205"/>
                </a:lnTo>
                <a:lnTo>
                  <a:pt x="281639" y="57924"/>
                </a:lnTo>
                <a:lnTo>
                  <a:pt x="284557" y="101718"/>
                </a:lnTo>
                <a:lnTo>
                  <a:pt x="289232" y="144570"/>
                </a:lnTo>
                <a:lnTo>
                  <a:pt x="302100" y="160941"/>
                </a:lnTo>
                <a:lnTo>
                  <a:pt x="304673" y="147052"/>
                </a:lnTo>
                <a:lnTo>
                  <a:pt x="314323" y="106245"/>
                </a:lnTo>
                <a:lnTo>
                  <a:pt x="328937" y="63232"/>
                </a:lnTo>
                <a:lnTo>
                  <a:pt x="357474" y="25596"/>
                </a:lnTo>
                <a:lnTo>
                  <a:pt x="380531" y="19024"/>
                </a:lnTo>
                <a:lnTo>
                  <a:pt x="392629" y="21322"/>
                </a:lnTo>
                <a:lnTo>
                  <a:pt x="424050" y="56465"/>
                </a:lnTo>
                <a:lnTo>
                  <a:pt x="436985" y="98536"/>
                </a:lnTo>
                <a:lnTo>
                  <a:pt x="442569" y="139113"/>
                </a:lnTo>
                <a:lnTo>
                  <a:pt x="442994" y="156518"/>
                </a:lnTo>
                <a:lnTo>
                  <a:pt x="442454" y="172682"/>
                </a:lnTo>
                <a:lnTo>
                  <a:pt x="441431" y="188226"/>
                </a:lnTo>
              </a:path>
            </a:pathLst>
          </a:custGeom>
          <a:ln w="46799">
            <a:solidFill>
              <a:srgbClr val="0042A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8143352" y="3796879"/>
            <a:ext cx="248920" cy="417195"/>
          </a:xfrm>
          <a:custGeom>
            <a:avLst/>
            <a:gdLst/>
            <a:ahLst/>
            <a:cxnLst/>
            <a:rect l="l" t="t" r="r" b="b"/>
            <a:pathLst>
              <a:path w="248920" h="417195">
                <a:moveTo>
                  <a:pt x="138229" y="309510"/>
                </a:moveTo>
                <a:lnTo>
                  <a:pt x="117642" y="264659"/>
                </a:lnTo>
                <a:lnTo>
                  <a:pt x="72458" y="244290"/>
                </a:lnTo>
                <a:lnTo>
                  <a:pt x="31432" y="245818"/>
                </a:lnTo>
                <a:lnTo>
                  <a:pt x="7548" y="280524"/>
                </a:lnTo>
                <a:lnTo>
                  <a:pt x="218" y="319976"/>
                </a:lnTo>
                <a:lnTo>
                  <a:pt x="0" y="340391"/>
                </a:lnTo>
                <a:lnTo>
                  <a:pt x="2481" y="359358"/>
                </a:lnTo>
                <a:lnTo>
                  <a:pt x="26469" y="402888"/>
                </a:lnTo>
                <a:lnTo>
                  <a:pt x="70930" y="416950"/>
                </a:lnTo>
                <a:lnTo>
                  <a:pt x="86761" y="411711"/>
                </a:lnTo>
                <a:lnTo>
                  <a:pt x="115160" y="383312"/>
                </a:lnTo>
                <a:lnTo>
                  <a:pt x="137493" y="334509"/>
                </a:lnTo>
                <a:lnTo>
                  <a:pt x="152750" y="270725"/>
                </a:lnTo>
                <a:lnTo>
                  <a:pt x="162492" y="199221"/>
                </a:lnTo>
                <a:lnTo>
                  <a:pt x="168374" y="128911"/>
                </a:lnTo>
                <a:lnTo>
                  <a:pt x="169845" y="73491"/>
                </a:lnTo>
                <a:lnTo>
                  <a:pt x="162917" y="33787"/>
                </a:lnTo>
                <a:lnTo>
                  <a:pt x="137493" y="2171"/>
                </a:lnTo>
                <a:lnTo>
                  <a:pt x="131324" y="0"/>
                </a:lnTo>
                <a:lnTo>
                  <a:pt x="125086" y="241"/>
                </a:lnTo>
                <a:lnTo>
                  <a:pt x="99788" y="45494"/>
                </a:lnTo>
                <a:lnTo>
                  <a:pt x="95468" y="89518"/>
                </a:lnTo>
                <a:lnTo>
                  <a:pt x="97261" y="147396"/>
                </a:lnTo>
                <a:lnTo>
                  <a:pt x="108301" y="212180"/>
                </a:lnTo>
                <a:lnTo>
                  <a:pt x="128866" y="276975"/>
                </a:lnTo>
                <a:lnTo>
                  <a:pt x="156220" y="335164"/>
                </a:lnTo>
                <a:lnTo>
                  <a:pt x="185124" y="380405"/>
                </a:lnTo>
                <a:lnTo>
                  <a:pt x="216626" y="412814"/>
                </a:lnTo>
                <a:lnTo>
                  <a:pt x="244083" y="399855"/>
                </a:lnTo>
                <a:lnTo>
                  <a:pt x="248518" y="393330"/>
                </a:lnTo>
              </a:path>
            </a:pathLst>
          </a:custGeom>
          <a:ln w="46799">
            <a:solidFill>
              <a:srgbClr val="0042A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94" name="object 94"/>
          <p:cNvGrpSpPr/>
          <p:nvPr/>
        </p:nvGrpSpPr>
        <p:grpSpPr>
          <a:xfrm>
            <a:off x="1878094" y="4566860"/>
            <a:ext cx="427355" cy="396240"/>
            <a:chOff x="1878094" y="4566860"/>
            <a:chExt cx="427355" cy="396240"/>
          </a:xfrm>
        </p:grpSpPr>
        <p:sp>
          <p:nvSpPr>
            <p:cNvPr id="95" name="object 95"/>
            <p:cNvSpPr/>
            <p:nvPr/>
          </p:nvSpPr>
          <p:spPr>
            <a:xfrm>
              <a:off x="1901493" y="4590260"/>
              <a:ext cx="224790" cy="349250"/>
            </a:xfrm>
            <a:custGeom>
              <a:avLst/>
              <a:gdLst/>
              <a:ahLst/>
              <a:cxnLst/>
              <a:rect l="l" t="t" r="r" b="b"/>
              <a:pathLst>
                <a:path w="224789" h="349250">
                  <a:moveTo>
                    <a:pt x="221543" y="45517"/>
                  </a:moveTo>
                  <a:lnTo>
                    <a:pt x="223013" y="38164"/>
                  </a:lnTo>
                  <a:lnTo>
                    <a:pt x="224484" y="30811"/>
                  </a:lnTo>
                  <a:lnTo>
                    <a:pt x="223013" y="23459"/>
                  </a:lnTo>
                  <a:lnTo>
                    <a:pt x="191190" y="0"/>
                  </a:lnTo>
                  <a:lnTo>
                    <a:pt x="178898" y="1401"/>
                  </a:lnTo>
                  <a:lnTo>
                    <a:pt x="120996" y="19805"/>
                  </a:lnTo>
                  <a:lnTo>
                    <a:pt x="75065" y="52858"/>
                  </a:lnTo>
                  <a:lnTo>
                    <a:pt x="34120" y="102924"/>
                  </a:lnTo>
                  <a:lnTo>
                    <a:pt x="7812" y="161044"/>
                  </a:lnTo>
                  <a:lnTo>
                    <a:pt x="0" y="219222"/>
                  </a:lnTo>
                  <a:lnTo>
                    <a:pt x="2435" y="246243"/>
                  </a:lnTo>
                  <a:lnTo>
                    <a:pt x="18059" y="292656"/>
                  </a:lnTo>
                  <a:lnTo>
                    <a:pt x="43610" y="326386"/>
                  </a:lnTo>
                  <a:lnTo>
                    <a:pt x="90655" y="349030"/>
                  </a:lnTo>
                  <a:lnTo>
                    <a:pt x="107577" y="349179"/>
                  </a:lnTo>
                  <a:lnTo>
                    <a:pt x="124798" y="345882"/>
                  </a:lnTo>
                  <a:lnTo>
                    <a:pt x="142226" y="339896"/>
                  </a:lnTo>
                  <a:lnTo>
                    <a:pt x="159792" y="332119"/>
                  </a:lnTo>
                  <a:lnTo>
                    <a:pt x="177427" y="323445"/>
                  </a:lnTo>
                </a:path>
              </a:pathLst>
            </a:custGeom>
            <a:ln w="4679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6" name="object 9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117249" y="4713189"/>
              <a:ext cx="188003" cy="228328"/>
            </a:xfrm>
            <a:prstGeom prst="rect">
              <a:avLst/>
            </a:prstGeom>
          </p:spPr>
        </p:pic>
      </p:grpSp>
      <p:pic>
        <p:nvPicPr>
          <p:cNvPr id="97" name="object 97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2355508" y="4723125"/>
            <a:ext cx="170323" cy="211773"/>
          </a:xfrm>
          <a:prstGeom prst="rect">
            <a:avLst/>
          </a:prstGeom>
        </p:spPr>
      </p:pic>
      <p:grpSp>
        <p:nvGrpSpPr>
          <p:cNvPr id="98" name="object 98"/>
          <p:cNvGrpSpPr/>
          <p:nvPr/>
        </p:nvGrpSpPr>
        <p:grpSpPr>
          <a:xfrm>
            <a:off x="2575925" y="4531498"/>
            <a:ext cx="902969" cy="421640"/>
            <a:chOff x="2575925" y="4531498"/>
            <a:chExt cx="902969" cy="421640"/>
          </a:xfrm>
        </p:grpSpPr>
        <p:sp>
          <p:nvSpPr>
            <p:cNvPr id="99" name="object 99"/>
            <p:cNvSpPr/>
            <p:nvPr/>
          </p:nvSpPr>
          <p:spPr>
            <a:xfrm>
              <a:off x="2599325" y="4554897"/>
              <a:ext cx="856615" cy="374650"/>
            </a:xfrm>
            <a:custGeom>
              <a:avLst/>
              <a:gdLst/>
              <a:ahLst/>
              <a:cxnLst/>
              <a:rect l="l" t="t" r="r" b="b"/>
              <a:pathLst>
                <a:path w="856614" h="374650">
                  <a:moveTo>
                    <a:pt x="132507" y="257341"/>
                  </a:moveTo>
                  <a:lnTo>
                    <a:pt x="112655" y="212490"/>
                  </a:lnTo>
                  <a:lnTo>
                    <a:pt x="69436" y="193051"/>
                  </a:lnTo>
                  <a:lnTo>
                    <a:pt x="27916" y="200082"/>
                  </a:lnTo>
                  <a:lnTo>
                    <a:pt x="3630" y="237810"/>
                  </a:lnTo>
                  <a:lnTo>
                    <a:pt x="0" y="273746"/>
                  </a:lnTo>
                  <a:lnTo>
                    <a:pt x="3837" y="291163"/>
                  </a:lnTo>
                  <a:lnTo>
                    <a:pt x="36923" y="329316"/>
                  </a:lnTo>
                  <a:lnTo>
                    <a:pt x="76811" y="337852"/>
                  </a:lnTo>
                  <a:lnTo>
                    <a:pt x="109427" y="302272"/>
                  </a:lnTo>
                  <a:lnTo>
                    <a:pt x="125580" y="259972"/>
                  </a:lnTo>
                  <a:lnTo>
                    <a:pt x="135908" y="218096"/>
                  </a:lnTo>
                  <a:lnTo>
                    <a:pt x="129566" y="271127"/>
                  </a:lnTo>
                  <a:lnTo>
                    <a:pt x="140595" y="310279"/>
                  </a:lnTo>
                  <a:lnTo>
                    <a:pt x="175646" y="347709"/>
                  </a:lnTo>
                  <a:lnTo>
                    <a:pt x="217889" y="351914"/>
                  </a:lnTo>
                  <a:lnTo>
                    <a:pt x="251585" y="322526"/>
                  </a:lnTo>
                  <a:lnTo>
                    <a:pt x="265118" y="282041"/>
                  </a:lnTo>
                  <a:lnTo>
                    <a:pt x="271805" y="219647"/>
                  </a:lnTo>
                  <a:lnTo>
                    <a:pt x="273298" y="146649"/>
                  </a:lnTo>
                  <a:lnTo>
                    <a:pt x="272264" y="89632"/>
                  </a:lnTo>
                  <a:lnTo>
                    <a:pt x="269266" y="45586"/>
                  </a:lnTo>
                  <a:lnTo>
                    <a:pt x="261913" y="7352"/>
                  </a:lnTo>
                  <a:lnTo>
                    <a:pt x="258972" y="0"/>
                  </a:lnTo>
                  <a:lnTo>
                    <a:pt x="256766" y="0"/>
                  </a:lnTo>
                  <a:lnTo>
                    <a:pt x="250643" y="48607"/>
                  </a:lnTo>
                  <a:lnTo>
                    <a:pt x="251723" y="101063"/>
                  </a:lnTo>
                  <a:lnTo>
                    <a:pt x="261660" y="167869"/>
                  </a:lnTo>
                  <a:lnTo>
                    <a:pt x="280731" y="237718"/>
                  </a:lnTo>
                  <a:lnTo>
                    <a:pt x="303754" y="293679"/>
                  </a:lnTo>
                  <a:lnTo>
                    <a:pt x="327420" y="328856"/>
                  </a:lnTo>
                  <a:lnTo>
                    <a:pt x="362552" y="349616"/>
                  </a:lnTo>
                  <a:lnTo>
                    <a:pt x="406162" y="335669"/>
                  </a:lnTo>
                  <a:lnTo>
                    <a:pt x="439892" y="309981"/>
                  </a:lnTo>
                  <a:lnTo>
                    <a:pt x="466155" y="277135"/>
                  </a:lnTo>
                  <a:lnTo>
                    <a:pt x="482491" y="227195"/>
                  </a:lnTo>
                  <a:lnTo>
                    <a:pt x="472198" y="183079"/>
                  </a:lnTo>
                  <a:lnTo>
                    <a:pt x="436905" y="165433"/>
                  </a:lnTo>
                  <a:lnTo>
                    <a:pt x="403083" y="200726"/>
                  </a:lnTo>
                  <a:lnTo>
                    <a:pt x="398856" y="240797"/>
                  </a:lnTo>
                  <a:lnTo>
                    <a:pt x="404554" y="287487"/>
                  </a:lnTo>
                  <a:lnTo>
                    <a:pt x="425784" y="327926"/>
                  </a:lnTo>
                  <a:lnTo>
                    <a:pt x="459698" y="355131"/>
                  </a:lnTo>
                  <a:lnTo>
                    <a:pt x="500965" y="364689"/>
                  </a:lnTo>
                  <a:lnTo>
                    <a:pt x="522253" y="362782"/>
                  </a:lnTo>
                  <a:lnTo>
                    <a:pt x="561750" y="346365"/>
                  </a:lnTo>
                  <a:lnTo>
                    <a:pt x="593343" y="315966"/>
                  </a:lnTo>
                  <a:lnTo>
                    <a:pt x="614367" y="276572"/>
                  </a:lnTo>
                  <a:lnTo>
                    <a:pt x="626476" y="235627"/>
                  </a:lnTo>
                  <a:lnTo>
                    <a:pt x="631014" y="217637"/>
                  </a:lnTo>
                  <a:lnTo>
                    <a:pt x="635495" y="202701"/>
                  </a:lnTo>
                  <a:lnTo>
                    <a:pt x="661596" y="170614"/>
                  </a:lnTo>
                  <a:lnTo>
                    <a:pt x="671637" y="168650"/>
                  </a:lnTo>
                  <a:lnTo>
                    <a:pt x="683057" y="169305"/>
                  </a:lnTo>
                  <a:lnTo>
                    <a:pt x="723013" y="187307"/>
                  </a:lnTo>
                  <a:lnTo>
                    <a:pt x="754423" y="212777"/>
                  </a:lnTo>
                  <a:lnTo>
                    <a:pt x="773655" y="245577"/>
                  </a:lnTo>
                  <a:lnTo>
                    <a:pt x="771449" y="247047"/>
                  </a:lnTo>
                  <a:lnTo>
                    <a:pt x="739212" y="220980"/>
                  </a:lnTo>
                  <a:lnTo>
                    <a:pt x="728068" y="208905"/>
                  </a:lnTo>
                  <a:lnTo>
                    <a:pt x="716925" y="196969"/>
                  </a:lnTo>
                  <a:lnTo>
                    <a:pt x="684826" y="172694"/>
                  </a:lnTo>
                  <a:lnTo>
                    <a:pt x="643720" y="205516"/>
                  </a:lnTo>
                  <a:lnTo>
                    <a:pt x="629061" y="242762"/>
                  </a:lnTo>
                  <a:lnTo>
                    <a:pt x="620352" y="281110"/>
                  </a:lnTo>
                  <a:lnTo>
                    <a:pt x="619250" y="298423"/>
                  </a:lnTo>
                  <a:lnTo>
                    <a:pt x="620352" y="314496"/>
                  </a:lnTo>
                  <a:lnTo>
                    <a:pt x="636896" y="355039"/>
                  </a:lnTo>
                  <a:lnTo>
                    <a:pt x="673131" y="374465"/>
                  </a:lnTo>
                  <a:lnTo>
                    <a:pt x="688548" y="373972"/>
                  </a:lnTo>
                  <a:lnTo>
                    <a:pt x="732756" y="349892"/>
                  </a:lnTo>
                  <a:lnTo>
                    <a:pt x="754814" y="314599"/>
                  </a:lnTo>
                  <a:lnTo>
                    <a:pt x="770289" y="264050"/>
                  </a:lnTo>
                  <a:lnTo>
                    <a:pt x="780008" y="202656"/>
                  </a:lnTo>
                  <a:lnTo>
                    <a:pt x="785580" y="139113"/>
                  </a:lnTo>
                  <a:lnTo>
                    <a:pt x="788383" y="83624"/>
                  </a:lnTo>
                  <a:lnTo>
                    <a:pt x="789647" y="36670"/>
                  </a:lnTo>
                  <a:lnTo>
                    <a:pt x="786889" y="8823"/>
                  </a:lnTo>
                  <a:lnTo>
                    <a:pt x="783948" y="10293"/>
                  </a:lnTo>
                  <a:lnTo>
                    <a:pt x="772184" y="54409"/>
                  </a:lnTo>
                  <a:lnTo>
                    <a:pt x="766486" y="115895"/>
                  </a:lnTo>
                  <a:lnTo>
                    <a:pt x="766302" y="188961"/>
                  </a:lnTo>
                  <a:lnTo>
                    <a:pt x="775033" y="254400"/>
                  </a:lnTo>
                  <a:lnTo>
                    <a:pt x="787624" y="302192"/>
                  </a:lnTo>
                  <a:lnTo>
                    <a:pt x="808212" y="338219"/>
                  </a:lnTo>
                  <a:lnTo>
                    <a:pt x="842861" y="317908"/>
                  </a:lnTo>
                  <a:lnTo>
                    <a:pt x="849398" y="305719"/>
                  </a:lnTo>
                  <a:lnTo>
                    <a:pt x="856004" y="292633"/>
                  </a:lnTo>
                </a:path>
              </a:pathLst>
            </a:custGeom>
            <a:ln w="4679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2782565" y="4626953"/>
              <a:ext cx="211454" cy="17780"/>
            </a:xfrm>
            <a:custGeom>
              <a:avLst/>
              <a:gdLst/>
              <a:ahLst/>
              <a:cxnLst/>
              <a:rect l="l" t="t" r="r" b="b"/>
              <a:pathLst>
                <a:path w="211455" h="17779">
                  <a:moveTo>
                    <a:pt x="24263" y="17646"/>
                  </a:moveTo>
                  <a:lnTo>
                    <a:pt x="12499" y="16175"/>
                  </a:lnTo>
                  <a:lnTo>
                    <a:pt x="735" y="14705"/>
                  </a:lnTo>
                  <a:lnTo>
                    <a:pt x="0" y="13969"/>
                  </a:lnTo>
                  <a:lnTo>
                    <a:pt x="1631" y="13521"/>
                  </a:lnTo>
                  <a:lnTo>
                    <a:pt x="8087" y="13142"/>
                  </a:lnTo>
                  <a:lnTo>
                    <a:pt x="20058" y="12625"/>
                  </a:lnTo>
                  <a:lnTo>
                    <a:pt x="38233" y="11764"/>
                  </a:lnTo>
                  <a:lnTo>
                    <a:pt x="62600" y="10431"/>
                  </a:lnTo>
                  <a:lnTo>
                    <a:pt x="90345" y="8823"/>
                  </a:lnTo>
                  <a:lnTo>
                    <a:pt x="117952" y="7214"/>
                  </a:lnTo>
                  <a:lnTo>
                    <a:pt x="141905" y="5882"/>
                  </a:lnTo>
                  <a:lnTo>
                    <a:pt x="159586" y="5020"/>
                  </a:lnTo>
                  <a:lnTo>
                    <a:pt x="171959" y="4503"/>
                  </a:lnTo>
                  <a:lnTo>
                    <a:pt x="180885" y="4124"/>
                  </a:lnTo>
                  <a:lnTo>
                    <a:pt x="211020" y="0"/>
                  </a:lnTo>
                  <a:lnTo>
                    <a:pt x="203667" y="0"/>
                  </a:lnTo>
                  <a:lnTo>
                    <a:pt x="196314" y="0"/>
                  </a:lnTo>
                </a:path>
              </a:pathLst>
            </a:custGeom>
            <a:ln w="4679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1" name="object 101"/>
          <p:cNvGrpSpPr/>
          <p:nvPr/>
        </p:nvGrpSpPr>
        <p:grpSpPr>
          <a:xfrm>
            <a:off x="3682160" y="4496206"/>
            <a:ext cx="1274445" cy="667385"/>
            <a:chOff x="3682160" y="4496206"/>
            <a:chExt cx="1274445" cy="667385"/>
          </a:xfrm>
        </p:grpSpPr>
        <p:sp>
          <p:nvSpPr>
            <p:cNvPr id="102" name="object 102"/>
            <p:cNvSpPr/>
            <p:nvPr/>
          </p:nvSpPr>
          <p:spPr>
            <a:xfrm>
              <a:off x="3705560" y="4672172"/>
              <a:ext cx="1028700" cy="467995"/>
            </a:xfrm>
            <a:custGeom>
              <a:avLst/>
              <a:gdLst/>
              <a:ahLst/>
              <a:cxnLst/>
              <a:rect l="l" t="t" r="r" b="b"/>
              <a:pathLst>
                <a:path w="1028700" h="467995">
                  <a:moveTo>
                    <a:pt x="120341" y="60659"/>
                  </a:moveTo>
                  <a:lnTo>
                    <a:pt x="113724" y="16543"/>
                  </a:lnTo>
                  <a:lnTo>
                    <a:pt x="99558" y="0"/>
                  </a:lnTo>
                  <a:lnTo>
                    <a:pt x="90931" y="367"/>
                  </a:lnTo>
                  <a:lnTo>
                    <a:pt x="52777" y="24045"/>
                  </a:lnTo>
                  <a:lnTo>
                    <a:pt x="25515" y="58005"/>
                  </a:lnTo>
                  <a:lnTo>
                    <a:pt x="5433" y="100856"/>
                  </a:lnTo>
                  <a:lnTo>
                    <a:pt x="0" y="142514"/>
                  </a:lnTo>
                  <a:lnTo>
                    <a:pt x="3710" y="160746"/>
                  </a:lnTo>
                  <a:lnTo>
                    <a:pt x="35258" y="202173"/>
                  </a:lnTo>
                  <a:lnTo>
                    <a:pt x="87990" y="217269"/>
                  </a:lnTo>
                  <a:lnTo>
                    <a:pt x="128613" y="208262"/>
                  </a:lnTo>
                  <a:lnTo>
                    <a:pt x="165927" y="184918"/>
                  </a:lnTo>
                  <a:lnTo>
                    <a:pt x="193499" y="151187"/>
                  </a:lnTo>
                  <a:lnTo>
                    <a:pt x="214282" y="105199"/>
                  </a:lnTo>
                  <a:lnTo>
                    <a:pt x="214454" y="60658"/>
                  </a:lnTo>
                  <a:lnTo>
                    <a:pt x="200611" y="96319"/>
                  </a:lnTo>
                  <a:lnTo>
                    <a:pt x="195338" y="145949"/>
                  </a:lnTo>
                  <a:lnTo>
                    <a:pt x="204023" y="189375"/>
                  </a:lnTo>
                  <a:lnTo>
                    <a:pt x="233847" y="215247"/>
                  </a:lnTo>
                  <a:lnTo>
                    <a:pt x="247599" y="218349"/>
                  </a:lnTo>
                  <a:lnTo>
                    <a:pt x="262246" y="218004"/>
                  </a:lnTo>
                  <a:lnTo>
                    <a:pt x="303812" y="194327"/>
                  </a:lnTo>
                  <a:lnTo>
                    <a:pt x="323181" y="139791"/>
                  </a:lnTo>
                  <a:lnTo>
                    <a:pt x="318861" y="98892"/>
                  </a:lnTo>
                  <a:lnTo>
                    <a:pt x="291151" y="55362"/>
                  </a:lnTo>
                  <a:lnTo>
                    <a:pt x="255445" y="37865"/>
                  </a:lnTo>
                  <a:lnTo>
                    <a:pt x="215925" y="45953"/>
                  </a:lnTo>
                  <a:lnTo>
                    <a:pt x="265693" y="50307"/>
                  </a:lnTo>
                  <a:lnTo>
                    <a:pt x="313485" y="43575"/>
                  </a:lnTo>
                  <a:lnTo>
                    <a:pt x="337243" y="40071"/>
                  </a:lnTo>
                  <a:lnTo>
                    <a:pt x="358347" y="37038"/>
                  </a:lnTo>
                  <a:lnTo>
                    <a:pt x="404152" y="31248"/>
                  </a:lnTo>
                  <a:lnTo>
                    <a:pt x="421522" y="30329"/>
                  </a:lnTo>
                  <a:lnTo>
                    <a:pt x="427623" y="31041"/>
                  </a:lnTo>
                  <a:lnTo>
                    <a:pt x="452748" y="71538"/>
                  </a:lnTo>
                  <a:lnTo>
                    <a:pt x="457091" y="121685"/>
                  </a:lnTo>
                  <a:lnTo>
                    <a:pt x="456597" y="136815"/>
                  </a:lnTo>
                  <a:lnTo>
                    <a:pt x="455344" y="150636"/>
                  </a:lnTo>
                  <a:lnTo>
                    <a:pt x="453679" y="163767"/>
                  </a:lnTo>
                  <a:lnTo>
                    <a:pt x="451944" y="176830"/>
                  </a:lnTo>
                  <a:lnTo>
                    <a:pt x="450450" y="190076"/>
                  </a:lnTo>
                  <a:lnTo>
                    <a:pt x="449370" y="202288"/>
                  </a:lnTo>
                  <a:lnTo>
                    <a:pt x="448842" y="211881"/>
                  </a:lnTo>
                  <a:lnTo>
                    <a:pt x="449003" y="217269"/>
                  </a:lnTo>
                  <a:lnTo>
                    <a:pt x="450048" y="217131"/>
                  </a:lnTo>
                  <a:lnTo>
                    <a:pt x="452403" y="211203"/>
                  </a:lnTo>
                  <a:lnTo>
                    <a:pt x="456551" y="199485"/>
                  </a:lnTo>
                  <a:lnTo>
                    <a:pt x="462973" y="181976"/>
                  </a:lnTo>
                  <a:lnTo>
                    <a:pt x="482733" y="133174"/>
                  </a:lnTo>
                  <a:lnTo>
                    <a:pt x="506353" y="82716"/>
                  </a:lnTo>
                  <a:lnTo>
                    <a:pt x="527859" y="47883"/>
                  </a:lnTo>
                  <a:lnTo>
                    <a:pt x="560946" y="22333"/>
                  </a:lnTo>
                  <a:lnTo>
                    <a:pt x="567150" y="22321"/>
                  </a:lnTo>
                  <a:lnTo>
                    <a:pt x="572526" y="23895"/>
                  </a:lnTo>
                  <a:lnTo>
                    <a:pt x="589839" y="69665"/>
                  </a:lnTo>
                  <a:lnTo>
                    <a:pt x="593952" y="109645"/>
                  </a:lnTo>
                  <a:lnTo>
                    <a:pt x="596607" y="152015"/>
                  </a:lnTo>
                  <a:lnTo>
                    <a:pt x="596802" y="177232"/>
                  </a:lnTo>
                  <a:lnTo>
                    <a:pt x="596882" y="185377"/>
                  </a:lnTo>
                  <a:lnTo>
                    <a:pt x="597100" y="192006"/>
                  </a:lnTo>
                  <a:lnTo>
                    <a:pt x="597525" y="195946"/>
                  </a:lnTo>
                  <a:lnTo>
                    <a:pt x="598330" y="196061"/>
                  </a:lnTo>
                  <a:lnTo>
                    <a:pt x="600099" y="191351"/>
                  </a:lnTo>
                  <a:lnTo>
                    <a:pt x="603523" y="180851"/>
                  </a:lnTo>
                  <a:lnTo>
                    <a:pt x="609290" y="163595"/>
                  </a:lnTo>
                  <a:lnTo>
                    <a:pt x="627855" y="111483"/>
                  </a:lnTo>
                  <a:lnTo>
                    <a:pt x="647523" y="59923"/>
                  </a:lnTo>
                  <a:lnTo>
                    <a:pt x="668846" y="22425"/>
                  </a:lnTo>
                  <a:lnTo>
                    <a:pt x="682080" y="15072"/>
                  </a:lnTo>
                  <a:lnTo>
                    <a:pt x="688697" y="15807"/>
                  </a:lnTo>
                  <a:lnTo>
                    <a:pt x="714260" y="53995"/>
                  </a:lnTo>
                  <a:lnTo>
                    <a:pt x="725403" y="91953"/>
                  </a:lnTo>
                  <a:lnTo>
                    <a:pt x="735387" y="140802"/>
                  </a:lnTo>
                  <a:lnTo>
                    <a:pt x="737110" y="152428"/>
                  </a:lnTo>
                  <a:lnTo>
                    <a:pt x="738695" y="162124"/>
                  </a:lnTo>
                  <a:lnTo>
                    <a:pt x="758548" y="197417"/>
                  </a:lnTo>
                  <a:lnTo>
                    <a:pt x="793105" y="206975"/>
                  </a:lnTo>
                  <a:lnTo>
                    <a:pt x="798803" y="205608"/>
                  </a:lnTo>
                  <a:lnTo>
                    <a:pt x="818758" y="171407"/>
                  </a:lnTo>
                  <a:lnTo>
                    <a:pt x="828891" y="131887"/>
                  </a:lnTo>
                  <a:lnTo>
                    <a:pt x="837657" y="81935"/>
                  </a:lnTo>
                  <a:lnTo>
                    <a:pt x="841080" y="58085"/>
                  </a:lnTo>
                  <a:lnTo>
                    <a:pt x="843677" y="40301"/>
                  </a:lnTo>
                  <a:lnTo>
                    <a:pt x="845308" y="32719"/>
                  </a:lnTo>
                  <a:lnTo>
                    <a:pt x="845951" y="38314"/>
                  </a:lnTo>
                  <a:lnTo>
                    <a:pt x="846043" y="55420"/>
                  </a:lnTo>
                  <a:lnTo>
                    <a:pt x="846135" y="81211"/>
                  </a:lnTo>
                  <a:lnTo>
                    <a:pt x="846779" y="112862"/>
                  </a:lnTo>
                  <a:lnTo>
                    <a:pt x="850914" y="184918"/>
                  </a:lnTo>
                  <a:lnTo>
                    <a:pt x="854120" y="223082"/>
                  </a:lnTo>
                  <a:lnTo>
                    <a:pt x="857808" y="261385"/>
                  </a:lnTo>
                  <a:lnTo>
                    <a:pt x="865987" y="334819"/>
                  </a:lnTo>
                  <a:lnTo>
                    <a:pt x="874719" y="398878"/>
                  </a:lnTo>
                  <a:lnTo>
                    <a:pt x="882990" y="446670"/>
                  </a:lnTo>
                  <a:lnTo>
                    <a:pt x="887953" y="467993"/>
                  </a:lnTo>
                  <a:lnTo>
                    <a:pt x="888263" y="465615"/>
                  </a:lnTo>
                  <a:lnTo>
                    <a:pt x="887126" y="454482"/>
                  </a:lnTo>
                  <a:lnTo>
                    <a:pt x="884748" y="435216"/>
                  </a:lnTo>
                  <a:lnTo>
                    <a:pt x="881336" y="408437"/>
                  </a:lnTo>
                  <a:lnTo>
                    <a:pt x="877154" y="375005"/>
                  </a:lnTo>
                  <a:lnTo>
                    <a:pt x="872697" y="336749"/>
                  </a:lnTo>
                  <a:lnTo>
                    <a:pt x="868515" y="295735"/>
                  </a:lnTo>
                  <a:lnTo>
                    <a:pt x="865160" y="254032"/>
                  </a:lnTo>
                  <a:lnTo>
                    <a:pt x="863115" y="213593"/>
                  </a:lnTo>
                  <a:lnTo>
                    <a:pt x="862587" y="175911"/>
                  </a:lnTo>
                  <a:lnTo>
                    <a:pt x="863713" y="142364"/>
                  </a:lnTo>
                  <a:lnTo>
                    <a:pt x="871456" y="92757"/>
                  </a:lnTo>
                  <a:lnTo>
                    <a:pt x="897512" y="56982"/>
                  </a:lnTo>
                  <a:lnTo>
                    <a:pt x="939697" y="46953"/>
                  </a:lnTo>
                  <a:lnTo>
                    <a:pt x="956332" y="50365"/>
                  </a:lnTo>
                  <a:lnTo>
                    <a:pt x="990430" y="68838"/>
                  </a:lnTo>
                  <a:lnTo>
                    <a:pt x="1017359" y="96686"/>
                  </a:lnTo>
                  <a:lnTo>
                    <a:pt x="1028572" y="126924"/>
                  </a:lnTo>
                  <a:lnTo>
                    <a:pt x="1027905" y="142284"/>
                  </a:lnTo>
                  <a:lnTo>
                    <a:pt x="1003665" y="187491"/>
                  </a:lnTo>
                  <a:lnTo>
                    <a:pt x="963260" y="217901"/>
                  </a:lnTo>
                  <a:lnTo>
                    <a:pt x="923246" y="224622"/>
                  </a:lnTo>
                  <a:lnTo>
                    <a:pt x="879130" y="209181"/>
                  </a:lnTo>
                  <a:lnTo>
                    <a:pt x="870307" y="166536"/>
                  </a:lnTo>
                </a:path>
              </a:pathLst>
            </a:custGeom>
            <a:ln w="4679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4809646" y="4519605"/>
              <a:ext cx="31115" cy="328295"/>
            </a:xfrm>
            <a:custGeom>
              <a:avLst/>
              <a:gdLst/>
              <a:ahLst/>
              <a:cxnLst/>
              <a:rect l="l" t="t" r="r" b="b"/>
              <a:pathLst>
                <a:path w="31114" h="328295">
                  <a:moveTo>
                    <a:pt x="34" y="36763"/>
                  </a:moveTo>
                  <a:lnTo>
                    <a:pt x="2975" y="29410"/>
                  </a:lnTo>
                  <a:lnTo>
                    <a:pt x="5916" y="22057"/>
                  </a:lnTo>
                  <a:lnTo>
                    <a:pt x="8122" y="14705"/>
                  </a:lnTo>
                  <a:lnTo>
                    <a:pt x="10328" y="7352"/>
                  </a:lnTo>
                  <a:lnTo>
                    <a:pt x="11798" y="0"/>
                  </a:lnTo>
                  <a:lnTo>
                    <a:pt x="11063" y="0"/>
                  </a:lnTo>
                  <a:lnTo>
                    <a:pt x="2320" y="62542"/>
                  </a:lnTo>
                  <a:lnTo>
                    <a:pt x="0" y="128992"/>
                  </a:lnTo>
                  <a:lnTo>
                    <a:pt x="769" y="164698"/>
                  </a:lnTo>
                  <a:lnTo>
                    <a:pt x="3262" y="198991"/>
                  </a:lnTo>
                  <a:lnTo>
                    <a:pt x="6927" y="230596"/>
                  </a:lnTo>
                  <a:lnTo>
                    <a:pt x="11006" y="258478"/>
                  </a:lnTo>
                  <a:lnTo>
                    <a:pt x="14739" y="281604"/>
                  </a:lnTo>
                  <a:lnTo>
                    <a:pt x="17554" y="299228"/>
                  </a:lnTo>
                  <a:lnTo>
                    <a:pt x="19610" y="311750"/>
                  </a:lnTo>
                  <a:lnTo>
                    <a:pt x="21253" y="319861"/>
                  </a:lnTo>
                  <a:lnTo>
                    <a:pt x="22827" y="324250"/>
                  </a:lnTo>
                  <a:lnTo>
                    <a:pt x="25033" y="327926"/>
                  </a:lnTo>
                  <a:lnTo>
                    <a:pt x="27974" y="323514"/>
                  </a:lnTo>
                  <a:lnTo>
                    <a:pt x="30915" y="319102"/>
                  </a:lnTo>
                </a:path>
              </a:pathLst>
            </a:custGeom>
            <a:ln w="4679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4928792" y="4706361"/>
              <a:ext cx="4445" cy="154940"/>
            </a:xfrm>
            <a:custGeom>
              <a:avLst/>
              <a:gdLst/>
              <a:ahLst/>
              <a:cxnLst/>
              <a:rect l="l" t="t" r="r" b="b"/>
              <a:pathLst>
                <a:path w="4445" h="154939">
                  <a:moveTo>
                    <a:pt x="0" y="0"/>
                  </a:moveTo>
                  <a:lnTo>
                    <a:pt x="2114" y="61853"/>
                  </a:lnTo>
                  <a:lnTo>
                    <a:pt x="3676" y="111024"/>
                  </a:lnTo>
                  <a:lnTo>
                    <a:pt x="4400" y="147523"/>
                  </a:lnTo>
                  <a:lnTo>
                    <a:pt x="4411" y="154404"/>
                  </a:lnTo>
                </a:path>
              </a:pathLst>
            </a:custGeom>
            <a:ln w="4679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4915557" y="4565192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0" y="4411"/>
                  </a:moveTo>
                  <a:lnTo>
                    <a:pt x="1470" y="2941"/>
                  </a:lnTo>
                  <a:lnTo>
                    <a:pt x="2941" y="1470"/>
                  </a:lnTo>
                  <a:lnTo>
                    <a:pt x="4411" y="0"/>
                  </a:lnTo>
                </a:path>
              </a:pathLst>
            </a:custGeom>
            <a:ln w="4679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6" name="object 106"/>
          <p:cNvSpPr/>
          <p:nvPr/>
        </p:nvSpPr>
        <p:spPr>
          <a:xfrm>
            <a:off x="5031085" y="4656364"/>
            <a:ext cx="397510" cy="194310"/>
          </a:xfrm>
          <a:custGeom>
            <a:avLst/>
            <a:gdLst/>
            <a:ahLst/>
            <a:cxnLst/>
            <a:rect l="l" t="t" r="r" b="b"/>
            <a:pathLst>
              <a:path w="397510" h="194310">
                <a:moveTo>
                  <a:pt x="127108" y="85290"/>
                </a:moveTo>
                <a:lnTo>
                  <a:pt x="113138" y="40439"/>
                </a:lnTo>
                <a:lnTo>
                  <a:pt x="71228" y="27204"/>
                </a:lnTo>
                <a:lnTo>
                  <a:pt x="37590" y="50273"/>
                </a:lnTo>
                <a:lnTo>
                  <a:pt x="9466" y="88231"/>
                </a:lnTo>
                <a:lnTo>
                  <a:pt x="0" y="130508"/>
                </a:lnTo>
                <a:lnTo>
                  <a:pt x="2332" y="149855"/>
                </a:lnTo>
                <a:lnTo>
                  <a:pt x="30789" y="186756"/>
                </a:lnTo>
                <a:lnTo>
                  <a:pt x="57258" y="194108"/>
                </a:lnTo>
                <a:lnTo>
                  <a:pt x="69275" y="193936"/>
                </a:lnTo>
                <a:lnTo>
                  <a:pt x="106256" y="151176"/>
                </a:lnTo>
                <a:lnTo>
                  <a:pt x="118595" y="106670"/>
                </a:lnTo>
                <a:lnTo>
                  <a:pt x="126281" y="60659"/>
                </a:lnTo>
                <a:lnTo>
                  <a:pt x="108726" y="103120"/>
                </a:lnTo>
                <a:lnTo>
                  <a:pt x="119020" y="142640"/>
                </a:lnTo>
                <a:lnTo>
                  <a:pt x="155002" y="179759"/>
                </a:lnTo>
                <a:lnTo>
                  <a:pt x="194660" y="181425"/>
                </a:lnTo>
                <a:lnTo>
                  <a:pt x="223324" y="141296"/>
                </a:lnTo>
                <a:lnTo>
                  <a:pt x="234054" y="97617"/>
                </a:lnTo>
                <a:lnTo>
                  <a:pt x="237431" y="58211"/>
                </a:lnTo>
                <a:lnTo>
                  <a:pt x="232985" y="19852"/>
                </a:lnTo>
                <a:lnTo>
                  <a:pt x="227103" y="0"/>
                </a:lnTo>
                <a:lnTo>
                  <a:pt x="225633" y="735"/>
                </a:lnTo>
                <a:lnTo>
                  <a:pt x="226977" y="53777"/>
                </a:lnTo>
                <a:lnTo>
                  <a:pt x="230492" y="99478"/>
                </a:lnTo>
                <a:lnTo>
                  <a:pt x="235099" y="147327"/>
                </a:lnTo>
                <a:lnTo>
                  <a:pt x="242084" y="170856"/>
                </a:lnTo>
                <a:lnTo>
                  <a:pt x="243038" y="161194"/>
                </a:lnTo>
                <a:lnTo>
                  <a:pt x="251367" y="106796"/>
                </a:lnTo>
                <a:lnTo>
                  <a:pt x="262396" y="63232"/>
                </a:lnTo>
                <a:lnTo>
                  <a:pt x="286590" y="18255"/>
                </a:lnTo>
                <a:lnTo>
                  <a:pt x="317173" y="1654"/>
                </a:lnTo>
                <a:lnTo>
                  <a:pt x="328477" y="2941"/>
                </a:lnTo>
                <a:lnTo>
                  <a:pt x="364597" y="30145"/>
                </a:lnTo>
                <a:lnTo>
                  <a:pt x="384449" y="65438"/>
                </a:lnTo>
                <a:lnTo>
                  <a:pt x="394835" y="108910"/>
                </a:lnTo>
                <a:lnTo>
                  <a:pt x="396949" y="148522"/>
                </a:lnTo>
                <a:lnTo>
                  <a:pt x="395765" y="163044"/>
                </a:lnTo>
                <a:lnTo>
                  <a:pt x="393548" y="174256"/>
                </a:lnTo>
                <a:lnTo>
                  <a:pt x="390641" y="183263"/>
                </a:lnTo>
                <a:lnTo>
                  <a:pt x="387390" y="191168"/>
                </a:lnTo>
              </a:path>
            </a:pathLst>
          </a:custGeom>
          <a:ln w="46799">
            <a:solidFill>
              <a:srgbClr val="0042A9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07" name="object 107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7706748" y="3799178"/>
            <a:ext cx="2578669" cy="1004201"/>
          </a:xfrm>
          <a:prstGeom prst="rect">
            <a:avLst/>
          </a:prstGeom>
        </p:spPr>
      </p:pic>
      <p:pic>
        <p:nvPicPr>
          <p:cNvPr id="108" name="object 108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5498748" y="4638237"/>
            <a:ext cx="163706" cy="233383"/>
          </a:xfrm>
          <a:prstGeom prst="rect">
            <a:avLst/>
          </a:prstGeom>
        </p:spPr>
      </p:pic>
      <p:pic>
        <p:nvPicPr>
          <p:cNvPr id="109" name="object 109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5683299" y="4632228"/>
            <a:ext cx="235025" cy="222055"/>
          </a:xfrm>
          <a:prstGeom prst="rect">
            <a:avLst/>
          </a:prstGeom>
        </p:spPr>
      </p:pic>
      <p:sp>
        <p:nvSpPr>
          <p:cNvPr id="110" name="object 110"/>
          <p:cNvSpPr/>
          <p:nvPr/>
        </p:nvSpPr>
        <p:spPr>
          <a:xfrm>
            <a:off x="6128737" y="4715185"/>
            <a:ext cx="62230" cy="8890"/>
          </a:xfrm>
          <a:custGeom>
            <a:avLst/>
            <a:gdLst/>
            <a:ahLst/>
            <a:cxnLst/>
            <a:rect l="l" t="t" r="r" b="b"/>
            <a:pathLst>
              <a:path w="62229" h="8889">
                <a:moveTo>
                  <a:pt x="0" y="8823"/>
                </a:moveTo>
                <a:lnTo>
                  <a:pt x="15440" y="6617"/>
                </a:lnTo>
                <a:lnTo>
                  <a:pt x="30881" y="4411"/>
                </a:lnTo>
                <a:lnTo>
                  <a:pt x="46321" y="2205"/>
                </a:lnTo>
                <a:lnTo>
                  <a:pt x="61762" y="0"/>
                </a:lnTo>
              </a:path>
            </a:pathLst>
          </a:custGeom>
          <a:ln w="46799">
            <a:solidFill>
              <a:srgbClr val="0042A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11" name="object 111"/>
          <p:cNvGrpSpPr/>
          <p:nvPr/>
        </p:nvGrpSpPr>
        <p:grpSpPr>
          <a:xfrm>
            <a:off x="6275827" y="4403563"/>
            <a:ext cx="1204595" cy="869950"/>
            <a:chOff x="6275827" y="4403563"/>
            <a:chExt cx="1204595" cy="869950"/>
          </a:xfrm>
        </p:grpSpPr>
        <p:sp>
          <p:nvSpPr>
            <p:cNvPr id="112" name="object 112"/>
            <p:cNvSpPr/>
            <p:nvPr/>
          </p:nvSpPr>
          <p:spPr>
            <a:xfrm>
              <a:off x="6299227" y="4593074"/>
              <a:ext cx="169545" cy="213360"/>
            </a:xfrm>
            <a:custGeom>
              <a:avLst/>
              <a:gdLst/>
              <a:ahLst/>
              <a:cxnLst/>
              <a:rect l="l" t="t" r="r" b="b"/>
              <a:pathLst>
                <a:path w="169545" h="213360">
                  <a:moveTo>
                    <a:pt x="1562" y="33879"/>
                  </a:moveTo>
                  <a:lnTo>
                    <a:pt x="540" y="24079"/>
                  </a:lnTo>
                  <a:lnTo>
                    <a:pt x="0" y="15038"/>
                  </a:lnTo>
                  <a:lnTo>
                    <a:pt x="424" y="7513"/>
                  </a:lnTo>
                  <a:lnTo>
                    <a:pt x="2297" y="2263"/>
                  </a:lnTo>
                  <a:lnTo>
                    <a:pt x="6031" y="0"/>
                  </a:lnTo>
                  <a:lnTo>
                    <a:pt x="11763" y="1252"/>
                  </a:lnTo>
                  <a:lnTo>
                    <a:pt x="41426" y="30685"/>
                  </a:lnTo>
                  <a:lnTo>
                    <a:pt x="66931" y="70619"/>
                  </a:lnTo>
                  <a:lnTo>
                    <a:pt x="86611" y="118721"/>
                  </a:lnTo>
                  <a:lnTo>
                    <a:pt x="96330" y="164790"/>
                  </a:lnTo>
                  <a:lnTo>
                    <a:pt x="95767" y="205562"/>
                  </a:lnTo>
                  <a:lnTo>
                    <a:pt x="85382" y="213283"/>
                  </a:lnTo>
                  <a:lnTo>
                    <a:pt x="80970" y="207400"/>
                  </a:lnTo>
                  <a:lnTo>
                    <a:pt x="80327" y="159976"/>
                  </a:lnTo>
                  <a:lnTo>
                    <a:pt x="90529" y="117699"/>
                  </a:lnTo>
                  <a:lnTo>
                    <a:pt x="112311" y="70642"/>
                  </a:lnTo>
                  <a:lnTo>
                    <a:pt x="136850" y="32408"/>
                  </a:lnTo>
                  <a:lnTo>
                    <a:pt x="162492" y="9868"/>
                  </a:lnTo>
                  <a:lnTo>
                    <a:pt x="169201" y="7409"/>
                  </a:lnTo>
                </a:path>
              </a:pathLst>
            </a:custGeom>
            <a:ln w="4679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3" name="object 113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518004" y="4582232"/>
              <a:ext cx="432627" cy="250386"/>
            </a:xfrm>
            <a:prstGeom prst="rect">
              <a:avLst/>
            </a:prstGeom>
          </p:spPr>
        </p:pic>
        <p:sp>
          <p:nvSpPr>
            <p:cNvPr id="114" name="object 114"/>
            <p:cNvSpPr/>
            <p:nvPr/>
          </p:nvSpPr>
          <p:spPr>
            <a:xfrm>
              <a:off x="6997817" y="4426963"/>
              <a:ext cx="459105" cy="822960"/>
            </a:xfrm>
            <a:custGeom>
              <a:avLst/>
              <a:gdLst/>
              <a:ahLst/>
              <a:cxnLst/>
              <a:rect l="l" t="t" r="r" b="b"/>
              <a:pathLst>
                <a:path w="459104" h="822960">
                  <a:moveTo>
                    <a:pt x="141170" y="252929"/>
                  </a:moveTo>
                  <a:lnTo>
                    <a:pt x="121042" y="212582"/>
                  </a:lnTo>
                  <a:lnTo>
                    <a:pt x="87300" y="172349"/>
                  </a:lnTo>
                  <a:lnTo>
                    <a:pt x="48527" y="171315"/>
                  </a:lnTo>
                  <a:lnTo>
                    <a:pt x="12855" y="207504"/>
                  </a:lnTo>
                  <a:lnTo>
                    <a:pt x="850" y="250126"/>
                  </a:lnTo>
                  <a:lnTo>
                    <a:pt x="0" y="274435"/>
                  </a:lnTo>
                  <a:lnTo>
                    <a:pt x="2458" y="297918"/>
                  </a:lnTo>
                  <a:lnTo>
                    <a:pt x="16681" y="333980"/>
                  </a:lnTo>
                  <a:lnTo>
                    <a:pt x="55144" y="351454"/>
                  </a:lnTo>
                  <a:lnTo>
                    <a:pt x="99501" y="326432"/>
                  </a:lnTo>
                  <a:lnTo>
                    <a:pt x="121479" y="282466"/>
                  </a:lnTo>
                  <a:lnTo>
                    <a:pt x="134300" y="219762"/>
                  </a:lnTo>
                  <a:lnTo>
                    <a:pt x="141020" y="148660"/>
                  </a:lnTo>
                  <a:lnTo>
                    <a:pt x="144122" y="83222"/>
                  </a:lnTo>
                  <a:lnTo>
                    <a:pt x="145259" y="40243"/>
                  </a:lnTo>
                  <a:lnTo>
                    <a:pt x="142640" y="0"/>
                  </a:lnTo>
                  <a:lnTo>
                    <a:pt x="139699" y="0"/>
                  </a:lnTo>
                  <a:lnTo>
                    <a:pt x="126131" y="54202"/>
                  </a:lnTo>
                  <a:lnTo>
                    <a:pt x="123811" y="112793"/>
                  </a:lnTo>
                  <a:lnTo>
                    <a:pt x="128211" y="182838"/>
                  </a:lnTo>
                  <a:lnTo>
                    <a:pt x="139056" y="251378"/>
                  </a:lnTo>
                  <a:lnTo>
                    <a:pt x="152198" y="303030"/>
                  </a:lnTo>
                  <a:lnTo>
                    <a:pt x="172051" y="342631"/>
                  </a:lnTo>
                  <a:lnTo>
                    <a:pt x="191903" y="354625"/>
                  </a:lnTo>
                  <a:lnTo>
                    <a:pt x="198520" y="354395"/>
                  </a:lnTo>
                  <a:lnTo>
                    <a:pt x="232963" y="318436"/>
                  </a:lnTo>
                  <a:lnTo>
                    <a:pt x="252194" y="269840"/>
                  </a:lnTo>
                  <a:lnTo>
                    <a:pt x="261810" y="227138"/>
                  </a:lnTo>
                  <a:lnTo>
                    <a:pt x="264051" y="184814"/>
                  </a:lnTo>
                  <a:lnTo>
                    <a:pt x="249804" y="240246"/>
                  </a:lnTo>
                  <a:lnTo>
                    <a:pt x="247783" y="280134"/>
                  </a:lnTo>
                  <a:lnTo>
                    <a:pt x="259363" y="322319"/>
                  </a:lnTo>
                  <a:lnTo>
                    <a:pt x="293828" y="343734"/>
                  </a:lnTo>
                  <a:lnTo>
                    <a:pt x="334463" y="340253"/>
                  </a:lnTo>
                  <a:lnTo>
                    <a:pt x="362483" y="302927"/>
                  </a:lnTo>
                  <a:lnTo>
                    <a:pt x="374339" y="259639"/>
                  </a:lnTo>
                  <a:lnTo>
                    <a:pt x="382335" y="216902"/>
                  </a:lnTo>
                  <a:lnTo>
                    <a:pt x="385345" y="201047"/>
                  </a:lnTo>
                  <a:lnTo>
                    <a:pt x="387666" y="189881"/>
                  </a:lnTo>
                  <a:lnTo>
                    <a:pt x="389160" y="183401"/>
                  </a:lnTo>
                  <a:lnTo>
                    <a:pt x="389688" y="181609"/>
                  </a:lnTo>
                  <a:lnTo>
                    <a:pt x="389183" y="184561"/>
                  </a:lnTo>
                  <a:lnTo>
                    <a:pt x="387850" y="192546"/>
                  </a:lnTo>
                  <a:lnTo>
                    <a:pt x="381692" y="249931"/>
                  </a:lnTo>
                  <a:lnTo>
                    <a:pt x="379670" y="314427"/>
                  </a:lnTo>
                  <a:lnTo>
                    <a:pt x="380865" y="352189"/>
                  </a:lnTo>
                  <a:lnTo>
                    <a:pt x="384070" y="392376"/>
                  </a:lnTo>
                  <a:lnTo>
                    <a:pt x="388861" y="433803"/>
                  </a:lnTo>
                  <a:lnTo>
                    <a:pt x="394617" y="475231"/>
                  </a:lnTo>
                  <a:lnTo>
                    <a:pt x="400717" y="515417"/>
                  </a:lnTo>
                  <a:lnTo>
                    <a:pt x="406668" y="553455"/>
                  </a:lnTo>
                  <a:lnTo>
                    <a:pt x="418294" y="625120"/>
                  </a:lnTo>
                  <a:lnTo>
                    <a:pt x="430380" y="695499"/>
                  </a:lnTo>
                  <a:lnTo>
                    <a:pt x="441823" y="759627"/>
                  </a:lnTo>
                  <a:lnTo>
                    <a:pt x="446303" y="784523"/>
                  </a:lnTo>
                  <a:lnTo>
                    <a:pt x="449485" y="802491"/>
                  </a:lnTo>
                  <a:lnTo>
                    <a:pt x="451358" y="814117"/>
                  </a:lnTo>
                  <a:lnTo>
                    <a:pt x="451990" y="820505"/>
                  </a:lnTo>
                  <a:lnTo>
                    <a:pt x="451450" y="822756"/>
                  </a:lnTo>
                  <a:lnTo>
                    <a:pt x="449589" y="821711"/>
                  </a:lnTo>
                  <a:lnTo>
                    <a:pt x="445384" y="817150"/>
                  </a:lnTo>
                  <a:lnTo>
                    <a:pt x="437595" y="808591"/>
                  </a:lnTo>
                  <a:lnTo>
                    <a:pt x="424981" y="795551"/>
                  </a:lnTo>
                  <a:lnTo>
                    <a:pt x="406921" y="777951"/>
                  </a:lnTo>
                  <a:lnTo>
                    <a:pt x="385276" y="757318"/>
                  </a:lnTo>
                  <a:lnTo>
                    <a:pt x="362529" y="735582"/>
                  </a:lnTo>
                  <a:lnTo>
                    <a:pt x="323273" y="696050"/>
                  </a:lnTo>
                  <a:lnTo>
                    <a:pt x="299906" y="663492"/>
                  </a:lnTo>
                  <a:lnTo>
                    <a:pt x="294391" y="631382"/>
                  </a:lnTo>
                  <a:lnTo>
                    <a:pt x="298424" y="614310"/>
                  </a:lnTo>
                  <a:lnTo>
                    <a:pt x="319103" y="578650"/>
                  </a:lnTo>
                  <a:lnTo>
                    <a:pt x="353660" y="542898"/>
                  </a:lnTo>
                  <a:lnTo>
                    <a:pt x="392629" y="513212"/>
                  </a:lnTo>
                  <a:lnTo>
                    <a:pt x="427370" y="494462"/>
                  </a:lnTo>
                  <a:lnTo>
                    <a:pt x="443293" y="487983"/>
                  </a:lnTo>
                  <a:lnTo>
                    <a:pt x="458802" y="482330"/>
                  </a:lnTo>
                </a:path>
              </a:pathLst>
            </a:custGeom>
            <a:ln w="4679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5" name="object 115"/>
          <p:cNvGrpSpPr/>
          <p:nvPr/>
        </p:nvGrpSpPr>
        <p:grpSpPr>
          <a:xfrm>
            <a:off x="1941372" y="5245459"/>
            <a:ext cx="1939289" cy="540385"/>
            <a:chOff x="1941372" y="5245459"/>
            <a:chExt cx="1939289" cy="540385"/>
          </a:xfrm>
        </p:grpSpPr>
        <p:sp>
          <p:nvSpPr>
            <p:cNvPr id="116" name="object 116"/>
            <p:cNvSpPr/>
            <p:nvPr/>
          </p:nvSpPr>
          <p:spPr>
            <a:xfrm>
              <a:off x="1964772" y="5308195"/>
              <a:ext cx="243840" cy="454025"/>
            </a:xfrm>
            <a:custGeom>
              <a:avLst/>
              <a:gdLst/>
              <a:ahLst/>
              <a:cxnLst/>
              <a:rect l="l" t="t" r="r" b="b"/>
              <a:pathLst>
                <a:path w="243839" h="454025">
                  <a:moveTo>
                    <a:pt x="8271" y="90781"/>
                  </a:moveTo>
                  <a:lnTo>
                    <a:pt x="8271" y="90781"/>
                  </a:lnTo>
                  <a:lnTo>
                    <a:pt x="8271" y="48136"/>
                  </a:lnTo>
                  <a:lnTo>
                    <a:pt x="6801" y="48136"/>
                  </a:lnTo>
                  <a:lnTo>
                    <a:pt x="919" y="87105"/>
                  </a:lnTo>
                  <a:lnTo>
                    <a:pt x="0" y="141698"/>
                  </a:lnTo>
                  <a:lnTo>
                    <a:pt x="712" y="175198"/>
                  </a:lnTo>
                  <a:lnTo>
                    <a:pt x="5066" y="246381"/>
                  </a:lnTo>
                  <a:lnTo>
                    <a:pt x="11798" y="313198"/>
                  </a:lnTo>
                  <a:lnTo>
                    <a:pt x="14889" y="341505"/>
                  </a:lnTo>
                  <a:lnTo>
                    <a:pt x="17255" y="364988"/>
                  </a:lnTo>
                  <a:lnTo>
                    <a:pt x="20771" y="415031"/>
                  </a:lnTo>
                  <a:lnTo>
                    <a:pt x="8363" y="357405"/>
                  </a:lnTo>
                  <a:lnTo>
                    <a:pt x="2389" y="284890"/>
                  </a:lnTo>
                  <a:lnTo>
                    <a:pt x="91" y="210629"/>
                  </a:lnTo>
                  <a:lnTo>
                    <a:pt x="425" y="174877"/>
                  </a:lnTo>
                  <a:lnTo>
                    <a:pt x="3745" y="108933"/>
                  </a:lnTo>
                  <a:lnTo>
                    <a:pt x="10960" y="55167"/>
                  </a:lnTo>
                  <a:lnTo>
                    <a:pt x="32167" y="9627"/>
                  </a:lnTo>
                  <a:lnTo>
                    <a:pt x="77926" y="0"/>
                  </a:lnTo>
                  <a:lnTo>
                    <a:pt x="99535" y="2550"/>
                  </a:lnTo>
                  <a:lnTo>
                    <a:pt x="145030" y="17990"/>
                  </a:lnTo>
                  <a:lnTo>
                    <a:pt x="184734" y="48136"/>
                  </a:lnTo>
                  <a:lnTo>
                    <a:pt x="211203" y="87105"/>
                  </a:lnTo>
                  <a:lnTo>
                    <a:pt x="218372" y="128923"/>
                  </a:lnTo>
                  <a:lnTo>
                    <a:pt x="202380" y="174601"/>
                  </a:lnTo>
                  <a:lnTo>
                    <a:pt x="164514" y="223864"/>
                  </a:lnTo>
                  <a:lnTo>
                    <a:pt x="124442" y="264303"/>
                  </a:lnTo>
                  <a:lnTo>
                    <a:pt x="93424" y="289842"/>
                  </a:lnTo>
                  <a:lnTo>
                    <a:pt x="128027" y="272391"/>
                  </a:lnTo>
                  <a:lnTo>
                    <a:pt x="180805" y="266083"/>
                  </a:lnTo>
                  <a:lnTo>
                    <a:pt x="217821" y="285625"/>
                  </a:lnTo>
                  <a:lnTo>
                    <a:pt x="241498" y="332464"/>
                  </a:lnTo>
                  <a:lnTo>
                    <a:pt x="243555" y="351063"/>
                  </a:lnTo>
                  <a:lnTo>
                    <a:pt x="241360" y="369698"/>
                  </a:lnTo>
                  <a:lnTo>
                    <a:pt x="224013" y="404209"/>
                  </a:lnTo>
                  <a:lnTo>
                    <a:pt x="190133" y="430586"/>
                  </a:lnTo>
                  <a:lnTo>
                    <a:pt x="147167" y="446624"/>
                  </a:lnTo>
                  <a:lnTo>
                    <a:pt x="108807" y="453322"/>
                  </a:lnTo>
                  <a:lnTo>
                    <a:pt x="93653" y="453724"/>
                  </a:lnTo>
                  <a:lnTo>
                    <a:pt x="80844" y="452610"/>
                  </a:lnTo>
                  <a:lnTo>
                    <a:pt x="44299" y="434148"/>
                  </a:lnTo>
                  <a:lnTo>
                    <a:pt x="42093" y="420178"/>
                  </a:lnTo>
                  <a:lnTo>
                    <a:pt x="43564" y="412825"/>
                  </a:lnTo>
                </a:path>
              </a:pathLst>
            </a:custGeom>
            <a:ln w="4679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2292871" y="5268859"/>
              <a:ext cx="1564005" cy="466725"/>
            </a:xfrm>
            <a:custGeom>
              <a:avLst/>
              <a:gdLst/>
              <a:ahLst/>
              <a:cxnLst/>
              <a:rect l="l" t="t" r="r" b="b"/>
              <a:pathLst>
                <a:path w="1564004" h="466725">
                  <a:moveTo>
                    <a:pt x="108094" y="319815"/>
                  </a:moveTo>
                  <a:lnTo>
                    <a:pt x="108094" y="312462"/>
                  </a:lnTo>
                  <a:lnTo>
                    <a:pt x="108094" y="305110"/>
                  </a:lnTo>
                  <a:lnTo>
                    <a:pt x="105889" y="298492"/>
                  </a:lnTo>
                  <a:lnTo>
                    <a:pt x="67724" y="301192"/>
                  </a:lnTo>
                  <a:lnTo>
                    <a:pt x="33764" y="328190"/>
                  </a:lnTo>
                  <a:lnTo>
                    <a:pt x="8708" y="364241"/>
                  </a:lnTo>
                  <a:lnTo>
                    <a:pt x="0" y="401073"/>
                  </a:lnTo>
                  <a:lnTo>
                    <a:pt x="746" y="416869"/>
                  </a:lnTo>
                  <a:lnTo>
                    <a:pt x="30157" y="448486"/>
                  </a:lnTo>
                  <a:lnTo>
                    <a:pt x="72135" y="439800"/>
                  </a:lnTo>
                  <a:lnTo>
                    <a:pt x="109105" y="405289"/>
                  </a:lnTo>
                  <a:lnTo>
                    <a:pt x="130141" y="363322"/>
                  </a:lnTo>
                  <a:lnTo>
                    <a:pt x="136034" y="319815"/>
                  </a:lnTo>
                  <a:lnTo>
                    <a:pt x="126384" y="370916"/>
                  </a:lnTo>
                  <a:lnTo>
                    <a:pt x="134288" y="420626"/>
                  </a:lnTo>
                  <a:lnTo>
                    <a:pt x="156622" y="452162"/>
                  </a:lnTo>
                  <a:lnTo>
                    <a:pt x="192914" y="464466"/>
                  </a:lnTo>
                  <a:lnTo>
                    <a:pt x="207355" y="461720"/>
                  </a:lnTo>
                  <a:lnTo>
                    <a:pt x="252332" y="426979"/>
                  </a:lnTo>
                  <a:lnTo>
                    <a:pt x="276504" y="383989"/>
                  </a:lnTo>
                  <a:lnTo>
                    <a:pt x="292840" y="326042"/>
                  </a:lnTo>
                  <a:lnTo>
                    <a:pt x="302801" y="252516"/>
                  </a:lnTo>
                  <a:lnTo>
                    <a:pt x="305696" y="212099"/>
                  </a:lnTo>
                  <a:lnTo>
                    <a:pt x="307212" y="172234"/>
                  </a:lnTo>
                  <a:lnTo>
                    <a:pt x="306167" y="103097"/>
                  </a:lnTo>
                  <a:lnTo>
                    <a:pt x="301043" y="53375"/>
                  </a:lnTo>
                  <a:lnTo>
                    <a:pt x="291082" y="11097"/>
                  </a:lnTo>
                  <a:lnTo>
                    <a:pt x="279812" y="0"/>
                  </a:lnTo>
                  <a:lnTo>
                    <a:pt x="275458" y="2734"/>
                  </a:lnTo>
                  <a:lnTo>
                    <a:pt x="259753" y="38290"/>
                  </a:lnTo>
                  <a:lnTo>
                    <a:pt x="249207" y="86335"/>
                  </a:lnTo>
                  <a:lnTo>
                    <a:pt x="243784" y="148890"/>
                  </a:lnTo>
                  <a:lnTo>
                    <a:pt x="245691" y="218510"/>
                  </a:lnTo>
                  <a:lnTo>
                    <a:pt x="254446" y="285533"/>
                  </a:lnTo>
                  <a:lnTo>
                    <a:pt x="268393" y="343895"/>
                  </a:lnTo>
                  <a:lnTo>
                    <a:pt x="284833" y="391239"/>
                  </a:lnTo>
                  <a:lnTo>
                    <a:pt x="301284" y="425635"/>
                  </a:lnTo>
                  <a:lnTo>
                    <a:pt x="327535" y="453897"/>
                  </a:lnTo>
                  <a:lnTo>
                    <a:pt x="366447" y="452621"/>
                  </a:lnTo>
                  <a:lnTo>
                    <a:pt x="394754" y="406208"/>
                  </a:lnTo>
                  <a:lnTo>
                    <a:pt x="409551" y="364666"/>
                  </a:lnTo>
                  <a:lnTo>
                    <a:pt x="420764" y="318804"/>
                  </a:lnTo>
                  <a:lnTo>
                    <a:pt x="425061" y="297769"/>
                  </a:lnTo>
                  <a:lnTo>
                    <a:pt x="428668" y="280111"/>
                  </a:lnTo>
                  <a:lnTo>
                    <a:pt x="446854" y="245048"/>
                  </a:lnTo>
                  <a:lnTo>
                    <a:pt x="452840" y="243715"/>
                  </a:lnTo>
                  <a:lnTo>
                    <a:pt x="459790" y="244037"/>
                  </a:lnTo>
                  <a:lnTo>
                    <a:pt x="493693" y="263039"/>
                  </a:lnTo>
                  <a:lnTo>
                    <a:pt x="522782" y="295551"/>
                  </a:lnTo>
                  <a:lnTo>
                    <a:pt x="534546" y="319080"/>
                  </a:lnTo>
                  <a:lnTo>
                    <a:pt x="534546" y="321285"/>
                  </a:lnTo>
                  <a:lnTo>
                    <a:pt x="528663" y="313933"/>
                  </a:lnTo>
                  <a:lnTo>
                    <a:pt x="521311" y="303639"/>
                  </a:lnTo>
                  <a:lnTo>
                    <a:pt x="515555" y="295471"/>
                  </a:lnTo>
                  <a:lnTo>
                    <a:pt x="509455" y="286820"/>
                  </a:lnTo>
                  <a:lnTo>
                    <a:pt x="479160" y="254940"/>
                  </a:lnTo>
                  <a:lnTo>
                    <a:pt x="465913" y="250701"/>
                  </a:lnTo>
                  <a:lnTo>
                    <a:pt x="458630" y="251436"/>
                  </a:lnTo>
                  <a:lnTo>
                    <a:pt x="428852" y="295184"/>
                  </a:lnTo>
                  <a:lnTo>
                    <a:pt x="419845" y="337461"/>
                  </a:lnTo>
                  <a:lnTo>
                    <a:pt x="418949" y="359381"/>
                  </a:lnTo>
                  <a:lnTo>
                    <a:pt x="420396" y="380474"/>
                  </a:lnTo>
                  <a:lnTo>
                    <a:pt x="434722" y="430724"/>
                  </a:lnTo>
                  <a:lnTo>
                    <a:pt x="468499" y="461272"/>
                  </a:lnTo>
                  <a:lnTo>
                    <a:pt x="496312" y="466132"/>
                  </a:lnTo>
                  <a:lnTo>
                    <a:pt x="503308" y="464730"/>
                  </a:lnTo>
                  <a:lnTo>
                    <a:pt x="526940" y="426485"/>
                  </a:lnTo>
                  <a:lnTo>
                    <a:pt x="539394" y="385426"/>
                  </a:lnTo>
                  <a:lnTo>
                    <a:pt x="547068" y="343860"/>
                  </a:lnTo>
                  <a:lnTo>
                    <a:pt x="548515" y="297022"/>
                  </a:lnTo>
                  <a:lnTo>
                    <a:pt x="539325" y="342792"/>
                  </a:lnTo>
                  <a:lnTo>
                    <a:pt x="547045" y="388194"/>
                  </a:lnTo>
                  <a:lnTo>
                    <a:pt x="562853" y="425876"/>
                  </a:lnTo>
                  <a:lnTo>
                    <a:pt x="588507" y="459101"/>
                  </a:lnTo>
                  <a:lnTo>
                    <a:pt x="606601" y="466132"/>
                  </a:lnTo>
                  <a:lnTo>
                    <a:pt x="612150" y="464719"/>
                  </a:lnTo>
                  <a:lnTo>
                    <a:pt x="638321" y="425072"/>
                  </a:lnTo>
                  <a:lnTo>
                    <a:pt x="652681" y="382105"/>
                  </a:lnTo>
                  <a:lnTo>
                    <a:pt x="661447" y="338334"/>
                  </a:lnTo>
                  <a:lnTo>
                    <a:pt x="662481" y="287463"/>
                  </a:lnTo>
                  <a:lnTo>
                    <a:pt x="657518" y="335623"/>
                  </a:lnTo>
                  <a:lnTo>
                    <a:pt x="660275" y="384518"/>
                  </a:lnTo>
                  <a:lnTo>
                    <a:pt x="665858" y="422258"/>
                  </a:lnTo>
                  <a:lnTo>
                    <a:pt x="672591" y="396500"/>
                  </a:lnTo>
                  <a:lnTo>
                    <a:pt x="674980" y="380106"/>
                  </a:lnTo>
                  <a:lnTo>
                    <a:pt x="682149" y="342057"/>
                  </a:lnTo>
                  <a:lnTo>
                    <a:pt x="692627" y="305110"/>
                  </a:lnTo>
                  <a:lnTo>
                    <a:pt x="715787" y="269128"/>
                  </a:lnTo>
                  <a:lnTo>
                    <a:pt x="738810" y="262568"/>
                  </a:lnTo>
                  <a:lnTo>
                    <a:pt x="751999" y="265130"/>
                  </a:lnTo>
                  <a:lnTo>
                    <a:pt x="785741" y="296861"/>
                  </a:lnTo>
                  <a:lnTo>
                    <a:pt x="798263" y="333394"/>
                  </a:lnTo>
                  <a:lnTo>
                    <a:pt x="805007" y="371708"/>
                  </a:lnTo>
                  <a:lnTo>
                    <a:pt x="809005" y="404910"/>
                  </a:lnTo>
                  <a:lnTo>
                    <a:pt x="811004" y="418340"/>
                  </a:lnTo>
                  <a:lnTo>
                    <a:pt x="830121" y="450691"/>
                  </a:lnTo>
                  <a:lnTo>
                    <a:pt x="837473" y="449221"/>
                  </a:lnTo>
                  <a:lnTo>
                    <a:pt x="864689" y="412917"/>
                  </a:lnTo>
                  <a:lnTo>
                    <a:pt x="877844" y="375741"/>
                  </a:lnTo>
                  <a:lnTo>
                    <a:pt x="889286" y="331349"/>
                  </a:lnTo>
                  <a:lnTo>
                    <a:pt x="897489" y="288566"/>
                  </a:lnTo>
                  <a:lnTo>
                    <a:pt x="898626" y="281443"/>
                  </a:lnTo>
                  <a:lnTo>
                    <a:pt x="918352" y="253642"/>
                  </a:lnTo>
                  <a:lnTo>
                    <a:pt x="925704" y="253642"/>
                  </a:lnTo>
                  <a:lnTo>
                    <a:pt x="933057" y="253642"/>
                  </a:lnTo>
                  <a:lnTo>
                    <a:pt x="940409" y="253642"/>
                  </a:lnTo>
                  <a:lnTo>
                    <a:pt x="947762" y="253642"/>
                  </a:lnTo>
                  <a:lnTo>
                    <a:pt x="955115" y="255847"/>
                  </a:lnTo>
                  <a:lnTo>
                    <a:pt x="985996" y="278640"/>
                  </a:lnTo>
                  <a:lnTo>
                    <a:pt x="984525" y="281582"/>
                  </a:lnTo>
                  <a:lnTo>
                    <a:pt x="983055" y="284523"/>
                  </a:lnTo>
                  <a:lnTo>
                    <a:pt x="975702" y="284523"/>
                  </a:lnTo>
                  <a:lnTo>
                    <a:pt x="967614" y="280846"/>
                  </a:lnTo>
                  <a:lnTo>
                    <a:pt x="961434" y="277503"/>
                  </a:lnTo>
                  <a:lnTo>
                    <a:pt x="955115" y="273402"/>
                  </a:lnTo>
                  <a:lnTo>
                    <a:pt x="948796" y="269162"/>
                  </a:lnTo>
                  <a:lnTo>
                    <a:pt x="942615" y="265406"/>
                  </a:lnTo>
                  <a:lnTo>
                    <a:pt x="902176" y="284522"/>
                  </a:lnTo>
                  <a:lnTo>
                    <a:pt x="891733" y="338805"/>
                  </a:lnTo>
                  <a:lnTo>
                    <a:pt x="891147" y="358784"/>
                  </a:lnTo>
                  <a:lnTo>
                    <a:pt x="892962" y="377108"/>
                  </a:lnTo>
                  <a:lnTo>
                    <a:pt x="914675" y="419810"/>
                  </a:lnTo>
                  <a:lnTo>
                    <a:pt x="960273" y="442661"/>
                  </a:lnTo>
                  <a:lnTo>
                    <a:pt x="1016693" y="444074"/>
                  </a:lnTo>
                  <a:lnTo>
                    <a:pt x="1053640" y="433780"/>
                  </a:lnTo>
                  <a:lnTo>
                    <a:pt x="1101305" y="403589"/>
                  </a:lnTo>
                  <a:lnTo>
                    <a:pt x="1126591" y="373960"/>
                  </a:lnTo>
                  <a:lnTo>
                    <a:pt x="1144651" y="340345"/>
                  </a:lnTo>
                  <a:lnTo>
                    <a:pt x="1152073" y="296562"/>
                  </a:lnTo>
                  <a:lnTo>
                    <a:pt x="1131301" y="259156"/>
                  </a:lnTo>
                  <a:lnTo>
                    <a:pt x="1109313" y="248311"/>
                  </a:lnTo>
                  <a:lnTo>
                    <a:pt x="1102902" y="249414"/>
                  </a:lnTo>
                  <a:lnTo>
                    <a:pt x="1075238" y="295000"/>
                  </a:lnTo>
                  <a:lnTo>
                    <a:pt x="1066875" y="336726"/>
                  </a:lnTo>
                  <a:lnTo>
                    <a:pt x="1071838" y="378268"/>
                  </a:lnTo>
                  <a:lnTo>
                    <a:pt x="1088932" y="413193"/>
                  </a:lnTo>
                  <a:lnTo>
                    <a:pt x="1129463" y="445142"/>
                  </a:lnTo>
                  <a:lnTo>
                    <a:pt x="1175233" y="455011"/>
                  </a:lnTo>
                  <a:lnTo>
                    <a:pt x="1189583" y="453690"/>
                  </a:lnTo>
                  <a:lnTo>
                    <a:pt x="1225599" y="434791"/>
                  </a:lnTo>
                  <a:lnTo>
                    <a:pt x="1250552" y="390078"/>
                  </a:lnTo>
                  <a:lnTo>
                    <a:pt x="1262775" y="349731"/>
                  </a:lnTo>
                  <a:lnTo>
                    <a:pt x="1268336" y="330109"/>
                  </a:lnTo>
                  <a:lnTo>
                    <a:pt x="1273942" y="312462"/>
                  </a:lnTo>
                  <a:lnTo>
                    <a:pt x="1296276" y="272758"/>
                  </a:lnTo>
                  <a:lnTo>
                    <a:pt x="1334739" y="255698"/>
                  </a:lnTo>
                  <a:lnTo>
                    <a:pt x="1350685" y="257318"/>
                  </a:lnTo>
                  <a:lnTo>
                    <a:pt x="1400005" y="283167"/>
                  </a:lnTo>
                  <a:lnTo>
                    <a:pt x="1429634" y="311819"/>
                  </a:lnTo>
                  <a:lnTo>
                    <a:pt x="1434505" y="321285"/>
                  </a:lnTo>
                  <a:lnTo>
                    <a:pt x="1433413" y="322113"/>
                  </a:lnTo>
                  <a:lnTo>
                    <a:pt x="1398385" y="286728"/>
                  </a:lnTo>
                  <a:lnTo>
                    <a:pt x="1388126" y="275378"/>
                  </a:lnTo>
                  <a:lnTo>
                    <a:pt x="1357429" y="249173"/>
                  </a:lnTo>
                  <a:lnTo>
                    <a:pt x="1319103" y="259133"/>
                  </a:lnTo>
                  <a:lnTo>
                    <a:pt x="1301422" y="300698"/>
                  </a:lnTo>
                  <a:lnTo>
                    <a:pt x="1293702" y="346376"/>
                  </a:lnTo>
                  <a:lnTo>
                    <a:pt x="1292117" y="370491"/>
                  </a:lnTo>
                  <a:lnTo>
                    <a:pt x="1292599" y="392606"/>
                  </a:lnTo>
                  <a:lnTo>
                    <a:pt x="1307489" y="437376"/>
                  </a:lnTo>
                  <a:lnTo>
                    <a:pt x="1348904" y="458274"/>
                  </a:lnTo>
                  <a:lnTo>
                    <a:pt x="1360978" y="456573"/>
                  </a:lnTo>
                  <a:lnTo>
                    <a:pt x="1397064" y="429277"/>
                  </a:lnTo>
                  <a:lnTo>
                    <a:pt x="1420156" y="387436"/>
                  </a:lnTo>
                  <a:lnTo>
                    <a:pt x="1440720" y="327650"/>
                  </a:lnTo>
                  <a:lnTo>
                    <a:pt x="1456126" y="257398"/>
                  </a:lnTo>
                  <a:lnTo>
                    <a:pt x="1465547" y="184676"/>
                  </a:lnTo>
                  <a:lnTo>
                    <a:pt x="1469993" y="117676"/>
                  </a:lnTo>
                  <a:lnTo>
                    <a:pt x="1470291" y="63014"/>
                  </a:lnTo>
                  <a:lnTo>
                    <a:pt x="1464375" y="13947"/>
                  </a:lnTo>
                  <a:lnTo>
                    <a:pt x="1458033" y="3653"/>
                  </a:lnTo>
                  <a:lnTo>
                    <a:pt x="1454736" y="4618"/>
                  </a:lnTo>
                  <a:lnTo>
                    <a:pt x="1442937" y="63278"/>
                  </a:lnTo>
                  <a:lnTo>
                    <a:pt x="1439123" y="128486"/>
                  </a:lnTo>
                  <a:lnTo>
                    <a:pt x="1438181" y="166881"/>
                  </a:lnTo>
                  <a:lnTo>
                    <a:pt x="1438055" y="207377"/>
                  </a:lnTo>
                  <a:lnTo>
                    <a:pt x="1438824" y="248219"/>
                  </a:lnTo>
                  <a:lnTo>
                    <a:pt x="1440559" y="287544"/>
                  </a:lnTo>
                  <a:lnTo>
                    <a:pt x="1447119" y="354545"/>
                  </a:lnTo>
                  <a:lnTo>
                    <a:pt x="1456356" y="401762"/>
                  </a:lnTo>
                  <a:lnTo>
                    <a:pt x="1470165" y="438652"/>
                  </a:lnTo>
                  <a:lnTo>
                    <a:pt x="1513178" y="438008"/>
                  </a:lnTo>
                  <a:lnTo>
                    <a:pt x="1549642" y="420488"/>
                  </a:lnTo>
                  <a:lnTo>
                    <a:pt x="1560441" y="409161"/>
                  </a:lnTo>
                  <a:lnTo>
                    <a:pt x="1563911" y="403635"/>
                  </a:lnTo>
                </a:path>
              </a:pathLst>
            </a:custGeom>
            <a:ln w="4679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8" name="object 118"/>
          <p:cNvSpPr/>
          <p:nvPr/>
        </p:nvSpPr>
        <p:spPr>
          <a:xfrm>
            <a:off x="4125543" y="5463680"/>
            <a:ext cx="353695" cy="216535"/>
          </a:xfrm>
          <a:custGeom>
            <a:avLst/>
            <a:gdLst/>
            <a:ahLst/>
            <a:cxnLst/>
            <a:rect l="l" t="t" r="r" b="b"/>
            <a:pathLst>
              <a:path w="353695" h="216535">
                <a:moveTo>
                  <a:pt x="13579" y="36762"/>
                </a:moveTo>
                <a:lnTo>
                  <a:pt x="13579" y="26469"/>
                </a:lnTo>
                <a:lnTo>
                  <a:pt x="13579" y="16175"/>
                </a:lnTo>
                <a:lnTo>
                  <a:pt x="12108" y="16175"/>
                </a:lnTo>
                <a:lnTo>
                  <a:pt x="2619" y="71170"/>
                </a:lnTo>
                <a:lnTo>
                  <a:pt x="0" y="118664"/>
                </a:lnTo>
                <a:lnTo>
                  <a:pt x="344" y="141169"/>
                </a:lnTo>
                <a:lnTo>
                  <a:pt x="11097" y="188835"/>
                </a:lnTo>
                <a:lnTo>
                  <a:pt x="47975" y="216212"/>
                </a:lnTo>
                <a:lnTo>
                  <a:pt x="60635" y="215431"/>
                </a:lnTo>
                <a:lnTo>
                  <a:pt x="102511" y="189168"/>
                </a:lnTo>
                <a:lnTo>
                  <a:pt x="127728" y="153094"/>
                </a:lnTo>
                <a:lnTo>
                  <a:pt x="146385" y="110128"/>
                </a:lnTo>
                <a:lnTo>
                  <a:pt x="158333" y="60475"/>
                </a:lnTo>
                <a:lnTo>
                  <a:pt x="158850" y="20277"/>
                </a:lnTo>
                <a:lnTo>
                  <a:pt x="156219" y="0"/>
                </a:lnTo>
                <a:lnTo>
                  <a:pt x="154749" y="735"/>
                </a:lnTo>
                <a:lnTo>
                  <a:pt x="147925" y="42714"/>
                </a:lnTo>
                <a:lnTo>
                  <a:pt x="148132" y="99995"/>
                </a:lnTo>
                <a:lnTo>
                  <a:pt x="157506" y="141353"/>
                </a:lnTo>
                <a:lnTo>
                  <a:pt x="175899" y="186170"/>
                </a:lnTo>
                <a:lnTo>
                  <a:pt x="210537" y="203334"/>
                </a:lnTo>
                <a:lnTo>
                  <a:pt x="242693" y="162538"/>
                </a:lnTo>
                <a:lnTo>
                  <a:pt x="259156" y="123156"/>
                </a:lnTo>
                <a:lnTo>
                  <a:pt x="273402" y="79591"/>
                </a:lnTo>
                <a:lnTo>
                  <a:pt x="286361" y="32719"/>
                </a:lnTo>
                <a:lnTo>
                  <a:pt x="289302" y="20587"/>
                </a:lnTo>
                <a:lnTo>
                  <a:pt x="289554" y="20322"/>
                </a:lnTo>
                <a:lnTo>
                  <a:pt x="295896" y="58935"/>
                </a:lnTo>
                <a:lnTo>
                  <a:pt x="307338" y="95285"/>
                </a:lnTo>
                <a:lnTo>
                  <a:pt x="328730" y="138964"/>
                </a:lnTo>
                <a:lnTo>
                  <a:pt x="348858" y="166168"/>
                </a:lnTo>
                <a:lnTo>
                  <a:pt x="353269" y="172050"/>
                </a:lnTo>
                <a:lnTo>
                  <a:pt x="353269" y="177932"/>
                </a:lnTo>
                <a:lnTo>
                  <a:pt x="353269" y="183815"/>
                </a:lnTo>
                <a:lnTo>
                  <a:pt x="348858" y="189697"/>
                </a:lnTo>
                <a:lnTo>
                  <a:pt x="306500" y="198233"/>
                </a:lnTo>
                <a:lnTo>
                  <a:pt x="295919" y="198520"/>
                </a:lnTo>
                <a:lnTo>
                  <a:pt x="286820" y="198267"/>
                </a:lnTo>
                <a:lnTo>
                  <a:pt x="279376" y="197601"/>
                </a:lnTo>
                <a:lnTo>
                  <a:pt x="273585" y="196659"/>
                </a:lnTo>
                <a:lnTo>
                  <a:pt x="269450" y="195579"/>
                </a:lnTo>
                <a:lnTo>
                  <a:pt x="265038" y="194108"/>
                </a:lnTo>
                <a:lnTo>
                  <a:pt x="265038" y="192638"/>
                </a:lnTo>
                <a:lnTo>
                  <a:pt x="265038" y="191167"/>
                </a:lnTo>
              </a:path>
            </a:pathLst>
          </a:custGeom>
          <a:ln w="46799">
            <a:solidFill>
              <a:srgbClr val="0042A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19" name="object 119"/>
          <p:cNvGrpSpPr/>
          <p:nvPr/>
        </p:nvGrpSpPr>
        <p:grpSpPr>
          <a:xfrm>
            <a:off x="4580385" y="5319698"/>
            <a:ext cx="544195" cy="402590"/>
            <a:chOff x="4580385" y="5319698"/>
            <a:chExt cx="544195" cy="402590"/>
          </a:xfrm>
        </p:grpSpPr>
        <p:pic>
          <p:nvPicPr>
            <p:cNvPr id="120" name="object 12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580385" y="5465245"/>
              <a:ext cx="230637" cy="226237"/>
            </a:xfrm>
            <a:prstGeom prst="rect">
              <a:avLst/>
            </a:prstGeom>
          </p:spPr>
        </p:pic>
        <p:sp>
          <p:nvSpPr>
            <p:cNvPr id="121" name="object 121"/>
            <p:cNvSpPr/>
            <p:nvPr/>
          </p:nvSpPr>
          <p:spPr>
            <a:xfrm>
              <a:off x="4827683" y="5343097"/>
              <a:ext cx="196850" cy="355600"/>
            </a:xfrm>
            <a:custGeom>
              <a:avLst/>
              <a:gdLst/>
              <a:ahLst/>
              <a:cxnLst/>
              <a:rect l="l" t="t" r="r" b="b"/>
              <a:pathLst>
                <a:path w="196850" h="355600">
                  <a:moveTo>
                    <a:pt x="4055" y="20587"/>
                  </a:moveTo>
                  <a:lnTo>
                    <a:pt x="2584" y="10293"/>
                  </a:lnTo>
                  <a:lnTo>
                    <a:pt x="1114" y="0"/>
                  </a:lnTo>
                  <a:lnTo>
                    <a:pt x="379" y="0"/>
                  </a:lnTo>
                  <a:lnTo>
                    <a:pt x="0" y="2079"/>
                  </a:lnTo>
                  <a:lnTo>
                    <a:pt x="103" y="8914"/>
                  </a:lnTo>
                  <a:lnTo>
                    <a:pt x="896" y="21402"/>
                  </a:lnTo>
                  <a:lnTo>
                    <a:pt x="5296" y="66483"/>
                  </a:lnTo>
                  <a:lnTo>
                    <a:pt x="12924" y="134012"/>
                  </a:lnTo>
                  <a:lnTo>
                    <a:pt x="17289" y="172051"/>
                  </a:lnTo>
                  <a:lnTo>
                    <a:pt x="21690" y="210261"/>
                  </a:lnTo>
                  <a:lnTo>
                    <a:pt x="30214" y="272345"/>
                  </a:lnTo>
                  <a:lnTo>
                    <a:pt x="37969" y="290002"/>
                  </a:lnTo>
                  <a:lnTo>
                    <a:pt x="41737" y="280410"/>
                  </a:lnTo>
                  <a:lnTo>
                    <a:pt x="45781" y="263510"/>
                  </a:lnTo>
                  <a:lnTo>
                    <a:pt x="50376" y="243371"/>
                  </a:lnTo>
                  <a:lnTo>
                    <a:pt x="55695" y="223496"/>
                  </a:lnTo>
                  <a:lnTo>
                    <a:pt x="73169" y="175727"/>
                  </a:lnTo>
                  <a:lnTo>
                    <a:pt x="106164" y="149809"/>
                  </a:lnTo>
                  <a:lnTo>
                    <a:pt x="113712" y="151670"/>
                  </a:lnTo>
                  <a:lnTo>
                    <a:pt x="153968" y="183895"/>
                  </a:lnTo>
                  <a:lnTo>
                    <a:pt x="181712" y="229860"/>
                  </a:lnTo>
                  <a:lnTo>
                    <a:pt x="195900" y="272253"/>
                  </a:lnTo>
                  <a:lnTo>
                    <a:pt x="196785" y="282156"/>
                  </a:lnTo>
                  <a:lnTo>
                    <a:pt x="195602" y="290680"/>
                  </a:lnTo>
                  <a:lnTo>
                    <a:pt x="168811" y="321366"/>
                  </a:lnTo>
                  <a:lnTo>
                    <a:pt x="125373" y="341988"/>
                  </a:lnTo>
                  <a:lnTo>
                    <a:pt x="81878" y="353982"/>
                  </a:lnTo>
                  <a:lnTo>
                    <a:pt x="62439" y="355177"/>
                  </a:lnTo>
                  <a:lnTo>
                    <a:pt x="54788" y="354395"/>
                  </a:lnTo>
                  <a:lnTo>
                    <a:pt x="31260" y="324985"/>
                  </a:lnTo>
                  <a:lnTo>
                    <a:pt x="31512" y="316345"/>
                  </a:lnTo>
                  <a:lnTo>
                    <a:pt x="32730" y="308809"/>
                  </a:lnTo>
                  <a:lnTo>
                    <a:pt x="34936" y="299986"/>
                  </a:lnTo>
                  <a:lnTo>
                    <a:pt x="39347" y="297045"/>
                  </a:lnTo>
                  <a:lnTo>
                    <a:pt x="43759" y="294104"/>
                  </a:lnTo>
                </a:path>
              </a:pathLst>
            </a:custGeom>
            <a:ln w="4679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5092020" y="5491620"/>
              <a:ext cx="8890" cy="193040"/>
            </a:xfrm>
            <a:custGeom>
              <a:avLst/>
              <a:gdLst/>
              <a:ahLst/>
              <a:cxnLst/>
              <a:rect l="l" t="t" r="r" b="b"/>
              <a:pathLst>
                <a:path w="8889" h="193039">
                  <a:moveTo>
                    <a:pt x="0" y="22057"/>
                  </a:moveTo>
                  <a:lnTo>
                    <a:pt x="2941" y="11764"/>
                  </a:lnTo>
                  <a:lnTo>
                    <a:pt x="5882" y="1470"/>
                  </a:lnTo>
                  <a:lnTo>
                    <a:pt x="7352" y="0"/>
                  </a:lnTo>
                  <a:lnTo>
                    <a:pt x="8191" y="700"/>
                  </a:lnTo>
                  <a:lnTo>
                    <a:pt x="8547" y="5606"/>
                  </a:lnTo>
                  <a:lnTo>
                    <a:pt x="8489" y="15612"/>
                  </a:lnTo>
                  <a:lnTo>
                    <a:pt x="8087" y="31616"/>
                  </a:lnTo>
                  <a:lnTo>
                    <a:pt x="7421" y="53800"/>
                  </a:lnTo>
                  <a:lnTo>
                    <a:pt x="6617" y="79499"/>
                  </a:lnTo>
                  <a:lnTo>
                    <a:pt x="5813" y="105337"/>
                  </a:lnTo>
                  <a:lnTo>
                    <a:pt x="4721" y="144765"/>
                  </a:lnTo>
                  <a:lnTo>
                    <a:pt x="4411" y="172786"/>
                  </a:lnTo>
                  <a:lnTo>
                    <a:pt x="4411" y="182344"/>
                  </a:lnTo>
                  <a:lnTo>
                    <a:pt x="4411" y="192638"/>
                  </a:lnTo>
                  <a:lnTo>
                    <a:pt x="5146" y="192638"/>
                  </a:lnTo>
                  <a:lnTo>
                    <a:pt x="5882" y="192638"/>
                  </a:lnTo>
                  <a:lnTo>
                    <a:pt x="7352" y="182344"/>
                  </a:lnTo>
                  <a:lnTo>
                    <a:pt x="8823" y="172051"/>
                  </a:lnTo>
                </a:path>
              </a:pathLst>
            </a:custGeom>
            <a:ln w="4679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/>
            <p:cNvSpPr/>
            <p:nvPr/>
          </p:nvSpPr>
          <p:spPr>
            <a:xfrm>
              <a:off x="5083198" y="5372508"/>
              <a:ext cx="13335" cy="0"/>
            </a:xfrm>
            <a:custGeom>
              <a:avLst/>
              <a:gdLst/>
              <a:ahLst/>
              <a:cxnLst/>
              <a:rect l="l" t="t" r="r" b="b"/>
              <a:pathLst>
                <a:path w="13335" h="0">
                  <a:moveTo>
                    <a:pt x="0" y="0"/>
                  </a:moveTo>
                  <a:lnTo>
                    <a:pt x="4411" y="0"/>
                  </a:lnTo>
                  <a:lnTo>
                    <a:pt x="8823" y="0"/>
                  </a:lnTo>
                  <a:lnTo>
                    <a:pt x="13234" y="0"/>
                  </a:lnTo>
                </a:path>
              </a:pathLst>
            </a:custGeom>
            <a:ln w="4679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4" name="object 124"/>
          <p:cNvGrpSpPr/>
          <p:nvPr/>
        </p:nvGrpSpPr>
        <p:grpSpPr>
          <a:xfrm>
            <a:off x="5196556" y="5321168"/>
            <a:ext cx="166370" cy="391795"/>
            <a:chOff x="5196556" y="5321168"/>
            <a:chExt cx="166370" cy="391795"/>
          </a:xfrm>
        </p:grpSpPr>
        <p:sp>
          <p:nvSpPr>
            <p:cNvPr id="125" name="object 125"/>
            <p:cNvSpPr/>
            <p:nvPr/>
          </p:nvSpPr>
          <p:spPr>
            <a:xfrm>
              <a:off x="5219956" y="5344568"/>
              <a:ext cx="31115" cy="345440"/>
            </a:xfrm>
            <a:custGeom>
              <a:avLst/>
              <a:gdLst/>
              <a:ahLst/>
              <a:cxnLst/>
              <a:rect l="l" t="t" r="r" b="b"/>
              <a:pathLst>
                <a:path w="31114" h="345439">
                  <a:moveTo>
                    <a:pt x="0" y="23528"/>
                  </a:moveTo>
                  <a:lnTo>
                    <a:pt x="1470" y="11764"/>
                  </a:lnTo>
                  <a:lnTo>
                    <a:pt x="2941" y="0"/>
                  </a:lnTo>
                  <a:lnTo>
                    <a:pt x="3676" y="735"/>
                  </a:lnTo>
                  <a:lnTo>
                    <a:pt x="4112" y="3756"/>
                  </a:lnTo>
                  <a:lnTo>
                    <a:pt x="4411" y="12223"/>
                  </a:lnTo>
                  <a:lnTo>
                    <a:pt x="4710" y="26894"/>
                  </a:lnTo>
                  <a:lnTo>
                    <a:pt x="5146" y="48527"/>
                  </a:lnTo>
                  <a:lnTo>
                    <a:pt x="5847" y="77374"/>
                  </a:lnTo>
                  <a:lnTo>
                    <a:pt x="8352" y="149131"/>
                  </a:lnTo>
                  <a:lnTo>
                    <a:pt x="10293" y="187491"/>
                  </a:lnTo>
                  <a:lnTo>
                    <a:pt x="15440" y="258811"/>
                  </a:lnTo>
                  <a:lnTo>
                    <a:pt x="20587" y="312485"/>
                  </a:lnTo>
                  <a:lnTo>
                    <a:pt x="26469" y="344837"/>
                  </a:lnTo>
                  <a:lnTo>
                    <a:pt x="27572" y="341540"/>
                  </a:lnTo>
                  <a:lnTo>
                    <a:pt x="28675" y="335554"/>
                  </a:lnTo>
                  <a:lnTo>
                    <a:pt x="29778" y="327776"/>
                  </a:lnTo>
                  <a:lnTo>
                    <a:pt x="30881" y="319103"/>
                  </a:lnTo>
                </a:path>
              </a:pathLst>
            </a:custGeom>
            <a:ln w="4679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5339068" y="5518089"/>
              <a:ext cx="0" cy="159385"/>
            </a:xfrm>
            <a:custGeom>
              <a:avLst/>
              <a:gdLst/>
              <a:ahLst/>
              <a:cxnLst/>
              <a:rect l="l" t="t" r="r" b="b"/>
              <a:pathLst>
                <a:path w="0" h="159385">
                  <a:moveTo>
                    <a:pt x="0" y="0"/>
                  </a:moveTo>
                  <a:lnTo>
                    <a:pt x="0" y="39704"/>
                  </a:lnTo>
                  <a:lnTo>
                    <a:pt x="0" y="79408"/>
                  </a:lnTo>
                  <a:lnTo>
                    <a:pt x="0" y="119112"/>
                  </a:lnTo>
                  <a:lnTo>
                    <a:pt x="0" y="158816"/>
                  </a:lnTo>
                </a:path>
              </a:pathLst>
            </a:custGeom>
            <a:ln w="4679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5343480" y="5394565"/>
              <a:ext cx="13335" cy="0"/>
            </a:xfrm>
            <a:custGeom>
              <a:avLst/>
              <a:gdLst/>
              <a:ahLst/>
              <a:cxnLst/>
              <a:rect l="l" t="t" r="r" b="b"/>
              <a:pathLst>
                <a:path w="13335" h="0">
                  <a:moveTo>
                    <a:pt x="0" y="0"/>
                  </a:moveTo>
                  <a:lnTo>
                    <a:pt x="4411" y="0"/>
                  </a:lnTo>
                  <a:lnTo>
                    <a:pt x="8823" y="0"/>
                  </a:lnTo>
                  <a:lnTo>
                    <a:pt x="13234" y="0"/>
                  </a:lnTo>
                </a:path>
              </a:pathLst>
            </a:custGeom>
            <a:ln w="4679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8" name="object 128"/>
          <p:cNvGrpSpPr/>
          <p:nvPr/>
        </p:nvGrpSpPr>
        <p:grpSpPr>
          <a:xfrm>
            <a:off x="5412723" y="5332197"/>
            <a:ext cx="438784" cy="1043940"/>
            <a:chOff x="5412723" y="5332197"/>
            <a:chExt cx="438784" cy="1043940"/>
          </a:xfrm>
        </p:grpSpPr>
        <p:sp>
          <p:nvSpPr>
            <p:cNvPr id="129" name="object 129"/>
            <p:cNvSpPr/>
            <p:nvPr/>
          </p:nvSpPr>
          <p:spPr>
            <a:xfrm>
              <a:off x="5475827" y="5355597"/>
              <a:ext cx="31115" cy="330200"/>
            </a:xfrm>
            <a:custGeom>
              <a:avLst/>
              <a:gdLst/>
              <a:ahLst/>
              <a:cxnLst/>
              <a:rect l="l" t="t" r="r" b="b"/>
              <a:pathLst>
                <a:path w="31114" h="330200">
                  <a:moveTo>
                    <a:pt x="0" y="25734"/>
                  </a:moveTo>
                  <a:lnTo>
                    <a:pt x="2182" y="17060"/>
                  </a:lnTo>
                  <a:lnTo>
                    <a:pt x="4227" y="9282"/>
                  </a:lnTo>
                  <a:lnTo>
                    <a:pt x="5996" y="3297"/>
                  </a:lnTo>
                  <a:lnTo>
                    <a:pt x="7352" y="0"/>
                  </a:lnTo>
                  <a:lnTo>
                    <a:pt x="8202" y="436"/>
                  </a:lnTo>
                  <a:lnTo>
                    <a:pt x="8639" y="6249"/>
                  </a:lnTo>
                  <a:lnTo>
                    <a:pt x="8800" y="19231"/>
                  </a:lnTo>
                  <a:lnTo>
                    <a:pt x="8823" y="41174"/>
                  </a:lnTo>
                  <a:lnTo>
                    <a:pt x="8834" y="72894"/>
                  </a:lnTo>
                  <a:lnTo>
                    <a:pt x="8914" y="111300"/>
                  </a:lnTo>
                  <a:lnTo>
                    <a:pt x="9133" y="152325"/>
                  </a:lnTo>
                  <a:lnTo>
                    <a:pt x="9558" y="191903"/>
                  </a:lnTo>
                  <a:lnTo>
                    <a:pt x="11396" y="255870"/>
                  </a:lnTo>
                  <a:lnTo>
                    <a:pt x="15440" y="297780"/>
                  </a:lnTo>
                  <a:lnTo>
                    <a:pt x="26503" y="325490"/>
                  </a:lnTo>
                  <a:lnTo>
                    <a:pt x="30881" y="330132"/>
                  </a:lnTo>
                </a:path>
              </a:pathLst>
            </a:custGeom>
            <a:ln w="4679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5436123" y="5478386"/>
              <a:ext cx="392430" cy="874394"/>
            </a:xfrm>
            <a:custGeom>
              <a:avLst/>
              <a:gdLst/>
              <a:ahLst/>
              <a:cxnLst/>
              <a:rect l="l" t="t" r="r" b="b"/>
              <a:pathLst>
                <a:path w="392429" h="874395">
                  <a:moveTo>
                    <a:pt x="0" y="57350"/>
                  </a:moveTo>
                  <a:lnTo>
                    <a:pt x="11178" y="54099"/>
                  </a:lnTo>
                  <a:lnTo>
                    <a:pt x="23252" y="51192"/>
                  </a:lnTo>
                  <a:lnTo>
                    <a:pt x="37119" y="48975"/>
                  </a:lnTo>
                  <a:lnTo>
                    <a:pt x="53674" y="47792"/>
                  </a:lnTo>
                  <a:lnTo>
                    <a:pt x="73307" y="47849"/>
                  </a:lnTo>
                  <a:lnTo>
                    <a:pt x="94389" y="48803"/>
                  </a:lnTo>
                  <a:lnTo>
                    <a:pt x="114781" y="50170"/>
                  </a:lnTo>
                  <a:lnTo>
                    <a:pt x="132346" y="51468"/>
                  </a:lnTo>
                  <a:lnTo>
                    <a:pt x="145512" y="52307"/>
                  </a:lnTo>
                  <a:lnTo>
                    <a:pt x="187491" y="45586"/>
                  </a:lnTo>
                  <a:lnTo>
                    <a:pt x="198520" y="0"/>
                  </a:lnTo>
                  <a:lnTo>
                    <a:pt x="197049" y="735"/>
                  </a:lnTo>
                  <a:lnTo>
                    <a:pt x="190432" y="39704"/>
                  </a:lnTo>
                  <a:lnTo>
                    <a:pt x="188226" y="79500"/>
                  </a:lnTo>
                  <a:lnTo>
                    <a:pt x="190432" y="119847"/>
                  </a:lnTo>
                  <a:lnTo>
                    <a:pt x="204908" y="161102"/>
                  </a:lnTo>
                  <a:lnTo>
                    <a:pt x="244991" y="173326"/>
                  </a:lnTo>
                  <a:lnTo>
                    <a:pt x="274252" y="147787"/>
                  </a:lnTo>
                  <a:lnTo>
                    <a:pt x="294931" y="114241"/>
                  </a:lnTo>
                  <a:lnTo>
                    <a:pt x="311750" y="77937"/>
                  </a:lnTo>
                  <a:lnTo>
                    <a:pt x="323848" y="38853"/>
                  </a:lnTo>
                  <a:lnTo>
                    <a:pt x="316254" y="84554"/>
                  </a:lnTo>
                  <a:lnTo>
                    <a:pt x="316162" y="148522"/>
                  </a:lnTo>
                  <a:lnTo>
                    <a:pt x="325168" y="223427"/>
                  </a:lnTo>
                  <a:lnTo>
                    <a:pt x="332085" y="262775"/>
                  </a:lnTo>
                  <a:lnTo>
                    <a:pt x="339690" y="302192"/>
                  </a:lnTo>
                  <a:lnTo>
                    <a:pt x="347387" y="340965"/>
                  </a:lnTo>
                  <a:lnTo>
                    <a:pt x="354947" y="379119"/>
                  </a:lnTo>
                  <a:lnTo>
                    <a:pt x="362230" y="416858"/>
                  </a:lnTo>
                  <a:lnTo>
                    <a:pt x="369100" y="454391"/>
                  </a:lnTo>
                  <a:lnTo>
                    <a:pt x="380957" y="529663"/>
                  </a:lnTo>
                  <a:lnTo>
                    <a:pt x="385541" y="567816"/>
                  </a:lnTo>
                  <a:lnTo>
                    <a:pt x="388953" y="606590"/>
                  </a:lnTo>
                  <a:lnTo>
                    <a:pt x="391032" y="645903"/>
                  </a:lnTo>
                  <a:lnTo>
                    <a:pt x="391802" y="684527"/>
                  </a:lnTo>
                  <a:lnTo>
                    <a:pt x="391331" y="720946"/>
                  </a:lnTo>
                  <a:lnTo>
                    <a:pt x="386988" y="781444"/>
                  </a:lnTo>
                  <a:lnTo>
                    <a:pt x="379658" y="823538"/>
                  </a:lnTo>
                  <a:lnTo>
                    <a:pt x="368273" y="860714"/>
                  </a:lnTo>
                  <a:lnTo>
                    <a:pt x="355475" y="874064"/>
                  </a:lnTo>
                  <a:lnTo>
                    <a:pt x="349432" y="872938"/>
                  </a:lnTo>
                  <a:lnTo>
                    <a:pt x="317230" y="841322"/>
                  </a:lnTo>
                  <a:lnTo>
                    <a:pt x="283615" y="797757"/>
                  </a:lnTo>
                  <a:lnTo>
                    <a:pt x="247426" y="749368"/>
                  </a:lnTo>
                  <a:lnTo>
                    <a:pt x="213627" y="699462"/>
                  </a:lnTo>
                  <a:lnTo>
                    <a:pt x="185262" y="642124"/>
                  </a:lnTo>
                  <a:lnTo>
                    <a:pt x="169776" y="577627"/>
                  </a:lnTo>
                  <a:lnTo>
                    <a:pt x="170580" y="544828"/>
                  </a:lnTo>
                  <a:lnTo>
                    <a:pt x="192454" y="481871"/>
                  </a:lnTo>
                  <a:lnTo>
                    <a:pt x="230871" y="424980"/>
                  </a:lnTo>
                  <a:lnTo>
                    <a:pt x="272322" y="377280"/>
                  </a:lnTo>
                  <a:lnTo>
                    <a:pt x="306603" y="343366"/>
                  </a:lnTo>
                  <a:lnTo>
                    <a:pt x="339690" y="322044"/>
                  </a:lnTo>
                  <a:lnTo>
                    <a:pt x="347043" y="322044"/>
                  </a:lnTo>
                  <a:lnTo>
                    <a:pt x="354395" y="326455"/>
                  </a:lnTo>
                  <a:lnTo>
                    <a:pt x="361748" y="330867"/>
                  </a:lnTo>
                </a:path>
              </a:pathLst>
            </a:custGeom>
            <a:ln w="4679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1" name="object 131"/>
          <p:cNvSpPr/>
          <p:nvPr/>
        </p:nvSpPr>
        <p:spPr>
          <a:xfrm>
            <a:off x="6067712" y="5435557"/>
            <a:ext cx="255904" cy="235585"/>
          </a:xfrm>
          <a:custGeom>
            <a:avLst/>
            <a:gdLst/>
            <a:ahLst/>
            <a:cxnLst/>
            <a:rect l="l" t="t" r="r" b="b"/>
            <a:pathLst>
              <a:path w="255904" h="235585">
                <a:moveTo>
                  <a:pt x="8087" y="29594"/>
                </a:moveTo>
                <a:lnTo>
                  <a:pt x="10753" y="0"/>
                </a:lnTo>
                <a:lnTo>
                  <a:pt x="9926" y="4227"/>
                </a:lnTo>
                <a:lnTo>
                  <a:pt x="4239" y="48458"/>
                </a:lnTo>
                <a:lnTo>
                  <a:pt x="310" y="99053"/>
                </a:lnTo>
                <a:lnTo>
                  <a:pt x="0" y="125178"/>
                </a:lnTo>
                <a:lnTo>
                  <a:pt x="1424" y="149361"/>
                </a:lnTo>
                <a:lnTo>
                  <a:pt x="7858" y="189180"/>
                </a:lnTo>
                <a:lnTo>
                  <a:pt x="23034" y="227011"/>
                </a:lnTo>
                <a:lnTo>
                  <a:pt x="40439" y="235467"/>
                </a:lnTo>
                <a:lnTo>
                  <a:pt x="47056" y="233261"/>
                </a:lnTo>
                <a:lnTo>
                  <a:pt x="72055" y="203115"/>
                </a:lnTo>
                <a:lnTo>
                  <a:pt x="93837" y="161849"/>
                </a:lnTo>
                <a:lnTo>
                  <a:pt x="113965" y="120031"/>
                </a:lnTo>
                <a:lnTo>
                  <a:pt x="127200" y="81797"/>
                </a:lnTo>
                <a:lnTo>
                  <a:pt x="130141" y="64886"/>
                </a:lnTo>
                <a:lnTo>
                  <a:pt x="130876" y="64151"/>
                </a:lnTo>
                <a:lnTo>
                  <a:pt x="131347" y="65197"/>
                </a:lnTo>
                <a:lnTo>
                  <a:pt x="131887" y="69757"/>
                </a:lnTo>
                <a:lnTo>
                  <a:pt x="132841" y="78316"/>
                </a:lnTo>
                <a:lnTo>
                  <a:pt x="134553" y="91356"/>
                </a:lnTo>
                <a:lnTo>
                  <a:pt x="140894" y="129038"/>
                </a:lnTo>
                <a:lnTo>
                  <a:pt x="149993" y="167823"/>
                </a:lnTo>
                <a:lnTo>
                  <a:pt x="172051" y="206056"/>
                </a:lnTo>
                <a:lnTo>
                  <a:pt x="185010" y="211019"/>
                </a:lnTo>
                <a:lnTo>
                  <a:pt x="192420" y="209985"/>
                </a:lnTo>
                <a:lnTo>
                  <a:pt x="229057" y="175865"/>
                </a:lnTo>
                <a:lnTo>
                  <a:pt x="249621" y="124259"/>
                </a:lnTo>
                <a:lnTo>
                  <a:pt x="255457" y="70160"/>
                </a:lnTo>
                <a:lnTo>
                  <a:pt x="254400" y="55236"/>
                </a:lnTo>
                <a:lnTo>
                  <a:pt x="252240" y="42380"/>
                </a:lnTo>
                <a:lnTo>
                  <a:pt x="249253" y="31800"/>
                </a:lnTo>
                <a:lnTo>
                  <a:pt x="244842" y="19300"/>
                </a:lnTo>
                <a:lnTo>
                  <a:pt x="238960" y="13418"/>
                </a:lnTo>
                <a:lnTo>
                  <a:pt x="236019" y="14153"/>
                </a:lnTo>
                <a:lnTo>
                  <a:pt x="241901" y="51652"/>
                </a:lnTo>
              </a:path>
            </a:pathLst>
          </a:custGeom>
          <a:ln w="46799">
            <a:solidFill>
              <a:srgbClr val="0042A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6441960" y="5440151"/>
            <a:ext cx="13335" cy="203200"/>
          </a:xfrm>
          <a:custGeom>
            <a:avLst/>
            <a:gdLst/>
            <a:ahLst/>
            <a:cxnLst/>
            <a:rect l="l" t="t" r="r" b="b"/>
            <a:pathLst>
              <a:path w="13335" h="203200">
                <a:moveTo>
                  <a:pt x="0" y="24998"/>
                </a:moveTo>
                <a:lnTo>
                  <a:pt x="1470" y="13234"/>
                </a:lnTo>
                <a:lnTo>
                  <a:pt x="2940" y="1470"/>
                </a:lnTo>
                <a:lnTo>
                  <a:pt x="3675" y="0"/>
                </a:lnTo>
                <a:lnTo>
                  <a:pt x="4100" y="930"/>
                </a:lnTo>
                <a:lnTo>
                  <a:pt x="4319" y="6341"/>
                </a:lnTo>
                <a:lnTo>
                  <a:pt x="4399" y="16853"/>
                </a:lnTo>
                <a:lnTo>
                  <a:pt x="4411" y="33086"/>
                </a:lnTo>
                <a:lnTo>
                  <a:pt x="4434" y="55133"/>
                </a:lnTo>
                <a:lnTo>
                  <a:pt x="5031" y="108048"/>
                </a:lnTo>
                <a:lnTo>
                  <a:pt x="7214" y="156082"/>
                </a:lnTo>
                <a:lnTo>
                  <a:pt x="11763" y="195579"/>
                </a:lnTo>
                <a:lnTo>
                  <a:pt x="13234" y="202932"/>
                </a:lnTo>
                <a:lnTo>
                  <a:pt x="13234" y="195579"/>
                </a:lnTo>
                <a:lnTo>
                  <a:pt x="13234" y="188226"/>
                </a:lnTo>
                <a:lnTo>
                  <a:pt x="13234" y="180874"/>
                </a:lnTo>
                <a:lnTo>
                  <a:pt x="13234" y="173521"/>
                </a:lnTo>
                <a:lnTo>
                  <a:pt x="13234" y="166169"/>
                </a:lnTo>
              </a:path>
            </a:pathLst>
          </a:custGeom>
          <a:ln w="46799">
            <a:solidFill>
              <a:srgbClr val="0042A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6428725" y="5296041"/>
            <a:ext cx="13335" cy="32384"/>
          </a:xfrm>
          <a:custGeom>
            <a:avLst/>
            <a:gdLst/>
            <a:ahLst/>
            <a:cxnLst/>
            <a:rect l="l" t="t" r="r" b="b"/>
            <a:pathLst>
              <a:path w="13335" h="32385">
                <a:moveTo>
                  <a:pt x="4411" y="19116"/>
                </a:moveTo>
                <a:lnTo>
                  <a:pt x="2940" y="10293"/>
                </a:lnTo>
                <a:lnTo>
                  <a:pt x="1470" y="1470"/>
                </a:lnTo>
                <a:lnTo>
                  <a:pt x="735" y="735"/>
                </a:lnTo>
                <a:lnTo>
                  <a:pt x="0" y="0"/>
                </a:lnTo>
                <a:lnTo>
                  <a:pt x="0" y="7352"/>
                </a:lnTo>
                <a:lnTo>
                  <a:pt x="2205" y="13970"/>
                </a:lnTo>
                <a:lnTo>
                  <a:pt x="4411" y="20587"/>
                </a:lnTo>
                <a:lnTo>
                  <a:pt x="8823" y="26469"/>
                </a:lnTo>
                <a:lnTo>
                  <a:pt x="13234" y="32351"/>
                </a:lnTo>
              </a:path>
            </a:pathLst>
          </a:custGeom>
          <a:ln w="46799">
            <a:solidFill>
              <a:srgbClr val="0042A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34" name="object 134"/>
          <p:cNvGrpSpPr/>
          <p:nvPr/>
        </p:nvGrpSpPr>
        <p:grpSpPr>
          <a:xfrm>
            <a:off x="6503850" y="5243230"/>
            <a:ext cx="443230" cy="392430"/>
            <a:chOff x="6503850" y="5243230"/>
            <a:chExt cx="443230" cy="392430"/>
          </a:xfrm>
        </p:grpSpPr>
        <p:sp>
          <p:nvSpPr>
            <p:cNvPr id="135" name="object 135"/>
            <p:cNvSpPr/>
            <p:nvPr/>
          </p:nvSpPr>
          <p:spPr>
            <a:xfrm>
              <a:off x="6598386" y="5266630"/>
              <a:ext cx="29209" cy="332105"/>
            </a:xfrm>
            <a:custGeom>
              <a:avLst/>
              <a:gdLst/>
              <a:ahLst/>
              <a:cxnLst/>
              <a:rect l="l" t="t" r="r" b="b"/>
              <a:pathLst>
                <a:path w="29209" h="332104">
                  <a:moveTo>
                    <a:pt x="2389" y="17646"/>
                  </a:moveTo>
                  <a:lnTo>
                    <a:pt x="2389" y="8823"/>
                  </a:lnTo>
                  <a:lnTo>
                    <a:pt x="2389" y="0"/>
                  </a:lnTo>
                  <a:lnTo>
                    <a:pt x="1654" y="2941"/>
                  </a:lnTo>
                  <a:lnTo>
                    <a:pt x="1011" y="7502"/>
                  </a:lnTo>
                  <a:lnTo>
                    <a:pt x="367" y="17370"/>
                  </a:lnTo>
                  <a:lnTo>
                    <a:pt x="0" y="33442"/>
                  </a:lnTo>
                  <a:lnTo>
                    <a:pt x="183" y="56615"/>
                  </a:lnTo>
                  <a:lnTo>
                    <a:pt x="2848" y="122696"/>
                  </a:lnTo>
                  <a:lnTo>
                    <a:pt x="8271" y="197049"/>
                  </a:lnTo>
                  <a:lnTo>
                    <a:pt x="15532" y="259363"/>
                  </a:lnTo>
                  <a:lnTo>
                    <a:pt x="22241" y="302927"/>
                  </a:lnTo>
                  <a:lnTo>
                    <a:pt x="28123" y="331602"/>
                  </a:lnTo>
                  <a:lnTo>
                    <a:pt x="28858" y="330867"/>
                  </a:lnTo>
                  <a:lnTo>
                    <a:pt x="28858" y="322044"/>
                  </a:lnTo>
                  <a:lnTo>
                    <a:pt x="28123" y="314691"/>
                  </a:lnTo>
                  <a:lnTo>
                    <a:pt x="27388" y="307338"/>
                  </a:lnTo>
                  <a:lnTo>
                    <a:pt x="25917" y="301456"/>
                  </a:lnTo>
                  <a:lnTo>
                    <a:pt x="24447" y="295574"/>
                  </a:lnTo>
                </a:path>
              </a:pathLst>
            </a:custGeom>
            <a:ln w="4679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6527249" y="5270306"/>
              <a:ext cx="396240" cy="342265"/>
            </a:xfrm>
            <a:custGeom>
              <a:avLst/>
              <a:gdLst/>
              <a:ahLst/>
              <a:cxnLst/>
              <a:rect l="l" t="t" r="r" b="b"/>
              <a:pathLst>
                <a:path w="396240" h="342264">
                  <a:moveTo>
                    <a:pt x="11764" y="199255"/>
                  </a:moveTo>
                  <a:lnTo>
                    <a:pt x="5882" y="191902"/>
                  </a:lnTo>
                  <a:lnTo>
                    <a:pt x="0" y="184550"/>
                  </a:lnTo>
                  <a:lnTo>
                    <a:pt x="2941" y="180874"/>
                  </a:lnTo>
                  <a:lnTo>
                    <a:pt x="49997" y="177197"/>
                  </a:lnTo>
                  <a:lnTo>
                    <a:pt x="77489" y="177174"/>
                  </a:lnTo>
                  <a:lnTo>
                    <a:pt x="108910" y="177014"/>
                  </a:lnTo>
                  <a:lnTo>
                    <a:pt x="168374" y="175727"/>
                  </a:lnTo>
                  <a:lnTo>
                    <a:pt x="215833" y="169937"/>
                  </a:lnTo>
                  <a:lnTo>
                    <a:pt x="236018" y="140434"/>
                  </a:lnTo>
                  <a:lnTo>
                    <a:pt x="234616" y="126602"/>
                  </a:lnTo>
                  <a:lnTo>
                    <a:pt x="231974" y="110289"/>
                  </a:lnTo>
                  <a:lnTo>
                    <a:pt x="228780" y="92872"/>
                  </a:lnTo>
                  <a:lnTo>
                    <a:pt x="225724" y="75731"/>
                  </a:lnTo>
                  <a:lnTo>
                    <a:pt x="223346" y="60015"/>
                  </a:lnTo>
                  <a:lnTo>
                    <a:pt x="221589" y="45953"/>
                  </a:lnTo>
                  <a:lnTo>
                    <a:pt x="220244" y="33546"/>
                  </a:lnTo>
                  <a:lnTo>
                    <a:pt x="219107" y="22792"/>
                  </a:lnTo>
                  <a:lnTo>
                    <a:pt x="217636" y="9558"/>
                  </a:lnTo>
                  <a:lnTo>
                    <a:pt x="216166" y="735"/>
                  </a:lnTo>
                  <a:lnTo>
                    <a:pt x="215431" y="0"/>
                  </a:lnTo>
                  <a:lnTo>
                    <a:pt x="215040" y="1102"/>
                  </a:lnTo>
                  <a:lnTo>
                    <a:pt x="218946" y="52054"/>
                  </a:lnTo>
                  <a:lnTo>
                    <a:pt x="224966" y="108738"/>
                  </a:lnTo>
                  <a:lnTo>
                    <a:pt x="232606" y="176531"/>
                  </a:lnTo>
                  <a:lnTo>
                    <a:pt x="236478" y="210468"/>
                  </a:lnTo>
                  <a:lnTo>
                    <a:pt x="239936" y="241372"/>
                  </a:lnTo>
                  <a:lnTo>
                    <a:pt x="244301" y="285453"/>
                  </a:lnTo>
                  <a:lnTo>
                    <a:pt x="241372" y="324628"/>
                  </a:lnTo>
                  <a:lnTo>
                    <a:pt x="234548" y="341896"/>
                  </a:lnTo>
                  <a:lnTo>
                    <a:pt x="233364" y="340770"/>
                  </a:lnTo>
                  <a:lnTo>
                    <a:pt x="233353" y="335095"/>
                  </a:lnTo>
                  <a:lnTo>
                    <a:pt x="234858" y="324732"/>
                  </a:lnTo>
                  <a:lnTo>
                    <a:pt x="251091" y="266807"/>
                  </a:lnTo>
                  <a:lnTo>
                    <a:pt x="270575" y="219107"/>
                  </a:lnTo>
                  <a:lnTo>
                    <a:pt x="293828" y="179403"/>
                  </a:lnTo>
                  <a:lnTo>
                    <a:pt x="323962" y="145593"/>
                  </a:lnTo>
                  <a:lnTo>
                    <a:pt x="331326" y="142181"/>
                  </a:lnTo>
                  <a:lnTo>
                    <a:pt x="338277" y="142491"/>
                  </a:lnTo>
                  <a:lnTo>
                    <a:pt x="370904" y="177439"/>
                  </a:lnTo>
                  <a:lnTo>
                    <a:pt x="385127" y="213524"/>
                  </a:lnTo>
                  <a:lnTo>
                    <a:pt x="393651" y="254285"/>
                  </a:lnTo>
                  <a:lnTo>
                    <a:pt x="395914" y="286142"/>
                  </a:lnTo>
                  <a:lnTo>
                    <a:pt x="395018" y="297137"/>
                  </a:lnTo>
                  <a:lnTo>
                    <a:pt x="393295" y="306063"/>
                  </a:lnTo>
                  <a:lnTo>
                    <a:pt x="391158" y="313956"/>
                  </a:lnTo>
                </a:path>
              </a:pathLst>
            </a:custGeom>
            <a:ln w="4679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7" name="object 137"/>
          <p:cNvGrpSpPr/>
          <p:nvPr/>
        </p:nvGrpSpPr>
        <p:grpSpPr>
          <a:xfrm>
            <a:off x="7227346" y="5316756"/>
            <a:ext cx="452120" cy="291465"/>
            <a:chOff x="7227346" y="5316756"/>
            <a:chExt cx="452120" cy="291465"/>
          </a:xfrm>
        </p:grpSpPr>
        <p:sp>
          <p:nvSpPr>
            <p:cNvPr id="138" name="object 138"/>
            <p:cNvSpPr/>
            <p:nvPr/>
          </p:nvSpPr>
          <p:spPr>
            <a:xfrm>
              <a:off x="7250746" y="5340156"/>
              <a:ext cx="235585" cy="244475"/>
            </a:xfrm>
            <a:custGeom>
              <a:avLst/>
              <a:gdLst/>
              <a:ahLst/>
              <a:cxnLst/>
              <a:rect l="l" t="t" r="r" b="b"/>
              <a:pathLst>
                <a:path w="235584" h="244475">
                  <a:moveTo>
                    <a:pt x="29410" y="222048"/>
                  </a:moveTo>
                  <a:lnTo>
                    <a:pt x="0" y="244106"/>
                  </a:lnTo>
                  <a:lnTo>
                    <a:pt x="1470" y="243371"/>
                  </a:lnTo>
                  <a:lnTo>
                    <a:pt x="36763" y="216901"/>
                  </a:lnTo>
                  <a:lnTo>
                    <a:pt x="82992" y="178116"/>
                  </a:lnTo>
                  <a:lnTo>
                    <a:pt x="133082" y="127199"/>
                  </a:lnTo>
                  <a:lnTo>
                    <a:pt x="170304" y="73709"/>
                  </a:lnTo>
                  <a:lnTo>
                    <a:pt x="192638" y="30145"/>
                  </a:lnTo>
                  <a:lnTo>
                    <a:pt x="202196" y="0"/>
                  </a:lnTo>
                  <a:lnTo>
                    <a:pt x="199876" y="1436"/>
                  </a:lnTo>
                  <a:lnTo>
                    <a:pt x="179713" y="41369"/>
                  </a:lnTo>
                  <a:lnTo>
                    <a:pt x="168753" y="79810"/>
                  </a:lnTo>
                  <a:lnTo>
                    <a:pt x="166628" y="119215"/>
                  </a:lnTo>
                  <a:lnTo>
                    <a:pt x="182344" y="165433"/>
                  </a:lnTo>
                  <a:lnTo>
                    <a:pt x="216166" y="193373"/>
                  </a:lnTo>
                  <a:lnTo>
                    <a:pt x="233813" y="201461"/>
                  </a:lnTo>
                  <a:lnTo>
                    <a:pt x="235283" y="206608"/>
                  </a:lnTo>
                  <a:lnTo>
                    <a:pt x="194384" y="230044"/>
                  </a:lnTo>
                  <a:lnTo>
                    <a:pt x="180334" y="231182"/>
                  </a:lnTo>
                  <a:lnTo>
                    <a:pt x="166904" y="230871"/>
                  </a:lnTo>
                  <a:lnTo>
                    <a:pt x="126464" y="210284"/>
                  </a:lnTo>
                  <a:lnTo>
                    <a:pt x="126464" y="202931"/>
                  </a:lnTo>
                  <a:lnTo>
                    <a:pt x="126464" y="195579"/>
                  </a:lnTo>
                </a:path>
              </a:pathLst>
            </a:custGeom>
            <a:ln w="4679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9" name="object 13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515362" y="5354439"/>
              <a:ext cx="163912" cy="237048"/>
            </a:xfrm>
            <a:prstGeom prst="rect">
              <a:avLst/>
            </a:prstGeom>
          </p:spPr>
        </p:pic>
      </p:grpSp>
      <p:grpSp>
        <p:nvGrpSpPr>
          <p:cNvPr id="140" name="object 140"/>
          <p:cNvGrpSpPr/>
          <p:nvPr/>
        </p:nvGrpSpPr>
        <p:grpSpPr>
          <a:xfrm>
            <a:off x="7748738" y="5138088"/>
            <a:ext cx="1120140" cy="1146175"/>
            <a:chOff x="7748738" y="5138088"/>
            <a:chExt cx="1120140" cy="1146175"/>
          </a:xfrm>
        </p:grpSpPr>
        <p:sp>
          <p:nvSpPr>
            <p:cNvPr id="141" name="object 141"/>
            <p:cNvSpPr/>
            <p:nvPr/>
          </p:nvSpPr>
          <p:spPr>
            <a:xfrm>
              <a:off x="7772138" y="5161488"/>
              <a:ext cx="1073785" cy="1099820"/>
            </a:xfrm>
            <a:custGeom>
              <a:avLst/>
              <a:gdLst/>
              <a:ahLst/>
              <a:cxnLst/>
              <a:rect l="l" t="t" r="r" b="b"/>
              <a:pathLst>
                <a:path w="1073784" h="1099820">
                  <a:moveTo>
                    <a:pt x="90345" y="272781"/>
                  </a:moveTo>
                  <a:lnTo>
                    <a:pt x="75640" y="227195"/>
                  </a:lnTo>
                  <a:lnTo>
                    <a:pt x="28859" y="235559"/>
                  </a:lnTo>
                  <a:lnTo>
                    <a:pt x="3182" y="287199"/>
                  </a:lnTo>
                  <a:lnTo>
                    <a:pt x="0" y="310371"/>
                  </a:lnTo>
                  <a:lnTo>
                    <a:pt x="264" y="333682"/>
                  </a:lnTo>
                  <a:lnTo>
                    <a:pt x="12315" y="373052"/>
                  </a:lnTo>
                  <a:lnTo>
                    <a:pt x="52847" y="403658"/>
                  </a:lnTo>
                  <a:lnTo>
                    <a:pt x="103925" y="396110"/>
                  </a:lnTo>
                  <a:lnTo>
                    <a:pt x="140102" y="362288"/>
                  </a:lnTo>
                  <a:lnTo>
                    <a:pt x="172522" y="313370"/>
                  </a:lnTo>
                  <a:lnTo>
                    <a:pt x="192317" y="271782"/>
                  </a:lnTo>
                  <a:lnTo>
                    <a:pt x="196085" y="226437"/>
                  </a:lnTo>
                  <a:lnTo>
                    <a:pt x="170948" y="256422"/>
                  </a:lnTo>
                  <a:lnTo>
                    <a:pt x="166720" y="296769"/>
                  </a:lnTo>
                  <a:lnTo>
                    <a:pt x="168915" y="337266"/>
                  </a:lnTo>
                  <a:lnTo>
                    <a:pt x="182252" y="383071"/>
                  </a:lnTo>
                  <a:lnTo>
                    <a:pt x="207941" y="408161"/>
                  </a:lnTo>
                  <a:lnTo>
                    <a:pt x="214604" y="408069"/>
                  </a:lnTo>
                  <a:lnTo>
                    <a:pt x="253757" y="380589"/>
                  </a:lnTo>
                  <a:lnTo>
                    <a:pt x="277101" y="345572"/>
                  </a:lnTo>
                  <a:lnTo>
                    <a:pt x="296494" y="297688"/>
                  </a:lnTo>
                  <a:lnTo>
                    <a:pt x="308717" y="253664"/>
                  </a:lnTo>
                  <a:lnTo>
                    <a:pt x="311199" y="297137"/>
                  </a:lnTo>
                  <a:lnTo>
                    <a:pt x="315335" y="338955"/>
                  </a:lnTo>
                  <a:lnTo>
                    <a:pt x="325628" y="380129"/>
                  </a:lnTo>
                  <a:lnTo>
                    <a:pt x="365620" y="397109"/>
                  </a:lnTo>
                  <a:lnTo>
                    <a:pt x="401865" y="373121"/>
                  </a:lnTo>
                  <a:lnTo>
                    <a:pt x="426818" y="322779"/>
                  </a:lnTo>
                  <a:lnTo>
                    <a:pt x="436653" y="281605"/>
                  </a:lnTo>
                  <a:lnTo>
                    <a:pt x="435308" y="230423"/>
                  </a:lnTo>
                  <a:lnTo>
                    <a:pt x="415480" y="194993"/>
                  </a:lnTo>
                  <a:lnTo>
                    <a:pt x="410183" y="193373"/>
                  </a:lnTo>
                  <a:lnTo>
                    <a:pt x="403566" y="193373"/>
                  </a:lnTo>
                  <a:lnTo>
                    <a:pt x="395110" y="235283"/>
                  </a:lnTo>
                  <a:lnTo>
                    <a:pt x="398683" y="278721"/>
                  </a:lnTo>
                  <a:lnTo>
                    <a:pt x="427094" y="306603"/>
                  </a:lnTo>
                  <a:lnTo>
                    <a:pt x="467591" y="295620"/>
                  </a:lnTo>
                  <a:lnTo>
                    <a:pt x="500069" y="270300"/>
                  </a:lnTo>
                  <a:lnTo>
                    <a:pt x="525160" y="241372"/>
                  </a:lnTo>
                  <a:lnTo>
                    <a:pt x="530398" y="234548"/>
                  </a:lnTo>
                  <a:lnTo>
                    <a:pt x="533983" y="229929"/>
                  </a:lnTo>
                  <a:lnTo>
                    <a:pt x="535913" y="227930"/>
                  </a:lnTo>
                  <a:lnTo>
                    <a:pt x="536269" y="229010"/>
                  </a:lnTo>
                  <a:lnTo>
                    <a:pt x="535454" y="233813"/>
                  </a:lnTo>
                  <a:lnTo>
                    <a:pt x="533949" y="243026"/>
                  </a:lnTo>
                  <a:lnTo>
                    <a:pt x="529480" y="299343"/>
                  </a:lnTo>
                  <a:lnTo>
                    <a:pt x="527825" y="341896"/>
                  </a:lnTo>
                  <a:lnTo>
                    <a:pt x="527366" y="367906"/>
                  </a:lnTo>
                  <a:lnTo>
                    <a:pt x="527722" y="375913"/>
                  </a:lnTo>
                  <a:lnTo>
                    <a:pt x="547769" y="408437"/>
                  </a:lnTo>
                  <a:lnTo>
                    <a:pt x="593815" y="387585"/>
                  </a:lnTo>
                  <a:lnTo>
                    <a:pt x="625615" y="345204"/>
                  </a:lnTo>
                  <a:lnTo>
                    <a:pt x="647615" y="297837"/>
                  </a:lnTo>
                  <a:lnTo>
                    <a:pt x="658472" y="251838"/>
                  </a:lnTo>
                  <a:lnTo>
                    <a:pt x="644640" y="301824"/>
                  </a:lnTo>
                  <a:lnTo>
                    <a:pt x="647742" y="354338"/>
                  </a:lnTo>
                  <a:lnTo>
                    <a:pt x="662470" y="398201"/>
                  </a:lnTo>
                  <a:lnTo>
                    <a:pt x="700611" y="412481"/>
                  </a:lnTo>
                  <a:lnTo>
                    <a:pt x="735168" y="374247"/>
                  </a:lnTo>
                  <a:lnTo>
                    <a:pt x="753826" y="329764"/>
                  </a:lnTo>
                  <a:lnTo>
                    <a:pt x="769726" y="269840"/>
                  </a:lnTo>
                  <a:lnTo>
                    <a:pt x="780020" y="200266"/>
                  </a:lnTo>
                  <a:lnTo>
                    <a:pt x="785902" y="132346"/>
                  </a:lnTo>
                  <a:lnTo>
                    <a:pt x="789210" y="76742"/>
                  </a:lnTo>
                  <a:lnTo>
                    <a:pt x="790313" y="36027"/>
                  </a:lnTo>
                  <a:lnTo>
                    <a:pt x="787372" y="0"/>
                  </a:lnTo>
                  <a:lnTo>
                    <a:pt x="786223" y="344"/>
                  </a:lnTo>
                  <a:lnTo>
                    <a:pt x="776263" y="61761"/>
                  </a:lnTo>
                  <a:lnTo>
                    <a:pt x="767922" y="130416"/>
                  </a:lnTo>
                  <a:lnTo>
                    <a:pt x="762546" y="203851"/>
                  </a:lnTo>
                  <a:lnTo>
                    <a:pt x="763442" y="271035"/>
                  </a:lnTo>
                  <a:lnTo>
                    <a:pt x="772173" y="329339"/>
                  </a:lnTo>
                  <a:lnTo>
                    <a:pt x="786533" y="375178"/>
                  </a:lnTo>
                  <a:lnTo>
                    <a:pt x="807500" y="411654"/>
                  </a:lnTo>
                  <a:lnTo>
                    <a:pt x="854407" y="409356"/>
                  </a:lnTo>
                  <a:lnTo>
                    <a:pt x="888287" y="376821"/>
                  </a:lnTo>
                  <a:lnTo>
                    <a:pt x="907220" y="341160"/>
                  </a:lnTo>
                  <a:lnTo>
                    <a:pt x="921006" y="297780"/>
                  </a:lnTo>
                  <a:lnTo>
                    <a:pt x="929277" y="258811"/>
                  </a:lnTo>
                  <a:lnTo>
                    <a:pt x="911080" y="308074"/>
                  </a:lnTo>
                  <a:lnTo>
                    <a:pt x="902073" y="355866"/>
                  </a:lnTo>
                  <a:lnTo>
                    <a:pt x="900603" y="394835"/>
                  </a:lnTo>
                  <a:lnTo>
                    <a:pt x="943983" y="402187"/>
                  </a:lnTo>
                  <a:lnTo>
                    <a:pt x="981309" y="361966"/>
                  </a:lnTo>
                  <a:lnTo>
                    <a:pt x="1003194" y="321504"/>
                  </a:lnTo>
                  <a:lnTo>
                    <a:pt x="1017026" y="279249"/>
                  </a:lnTo>
                  <a:lnTo>
                    <a:pt x="1024770" y="235559"/>
                  </a:lnTo>
                  <a:lnTo>
                    <a:pt x="1003482" y="286832"/>
                  </a:lnTo>
                  <a:lnTo>
                    <a:pt x="991327" y="357577"/>
                  </a:lnTo>
                  <a:lnTo>
                    <a:pt x="986628" y="397776"/>
                  </a:lnTo>
                  <a:lnTo>
                    <a:pt x="983710" y="438732"/>
                  </a:lnTo>
                  <a:lnTo>
                    <a:pt x="982584" y="479481"/>
                  </a:lnTo>
                  <a:lnTo>
                    <a:pt x="983113" y="519266"/>
                  </a:lnTo>
                  <a:lnTo>
                    <a:pt x="985158" y="557327"/>
                  </a:lnTo>
                  <a:lnTo>
                    <a:pt x="993429" y="627820"/>
                  </a:lnTo>
                  <a:lnTo>
                    <a:pt x="1007215" y="697762"/>
                  </a:lnTo>
                  <a:lnTo>
                    <a:pt x="1016073" y="735088"/>
                  </a:lnTo>
                  <a:lnTo>
                    <a:pt x="1025689" y="773586"/>
                  </a:lnTo>
                  <a:lnTo>
                    <a:pt x="1035442" y="812222"/>
                  </a:lnTo>
                  <a:lnTo>
                    <a:pt x="1044714" y="849961"/>
                  </a:lnTo>
                  <a:lnTo>
                    <a:pt x="1059970" y="919719"/>
                  </a:lnTo>
                  <a:lnTo>
                    <a:pt x="1069712" y="980102"/>
                  </a:lnTo>
                  <a:lnTo>
                    <a:pt x="1073296" y="1029181"/>
                  </a:lnTo>
                  <a:lnTo>
                    <a:pt x="1073124" y="1048550"/>
                  </a:lnTo>
                  <a:lnTo>
                    <a:pt x="1063543" y="1088116"/>
                  </a:lnTo>
                  <a:lnTo>
                    <a:pt x="1046184" y="1099214"/>
                  </a:lnTo>
                  <a:lnTo>
                    <a:pt x="1038831" y="1099214"/>
                  </a:lnTo>
                  <a:lnTo>
                    <a:pt x="1007031" y="1073940"/>
                  </a:lnTo>
                  <a:lnTo>
                    <a:pt x="982216" y="1016865"/>
                  </a:lnTo>
                  <a:lnTo>
                    <a:pt x="967144" y="955655"/>
                  </a:lnTo>
                  <a:lnTo>
                    <a:pt x="958688" y="888930"/>
                  </a:lnTo>
                  <a:lnTo>
                    <a:pt x="958573" y="858359"/>
                  </a:lnTo>
                  <a:lnTo>
                    <a:pt x="961629" y="830753"/>
                  </a:lnTo>
                  <a:lnTo>
                    <a:pt x="977805" y="785258"/>
                  </a:lnTo>
                  <a:lnTo>
                    <a:pt x="1006939" y="752631"/>
                  </a:lnTo>
                  <a:lnTo>
                    <a:pt x="1024643" y="739454"/>
                  </a:lnTo>
                  <a:lnTo>
                    <a:pt x="1043242" y="727173"/>
                  </a:lnTo>
                </a:path>
              </a:pathLst>
            </a:custGeom>
            <a:ln w="4679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2" name="object 14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394941" y="5252054"/>
              <a:ext cx="245319" cy="64445"/>
            </a:xfrm>
            <a:prstGeom prst="rect">
              <a:avLst/>
            </a:prstGeom>
          </p:spPr>
        </p:pic>
        <p:sp>
          <p:nvSpPr>
            <p:cNvPr id="143" name="object 143"/>
            <p:cNvSpPr/>
            <p:nvPr/>
          </p:nvSpPr>
          <p:spPr>
            <a:xfrm>
              <a:off x="8381577" y="5165164"/>
              <a:ext cx="15240" cy="16510"/>
            </a:xfrm>
            <a:custGeom>
              <a:avLst/>
              <a:gdLst/>
              <a:ahLst/>
              <a:cxnLst/>
              <a:rect l="l" t="t" r="r" b="b"/>
              <a:pathLst>
                <a:path w="15240" h="16510">
                  <a:moveTo>
                    <a:pt x="5882" y="0"/>
                  </a:moveTo>
                  <a:lnTo>
                    <a:pt x="2941" y="7352"/>
                  </a:lnTo>
                  <a:lnTo>
                    <a:pt x="0" y="14705"/>
                  </a:lnTo>
                  <a:lnTo>
                    <a:pt x="1470" y="15440"/>
                  </a:lnTo>
                  <a:lnTo>
                    <a:pt x="2941" y="16175"/>
                  </a:lnTo>
                  <a:lnTo>
                    <a:pt x="8823" y="10293"/>
                  </a:lnTo>
                  <a:lnTo>
                    <a:pt x="14705" y="4411"/>
                  </a:lnTo>
                </a:path>
              </a:pathLst>
            </a:custGeom>
            <a:ln w="4679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19754" y="1056544"/>
            <a:ext cx="260350" cy="308610"/>
          </a:xfrm>
          <a:custGeom>
            <a:avLst/>
            <a:gdLst/>
            <a:ahLst/>
            <a:cxnLst/>
            <a:rect l="l" t="t" r="r" b="b"/>
            <a:pathLst>
              <a:path w="260350" h="308609">
                <a:moveTo>
                  <a:pt x="30270" y="7465"/>
                </a:moveTo>
                <a:lnTo>
                  <a:pt x="26234" y="4438"/>
                </a:lnTo>
                <a:lnTo>
                  <a:pt x="22198" y="1411"/>
                </a:lnTo>
                <a:lnTo>
                  <a:pt x="23207" y="906"/>
                </a:lnTo>
                <a:lnTo>
                  <a:pt x="25067" y="953"/>
                </a:lnTo>
                <a:lnTo>
                  <a:pt x="29765" y="1663"/>
                </a:lnTo>
                <a:lnTo>
                  <a:pt x="38247" y="2751"/>
                </a:lnTo>
                <a:lnTo>
                  <a:pt x="51459" y="3933"/>
                </a:lnTo>
                <a:lnTo>
                  <a:pt x="69889" y="4958"/>
                </a:lnTo>
                <a:lnTo>
                  <a:pt x="92198" y="5699"/>
                </a:lnTo>
                <a:lnTo>
                  <a:pt x="116588" y="6061"/>
                </a:lnTo>
                <a:lnTo>
                  <a:pt x="141262" y="5951"/>
                </a:lnTo>
                <a:lnTo>
                  <a:pt x="185974" y="4311"/>
                </a:lnTo>
                <a:lnTo>
                  <a:pt x="232719" y="898"/>
                </a:lnTo>
                <a:lnTo>
                  <a:pt x="241659" y="212"/>
                </a:lnTo>
                <a:lnTo>
                  <a:pt x="247571" y="0"/>
                </a:lnTo>
                <a:lnTo>
                  <a:pt x="250740" y="402"/>
                </a:lnTo>
                <a:lnTo>
                  <a:pt x="253262" y="1411"/>
                </a:lnTo>
                <a:lnTo>
                  <a:pt x="249226" y="4438"/>
                </a:lnTo>
                <a:lnTo>
                  <a:pt x="239136" y="16041"/>
                </a:lnTo>
                <a:lnTo>
                  <a:pt x="230481" y="26226"/>
                </a:lnTo>
                <a:lnTo>
                  <a:pt x="219839" y="38870"/>
                </a:lnTo>
                <a:lnTo>
                  <a:pt x="207494" y="53217"/>
                </a:lnTo>
                <a:lnTo>
                  <a:pt x="178974" y="83968"/>
                </a:lnTo>
                <a:lnTo>
                  <a:pt x="150595" y="111858"/>
                </a:lnTo>
                <a:lnTo>
                  <a:pt x="121010" y="138668"/>
                </a:lnTo>
                <a:lnTo>
                  <a:pt x="117550" y="141664"/>
                </a:lnTo>
                <a:lnTo>
                  <a:pt x="113009" y="145700"/>
                </a:lnTo>
                <a:lnTo>
                  <a:pt x="107964" y="150745"/>
                </a:lnTo>
                <a:lnTo>
                  <a:pt x="107964" y="151754"/>
                </a:lnTo>
                <a:lnTo>
                  <a:pt x="107964" y="152763"/>
                </a:lnTo>
                <a:lnTo>
                  <a:pt x="154946" y="137880"/>
                </a:lnTo>
                <a:lnTo>
                  <a:pt x="199122" y="130848"/>
                </a:lnTo>
                <a:lnTo>
                  <a:pt x="210884" y="130943"/>
                </a:lnTo>
                <a:lnTo>
                  <a:pt x="249920" y="150217"/>
                </a:lnTo>
                <a:lnTo>
                  <a:pt x="260089" y="180850"/>
                </a:lnTo>
                <a:lnTo>
                  <a:pt x="259316" y="191610"/>
                </a:lnTo>
                <a:lnTo>
                  <a:pt x="247752" y="232972"/>
                </a:lnTo>
                <a:lnTo>
                  <a:pt x="220974" y="274286"/>
                </a:lnTo>
                <a:lnTo>
                  <a:pt x="173944" y="301269"/>
                </a:lnTo>
                <a:lnTo>
                  <a:pt x="133048" y="307938"/>
                </a:lnTo>
                <a:lnTo>
                  <a:pt x="112505" y="308151"/>
                </a:lnTo>
                <a:lnTo>
                  <a:pt x="93152" y="306504"/>
                </a:lnTo>
                <a:lnTo>
                  <a:pt x="45405" y="293520"/>
                </a:lnTo>
                <a:lnTo>
                  <a:pt x="10090" y="270313"/>
                </a:lnTo>
                <a:lnTo>
                  <a:pt x="0" y="259718"/>
                </a:lnTo>
                <a:lnTo>
                  <a:pt x="1009" y="257196"/>
                </a:lnTo>
                <a:lnTo>
                  <a:pt x="2018" y="254673"/>
                </a:lnTo>
                <a:lnTo>
                  <a:pt x="7063" y="253664"/>
                </a:lnTo>
                <a:lnTo>
                  <a:pt x="12108" y="252655"/>
                </a:lnTo>
              </a:path>
            </a:pathLst>
          </a:custGeom>
          <a:ln w="407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1709538" y="1022800"/>
            <a:ext cx="408940" cy="334645"/>
            <a:chOff x="1709538" y="1022800"/>
            <a:chExt cx="408940" cy="334645"/>
          </a:xfrm>
        </p:grpSpPr>
        <p:sp>
          <p:nvSpPr>
            <p:cNvPr id="4" name="object 4"/>
            <p:cNvSpPr/>
            <p:nvPr/>
          </p:nvSpPr>
          <p:spPr>
            <a:xfrm>
              <a:off x="1729936" y="1043198"/>
              <a:ext cx="177800" cy="289560"/>
            </a:xfrm>
            <a:custGeom>
              <a:avLst/>
              <a:gdLst/>
              <a:ahLst/>
              <a:cxnLst/>
              <a:rect l="l" t="t" r="r" b="b"/>
              <a:pathLst>
                <a:path w="177800" h="289559">
                  <a:moveTo>
                    <a:pt x="176955" y="48054"/>
                  </a:moveTo>
                  <a:lnTo>
                    <a:pt x="177626" y="40518"/>
                  </a:lnTo>
                  <a:lnTo>
                    <a:pt x="177775" y="33171"/>
                  </a:lnTo>
                  <a:lnTo>
                    <a:pt x="176885" y="26202"/>
                  </a:lnTo>
                  <a:lnTo>
                    <a:pt x="146685" y="2144"/>
                  </a:lnTo>
                  <a:lnTo>
                    <a:pt x="124865" y="0"/>
                  </a:lnTo>
                  <a:lnTo>
                    <a:pt x="112489" y="2711"/>
                  </a:lnTo>
                  <a:lnTo>
                    <a:pt x="71198" y="34621"/>
                  </a:lnTo>
                  <a:lnTo>
                    <a:pt x="44270" y="70252"/>
                  </a:lnTo>
                  <a:lnTo>
                    <a:pt x="22198" y="108784"/>
                  </a:lnTo>
                  <a:lnTo>
                    <a:pt x="6936" y="148451"/>
                  </a:lnTo>
                  <a:lnTo>
                    <a:pt x="0" y="188244"/>
                  </a:lnTo>
                  <a:lnTo>
                    <a:pt x="126" y="207123"/>
                  </a:lnTo>
                  <a:lnTo>
                    <a:pt x="16648" y="254019"/>
                  </a:lnTo>
                  <a:lnTo>
                    <a:pt x="55133" y="282248"/>
                  </a:lnTo>
                  <a:lnTo>
                    <a:pt x="87768" y="289201"/>
                  </a:lnTo>
                  <a:lnTo>
                    <a:pt x="103802" y="288704"/>
                  </a:lnTo>
                  <a:lnTo>
                    <a:pt x="118709" y="285511"/>
                  </a:lnTo>
                  <a:lnTo>
                    <a:pt x="132622" y="280190"/>
                  </a:lnTo>
                  <a:lnTo>
                    <a:pt x="145873" y="273450"/>
                  </a:lnTo>
                  <a:lnTo>
                    <a:pt x="158793" y="266001"/>
                  </a:lnTo>
                </a:path>
              </a:pathLst>
            </a:custGeom>
            <a:ln w="407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76405" y="1167721"/>
              <a:ext cx="150778" cy="18912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079434" y="1190136"/>
              <a:ext cx="14604" cy="140335"/>
            </a:xfrm>
            <a:custGeom>
              <a:avLst/>
              <a:gdLst/>
              <a:ahLst/>
              <a:cxnLst/>
              <a:rect l="l" t="t" r="r" b="b"/>
              <a:pathLst>
                <a:path w="14605" h="140334">
                  <a:moveTo>
                    <a:pt x="0" y="25225"/>
                  </a:moveTo>
                  <a:lnTo>
                    <a:pt x="0" y="20180"/>
                  </a:lnTo>
                  <a:lnTo>
                    <a:pt x="0" y="15135"/>
                  </a:lnTo>
                  <a:lnTo>
                    <a:pt x="504" y="10090"/>
                  </a:lnTo>
                  <a:lnTo>
                    <a:pt x="1009" y="5045"/>
                  </a:lnTo>
                  <a:lnTo>
                    <a:pt x="2018" y="0"/>
                  </a:lnTo>
                  <a:lnTo>
                    <a:pt x="2522" y="0"/>
                  </a:lnTo>
                  <a:lnTo>
                    <a:pt x="3027" y="0"/>
                  </a:lnTo>
                  <a:lnTo>
                    <a:pt x="3027" y="5045"/>
                  </a:lnTo>
                  <a:lnTo>
                    <a:pt x="4540" y="21693"/>
                  </a:lnTo>
                  <a:lnTo>
                    <a:pt x="5912" y="36040"/>
                  </a:lnTo>
                  <a:lnTo>
                    <a:pt x="7567" y="52847"/>
                  </a:lnTo>
                  <a:lnTo>
                    <a:pt x="9223" y="70221"/>
                  </a:lnTo>
                  <a:lnTo>
                    <a:pt x="10594" y="86270"/>
                  </a:lnTo>
                  <a:lnTo>
                    <a:pt x="11477" y="99514"/>
                  </a:lnTo>
                  <a:lnTo>
                    <a:pt x="11982" y="110108"/>
                  </a:lnTo>
                  <a:lnTo>
                    <a:pt x="12297" y="118622"/>
                  </a:lnTo>
                  <a:lnTo>
                    <a:pt x="12612" y="125622"/>
                  </a:lnTo>
                  <a:lnTo>
                    <a:pt x="13117" y="134199"/>
                  </a:lnTo>
                  <a:lnTo>
                    <a:pt x="14126" y="140253"/>
                  </a:lnTo>
                  <a:lnTo>
                    <a:pt x="13117" y="138739"/>
                  </a:lnTo>
                  <a:lnTo>
                    <a:pt x="12108" y="137226"/>
                  </a:lnTo>
                  <a:lnTo>
                    <a:pt x="9081" y="128144"/>
                  </a:lnTo>
                  <a:lnTo>
                    <a:pt x="6054" y="119063"/>
                  </a:lnTo>
                </a:path>
              </a:pathLst>
            </a:custGeom>
            <a:ln w="407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088515" y="1087217"/>
              <a:ext cx="9525" cy="13335"/>
            </a:xfrm>
            <a:custGeom>
              <a:avLst/>
              <a:gdLst/>
              <a:ahLst/>
              <a:cxnLst/>
              <a:rect l="l" t="t" r="r" b="b"/>
              <a:pathLst>
                <a:path w="9525" h="13334">
                  <a:moveTo>
                    <a:pt x="6054" y="10090"/>
                  </a:moveTo>
                  <a:lnTo>
                    <a:pt x="3027" y="5045"/>
                  </a:lnTo>
                  <a:lnTo>
                    <a:pt x="0" y="0"/>
                  </a:lnTo>
                  <a:lnTo>
                    <a:pt x="504" y="504"/>
                  </a:lnTo>
                  <a:lnTo>
                    <a:pt x="1008" y="1009"/>
                  </a:lnTo>
                  <a:lnTo>
                    <a:pt x="5045" y="7063"/>
                  </a:lnTo>
                  <a:lnTo>
                    <a:pt x="9081" y="13117"/>
                  </a:lnTo>
                </a:path>
              </a:pathLst>
            </a:custGeom>
            <a:ln w="407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2131685" y="977016"/>
            <a:ext cx="755650" cy="372110"/>
            <a:chOff x="2131685" y="977016"/>
            <a:chExt cx="755650" cy="372110"/>
          </a:xfrm>
        </p:grpSpPr>
        <p:sp>
          <p:nvSpPr>
            <p:cNvPr id="9" name="object 9"/>
            <p:cNvSpPr/>
            <p:nvPr/>
          </p:nvSpPr>
          <p:spPr>
            <a:xfrm>
              <a:off x="2203543" y="1103361"/>
              <a:ext cx="12700" cy="213995"/>
            </a:xfrm>
            <a:custGeom>
              <a:avLst/>
              <a:gdLst/>
              <a:ahLst/>
              <a:cxnLst/>
              <a:rect l="l" t="t" r="r" b="b"/>
              <a:pathLst>
                <a:path w="12700" h="213994">
                  <a:moveTo>
                    <a:pt x="0" y="0"/>
                  </a:moveTo>
                  <a:lnTo>
                    <a:pt x="126" y="48684"/>
                  </a:lnTo>
                  <a:lnTo>
                    <a:pt x="1009" y="98883"/>
                  </a:lnTo>
                  <a:lnTo>
                    <a:pt x="3027" y="149649"/>
                  </a:lnTo>
                  <a:lnTo>
                    <a:pt x="5045" y="190199"/>
                  </a:lnTo>
                  <a:lnTo>
                    <a:pt x="5644" y="202914"/>
                  </a:lnTo>
                  <a:lnTo>
                    <a:pt x="6054" y="210568"/>
                  </a:lnTo>
                  <a:lnTo>
                    <a:pt x="6464" y="213966"/>
                  </a:lnTo>
                  <a:lnTo>
                    <a:pt x="7063" y="213911"/>
                  </a:lnTo>
                  <a:lnTo>
                    <a:pt x="8072" y="211893"/>
                  </a:lnTo>
                  <a:lnTo>
                    <a:pt x="10090" y="202812"/>
                  </a:lnTo>
                  <a:lnTo>
                    <a:pt x="12108" y="193730"/>
                  </a:lnTo>
                </a:path>
              </a:pathLst>
            </a:custGeom>
            <a:ln w="407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152083" y="1209308"/>
              <a:ext cx="93980" cy="15240"/>
            </a:xfrm>
            <a:custGeom>
              <a:avLst/>
              <a:gdLst/>
              <a:ahLst/>
              <a:cxnLst/>
              <a:rect l="l" t="t" r="r" b="b"/>
              <a:pathLst>
                <a:path w="93980" h="15240">
                  <a:moveTo>
                    <a:pt x="6054" y="15135"/>
                  </a:moveTo>
                  <a:lnTo>
                    <a:pt x="3027" y="10090"/>
                  </a:lnTo>
                  <a:lnTo>
                    <a:pt x="0" y="5045"/>
                  </a:lnTo>
                  <a:lnTo>
                    <a:pt x="1513" y="2522"/>
                  </a:lnTo>
                  <a:lnTo>
                    <a:pt x="3027" y="0"/>
                  </a:lnTo>
                  <a:lnTo>
                    <a:pt x="9081" y="0"/>
                  </a:lnTo>
                  <a:lnTo>
                    <a:pt x="25225" y="504"/>
                  </a:lnTo>
                  <a:lnTo>
                    <a:pt x="39067" y="969"/>
                  </a:lnTo>
                  <a:lnTo>
                    <a:pt x="55748" y="1576"/>
                  </a:lnTo>
                  <a:lnTo>
                    <a:pt x="74320" y="2278"/>
                  </a:lnTo>
                  <a:lnTo>
                    <a:pt x="93838" y="3027"/>
                  </a:lnTo>
                </a:path>
              </a:pathLst>
            </a:custGeom>
            <a:ln w="407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316553" y="1184083"/>
              <a:ext cx="19685" cy="144780"/>
            </a:xfrm>
            <a:custGeom>
              <a:avLst/>
              <a:gdLst/>
              <a:ahLst/>
              <a:cxnLst/>
              <a:rect l="l" t="t" r="r" b="b"/>
              <a:pathLst>
                <a:path w="19685" h="144780">
                  <a:moveTo>
                    <a:pt x="5045" y="10090"/>
                  </a:moveTo>
                  <a:lnTo>
                    <a:pt x="4036" y="5045"/>
                  </a:lnTo>
                  <a:lnTo>
                    <a:pt x="3027" y="0"/>
                  </a:lnTo>
                  <a:lnTo>
                    <a:pt x="2018" y="504"/>
                  </a:lnTo>
                  <a:lnTo>
                    <a:pt x="1008" y="1009"/>
                  </a:lnTo>
                  <a:lnTo>
                    <a:pt x="0" y="7063"/>
                  </a:lnTo>
                  <a:lnTo>
                    <a:pt x="1513" y="25225"/>
                  </a:lnTo>
                  <a:lnTo>
                    <a:pt x="7685" y="77158"/>
                  </a:lnTo>
                  <a:lnTo>
                    <a:pt x="13937" y="117487"/>
                  </a:lnTo>
                  <a:lnTo>
                    <a:pt x="18162" y="139244"/>
                  </a:lnTo>
                  <a:lnTo>
                    <a:pt x="19171" y="144289"/>
                  </a:lnTo>
                  <a:lnTo>
                    <a:pt x="19171" y="142775"/>
                  </a:lnTo>
                  <a:lnTo>
                    <a:pt x="19171" y="141262"/>
                  </a:lnTo>
                  <a:lnTo>
                    <a:pt x="18162" y="133189"/>
                  </a:lnTo>
                  <a:lnTo>
                    <a:pt x="17153" y="125117"/>
                  </a:lnTo>
                </a:path>
              </a:pathLst>
            </a:custGeom>
            <a:ln w="407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309489" y="1103361"/>
              <a:ext cx="6350" cy="9525"/>
            </a:xfrm>
            <a:custGeom>
              <a:avLst/>
              <a:gdLst/>
              <a:ahLst/>
              <a:cxnLst/>
              <a:rect l="l" t="t" r="r" b="b"/>
              <a:pathLst>
                <a:path w="6350" h="9525">
                  <a:moveTo>
                    <a:pt x="0" y="9081"/>
                  </a:moveTo>
                  <a:lnTo>
                    <a:pt x="2018" y="6054"/>
                  </a:lnTo>
                  <a:lnTo>
                    <a:pt x="4036" y="3027"/>
                  </a:lnTo>
                  <a:lnTo>
                    <a:pt x="6054" y="0"/>
                  </a:lnTo>
                </a:path>
              </a:pathLst>
            </a:custGeom>
            <a:ln w="407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83860" y="1140288"/>
              <a:ext cx="151866" cy="20871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570833" y="997415"/>
              <a:ext cx="295910" cy="327660"/>
            </a:xfrm>
            <a:custGeom>
              <a:avLst/>
              <a:gdLst/>
              <a:ahLst/>
              <a:cxnLst/>
              <a:rect l="l" t="t" r="r" b="b"/>
              <a:pathLst>
                <a:path w="295910" h="327659">
                  <a:moveTo>
                    <a:pt x="107956" y="224001"/>
                  </a:moveTo>
                  <a:lnTo>
                    <a:pt x="86861" y="186328"/>
                  </a:lnTo>
                  <a:lnTo>
                    <a:pt x="47179" y="173101"/>
                  </a:lnTo>
                  <a:lnTo>
                    <a:pt x="38713" y="174370"/>
                  </a:lnTo>
                  <a:lnTo>
                    <a:pt x="9010" y="209875"/>
                  </a:lnTo>
                  <a:lnTo>
                    <a:pt x="0" y="254847"/>
                  </a:lnTo>
                  <a:lnTo>
                    <a:pt x="2199" y="268461"/>
                  </a:lnTo>
                  <a:lnTo>
                    <a:pt x="34109" y="305731"/>
                  </a:lnTo>
                  <a:lnTo>
                    <a:pt x="55992" y="311281"/>
                  </a:lnTo>
                  <a:lnTo>
                    <a:pt x="65578" y="310374"/>
                  </a:lnTo>
                  <a:lnTo>
                    <a:pt x="94398" y="275902"/>
                  </a:lnTo>
                  <a:lnTo>
                    <a:pt x="107452" y="231064"/>
                  </a:lnTo>
                  <a:lnTo>
                    <a:pt x="110983" y="203316"/>
                  </a:lnTo>
                  <a:lnTo>
                    <a:pt x="110983" y="197766"/>
                  </a:lnTo>
                  <a:lnTo>
                    <a:pt x="110983" y="192721"/>
                  </a:lnTo>
                  <a:lnTo>
                    <a:pt x="110479" y="192721"/>
                  </a:lnTo>
                  <a:lnTo>
                    <a:pt x="109974" y="192721"/>
                  </a:lnTo>
                  <a:lnTo>
                    <a:pt x="108965" y="197766"/>
                  </a:lnTo>
                  <a:lnTo>
                    <a:pt x="113317" y="248722"/>
                  </a:lnTo>
                  <a:lnTo>
                    <a:pt x="128026" y="299716"/>
                  </a:lnTo>
                  <a:lnTo>
                    <a:pt x="161497" y="327102"/>
                  </a:lnTo>
                  <a:lnTo>
                    <a:pt x="170137" y="325848"/>
                  </a:lnTo>
                  <a:lnTo>
                    <a:pt x="197822" y="297383"/>
                  </a:lnTo>
                  <a:lnTo>
                    <a:pt x="216551" y="260128"/>
                  </a:lnTo>
                  <a:lnTo>
                    <a:pt x="230859" y="217876"/>
                  </a:lnTo>
                  <a:lnTo>
                    <a:pt x="239041" y="173653"/>
                  </a:lnTo>
                  <a:lnTo>
                    <a:pt x="242100" y="124652"/>
                  </a:lnTo>
                  <a:lnTo>
                    <a:pt x="240791" y="75416"/>
                  </a:lnTo>
                  <a:lnTo>
                    <a:pt x="231813" y="24973"/>
                  </a:lnTo>
                  <a:lnTo>
                    <a:pt x="202804" y="0"/>
                  </a:lnTo>
                  <a:lnTo>
                    <a:pt x="197759" y="0"/>
                  </a:lnTo>
                  <a:lnTo>
                    <a:pt x="177657" y="35583"/>
                  </a:lnTo>
                  <a:lnTo>
                    <a:pt x="173542" y="93333"/>
                  </a:lnTo>
                  <a:lnTo>
                    <a:pt x="178146" y="141829"/>
                  </a:lnTo>
                  <a:lnTo>
                    <a:pt x="186155" y="187676"/>
                  </a:lnTo>
                  <a:lnTo>
                    <a:pt x="199918" y="237481"/>
                  </a:lnTo>
                  <a:lnTo>
                    <a:pt x="223047" y="277479"/>
                  </a:lnTo>
                  <a:lnTo>
                    <a:pt x="250227" y="307749"/>
                  </a:lnTo>
                  <a:lnTo>
                    <a:pt x="261831" y="310776"/>
                  </a:lnTo>
                  <a:lnTo>
                    <a:pt x="267381" y="311785"/>
                  </a:lnTo>
                  <a:lnTo>
                    <a:pt x="272426" y="311785"/>
                  </a:lnTo>
                  <a:lnTo>
                    <a:pt x="277975" y="307245"/>
                  </a:lnTo>
                  <a:lnTo>
                    <a:pt x="282224" y="303059"/>
                  </a:lnTo>
                  <a:lnTo>
                    <a:pt x="286615" y="297596"/>
                  </a:lnTo>
                  <a:lnTo>
                    <a:pt x="291100" y="291282"/>
                  </a:lnTo>
                  <a:lnTo>
                    <a:pt x="295633" y="284542"/>
                  </a:lnTo>
                </a:path>
              </a:pathLst>
            </a:custGeom>
            <a:ln w="407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/>
          <p:cNvGrpSpPr/>
          <p:nvPr/>
        </p:nvGrpSpPr>
        <p:grpSpPr>
          <a:xfrm>
            <a:off x="3070069" y="989124"/>
            <a:ext cx="1088390" cy="313690"/>
            <a:chOff x="3070069" y="989124"/>
            <a:chExt cx="1088390" cy="313690"/>
          </a:xfrm>
        </p:grpSpPr>
        <p:sp>
          <p:nvSpPr>
            <p:cNvPr id="16" name="object 16"/>
            <p:cNvSpPr/>
            <p:nvPr/>
          </p:nvSpPr>
          <p:spPr>
            <a:xfrm>
              <a:off x="3090467" y="1009523"/>
              <a:ext cx="106045" cy="273050"/>
            </a:xfrm>
            <a:custGeom>
              <a:avLst/>
              <a:gdLst/>
              <a:ahLst/>
              <a:cxnLst/>
              <a:rect l="l" t="t" r="r" b="b"/>
              <a:pathLst>
                <a:path w="106044" h="273050">
                  <a:moveTo>
                    <a:pt x="0" y="18162"/>
                  </a:moveTo>
                  <a:lnTo>
                    <a:pt x="2017" y="10090"/>
                  </a:lnTo>
                  <a:lnTo>
                    <a:pt x="4035" y="2018"/>
                  </a:lnTo>
                  <a:lnTo>
                    <a:pt x="5044" y="1009"/>
                  </a:lnTo>
                  <a:lnTo>
                    <a:pt x="6053" y="0"/>
                  </a:lnTo>
                  <a:lnTo>
                    <a:pt x="6053" y="6054"/>
                  </a:lnTo>
                  <a:lnTo>
                    <a:pt x="6558" y="23711"/>
                  </a:lnTo>
                  <a:lnTo>
                    <a:pt x="8544" y="79830"/>
                  </a:lnTo>
                  <a:lnTo>
                    <a:pt x="10791" y="129421"/>
                  </a:lnTo>
                  <a:lnTo>
                    <a:pt x="12044" y="155009"/>
                  </a:lnTo>
                  <a:lnTo>
                    <a:pt x="13203" y="179273"/>
                  </a:lnTo>
                  <a:lnTo>
                    <a:pt x="14709" y="218483"/>
                  </a:lnTo>
                  <a:lnTo>
                    <a:pt x="15134" y="252253"/>
                  </a:lnTo>
                  <a:lnTo>
                    <a:pt x="15134" y="262343"/>
                  </a:lnTo>
                  <a:lnTo>
                    <a:pt x="15134" y="267388"/>
                  </a:lnTo>
                  <a:lnTo>
                    <a:pt x="18162" y="269911"/>
                  </a:lnTo>
                  <a:lnTo>
                    <a:pt x="21189" y="272434"/>
                  </a:lnTo>
                  <a:lnTo>
                    <a:pt x="27243" y="272434"/>
                  </a:lnTo>
                  <a:lnTo>
                    <a:pt x="42378" y="269911"/>
                  </a:lnTo>
                  <a:lnTo>
                    <a:pt x="55290" y="267586"/>
                  </a:lnTo>
                  <a:lnTo>
                    <a:pt x="70757" y="264551"/>
                  </a:lnTo>
                  <a:lnTo>
                    <a:pt x="87926" y="261043"/>
                  </a:lnTo>
                  <a:lnTo>
                    <a:pt x="105946" y="257298"/>
                  </a:lnTo>
                </a:path>
              </a:pathLst>
            </a:custGeom>
            <a:ln w="407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238399" y="1120515"/>
              <a:ext cx="331470" cy="149225"/>
            </a:xfrm>
            <a:custGeom>
              <a:avLst/>
              <a:gdLst/>
              <a:ahLst/>
              <a:cxnLst/>
              <a:rect l="l" t="t" r="r" b="b"/>
              <a:pathLst>
                <a:path w="331470" h="149225">
                  <a:moveTo>
                    <a:pt x="9475" y="76685"/>
                  </a:moveTo>
                  <a:lnTo>
                    <a:pt x="52114" y="69022"/>
                  </a:lnTo>
                  <a:lnTo>
                    <a:pt x="86160" y="44901"/>
                  </a:lnTo>
                  <a:lnTo>
                    <a:pt x="64782" y="11162"/>
                  </a:lnTo>
                  <a:lnTo>
                    <a:pt x="19147" y="23845"/>
                  </a:lnTo>
                  <a:lnTo>
                    <a:pt x="1781" y="63504"/>
                  </a:lnTo>
                  <a:lnTo>
                    <a:pt x="0" y="79783"/>
                  </a:lnTo>
                  <a:lnTo>
                    <a:pt x="394" y="95351"/>
                  </a:lnTo>
                  <a:lnTo>
                    <a:pt x="21078" y="138235"/>
                  </a:lnTo>
                  <a:lnTo>
                    <a:pt x="48960" y="148876"/>
                  </a:lnTo>
                  <a:lnTo>
                    <a:pt x="59926" y="147316"/>
                  </a:lnTo>
                  <a:lnTo>
                    <a:pt x="95683" y="124613"/>
                  </a:lnTo>
                  <a:lnTo>
                    <a:pt x="128034" y="77126"/>
                  </a:lnTo>
                  <a:lnTo>
                    <a:pt x="146922" y="35394"/>
                  </a:lnTo>
                  <a:lnTo>
                    <a:pt x="151746" y="0"/>
                  </a:lnTo>
                  <a:lnTo>
                    <a:pt x="148719" y="5045"/>
                  </a:lnTo>
                  <a:lnTo>
                    <a:pt x="148483" y="46927"/>
                  </a:lnTo>
                  <a:lnTo>
                    <a:pt x="165683" y="84946"/>
                  </a:lnTo>
                  <a:lnTo>
                    <a:pt x="190089" y="116036"/>
                  </a:lnTo>
                  <a:lnTo>
                    <a:pt x="200179" y="122090"/>
                  </a:lnTo>
                  <a:lnTo>
                    <a:pt x="205224" y="125117"/>
                  </a:lnTo>
                  <a:lnTo>
                    <a:pt x="210269" y="128144"/>
                  </a:lnTo>
                  <a:lnTo>
                    <a:pt x="210774" y="131171"/>
                  </a:lnTo>
                  <a:lnTo>
                    <a:pt x="211278" y="134198"/>
                  </a:lnTo>
                  <a:lnTo>
                    <a:pt x="207242" y="137226"/>
                  </a:lnTo>
                  <a:lnTo>
                    <a:pt x="202701" y="139244"/>
                  </a:lnTo>
                  <a:lnTo>
                    <a:pt x="198161" y="141262"/>
                  </a:lnTo>
                  <a:lnTo>
                    <a:pt x="193116" y="142271"/>
                  </a:lnTo>
                  <a:lnTo>
                    <a:pt x="187566" y="143784"/>
                  </a:lnTo>
                  <a:lnTo>
                    <a:pt x="182016" y="145298"/>
                  </a:lnTo>
                  <a:lnTo>
                    <a:pt x="175962" y="147316"/>
                  </a:lnTo>
                  <a:lnTo>
                    <a:pt x="175458" y="147820"/>
                  </a:lnTo>
                  <a:lnTo>
                    <a:pt x="174953" y="148325"/>
                  </a:lnTo>
                  <a:lnTo>
                    <a:pt x="213990" y="124928"/>
                  </a:lnTo>
                  <a:lnTo>
                    <a:pt x="246199" y="82731"/>
                  </a:lnTo>
                  <a:lnTo>
                    <a:pt x="262233" y="32288"/>
                  </a:lnTo>
                  <a:lnTo>
                    <a:pt x="260720" y="2018"/>
                  </a:lnTo>
                  <a:lnTo>
                    <a:pt x="257692" y="6054"/>
                  </a:lnTo>
                  <a:lnTo>
                    <a:pt x="269801" y="49946"/>
                  </a:lnTo>
                  <a:lnTo>
                    <a:pt x="303075" y="94145"/>
                  </a:lnTo>
                  <a:lnTo>
                    <a:pt x="313693" y="106955"/>
                  </a:lnTo>
                  <a:lnTo>
                    <a:pt x="321773" y="116706"/>
                  </a:lnTo>
                  <a:lnTo>
                    <a:pt x="327252" y="123667"/>
                  </a:lnTo>
                  <a:lnTo>
                    <a:pt x="330365" y="128452"/>
                  </a:lnTo>
                  <a:lnTo>
                    <a:pt x="331351" y="131676"/>
                  </a:lnTo>
                  <a:lnTo>
                    <a:pt x="331351" y="135207"/>
                  </a:lnTo>
                  <a:lnTo>
                    <a:pt x="326306" y="136216"/>
                  </a:lnTo>
                  <a:lnTo>
                    <a:pt x="315711" y="136721"/>
                  </a:lnTo>
                  <a:lnTo>
                    <a:pt x="306906" y="136989"/>
                  </a:lnTo>
                  <a:lnTo>
                    <a:pt x="297107" y="136973"/>
                  </a:lnTo>
                  <a:lnTo>
                    <a:pt x="287403" y="136579"/>
                  </a:lnTo>
                  <a:lnTo>
                    <a:pt x="278882" y="135712"/>
                  </a:lnTo>
                  <a:lnTo>
                    <a:pt x="268792" y="134198"/>
                  </a:lnTo>
                  <a:lnTo>
                    <a:pt x="264756" y="131171"/>
                  </a:lnTo>
                  <a:lnTo>
                    <a:pt x="260720" y="128144"/>
                  </a:lnTo>
                </a:path>
              </a:pathLst>
            </a:custGeom>
            <a:ln w="407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637354" y="1104370"/>
              <a:ext cx="501015" cy="168910"/>
            </a:xfrm>
            <a:custGeom>
              <a:avLst/>
              <a:gdLst/>
              <a:ahLst/>
              <a:cxnLst/>
              <a:rect l="l" t="t" r="r" b="b"/>
              <a:pathLst>
                <a:path w="501014" h="168909">
                  <a:moveTo>
                    <a:pt x="34306" y="29261"/>
                  </a:moveTo>
                  <a:lnTo>
                    <a:pt x="29261" y="24216"/>
                  </a:lnTo>
                  <a:lnTo>
                    <a:pt x="24216" y="19171"/>
                  </a:lnTo>
                  <a:lnTo>
                    <a:pt x="19675" y="18666"/>
                  </a:lnTo>
                  <a:lnTo>
                    <a:pt x="1639" y="62180"/>
                  </a:lnTo>
                  <a:lnTo>
                    <a:pt x="0" y="95351"/>
                  </a:lnTo>
                  <a:lnTo>
                    <a:pt x="1694" y="112150"/>
                  </a:lnTo>
                  <a:lnTo>
                    <a:pt x="17657" y="153370"/>
                  </a:lnTo>
                  <a:lnTo>
                    <a:pt x="47242" y="168836"/>
                  </a:lnTo>
                  <a:lnTo>
                    <a:pt x="58522" y="168505"/>
                  </a:lnTo>
                  <a:lnTo>
                    <a:pt x="99388" y="142271"/>
                  </a:lnTo>
                  <a:lnTo>
                    <a:pt x="115563" y="98922"/>
                  </a:lnTo>
                  <a:lnTo>
                    <a:pt x="117802" y="74083"/>
                  </a:lnTo>
                  <a:lnTo>
                    <a:pt x="116162" y="65081"/>
                  </a:lnTo>
                  <a:lnTo>
                    <a:pt x="78498" y="33999"/>
                  </a:lnTo>
                  <a:lnTo>
                    <a:pt x="50450" y="26234"/>
                  </a:lnTo>
                  <a:lnTo>
                    <a:pt x="44396" y="26234"/>
                  </a:lnTo>
                  <a:lnTo>
                    <a:pt x="38342" y="26234"/>
                  </a:lnTo>
                  <a:lnTo>
                    <a:pt x="33297" y="26234"/>
                  </a:lnTo>
                  <a:lnTo>
                    <a:pt x="33297" y="26738"/>
                  </a:lnTo>
                  <a:lnTo>
                    <a:pt x="33297" y="27243"/>
                  </a:lnTo>
                  <a:lnTo>
                    <a:pt x="38342" y="28252"/>
                  </a:lnTo>
                  <a:lnTo>
                    <a:pt x="55495" y="27243"/>
                  </a:lnTo>
                  <a:lnTo>
                    <a:pt x="70347" y="26163"/>
                  </a:lnTo>
                  <a:lnTo>
                    <a:pt x="88036" y="24657"/>
                  </a:lnTo>
                  <a:lnTo>
                    <a:pt x="106861" y="23057"/>
                  </a:lnTo>
                  <a:lnTo>
                    <a:pt x="125117" y="21693"/>
                  </a:lnTo>
                  <a:lnTo>
                    <a:pt x="141380" y="20842"/>
                  </a:lnTo>
                  <a:lnTo>
                    <a:pt x="155325" y="20558"/>
                  </a:lnTo>
                  <a:lnTo>
                    <a:pt x="166905" y="20842"/>
                  </a:lnTo>
                  <a:lnTo>
                    <a:pt x="198965" y="47360"/>
                  </a:lnTo>
                  <a:lnTo>
                    <a:pt x="202205" y="85261"/>
                  </a:lnTo>
                  <a:lnTo>
                    <a:pt x="201992" y="101532"/>
                  </a:lnTo>
                  <a:lnTo>
                    <a:pt x="199059" y="140576"/>
                  </a:lnTo>
                  <a:lnTo>
                    <a:pt x="188685" y="166487"/>
                  </a:lnTo>
                  <a:lnTo>
                    <a:pt x="186667" y="166487"/>
                  </a:lnTo>
                  <a:lnTo>
                    <a:pt x="184649" y="166487"/>
                  </a:lnTo>
                  <a:lnTo>
                    <a:pt x="191271" y="121901"/>
                  </a:lnTo>
                  <a:lnTo>
                    <a:pt x="212192" y="71372"/>
                  </a:lnTo>
                  <a:lnTo>
                    <a:pt x="233539" y="39556"/>
                  </a:lnTo>
                  <a:lnTo>
                    <a:pt x="265181" y="12801"/>
                  </a:lnTo>
                  <a:lnTo>
                    <a:pt x="290596" y="8072"/>
                  </a:lnTo>
                  <a:lnTo>
                    <a:pt x="295641" y="11099"/>
                  </a:lnTo>
                  <a:lnTo>
                    <a:pt x="306843" y="52043"/>
                  </a:lnTo>
                  <a:lnTo>
                    <a:pt x="309578" y="96676"/>
                  </a:lnTo>
                  <a:lnTo>
                    <a:pt x="309767" y="123099"/>
                  </a:lnTo>
                  <a:lnTo>
                    <a:pt x="309767" y="137226"/>
                  </a:lnTo>
                  <a:lnTo>
                    <a:pt x="309767" y="142271"/>
                  </a:lnTo>
                  <a:lnTo>
                    <a:pt x="311281" y="147316"/>
                  </a:lnTo>
                  <a:lnTo>
                    <a:pt x="312794" y="152361"/>
                  </a:lnTo>
                  <a:lnTo>
                    <a:pt x="315821" y="157406"/>
                  </a:lnTo>
                  <a:lnTo>
                    <a:pt x="320362" y="159928"/>
                  </a:lnTo>
                  <a:lnTo>
                    <a:pt x="324130" y="161253"/>
                  </a:lnTo>
                  <a:lnTo>
                    <a:pt x="328938" y="161064"/>
                  </a:lnTo>
                  <a:lnTo>
                    <a:pt x="365830" y="135018"/>
                  </a:lnTo>
                  <a:lnTo>
                    <a:pt x="397212" y="88596"/>
                  </a:lnTo>
                  <a:lnTo>
                    <a:pt x="412182" y="39856"/>
                  </a:lnTo>
                  <a:lnTo>
                    <a:pt x="413696" y="1009"/>
                  </a:lnTo>
                  <a:lnTo>
                    <a:pt x="409660" y="0"/>
                  </a:lnTo>
                  <a:lnTo>
                    <a:pt x="406633" y="4036"/>
                  </a:lnTo>
                  <a:lnTo>
                    <a:pt x="411173" y="47423"/>
                  </a:lnTo>
                  <a:lnTo>
                    <a:pt x="437565" y="91126"/>
                  </a:lnTo>
                  <a:lnTo>
                    <a:pt x="469507" y="126442"/>
                  </a:lnTo>
                  <a:lnTo>
                    <a:pt x="486345" y="140757"/>
                  </a:lnTo>
                  <a:lnTo>
                    <a:pt x="495426" y="148325"/>
                  </a:lnTo>
                  <a:lnTo>
                    <a:pt x="499462" y="152361"/>
                  </a:lnTo>
                  <a:lnTo>
                    <a:pt x="499966" y="156397"/>
                  </a:lnTo>
                  <a:lnTo>
                    <a:pt x="500471" y="160433"/>
                  </a:lnTo>
                  <a:lnTo>
                    <a:pt x="497444" y="164469"/>
                  </a:lnTo>
                  <a:lnTo>
                    <a:pt x="489372" y="166487"/>
                  </a:lnTo>
                  <a:lnTo>
                    <a:pt x="482427" y="167622"/>
                  </a:lnTo>
                  <a:lnTo>
                    <a:pt x="473921" y="168000"/>
                  </a:lnTo>
                  <a:lnTo>
                    <a:pt x="464186" y="167622"/>
                  </a:lnTo>
                  <a:lnTo>
                    <a:pt x="453552" y="166487"/>
                  </a:lnTo>
                  <a:lnTo>
                    <a:pt x="442319" y="164627"/>
                  </a:lnTo>
                  <a:lnTo>
                    <a:pt x="430660" y="162199"/>
                  </a:lnTo>
                  <a:lnTo>
                    <a:pt x="418717" y="159392"/>
                  </a:lnTo>
                  <a:lnTo>
                    <a:pt x="406632" y="156397"/>
                  </a:lnTo>
                </a:path>
              </a:pathLst>
            </a:custGeom>
            <a:ln w="407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/>
          <p:cNvGrpSpPr/>
          <p:nvPr/>
        </p:nvGrpSpPr>
        <p:grpSpPr>
          <a:xfrm>
            <a:off x="1147896" y="1373559"/>
            <a:ext cx="3422015" cy="243840"/>
            <a:chOff x="1147896" y="1373559"/>
            <a:chExt cx="3422015" cy="243840"/>
          </a:xfrm>
        </p:grpSpPr>
        <p:sp>
          <p:nvSpPr>
            <p:cNvPr id="20" name="object 20"/>
            <p:cNvSpPr/>
            <p:nvPr/>
          </p:nvSpPr>
          <p:spPr>
            <a:xfrm>
              <a:off x="1171321" y="1393957"/>
              <a:ext cx="3245485" cy="124460"/>
            </a:xfrm>
            <a:custGeom>
              <a:avLst/>
              <a:gdLst/>
              <a:ahLst/>
              <a:cxnLst/>
              <a:rect l="l" t="t" r="r" b="b"/>
              <a:pathLst>
                <a:path w="3245485" h="124459">
                  <a:moveTo>
                    <a:pt x="0" y="124108"/>
                  </a:moveTo>
                  <a:lnTo>
                    <a:pt x="63189" y="124045"/>
                  </a:lnTo>
                  <a:lnTo>
                    <a:pt x="124108" y="123604"/>
                  </a:lnTo>
                  <a:lnTo>
                    <a:pt x="181244" y="122406"/>
                  </a:lnTo>
                  <a:lnTo>
                    <a:pt x="236109" y="120072"/>
                  </a:lnTo>
                  <a:lnTo>
                    <a:pt x="290217" y="116478"/>
                  </a:lnTo>
                  <a:lnTo>
                    <a:pt x="342056" y="112505"/>
                  </a:lnTo>
                  <a:lnTo>
                    <a:pt x="366548" y="110700"/>
                  </a:lnTo>
                  <a:lnTo>
                    <a:pt x="414208" y="107467"/>
                  </a:lnTo>
                  <a:lnTo>
                    <a:pt x="463484" y="104433"/>
                  </a:lnTo>
                  <a:lnTo>
                    <a:pt x="516457" y="101406"/>
                  </a:lnTo>
                  <a:lnTo>
                    <a:pt x="573175" y="98386"/>
                  </a:lnTo>
                  <a:lnTo>
                    <a:pt x="632691" y="95564"/>
                  </a:lnTo>
                  <a:lnTo>
                    <a:pt x="693193" y="93302"/>
                  </a:lnTo>
                  <a:lnTo>
                    <a:pt x="753734" y="91788"/>
                  </a:lnTo>
                  <a:lnTo>
                    <a:pt x="814267" y="91016"/>
                  </a:lnTo>
                  <a:lnTo>
                    <a:pt x="844482" y="90811"/>
                  </a:lnTo>
                  <a:lnTo>
                    <a:pt x="874603" y="90606"/>
                  </a:lnTo>
                  <a:lnTo>
                    <a:pt x="934363" y="89833"/>
                  </a:lnTo>
                  <a:lnTo>
                    <a:pt x="992981" y="88320"/>
                  </a:lnTo>
                  <a:lnTo>
                    <a:pt x="1049691" y="86057"/>
                  </a:lnTo>
                  <a:lnTo>
                    <a:pt x="1103357" y="83235"/>
                  </a:lnTo>
                  <a:lnTo>
                    <a:pt x="1152657" y="80216"/>
                  </a:lnTo>
                  <a:lnTo>
                    <a:pt x="1176259" y="78703"/>
                  </a:lnTo>
                  <a:lnTo>
                    <a:pt x="1200238" y="77189"/>
                  </a:lnTo>
                  <a:lnTo>
                    <a:pt x="1225448" y="75676"/>
                  </a:lnTo>
                  <a:lnTo>
                    <a:pt x="1252463" y="74162"/>
                  </a:lnTo>
                  <a:lnTo>
                    <a:pt x="1280755" y="72649"/>
                  </a:lnTo>
                  <a:lnTo>
                    <a:pt x="1309519" y="71135"/>
                  </a:lnTo>
                  <a:lnTo>
                    <a:pt x="1337953" y="69621"/>
                  </a:lnTo>
                  <a:lnTo>
                    <a:pt x="1392062" y="66594"/>
                  </a:lnTo>
                  <a:lnTo>
                    <a:pt x="1443900" y="63567"/>
                  </a:lnTo>
                  <a:lnTo>
                    <a:pt x="1469630" y="62054"/>
                  </a:lnTo>
                  <a:lnTo>
                    <a:pt x="1495360" y="60540"/>
                  </a:lnTo>
                  <a:lnTo>
                    <a:pt x="1546820" y="57513"/>
                  </a:lnTo>
                  <a:lnTo>
                    <a:pt x="1598342" y="54549"/>
                  </a:lnTo>
                  <a:lnTo>
                    <a:pt x="1650243" y="51964"/>
                  </a:lnTo>
                  <a:lnTo>
                    <a:pt x="1702775" y="49946"/>
                  </a:lnTo>
                  <a:lnTo>
                    <a:pt x="1729207" y="48984"/>
                  </a:lnTo>
                  <a:lnTo>
                    <a:pt x="1755686" y="47928"/>
                  </a:lnTo>
                  <a:lnTo>
                    <a:pt x="1782196" y="46714"/>
                  </a:lnTo>
                  <a:lnTo>
                    <a:pt x="1808848" y="45405"/>
                  </a:lnTo>
                  <a:lnTo>
                    <a:pt x="1835784" y="44097"/>
                  </a:lnTo>
                  <a:lnTo>
                    <a:pt x="1863146" y="42883"/>
                  </a:lnTo>
                  <a:lnTo>
                    <a:pt x="1891012" y="41826"/>
                  </a:lnTo>
                  <a:lnTo>
                    <a:pt x="1919209" y="40865"/>
                  </a:lnTo>
                  <a:lnTo>
                    <a:pt x="1947501" y="39903"/>
                  </a:lnTo>
                  <a:lnTo>
                    <a:pt x="1975651" y="38847"/>
                  </a:lnTo>
                  <a:lnTo>
                    <a:pt x="2031020" y="36261"/>
                  </a:lnTo>
                  <a:lnTo>
                    <a:pt x="2085633" y="33297"/>
                  </a:lnTo>
                  <a:lnTo>
                    <a:pt x="2112845" y="31791"/>
                  </a:lnTo>
                  <a:lnTo>
                    <a:pt x="2139868" y="30333"/>
                  </a:lnTo>
                  <a:lnTo>
                    <a:pt x="2192589" y="27747"/>
                  </a:lnTo>
                  <a:lnTo>
                    <a:pt x="2243166" y="25792"/>
                  </a:lnTo>
                  <a:lnTo>
                    <a:pt x="2294500" y="24216"/>
                  </a:lnTo>
                  <a:lnTo>
                    <a:pt x="2349491" y="22765"/>
                  </a:lnTo>
                  <a:lnTo>
                    <a:pt x="2407509" y="21693"/>
                  </a:lnTo>
                  <a:lnTo>
                    <a:pt x="2466978" y="21189"/>
                  </a:lnTo>
                  <a:lnTo>
                    <a:pt x="2496689" y="20984"/>
                  </a:lnTo>
                  <a:lnTo>
                    <a:pt x="2554952" y="20219"/>
                  </a:lnTo>
                  <a:lnTo>
                    <a:pt x="2611772" y="18911"/>
                  </a:lnTo>
                  <a:lnTo>
                    <a:pt x="2668544" y="17405"/>
                  </a:lnTo>
                  <a:lnTo>
                    <a:pt x="2697096" y="16648"/>
                  </a:lnTo>
                  <a:lnTo>
                    <a:pt x="2754106" y="15135"/>
                  </a:lnTo>
                  <a:lnTo>
                    <a:pt x="2810484" y="13558"/>
                  </a:lnTo>
                  <a:lnTo>
                    <a:pt x="2866107" y="11603"/>
                  </a:lnTo>
                  <a:lnTo>
                    <a:pt x="2920846" y="9081"/>
                  </a:lnTo>
                  <a:lnTo>
                    <a:pt x="2947695" y="7772"/>
                  </a:lnTo>
                  <a:lnTo>
                    <a:pt x="2974071" y="6558"/>
                  </a:lnTo>
                  <a:lnTo>
                    <a:pt x="3025594" y="4603"/>
                  </a:lnTo>
                  <a:lnTo>
                    <a:pt x="3077495" y="3027"/>
                  </a:lnTo>
                  <a:lnTo>
                    <a:pt x="3130595" y="1576"/>
                  </a:lnTo>
                  <a:lnTo>
                    <a:pt x="3178397" y="504"/>
                  </a:lnTo>
                  <a:lnTo>
                    <a:pt x="3230471" y="7"/>
                  </a:lnTo>
                  <a:lnTo>
                    <a:pt x="3244992" y="0"/>
                  </a:lnTo>
                </a:path>
              </a:pathLst>
            </a:custGeom>
            <a:ln w="407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168294" y="1469633"/>
              <a:ext cx="3381375" cy="127000"/>
            </a:xfrm>
            <a:custGeom>
              <a:avLst/>
              <a:gdLst/>
              <a:ahLst/>
              <a:cxnLst/>
              <a:rect l="l" t="t" r="r" b="b"/>
              <a:pathLst>
                <a:path w="3381375" h="127000">
                  <a:moveTo>
                    <a:pt x="0" y="124108"/>
                  </a:moveTo>
                  <a:lnTo>
                    <a:pt x="51838" y="125559"/>
                  </a:lnTo>
                  <a:lnTo>
                    <a:pt x="105946" y="126631"/>
                  </a:lnTo>
                  <a:lnTo>
                    <a:pt x="134403" y="126899"/>
                  </a:lnTo>
                  <a:lnTo>
                    <a:pt x="163334" y="126883"/>
                  </a:lnTo>
                  <a:lnTo>
                    <a:pt x="219965" y="125622"/>
                  </a:lnTo>
                  <a:lnTo>
                    <a:pt x="271803" y="122343"/>
                  </a:lnTo>
                  <a:lnTo>
                    <a:pt x="319857" y="117550"/>
                  </a:lnTo>
                  <a:lnTo>
                    <a:pt x="366461" y="112126"/>
                  </a:lnTo>
                  <a:lnTo>
                    <a:pt x="390023" y="109604"/>
                  </a:lnTo>
                  <a:lnTo>
                    <a:pt x="414200" y="107460"/>
                  </a:lnTo>
                  <a:lnTo>
                    <a:pt x="439173" y="105820"/>
                  </a:lnTo>
                  <a:lnTo>
                    <a:pt x="464525" y="104559"/>
                  </a:lnTo>
                  <a:lnTo>
                    <a:pt x="489687" y="103487"/>
                  </a:lnTo>
                  <a:lnTo>
                    <a:pt x="514093" y="102415"/>
                  </a:lnTo>
                  <a:lnTo>
                    <a:pt x="537402" y="101201"/>
                  </a:lnTo>
                  <a:lnTo>
                    <a:pt x="560192" y="99892"/>
                  </a:lnTo>
                  <a:lnTo>
                    <a:pt x="583265" y="98583"/>
                  </a:lnTo>
                  <a:lnTo>
                    <a:pt x="633196" y="96321"/>
                  </a:lnTo>
                  <a:lnTo>
                    <a:pt x="686816" y="94603"/>
                  </a:lnTo>
                  <a:lnTo>
                    <a:pt x="712869" y="93838"/>
                  </a:lnTo>
                  <a:lnTo>
                    <a:pt x="737510" y="93081"/>
                  </a:lnTo>
                  <a:lnTo>
                    <a:pt x="785092" y="91568"/>
                  </a:lnTo>
                  <a:lnTo>
                    <a:pt x="835811" y="90054"/>
                  </a:lnTo>
                  <a:lnTo>
                    <a:pt x="890045" y="88541"/>
                  </a:lnTo>
                  <a:lnTo>
                    <a:pt x="916689" y="87784"/>
                  </a:lnTo>
                  <a:lnTo>
                    <a:pt x="966573" y="86207"/>
                  </a:lnTo>
                  <a:lnTo>
                    <a:pt x="1013050" y="84252"/>
                  </a:lnTo>
                  <a:lnTo>
                    <a:pt x="1057889" y="81730"/>
                  </a:lnTo>
                  <a:lnTo>
                    <a:pt x="1080095" y="80421"/>
                  </a:lnTo>
                  <a:lnTo>
                    <a:pt x="1102348" y="79207"/>
                  </a:lnTo>
                  <a:lnTo>
                    <a:pt x="1147628" y="77252"/>
                  </a:lnTo>
                  <a:lnTo>
                    <a:pt x="1195178" y="75676"/>
                  </a:lnTo>
                  <a:lnTo>
                    <a:pt x="1245944" y="74162"/>
                  </a:lnTo>
                  <a:lnTo>
                    <a:pt x="1298602" y="72649"/>
                  </a:lnTo>
                  <a:lnTo>
                    <a:pt x="1325041" y="71892"/>
                  </a:lnTo>
                  <a:lnTo>
                    <a:pt x="1376784" y="70378"/>
                  </a:lnTo>
                  <a:lnTo>
                    <a:pt x="1425241" y="68857"/>
                  </a:lnTo>
                  <a:lnTo>
                    <a:pt x="1470978" y="67138"/>
                  </a:lnTo>
                  <a:lnTo>
                    <a:pt x="1517243" y="64884"/>
                  </a:lnTo>
                  <a:lnTo>
                    <a:pt x="1541396" y="63631"/>
                  </a:lnTo>
                  <a:lnTo>
                    <a:pt x="1566495" y="62472"/>
                  </a:lnTo>
                  <a:lnTo>
                    <a:pt x="1592730" y="61549"/>
                  </a:lnTo>
                  <a:lnTo>
                    <a:pt x="1620178" y="60958"/>
                  </a:lnTo>
                  <a:lnTo>
                    <a:pt x="1648478" y="60604"/>
                  </a:lnTo>
                  <a:lnTo>
                    <a:pt x="1677156" y="60343"/>
                  </a:lnTo>
                  <a:lnTo>
                    <a:pt x="1705739" y="60036"/>
                  </a:lnTo>
                  <a:lnTo>
                    <a:pt x="1761235" y="58964"/>
                  </a:lnTo>
                  <a:lnTo>
                    <a:pt x="1813704" y="57513"/>
                  </a:lnTo>
                  <a:lnTo>
                    <a:pt x="1862704" y="56000"/>
                  </a:lnTo>
                  <a:lnTo>
                    <a:pt x="1909056" y="54486"/>
                  </a:lnTo>
                  <a:lnTo>
                    <a:pt x="1953894" y="52910"/>
                  </a:lnTo>
                  <a:lnTo>
                    <a:pt x="1998353" y="50955"/>
                  </a:lnTo>
                  <a:lnTo>
                    <a:pt x="2043255" y="48432"/>
                  </a:lnTo>
                  <a:lnTo>
                    <a:pt x="2065752" y="47124"/>
                  </a:lnTo>
                  <a:lnTo>
                    <a:pt x="2088156" y="45910"/>
                  </a:lnTo>
                  <a:lnTo>
                    <a:pt x="2110370" y="44853"/>
                  </a:lnTo>
                  <a:lnTo>
                    <a:pt x="2132300" y="43892"/>
                  </a:lnTo>
                  <a:lnTo>
                    <a:pt x="2153852" y="42930"/>
                  </a:lnTo>
                  <a:lnTo>
                    <a:pt x="2174931" y="41874"/>
                  </a:lnTo>
                  <a:lnTo>
                    <a:pt x="2195505" y="40660"/>
                  </a:lnTo>
                  <a:lnTo>
                    <a:pt x="2215796" y="39351"/>
                  </a:lnTo>
                  <a:lnTo>
                    <a:pt x="2236087" y="38043"/>
                  </a:lnTo>
                  <a:lnTo>
                    <a:pt x="2256661" y="36829"/>
                  </a:lnTo>
                  <a:lnTo>
                    <a:pt x="2277732" y="35772"/>
                  </a:lnTo>
                  <a:lnTo>
                    <a:pt x="2299229" y="34811"/>
                  </a:lnTo>
                  <a:lnTo>
                    <a:pt x="2321010" y="33849"/>
                  </a:lnTo>
                  <a:lnTo>
                    <a:pt x="2342932" y="32793"/>
                  </a:lnTo>
                  <a:lnTo>
                    <a:pt x="2364933" y="31586"/>
                  </a:lnTo>
                  <a:lnTo>
                    <a:pt x="2387266" y="30333"/>
                  </a:lnTo>
                  <a:lnTo>
                    <a:pt x="2410260" y="29174"/>
                  </a:lnTo>
                  <a:lnTo>
                    <a:pt x="2434247" y="28252"/>
                  </a:lnTo>
                  <a:lnTo>
                    <a:pt x="2459363" y="27661"/>
                  </a:lnTo>
                  <a:lnTo>
                    <a:pt x="2484951" y="27306"/>
                  </a:lnTo>
                  <a:lnTo>
                    <a:pt x="2510160" y="27046"/>
                  </a:lnTo>
                  <a:lnTo>
                    <a:pt x="2534140" y="26738"/>
                  </a:lnTo>
                  <a:lnTo>
                    <a:pt x="2577276" y="25603"/>
                  </a:lnTo>
                  <a:lnTo>
                    <a:pt x="2618898" y="23711"/>
                  </a:lnTo>
                  <a:lnTo>
                    <a:pt x="2663988" y="21126"/>
                  </a:lnTo>
                  <a:lnTo>
                    <a:pt x="2710213" y="18162"/>
                  </a:lnTo>
                  <a:lnTo>
                    <a:pt x="2732561" y="16656"/>
                  </a:lnTo>
                  <a:lnTo>
                    <a:pt x="2754294" y="15198"/>
                  </a:lnTo>
                  <a:lnTo>
                    <a:pt x="2796484" y="12612"/>
                  </a:lnTo>
                  <a:lnTo>
                    <a:pt x="2838295" y="10657"/>
                  </a:lnTo>
                  <a:lnTo>
                    <a:pt x="2882755" y="9081"/>
                  </a:lnTo>
                  <a:lnTo>
                    <a:pt x="2932323" y="7567"/>
                  </a:lnTo>
                  <a:lnTo>
                    <a:pt x="2985674" y="6054"/>
                  </a:lnTo>
                  <a:lnTo>
                    <a:pt x="3040603" y="4540"/>
                  </a:lnTo>
                  <a:lnTo>
                    <a:pt x="3068043" y="3783"/>
                  </a:lnTo>
                  <a:lnTo>
                    <a:pt x="3095153" y="3027"/>
                  </a:lnTo>
                  <a:lnTo>
                    <a:pt x="3121844" y="2278"/>
                  </a:lnTo>
                  <a:lnTo>
                    <a:pt x="3148630" y="1576"/>
                  </a:lnTo>
                  <a:lnTo>
                    <a:pt x="3205135" y="504"/>
                  </a:lnTo>
                  <a:lnTo>
                    <a:pt x="3266181" y="63"/>
                  </a:lnTo>
                  <a:lnTo>
                    <a:pt x="3318145" y="0"/>
                  </a:lnTo>
                  <a:lnTo>
                    <a:pt x="3335881" y="0"/>
                  </a:lnTo>
                  <a:lnTo>
                    <a:pt x="3348415" y="0"/>
                  </a:lnTo>
                  <a:lnTo>
                    <a:pt x="3381208" y="0"/>
                  </a:lnTo>
                </a:path>
              </a:pathLst>
            </a:custGeom>
            <a:ln w="407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2" name="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5788" y="2075834"/>
            <a:ext cx="113445" cy="189121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1470781" y="1931986"/>
            <a:ext cx="1334135" cy="825500"/>
            <a:chOff x="1470781" y="1931986"/>
            <a:chExt cx="1334135" cy="825500"/>
          </a:xfrm>
        </p:grpSpPr>
        <p:sp>
          <p:nvSpPr>
            <p:cNvPr id="24" name="object 24"/>
            <p:cNvSpPr/>
            <p:nvPr/>
          </p:nvSpPr>
          <p:spPr>
            <a:xfrm>
              <a:off x="1491179" y="1952384"/>
              <a:ext cx="173990" cy="330200"/>
            </a:xfrm>
            <a:custGeom>
              <a:avLst/>
              <a:gdLst/>
              <a:ahLst/>
              <a:cxnLst/>
              <a:rect l="l" t="t" r="r" b="b"/>
              <a:pathLst>
                <a:path w="173989" h="330200">
                  <a:moveTo>
                    <a:pt x="161442" y="68171"/>
                  </a:moveTo>
                  <a:lnTo>
                    <a:pt x="147820" y="24279"/>
                  </a:lnTo>
                  <a:lnTo>
                    <a:pt x="116990" y="165"/>
                  </a:lnTo>
                  <a:lnTo>
                    <a:pt x="107775" y="0"/>
                  </a:lnTo>
                  <a:lnTo>
                    <a:pt x="97519" y="2010"/>
                  </a:lnTo>
                  <a:lnTo>
                    <a:pt x="62117" y="23837"/>
                  </a:lnTo>
                  <a:lnTo>
                    <a:pt x="34338" y="59989"/>
                  </a:lnTo>
                  <a:lnTo>
                    <a:pt x="27243" y="93901"/>
                  </a:lnTo>
                  <a:lnTo>
                    <a:pt x="29009" y="102619"/>
                  </a:lnTo>
                  <a:lnTo>
                    <a:pt x="62275" y="133520"/>
                  </a:lnTo>
                  <a:lnTo>
                    <a:pt x="107964" y="159487"/>
                  </a:lnTo>
                  <a:lnTo>
                    <a:pt x="121412" y="167039"/>
                  </a:lnTo>
                  <a:lnTo>
                    <a:pt x="158186" y="197152"/>
                  </a:lnTo>
                  <a:lnTo>
                    <a:pt x="173132" y="238316"/>
                  </a:lnTo>
                  <a:lnTo>
                    <a:pt x="173865" y="249920"/>
                  </a:lnTo>
                  <a:lnTo>
                    <a:pt x="172801" y="261713"/>
                  </a:lnTo>
                  <a:lnTo>
                    <a:pt x="155451" y="296082"/>
                  </a:lnTo>
                  <a:lnTo>
                    <a:pt x="118709" y="321923"/>
                  </a:lnTo>
                  <a:lnTo>
                    <a:pt x="73658" y="330010"/>
                  </a:lnTo>
                  <a:lnTo>
                    <a:pt x="59878" y="327575"/>
                  </a:lnTo>
                  <a:lnTo>
                    <a:pt x="19817" y="303547"/>
                  </a:lnTo>
                  <a:lnTo>
                    <a:pt x="0" y="270983"/>
                  </a:lnTo>
                  <a:lnTo>
                    <a:pt x="1009" y="266442"/>
                  </a:lnTo>
                  <a:lnTo>
                    <a:pt x="2018" y="261902"/>
                  </a:lnTo>
                  <a:lnTo>
                    <a:pt x="6054" y="258875"/>
                  </a:lnTo>
                  <a:lnTo>
                    <a:pt x="10090" y="255848"/>
                  </a:lnTo>
                </a:path>
              </a:pathLst>
            </a:custGeom>
            <a:ln w="40796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03737" y="2094406"/>
              <a:ext cx="138796" cy="17445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891758" y="1959006"/>
              <a:ext cx="892810" cy="778510"/>
            </a:xfrm>
            <a:custGeom>
              <a:avLst/>
              <a:gdLst/>
              <a:ahLst/>
              <a:cxnLst/>
              <a:rect l="l" t="t" r="r" b="b"/>
              <a:pathLst>
                <a:path w="892810" h="778510">
                  <a:moveTo>
                    <a:pt x="60540" y="173550"/>
                  </a:moveTo>
                  <a:lnTo>
                    <a:pt x="33084" y="145542"/>
                  </a:lnTo>
                  <a:lnTo>
                    <a:pt x="4162" y="170586"/>
                  </a:lnTo>
                  <a:lnTo>
                    <a:pt x="0" y="198775"/>
                  </a:lnTo>
                  <a:lnTo>
                    <a:pt x="2356" y="215196"/>
                  </a:lnTo>
                  <a:lnTo>
                    <a:pt x="23711" y="259821"/>
                  </a:lnTo>
                  <a:lnTo>
                    <a:pt x="68108" y="270920"/>
                  </a:lnTo>
                  <a:lnTo>
                    <a:pt x="104291" y="239207"/>
                  </a:lnTo>
                  <a:lnTo>
                    <a:pt x="124297" y="197073"/>
                  </a:lnTo>
                  <a:lnTo>
                    <a:pt x="124108" y="155388"/>
                  </a:lnTo>
                  <a:lnTo>
                    <a:pt x="124613" y="208739"/>
                  </a:lnTo>
                  <a:lnTo>
                    <a:pt x="134459" y="256660"/>
                  </a:lnTo>
                  <a:lnTo>
                    <a:pt x="162009" y="284037"/>
                  </a:lnTo>
                  <a:lnTo>
                    <a:pt x="192564" y="252955"/>
                  </a:lnTo>
                  <a:lnTo>
                    <a:pt x="209811" y="205649"/>
                  </a:lnTo>
                  <a:lnTo>
                    <a:pt x="219468" y="162569"/>
                  </a:lnTo>
                  <a:lnTo>
                    <a:pt x="218278" y="211341"/>
                  </a:lnTo>
                  <a:lnTo>
                    <a:pt x="227785" y="254019"/>
                  </a:lnTo>
                  <a:lnTo>
                    <a:pt x="256226" y="283659"/>
                  </a:lnTo>
                  <a:lnTo>
                    <a:pt x="265678" y="284652"/>
                  </a:lnTo>
                  <a:lnTo>
                    <a:pt x="275461" y="282524"/>
                  </a:lnTo>
                  <a:lnTo>
                    <a:pt x="310776" y="244181"/>
                  </a:lnTo>
                  <a:lnTo>
                    <a:pt x="324823" y="197427"/>
                  </a:lnTo>
                  <a:lnTo>
                    <a:pt x="327929" y="161190"/>
                  </a:lnTo>
                  <a:lnTo>
                    <a:pt x="327204" y="153196"/>
                  </a:lnTo>
                  <a:lnTo>
                    <a:pt x="325911" y="146811"/>
                  </a:lnTo>
                  <a:lnTo>
                    <a:pt x="323893" y="139244"/>
                  </a:lnTo>
                  <a:lnTo>
                    <a:pt x="320866" y="135207"/>
                  </a:lnTo>
                  <a:lnTo>
                    <a:pt x="316326" y="133694"/>
                  </a:lnTo>
                  <a:lnTo>
                    <a:pt x="311785" y="132180"/>
                  </a:lnTo>
                  <a:lnTo>
                    <a:pt x="294592" y="165021"/>
                  </a:lnTo>
                  <a:lnTo>
                    <a:pt x="294632" y="174055"/>
                  </a:lnTo>
                  <a:lnTo>
                    <a:pt x="319234" y="205649"/>
                  </a:lnTo>
                  <a:lnTo>
                    <a:pt x="340503" y="209244"/>
                  </a:lnTo>
                  <a:lnTo>
                    <a:pt x="352650" y="207352"/>
                  </a:lnTo>
                  <a:lnTo>
                    <a:pt x="388833" y="187984"/>
                  </a:lnTo>
                  <a:lnTo>
                    <a:pt x="411678" y="166487"/>
                  </a:lnTo>
                  <a:lnTo>
                    <a:pt x="413696" y="172037"/>
                  </a:lnTo>
                  <a:lnTo>
                    <a:pt x="415067" y="178059"/>
                  </a:lnTo>
                  <a:lnTo>
                    <a:pt x="416344" y="187298"/>
                  </a:lnTo>
                  <a:lnTo>
                    <a:pt x="417810" y="198996"/>
                  </a:lnTo>
                  <a:lnTo>
                    <a:pt x="419750" y="212397"/>
                  </a:lnTo>
                  <a:lnTo>
                    <a:pt x="429540" y="254610"/>
                  </a:lnTo>
                  <a:lnTo>
                    <a:pt x="448562" y="287734"/>
                  </a:lnTo>
                  <a:lnTo>
                    <a:pt x="460110" y="294632"/>
                  </a:lnTo>
                  <a:lnTo>
                    <a:pt x="466164" y="294632"/>
                  </a:lnTo>
                  <a:lnTo>
                    <a:pt x="495930" y="253262"/>
                  </a:lnTo>
                  <a:lnTo>
                    <a:pt x="511042" y="204593"/>
                  </a:lnTo>
                  <a:lnTo>
                    <a:pt x="519642" y="162451"/>
                  </a:lnTo>
                  <a:lnTo>
                    <a:pt x="519642" y="155388"/>
                  </a:lnTo>
                  <a:lnTo>
                    <a:pt x="518633" y="146307"/>
                  </a:lnTo>
                  <a:lnTo>
                    <a:pt x="517624" y="144289"/>
                  </a:lnTo>
                  <a:lnTo>
                    <a:pt x="516615" y="142271"/>
                  </a:lnTo>
                  <a:lnTo>
                    <a:pt x="515606" y="147316"/>
                  </a:lnTo>
                  <a:lnTo>
                    <a:pt x="515606" y="162451"/>
                  </a:lnTo>
                  <a:lnTo>
                    <a:pt x="517522" y="207360"/>
                  </a:lnTo>
                  <a:lnTo>
                    <a:pt x="524246" y="251055"/>
                  </a:lnTo>
                  <a:lnTo>
                    <a:pt x="545372" y="284226"/>
                  </a:lnTo>
                  <a:lnTo>
                    <a:pt x="561012" y="289082"/>
                  </a:lnTo>
                  <a:lnTo>
                    <a:pt x="569470" y="288373"/>
                  </a:lnTo>
                  <a:lnTo>
                    <a:pt x="600521" y="259111"/>
                  </a:lnTo>
                  <a:lnTo>
                    <a:pt x="614994" y="205334"/>
                  </a:lnTo>
                  <a:lnTo>
                    <a:pt x="619850" y="156712"/>
                  </a:lnTo>
                  <a:lnTo>
                    <a:pt x="620544" y="106955"/>
                  </a:lnTo>
                  <a:lnTo>
                    <a:pt x="617327" y="65081"/>
                  </a:lnTo>
                  <a:lnTo>
                    <a:pt x="611337" y="25698"/>
                  </a:lnTo>
                  <a:lnTo>
                    <a:pt x="604399" y="0"/>
                  </a:lnTo>
                  <a:lnTo>
                    <a:pt x="603391" y="2522"/>
                  </a:lnTo>
                  <a:lnTo>
                    <a:pt x="602421" y="54132"/>
                  </a:lnTo>
                  <a:lnTo>
                    <a:pt x="603446" y="98260"/>
                  </a:lnTo>
                  <a:lnTo>
                    <a:pt x="607245" y="147134"/>
                  </a:lnTo>
                  <a:lnTo>
                    <a:pt x="614198" y="193186"/>
                  </a:lnTo>
                  <a:lnTo>
                    <a:pt x="628111" y="242794"/>
                  </a:lnTo>
                  <a:lnTo>
                    <a:pt x="656868" y="273442"/>
                  </a:lnTo>
                  <a:lnTo>
                    <a:pt x="694446" y="248627"/>
                  </a:lnTo>
                  <a:lnTo>
                    <a:pt x="714382" y="206343"/>
                  </a:lnTo>
                  <a:lnTo>
                    <a:pt x="725592" y="162356"/>
                  </a:lnTo>
                  <a:lnTo>
                    <a:pt x="729517" y="137226"/>
                  </a:lnTo>
                  <a:lnTo>
                    <a:pt x="729517" y="131171"/>
                  </a:lnTo>
                  <a:lnTo>
                    <a:pt x="729013" y="131171"/>
                  </a:lnTo>
                  <a:lnTo>
                    <a:pt x="728508" y="131171"/>
                  </a:lnTo>
                  <a:lnTo>
                    <a:pt x="727499" y="137226"/>
                  </a:lnTo>
                  <a:lnTo>
                    <a:pt x="728508" y="156397"/>
                  </a:lnTo>
                  <a:lnTo>
                    <a:pt x="729628" y="172856"/>
                  </a:lnTo>
                  <a:lnTo>
                    <a:pt x="733758" y="211451"/>
                  </a:lnTo>
                  <a:lnTo>
                    <a:pt x="743202" y="253451"/>
                  </a:lnTo>
                  <a:lnTo>
                    <a:pt x="763319" y="277983"/>
                  </a:lnTo>
                  <a:lnTo>
                    <a:pt x="767860" y="279497"/>
                  </a:lnTo>
                  <a:lnTo>
                    <a:pt x="793148" y="249163"/>
                  </a:lnTo>
                  <a:lnTo>
                    <a:pt x="811863" y="201936"/>
                  </a:lnTo>
                  <a:lnTo>
                    <a:pt x="823356" y="155892"/>
                  </a:lnTo>
                  <a:lnTo>
                    <a:pt x="824365" y="133189"/>
                  </a:lnTo>
                  <a:lnTo>
                    <a:pt x="822347" y="138235"/>
                  </a:lnTo>
                  <a:lnTo>
                    <a:pt x="817617" y="185910"/>
                  </a:lnTo>
                  <a:lnTo>
                    <a:pt x="816797" y="228037"/>
                  </a:lnTo>
                  <a:lnTo>
                    <a:pt x="819446" y="275839"/>
                  </a:lnTo>
                  <a:lnTo>
                    <a:pt x="825878" y="328938"/>
                  </a:lnTo>
                  <a:lnTo>
                    <a:pt x="835590" y="387020"/>
                  </a:lnTo>
                  <a:lnTo>
                    <a:pt x="840919" y="416557"/>
                  </a:lnTo>
                  <a:lnTo>
                    <a:pt x="846058" y="445480"/>
                  </a:lnTo>
                  <a:lnTo>
                    <a:pt x="850733" y="473283"/>
                  </a:lnTo>
                  <a:lnTo>
                    <a:pt x="855076" y="500282"/>
                  </a:lnTo>
                  <a:lnTo>
                    <a:pt x="859325" y="526997"/>
                  </a:lnTo>
                  <a:lnTo>
                    <a:pt x="863716" y="553948"/>
                  </a:lnTo>
                  <a:lnTo>
                    <a:pt x="868399" y="581460"/>
                  </a:lnTo>
                  <a:lnTo>
                    <a:pt x="873176" y="609066"/>
                  </a:lnTo>
                  <a:lnTo>
                    <a:pt x="877764" y="636105"/>
                  </a:lnTo>
                  <a:lnTo>
                    <a:pt x="885292" y="685838"/>
                  </a:lnTo>
                  <a:lnTo>
                    <a:pt x="890037" y="725552"/>
                  </a:lnTo>
                  <a:lnTo>
                    <a:pt x="892410" y="757833"/>
                  </a:lnTo>
                  <a:lnTo>
                    <a:pt x="891677" y="762886"/>
                  </a:lnTo>
                  <a:lnTo>
                    <a:pt x="889950" y="766851"/>
                  </a:lnTo>
                  <a:lnTo>
                    <a:pt x="886923" y="771896"/>
                  </a:lnTo>
                  <a:lnTo>
                    <a:pt x="880870" y="776941"/>
                  </a:lnTo>
                  <a:lnTo>
                    <a:pt x="870275" y="777950"/>
                  </a:lnTo>
                  <a:lnTo>
                    <a:pt x="861477" y="777816"/>
                  </a:lnTo>
                  <a:lnTo>
                    <a:pt x="824869" y="760292"/>
                  </a:lnTo>
                  <a:lnTo>
                    <a:pt x="793842" y="728698"/>
                  </a:lnTo>
                  <a:lnTo>
                    <a:pt x="767355" y="686130"/>
                  </a:lnTo>
                  <a:lnTo>
                    <a:pt x="754743" y="639778"/>
                  </a:lnTo>
                  <a:lnTo>
                    <a:pt x="754159" y="616531"/>
                  </a:lnTo>
                  <a:lnTo>
                    <a:pt x="757265" y="593805"/>
                  </a:lnTo>
                  <a:lnTo>
                    <a:pt x="772653" y="551805"/>
                  </a:lnTo>
                  <a:lnTo>
                    <a:pt x="792581" y="518129"/>
                  </a:lnTo>
                  <a:lnTo>
                    <a:pt x="808662" y="495804"/>
                  </a:lnTo>
                  <a:lnTo>
                    <a:pt x="814361" y="488047"/>
                  </a:lnTo>
                  <a:lnTo>
                    <a:pt x="818311" y="481804"/>
                  </a:lnTo>
                  <a:lnTo>
                    <a:pt x="822347" y="474236"/>
                  </a:lnTo>
                  <a:lnTo>
                    <a:pt x="821338" y="469191"/>
                  </a:lnTo>
                  <a:lnTo>
                    <a:pt x="820329" y="464146"/>
                  </a:lnTo>
                </a:path>
              </a:pathLst>
            </a:custGeom>
            <a:ln w="40796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433599" y="2023583"/>
              <a:ext cx="112395" cy="18415"/>
            </a:xfrm>
            <a:custGeom>
              <a:avLst/>
              <a:gdLst/>
              <a:ahLst/>
              <a:cxnLst/>
              <a:rect l="l" t="t" r="r" b="b"/>
              <a:pathLst>
                <a:path w="112394" h="18414">
                  <a:moveTo>
                    <a:pt x="0" y="18162"/>
                  </a:moveTo>
                  <a:lnTo>
                    <a:pt x="52145" y="11351"/>
                  </a:lnTo>
                  <a:lnTo>
                    <a:pt x="91631" y="4540"/>
                  </a:lnTo>
                  <a:lnTo>
                    <a:pt x="102076" y="2270"/>
                  </a:lnTo>
                  <a:lnTo>
                    <a:pt x="112000" y="0"/>
                  </a:lnTo>
                </a:path>
              </a:pathLst>
            </a:custGeom>
            <a:ln w="40796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360950" y="1980195"/>
              <a:ext cx="9525" cy="10160"/>
            </a:xfrm>
            <a:custGeom>
              <a:avLst/>
              <a:gdLst/>
              <a:ahLst/>
              <a:cxnLst/>
              <a:rect l="l" t="t" r="r" b="b"/>
              <a:pathLst>
                <a:path w="9525" h="10160">
                  <a:moveTo>
                    <a:pt x="9081" y="10090"/>
                  </a:moveTo>
                  <a:lnTo>
                    <a:pt x="9081" y="5045"/>
                  </a:lnTo>
                  <a:lnTo>
                    <a:pt x="9081" y="0"/>
                  </a:lnTo>
                  <a:lnTo>
                    <a:pt x="7567" y="0"/>
                  </a:lnTo>
                  <a:lnTo>
                    <a:pt x="6054" y="0"/>
                  </a:lnTo>
                  <a:lnTo>
                    <a:pt x="3027" y="5045"/>
                  </a:lnTo>
                  <a:lnTo>
                    <a:pt x="0" y="10090"/>
                  </a:lnTo>
                </a:path>
              </a:pathLst>
            </a:custGeom>
            <a:ln w="40796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" name="object 29"/>
          <p:cNvGrpSpPr/>
          <p:nvPr/>
        </p:nvGrpSpPr>
        <p:grpSpPr>
          <a:xfrm>
            <a:off x="2976231" y="1956770"/>
            <a:ext cx="805180" cy="262890"/>
            <a:chOff x="2976231" y="1956770"/>
            <a:chExt cx="805180" cy="262890"/>
          </a:xfrm>
        </p:grpSpPr>
        <p:sp>
          <p:nvSpPr>
            <p:cNvPr id="30" name="object 30"/>
            <p:cNvSpPr/>
            <p:nvPr/>
          </p:nvSpPr>
          <p:spPr>
            <a:xfrm>
              <a:off x="2996629" y="1990285"/>
              <a:ext cx="18415" cy="208915"/>
            </a:xfrm>
            <a:custGeom>
              <a:avLst/>
              <a:gdLst/>
              <a:ahLst/>
              <a:cxnLst/>
              <a:rect l="l" t="t" r="r" b="b"/>
              <a:pathLst>
                <a:path w="18414" h="208914">
                  <a:moveTo>
                    <a:pt x="0" y="0"/>
                  </a:moveTo>
                  <a:lnTo>
                    <a:pt x="252" y="38468"/>
                  </a:lnTo>
                  <a:lnTo>
                    <a:pt x="2018" y="80721"/>
                  </a:lnTo>
                  <a:lnTo>
                    <a:pt x="6117" y="127388"/>
                  </a:lnTo>
                  <a:lnTo>
                    <a:pt x="10594" y="166487"/>
                  </a:lnTo>
                  <a:lnTo>
                    <a:pt x="16144" y="202812"/>
                  </a:lnTo>
                  <a:lnTo>
                    <a:pt x="17153" y="208866"/>
                  </a:lnTo>
                  <a:lnTo>
                    <a:pt x="17657" y="205838"/>
                  </a:lnTo>
                  <a:lnTo>
                    <a:pt x="18162" y="202811"/>
                  </a:lnTo>
                  <a:lnTo>
                    <a:pt x="18162" y="190703"/>
                  </a:lnTo>
                  <a:lnTo>
                    <a:pt x="17657" y="182127"/>
                  </a:lnTo>
                  <a:lnTo>
                    <a:pt x="17153" y="173550"/>
                  </a:lnTo>
                  <a:lnTo>
                    <a:pt x="16144" y="168505"/>
                  </a:lnTo>
                  <a:lnTo>
                    <a:pt x="15135" y="163460"/>
                  </a:lnTo>
                </a:path>
              </a:pathLst>
            </a:custGeom>
            <a:ln w="40796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2996629" y="1977169"/>
              <a:ext cx="184785" cy="216535"/>
            </a:xfrm>
            <a:custGeom>
              <a:avLst/>
              <a:gdLst/>
              <a:ahLst/>
              <a:cxnLst/>
              <a:rect l="l" t="t" r="r" b="b"/>
              <a:pathLst>
                <a:path w="184785" h="216535">
                  <a:moveTo>
                    <a:pt x="0" y="22198"/>
                  </a:moveTo>
                  <a:lnTo>
                    <a:pt x="0" y="16144"/>
                  </a:lnTo>
                  <a:lnTo>
                    <a:pt x="0" y="10090"/>
                  </a:lnTo>
                  <a:lnTo>
                    <a:pt x="1009" y="9585"/>
                  </a:lnTo>
                  <a:lnTo>
                    <a:pt x="2081" y="10334"/>
                  </a:lnTo>
                  <a:lnTo>
                    <a:pt x="4288" y="13684"/>
                  </a:lnTo>
                  <a:lnTo>
                    <a:pt x="8387" y="20156"/>
                  </a:lnTo>
                  <a:lnTo>
                    <a:pt x="15135" y="30270"/>
                  </a:lnTo>
                  <a:lnTo>
                    <a:pt x="48196" y="75747"/>
                  </a:lnTo>
                  <a:lnTo>
                    <a:pt x="76188" y="109801"/>
                  </a:lnTo>
                  <a:lnTo>
                    <a:pt x="92829" y="121081"/>
                  </a:lnTo>
                  <a:lnTo>
                    <a:pt x="97874" y="120577"/>
                  </a:lnTo>
                  <a:lnTo>
                    <a:pt x="118929" y="84079"/>
                  </a:lnTo>
                  <a:lnTo>
                    <a:pt x="137730" y="36829"/>
                  </a:lnTo>
                  <a:lnTo>
                    <a:pt x="150343" y="0"/>
                  </a:lnTo>
                  <a:lnTo>
                    <a:pt x="150847" y="504"/>
                  </a:lnTo>
                  <a:lnTo>
                    <a:pt x="151147" y="2057"/>
                  </a:lnTo>
                  <a:lnTo>
                    <a:pt x="151352" y="6495"/>
                  </a:lnTo>
                  <a:lnTo>
                    <a:pt x="151557" y="14622"/>
                  </a:lnTo>
                  <a:lnTo>
                    <a:pt x="151856" y="27243"/>
                  </a:lnTo>
                  <a:lnTo>
                    <a:pt x="152361" y="44751"/>
                  </a:lnTo>
                  <a:lnTo>
                    <a:pt x="154694" y="89037"/>
                  </a:lnTo>
                  <a:lnTo>
                    <a:pt x="159968" y="134837"/>
                  </a:lnTo>
                  <a:lnTo>
                    <a:pt x="167614" y="173448"/>
                  </a:lnTo>
                  <a:lnTo>
                    <a:pt x="180755" y="214226"/>
                  </a:lnTo>
                  <a:lnTo>
                    <a:pt x="182631" y="215929"/>
                  </a:lnTo>
                  <a:lnTo>
                    <a:pt x="184649" y="215929"/>
                  </a:lnTo>
                  <a:lnTo>
                    <a:pt x="184649" y="206848"/>
                  </a:lnTo>
                  <a:lnTo>
                    <a:pt x="184649" y="199784"/>
                  </a:lnTo>
                  <a:lnTo>
                    <a:pt x="184649" y="192721"/>
                  </a:lnTo>
                  <a:lnTo>
                    <a:pt x="184649" y="187676"/>
                  </a:lnTo>
                  <a:lnTo>
                    <a:pt x="184649" y="182631"/>
                  </a:lnTo>
                </a:path>
              </a:pathLst>
            </a:custGeom>
            <a:ln w="40796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243837" y="2004412"/>
              <a:ext cx="124460" cy="165100"/>
            </a:xfrm>
            <a:custGeom>
              <a:avLst/>
              <a:gdLst/>
              <a:ahLst/>
              <a:cxnLst/>
              <a:rect l="l" t="t" r="r" b="b"/>
              <a:pathLst>
                <a:path w="124460" h="165100">
                  <a:moveTo>
                    <a:pt x="1008" y="16144"/>
                  </a:moveTo>
                  <a:lnTo>
                    <a:pt x="2017" y="9081"/>
                  </a:lnTo>
                  <a:lnTo>
                    <a:pt x="3026" y="2018"/>
                  </a:lnTo>
                  <a:lnTo>
                    <a:pt x="3026" y="1009"/>
                  </a:lnTo>
                  <a:lnTo>
                    <a:pt x="3026" y="0"/>
                  </a:lnTo>
                  <a:lnTo>
                    <a:pt x="2017" y="5045"/>
                  </a:lnTo>
                  <a:lnTo>
                    <a:pt x="1008" y="19171"/>
                  </a:lnTo>
                  <a:lnTo>
                    <a:pt x="315" y="31326"/>
                  </a:lnTo>
                  <a:lnTo>
                    <a:pt x="0" y="46036"/>
                  </a:lnTo>
                  <a:lnTo>
                    <a:pt x="441" y="62448"/>
                  </a:lnTo>
                  <a:lnTo>
                    <a:pt x="9522" y="113577"/>
                  </a:lnTo>
                  <a:lnTo>
                    <a:pt x="31255" y="152061"/>
                  </a:lnTo>
                  <a:lnTo>
                    <a:pt x="61549" y="164973"/>
                  </a:lnTo>
                  <a:lnTo>
                    <a:pt x="72089" y="162987"/>
                  </a:lnTo>
                  <a:lnTo>
                    <a:pt x="107680" y="123091"/>
                  </a:lnTo>
                  <a:lnTo>
                    <a:pt x="121586" y="72649"/>
                  </a:lnTo>
                  <a:lnTo>
                    <a:pt x="124361" y="44585"/>
                  </a:lnTo>
                  <a:lnTo>
                    <a:pt x="123998" y="33273"/>
                  </a:lnTo>
                  <a:lnTo>
                    <a:pt x="122595" y="23711"/>
                  </a:lnTo>
                  <a:lnTo>
                    <a:pt x="120072" y="12108"/>
                  </a:lnTo>
                  <a:lnTo>
                    <a:pt x="115027" y="5045"/>
                  </a:lnTo>
                  <a:lnTo>
                    <a:pt x="113009" y="4540"/>
                  </a:lnTo>
                  <a:lnTo>
                    <a:pt x="110991" y="4036"/>
                  </a:lnTo>
                  <a:lnTo>
                    <a:pt x="112000" y="10090"/>
                  </a:lnTo>
                  <a:lnTo>
                    <a:pt x="113009" y="16144"/>
                  </a:lnTo>
                </a:path>
              </a:pathLst>
            </a:custGeom>
            <a:ln w="40796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3420416" y="1993194"/>
              <a:ext cx="138430" cy="186690"/>
            </a:xfrm>
            <a:custGeom>
              <a:avLst/>
              <a:gdLst/>
              <a:ahLst/>
              <a:cxnLst/>
              <a:rect l="l" t="t" r="r" b="b"/>
              <a:pathLst>
                <a:path w="138429" h="186689">
                  <a:moveTo>
                    <a:pt x="115027" y="39469"/>
                  </a:moveTo>
                  <a:lnTo>
                    <a:pt x="93271" y="3902"/>
                  </a:lnTo>
                  <a:lnTo>
                    <a:pt x="70213" y="0"/>
                  </a:lnTo>
                  <a:lnTo>
                    <a:pt x="62369" y="1442"/>
                  </a:lnTo>
                  <a:lnTo>
                    <a:pt x="36868" y="39942"/>
                  </a:lnTo>
                  <a:lnTo>
                    <a:pt x="36829" y="50064"/>
                  </a:lnTo>
                  <a:lnTo>
                    <a:pt x="39162" y="58735"/>
                  </a:lnTo>
                  <a:lnTo>
                    <a:pt x="69204" y="83905"/>
                  </a:lnTo>
                  <a:lnTo>
                    <a:pt x="91449" y="94705"/>
                  </a:lnTo>
                  <a:lnTo>
                    <a:pt x="101910" y="100010"/>
                  </a:lnTo>
                  <a:lnTo>
                    <a:pt x="134104" y="132267"/>
                  </a:lnTo>
                  <a:lnTo>
                    <a:pt x="137825" y="149484"/>
                  </a:lnTo>
                  <a:lnTo>
                    <a:pt x="137226" y="157524"/>
                  </a:lnTo>
                  <a:lnTo>
                    <a:pt x="107050" y="183088"/>
                  </a:lnTo>
                  <a:lnTo>
                    <a:pt x="84473" y="186604"/>
                  </a:lnTo>
                  <a:lnTo>
                    <a:pt x="72144" y="186281"/>
                  </a:lnTo>
                  <a:lnTo>
                    <a:pt x="26234" y="170137"/>
                  </a:lnTo>
                  <a:lnTo>
                    <a:pt x="5376" y="147647"/>
                  </a:lnTo>
                  <a:lnTo>
                    <a:pt x="0" y="139362"/>
                  </a:lnTo>
                </a:path>
              </a:pathLst>
            </a:custGeom>
            <a:ln w="40796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3602038" y="1979187"/>
              <a:ext cx="158750" cy="20320"/>
            </a:xfrm>
            <a:custGeom>
              <a:avLst/>
              <a:gdLst/>
              <a:ahLst/>
              <a:cxnLst/>
              <a:rect l="l" t="t" r="r" b="b"/>
              <a:pathLst>
                <a:path w="158750" h="20319">
                  <a:moveTo>
                    <a:pt x="0" y="20180"/>
                  </a:moveTo>
                  <a:lnTo>
                    <a:pt x="36411" y="8907"/>
                  </a:lnTo>
                  <a:lnTo>
                    <a:pt x="69819" y="7677"/>
                  </a:lnTo>
                  <a:lnTo>
                    <a:pt x="87279" y="7063"/>
                  </a:lnTo>
                  <a:lnTo>
                    <a:pt x="130911" y="3728"/>
                  </a:lnTo>
                  <a:lnTo>
                    <a:pt x="158415" y="0"/>
                  </a:lnTo>
                  <a:lnTo>
                    <a:pt x="156397" y="1009"/>
                  </a:lnTo>
                  <a:lnTo>
                    <a:pt x="154379" y="2018"/>
                  </a:lnTo>
                  <a:lnTo>
                    <a:pt x="145298" y="5045"/>
                  </a:lnTo>
                  <a:lnTo>
                    <a:pt x="136216" y="8072"/>
                  </a:lnTo>
                </a:path>
              </a:pathLst>
            </a:custGeom>
            <a:ln w="40796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3675696" y="1994321"/>
              <a:ext cx="26670" cy="172720"/>
            </a:xfrm>
            <a:custGeom>
              <a:avLst/>
              <a:gdLst/>
              <a:ahLst/>
              <a:cxnLst/>
              <a:rect l="l" t="t" r="r" b="b"/>
              <a:pathLst>
                <a:path w="26670" h="172719">
                  <a:moveTo>
                    <a:pt x="8072" y="8072"/>
                  </a:moveTo>
                  <a:lnTo>
                    <a:pt x="5044" y="4036"/>
                  </a:lnTo>
                  <a:lnTo>
                    <a:pt x="2017" y="0"/>
                  </a:lnTo>
                  <a:lnTo>
                    <a:pt x="1008" y="1009"/>
                  </a:lnTo>
                  <a:lnTo>
                    <a:pt x="0" y="2018"/>
                  </a:lnTo>
                  <a:lnTo>
                    <a:pt x="1009" y="8072"/>
                  </a:lnTo>
                  <a:lnTo>
                    <a:pt x="4036" y="25729"/>
                  </a:lnTo>
                  <a:lnTo>
                    <a:pt x="6621" y="40872"/>
                  </a:lnTo>
                  <a:lnTo>
                    <a:pt x="15135" y="95856"/>
                  </a:lnTo>
                  <a:lnTo>
                    <a:pt x="19179" y="138495"/>
                  </a:lnTo>
                  <a:lnTo>
                    <a:pt x="20180" y="161442"/>
                  </a:lnTo>
                  <a:lnTo>
                    <a:pt x="20180" y="169514"/>
                  </a:lnTo>
                  <a:lnTo>
                    <a:pt x="20180" y="171027"/>
                  </a:lnTo>
                  <a:lnTo>
                    <a:pt x="20180" y="172541"/>
                  </a:lnTo>
                  <a:lnTo>
                    <a:pt x="20180" y="167496"/>
                  </a:lnTo>
                  <a:lnTo>
                    <a:pt x="21189" y="160937"/>
                  </a:lnTo>
                  <a:lnTo>
                    <a:pt x="22198" y="154379"/>
                  </a:lnTo>
                  <a:lnTo>
                    <a:pt x="24216" y="146307"/>
                  </a:lnTo>
                  <a:lnTo>
                    <a:pt x="26234" y="138235"/>
                  </a:lnTo>
                </a:path>
              </a:pathLst>
            </a:custGeom>
            <a:ln w="40796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6" name="object 36"/>
          <p:cNvGrpSpPr/>
          <p:nvPr/>
        </p:nvGrpSpPr>
        <p:grpSpPr>
          <a:xfrm>
            <a:off x="3925335" y="1927508"/>
            <a:ext cx="354330" cy="264160"/>
            <a:chOff x="3925335" y="1927508"/>
            <a:chExt cx="354330" cy="264160"/>
          </a:xfrm>
        </p:grpSpPr>
        <p:sp>
          <p:nvSpPr>
            <p:cNvPr id="37" name="object 37"/>
            <p:cNvSpPr/>
            <p:nvPr/>
          </p:nvSpPr>
          <p:spPr>
            <a:xfrm>
              <a:off x="3945733" y="1947906"/>
              <a:ext cx="142875" cy="223520"/>
            </a:xfrm>
            <a:custGeom>
              <a:avLst/>
              <a:gdLst/>
              <a:ahLst/>
              <a:cxnLst/>
              <a:rect l="l" t="t" r="r" b="b"/>
              <a:pathLst>
                <a:path w="142875" h="223519">
                  <a:moveTo>
                    <a:pt x="7441" y="18162"/>
                  </a:moveTo>
                  <a:lnTo>
                    <a:pt x="4414" y="9081"/>
                  </a:lnTo>
                  <a:lnTo>
                    <a:pt x="1387" y="0"/>
                  </a:lnTo>
                  <a:lnTo>
                    <a:pt x="378" y="1009"/>
                  </a:lnTo>
                  <a:lnTo>
                    <a:pt x="5998" y="49023"/>
                  </a:lnTo>
                  <a:lnTo>
                    <a:pt x="9018" y="67667"/>
                  </a:lnTo>
                  <a:lnTo>
                    <a:pt x="12131" y="87918"/>
                  </a:lnTo>
                  <a:lnTo>
                    <a:pt x="17389" y="129989"/>
                  </a:lnTo>
                  <a:lnTo>
                    <a:pt x="22072" y="182631"/>
                  </a:lnTo>
                  <a:lnTo>
                    <a:pt x="23585" y="199784"/>
                  </a:lnTo>
                  <a:lnTo>
                    <a:pt x="24594" y="205838"/>
                  </a:lnTo>
                  <a:lnTo>
                    <a:pt x="23585" y="199784"/>
                  </a:lnTo>
                  <a:lnTo>
                    <a:pt x="22072" y="185154"/>
                  </a:lnTo>
                  <a:lnTo>
                    <a:pt x="20937" y="172778"/>
                  </a:lnTo>
                  <a:lnTo>
                    <a:pt x="20180" y="158415"/>
                  </a:lnTo>
                  <a:lnTo>
                    <a:pt x="20369" y="143295"/>
                  </a:lnTo>
                  <a:lnTo>
                    <a:pt x="31027" y="104306"/>
                  </a:lnTo>
                  <a:lnTo>
                    <a:pt x="62495" y="81919"/>
                  </a:lnTo>
                  <a:lnTo>
                    <a:pt x="72310" y="82542"/>
                  </a:lnTo>
                  <a:lnTo>
                    <a:pt x="106892" y="99324"/>
                  </a:lnTo>
                  <a:lnTo>
                    <a:pt x="135468" y="128862"/>
                  </a:lnTo>
                  <a:lnTo>
                    <a:pt x="142420" y="149846"/>
                  </a:lnTo>
                  <a:lnTo>
                    <a:pt x="141640" y="160433"/>
                  </a:lnTo>
                  <a:lnTo>
                    <a:pt x="113892" y="199280"/>
                  </a:lnTo>
                  <a:lnTo>
                    <a:pt x="71009" y="220469"/>
                  </a:lnTo>
                  <a:lnTo>
                    <a:pt x="53603" y="223307"/>
                  </a:lnTo>
                  <a:lnTo>
                    <a:pt x="46603" y="223094"/>
                  </a:lnTo>
                  <a:lnTo>
                    <a:pt x="29639" y="193730"/>
                  </a:lnTo>
                  <a:lnTo>
                    <a:pt x="31657" y="184649"/>
                  </a:lnTo>
                </a:path>
              </a:pathLst>
            </a:custGeom>
            <a:ln w="40796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24490" y="2011092"/>
              <a:ext cx="154814" cy="169958"/>
            </a:xfrm>
            <a:prstGeom prst="rect">
              <a:avLst/>
            </a:prstGeom>
          </p:spPr>
        </p:pic>
      </p:grpSp>
      <p:grpSp>
        <p:nvGrpSpPr>
          <p:cNvPr id="39" name="object 39"/>
          <p:cNvGrpSpPr/>
          <p:nvPr/>
        </p:nvGrpSpPr>
        <p:grpSpPr>
          <a:xfrm>
            <a:off x="4376034" y="1751939"/>
            <a:ext cx="1731645" cy="427990"/>
            <a:chOff x="4376034" y="1751939"/>
            <a:chExt cx="1731645" cy="427990"/>
          </a:xfrm>
        </p:grpSpPr>
        <p:pic>
          <p:nvPicPr>
            <p:cNvPr id="40" name="object 4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76034" y="1991581"/>
              <a:ext cx="172677" cy="188049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4558585" y="2002708"/>
              <a:ext cx="219075" cy="137160"/>
            </a:xfrm>
            <a:custGeom>
              <a:avLst/>
              <a:gdLst/>
              <a:ahLst/>
              <a:cxnLst/>
              <a:rect l="l" t="t" r="r" b="b"/>
              <a:pathLst>
                <a:path w="219075" h="137160">
                  <a:moveTo>
                    <a:pt x="6053" y="23901"/>
                  </a:moveTo>
                  <a:lnTo>
                    <a:pt x="4035" y="16837"/>
                  </a:lnTo>
                  <a:lnTo>
                    <a:pt x="2017" y="9774"/>
                  </a:lnTo>
                  <a:lnTo>
                    <a:pt x="1008" y="8765"/>
                  </a:lnTo>
                  <a:lnTo>
                    <a:pt x="0" y="7756"/>
                  </a:lnTo>
                  <a:lnTo>
                    <a:pt x="0" y="12801"/>
                  </a:lnTo>
                  <a:lnTo>
                    <a:pt x="4603" y="61865"/>
                  </a:lnTo>
                  <a:lnTo>
                    <a:pt x="9412" y="106230"/>
                  </a:lnTo>
                  <a:lnTo>
                    <a:pt x="14126" y="136910"/>
                  </a:lnTo>
                  <a:lnTo>
                    <a:pt x="14630" y="134388"/>
                  </a:lnTo>
                  <a:lnTo>
                    <a:pt x="14953" y="131069"/>
                  </a:lnTo>
                  <a:lnTo>
                    <a:pt x="15324" y="124865"/>
                  </a:lnTo>
                  <a:lnTo>
                    <a:pt x="15978" y="115729"/>
                  </a:lnTo>
                  <a:lnTo>
                    <a:pt x="21567" y="72270"/>
                  </a:lnTo>
                  <a:lnTo>
                    <a:pt x="32256" y="27937"/>
                  </a:lnTo>
                  <a:lnTo>
                    <a:pt x="63883" y="1387"/>
                  </a:lnTo>
                  <a:lnTo>
                    <a:pt x="72483" y="3176"/>
                  </a:lnTo>
                  <a:lnTo>
                    <a:pt x="104992" y="37838"/>
                  </a:lnTo>
                  <a:lnTo>
                    <a:pt x="118811" y="83748"/>
                  </a:lnTo>
                  <a:lnTo>
                    <a:pt x="123099" y="125811"/>
                  </a:lnTo>
                  <a:lnTo>
                    <a:pt x="122090" y="130856"/>
                  </a:lnTo>
                  <a:lnTo>
                    <a:pt x="121081" y="130856"/>
                  </a:lnTo>
                  <a:lnTo>
                    <a:pt x="120072" y="130856"/>
                  </a:lnTo>
                  <a:lnTo>
                    <a:pt x="119063" y="125811"/>
                  </a:lnTo>
                  <a:lnTo>
                    <a:pt x="119063" y="111685"/>
                  </a:lnTo>
                  <a:lnTo>
                    <a:pt x="122469" y="69685"/>
                  </a:lnTo>
                  <a:lnTo>
                    <a:pt x="138360" y="26801"/>
                  </a:lnTo>
                  <a:lnTo>
                    <a:pt x="170901" y="0"/>
                  </a:lnTo>
                  <a:lnTo>
                    <a:pt x="178926" y="307"/>
                  </a:lnTo>
                  <a:lnTo>
                    <a:pt x="211388" y="38531"/>
                  </a:lnTo>
                  <a:lnTo>
                    <a:pt x="218554" y="82518"/>
                  </a:lnTo>
                  <a:lnTo>
                    <a:pt x="218956" y="96045"/>
                  </a:lnTo>
                  <a:lnTo>
                    <a:pt x="218625" y="107286"/>
                  </a:lnTo>
                  <a:lnTo>
                    <a:pt x="214919" y="122784"/>
                  </a:lnTo>
                  <a:lnTo>
                    <a:pt x="214919" y="117739"/>
                  </a:lnTo>
                </a:path>
              </a:pathLst>
            </a:custGeom>
            <a:ln w="40796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4834297" y="1899475"/>
              <a:ext cx="145415" cy="250190"/>
            </a:xfrm>
            <a:custGeom>
              <a:avLst/>
              <a:gdLst/>
              <a:ahLst/>
              <a:cxnLst/>
              <a:rect l="l" t="t" r="r" b="b"/>
              <a:pathLst>
                <a:path w="145414" h="250189">
                  <a:moveTo>
                    <a:pt x="2774" y="15135"/>
                  </a:moveTo>
                  <a:lnTo>
                    <a:pt x="1765" y="8072"/>
                  </a:lnTo>
                  <a:lnTo>
                    <a:pt x="756" y="1009"/>
                  </a:lnTo>
                  <a:lnTo>
                    <a:pt x="252" y="0"/>
                  </a:lnTo>
                  <a:lnTo>
                    <a:pt x="0" y="504"/>
                  </a:lnTo>
                  <a:lnTo>
                    <a:pt x="4595" y="40005"/>
                  </a:lnTo>
                  <a:lnTo>
                    <a:pt x="11138" y="84008"/>
                  </a:lnTo>
                  <a:lnTo>
                    <a:pt x="18627" y="132787"/>
                  </a:lnTo>
                  <a:lnTo>
                    <a:pt x="22135" y="155829"/>
                  </a:lnTo>
                  <a:lnTo>
                    <a:pt x="27495" y="193730"/>
                  </a:lnTo>
                  <a:lnTo>
                    <a:pt x="28276" y="153993"/>
                  </a:lnTo>
                  <a:lnTo>
                    <a:pt x="43639" y="111511"/>
                  </a:lnTo>
                  <a:lnTo>
                    <a:pt x="63213" y="106198"/>
                  </a:lnTo>
                  <a:lnTo>
                    <a:pt x="75865" y="107586"/>
                  </a:lnTo>
                  <a:lnTo>
                    <a:pt x="113947" y="125716"/>
                  </a:lnTo>
                  <a:lnTo>
                    <a:pt x="138991" y="158919"/>
                  </a:lnTo>
                  <a:lnTo>
                    <a:pt x="145306" y="196166"/>
                  </a:lnTo>
                  <a:lnTo>
                    <a:pt x="143532" y="206848"/>
                  </a:lnTo>
                  <a:lnTo>
                    <a:pt x="108201" y="239215"/>
                  </a:lnTo>
                  <a:lnTo>
                    <a:pt x="67383" y="250070"/>
                  </a:lnTo>
                  <a:lnTo>
                    <a:pt x="61045" y="250046"/>
                  </a:lnTo>
                  <a:lnTo>
                    <a:pt x="37585" y="219350"/>
                  </a:lnTo>
                  <a:lnTo>
                    <a:pt x="33045" y="208866"/>
                  </a:lnTo>
                </a:path>
              </a:pathLst>
            </a:custGeom>
            <a:ln w="40796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025785" y="1978818"/>
              <a:ext cx="134390" cy="171108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5190574" y="1838933"/>
              <a:ext cx="170180" cy="281940"/>
            </a:xfrm>
            <a:custGeom>
              <a:avLst/>
              <a:gdLst/>
              <a:ahLst/>
              <a:cxnLst/>
              <a:rect l="l" t="t" r="r" b="b"/>
              <a:pathLst>
                <a:path w="170179" h="281939">
                  <a:moveTo>
                    <a:pt x="97527" y="202812"/>
                  </a:moveTo>
                  <a:lnTo>
                    <a:pt x="81083" y="163247"/>
                  </a:lnTo>
                  <a:lnTo>
                    <a:pt x="38098" y="150169"/>
                  </a:lnTo>
                  <a:lnTo>
                    <a:pt x="6621" y="185240"/>
                  </a:lnTo>
                  <a:lnTo>
                    <a:pt x="0" y="219342"/>
                  </a:lnTo>
                  <a:lnTo>
                    <a:pt x="662" y="236109"/>
                  </a:lnTo>
                  <a:lnTo>
                    <a:pt x="20456" y="272292"/>
                  </a:lnTo>
                  <a:lnTo>
                    <a:pt x="43702" y="281349"/>
                  </a:lnTo>
                  <a:lnTo>
                    <a:pt x="56536" y="280947"/>
                  </a:lnTo>
                  <a:lnTo>
                    <a:pt x="91016" y="261547"/>
                  </a:lnTo>
                  <a:lnTo>
                    <a:pt x="112158" y="215929"/>
                  </a:lnTo>
                  <a:lnTo>
                    <a:pt x="119410" y="171469"/>
                  </a:lnTo>
                  <a:lnTo>
                    <a:pt x="121743" y="120577"/>
                  </a:lnTo>
                  <a:lnTo>
                    <a:pt x="119851" y="69937"/>
                  </a:lnTo>
                  <a:lnTo>
                    <a:pt x="115689" y="30270"/>
                  </a:lnTo>
                  <a:lnTo>
                    <a:pt x="101563" y="0"/>
                  </a:lnTo>
                  <a:lnTo>
                    <a:pt x="96518" y="0"/>
                  </a:lnTo>
                  <a:lnTo>
                    <a:pt x="84946" y="42220"/>
                  </a:lnTo>
                  <a:lnTo>
                    <a:pt x="85072" y="82014"/>
                  </a:lnTo>
                  <a:lnTo>
                    <a:pt x="90346" y="128633"/>
                  </a:lnTo>
                  <a:lnTo>
                    <a:pt x="100199" y="174890"/>
                  </a:lnTo>
                  <a:lnTo>
                    <a:pt x="110707" y="214124"/>
                  </a:lnTo>
                  <a:lnTo>
                    <a:pt x="123761" y="254776"/>
                  </a:lnTo>
                  <a:lnTo>
                    <a:pt x="161907" y="268531"/>
                  </a:lnTo>
                  <a:lnTo>
                    <a:pt x="170176" y="263352"/>
                  </a:lnTo>
                </a:path>
              </a:pathLst>
            </a:custGeom>
            <a:ln w="40796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5389145" y="1829852"/>
              <a:ext cx="196215" cy="281305"/>
            </a:xfrm>
            <a:custGeom>
              <a:avLst/>
              <a:gdLst/>
              <a:ahLst/>
              <a:cxnLst/>
              <a:rect l="l" t="t" r="r" b="b"/>
              <a:pathLst>
                <a:path w="196214" h="281305">
                  <a:moveTo>
                    <a:pt x="113876" y="205839"/>
                  </a:moveTo>
                  <a:lnTo>
                    <a:pt x="106813" y="167496"/>
                  </a:lnTo>
                  <a:lnTo>
                    <a:pt x="67170" y="149602"/>
                  </a:lnTo>
                  <a:lnTo>
                    <a:pt x="30633" y="161946"/>
                  </a:lnTo>
                  <a:lnTo>
                    <a:pt x="6014" y="194724"/>
                  </a:lnTo>
                  <a:lnTo>
                    <a:pt x="0" y="219539"/>
                  </a:lnTo>
                  <a:lnTo>
                    <a:pt x="488" y="231064"/>
                  </a:lnTo>
                  <a:lnTo>
                    <a:pt x="26660" y="268397"/>
                  </a:lnTo>
                  <a:lnTo>
                    <a:pt x="57569" y="281310"/>
                  </a:lnTo>
                  <a:lnTo>
                    <a:pt x="66642" y="281262"/>
                  </a:lnTo>
                  <a:lnTo>
                    <a:pt x="99813" y="251938"/>
                  </a:lnTo>
                  <a:lnTo>
                    <a:pt x="118401" y="194101"/>
                  </a:lnTo>
                  <a:lnTo>
                    <a:pt x="124865" y="142941"/>
                  </a:lnTo>
                  <a:lnTo>
                    <a:pt x="127183" y="94074"/>
                  </a:lnTo>
                  <a:lnTo>
                    <a:pt x="126489" y="55259"/>
                  </a:lnTo>
                  <a:lnTo>
                    <a:pt x="121010" y="16814"/>
                  </a:lnTo>
                  <a:lnTo>
                    <a:pt x="111858" y="0"/>
                  </a:lnTo>
                  <a:lnTo>
                    <a:pt x="108831" y="0"/>
                  </a:lnTo>
                  <a:lnTo>
                    <a:pt x="101303" y="43805"/>
                  </a:lnTo>
                  <a:lnTo>
                    <a:pt x="101634" y="89731"/>
                  </a:lnTo>
                  <a:lnTo>
                    <a:pt x="107657" y="141593"/>
                  </a:lnTo>
                  <a:lnTo>
                    <a:pt x="118614" y="190877"/>
                  </a:lnTo>
                  <a:lnTo>
                    <a:pt x="129871" y="230867"/>
                  </a:lnTo>
                  <a:lnTo>
                    <a:pt x="143138" y="268397"/>
                  </a:lnTo>
                  <a:lnTo>
                    <a:pt x="185840" y="262477"/>
                  </a:lnTo>
                  <a:lnTo>
                    <a:pt x="195606" y="254271"/>
                  </a:lnTo>
                </a:path>
              </a:pathLst>
            </a:custGeom>
            <a:ln w="40796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593450" y="1934572"/>
              <a:ext cx="135809" cy="178093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5768345" y="1772338"/>
              <a:ext cx="228600" cy="314325"/>
            </a:xfrm>
            <a:custGeom>
              <a:avLst/>
              <a:gdLst/>
              <a:ahLst/>
              <a:cxnLst/>
              <a:rect l="l" t="t" r="r" b="b"/>
              <a:pathLst>
                <a:path w="228600" h="314325">
                  <a:moveTo>
                    <a:pt x="100948" y="242163"/>
                  </a:moveTo>
                  <a:lnTo>
                    <a:pt x="100444" y="199784"/>
                  </a:lnTo>
                  <a:lnTo>
                    <a:pt x="66815" y="172581"/>
                  </a:lnTo>
                  <a:lnTo>
                    <a:pt x="27795" y="184145"/>
                  </a:lnTo>
                  <a:lnTo>
                    <a:pt x="3034" y="225932"/>
                  </a:lnTo>
                  <a:lnTo>
                    <a:pt x="0" y="257448"/>
                  </a:lnTo>
                  <a:lnTo>
                    <a:pt x="2695" y="271361"/>
                  </a:lnTo>
                  <a:lnTo>
                    <a:pt x="34606" y="308380"/>
                  </a:lnTo>
                  <a:lnTo>
                    <a:pt x="45263" y="311438"/>
                  </a:lnTo>
                  <a:lnTo>
                    <a:pt x="55543" y="311281"/>
                  </a:lnTo>
                  <a:lnTo>
                    <a:pt x="87327" y="276974"/>
                  </a:lnTo>
                  <a:lnTo>
                    <a:pt x="104283" y="222487"/>
                  </a:lnTo>
                  <a:lnTo>
                    <a:pt x="113340" y="179502"/>
                  </a:lnTo>
                  <a:lnTo>
                    <a:pt x="120088" y="135531"/>
                  </a:lnTo>
                  <a:lnTo>
                    <a:pt x="123099" y="93310"/>
                  </a:lnTo>
                  <a:lnTo>
                    <a:pt x="123020" y="73973"/>
                  </a:lnTo>
                  <a:lnTo>
                    <a:pt x="117510" y="30152"/>
                  </a:lnTo>
                  <a:lnTo>
                    <a:pt x="98930" y="0"/>
                  </a:lnTo>
                  <a:lnTo>
                    <a:pt x="95903" y="1009"/>
                  </a:lnTo>
                  <a:lnTo>
                    <a:pt x="92876" y="2018"/>
                  </a:lnTo>
                  <a:lnTo>
                    <a:pt x="90858" y="7063"/>
                  </a:lnTo>
                  <a:lnTo>
                    <a:pt x="89849" y="24216"/>
                  </a:lnTo>
                  <a:lnTo>
                    <a:pt x="89297" y="39170"/>
                  </a:lnTo>
                  <a:lnTo>
                    <a:pt x="89219" y="57576"/>
                  </a:lnTo>
                  <a:lnTo>
                    <a:pt x="89707" y="78348"/>
                  </a:lnTo>
                  <a:lnTo>
                    <a:pt x="92750" y="122784"/>
                  </a:lnTo>
                  <a:lnTo>
                    <a:pt x="98804" y="167370"/>
                  </a:lnTo>
                  <a:lnTo>
                    <a:pt x="107830" y="210363"/>
                  </a:lnTo>
                  <a:lnTo>
                    <a:pt x="118504" y="248359"/>
                  </a:lnTo>
                  <a:lnTo>
                    <a:pt x="132732" y="286181"/>
                  </a:lnTo>
                  <a:lnTo>
                    <a:pt x="160614" y="312313"/>
                  </a:lnTo>
                  <a:lnTo>
                    <a:pt x="180148" y="313858"/>
                  </a:lnTo>
                  <a:lnTo>
                    <a:pt x="191444" y="312731"/>
                  </a:lnTo>
                  <a:lnTo>
                    <a:pt x="202268" y="310752"/>
                  </a:lnTo>
                  <a:lnTo>
                    <a:pt x="211435" y="308254"/>
                  </a:lnTo>
                  <a:lnTo>
                    <a:pt x="222030" y="304722"/>
                  </a:lnTo>
                  <a:lnTo>
                    <a:pt x="225057" y="300686"/>
                  </a:lnTo>
                  <a:lnTo>
                    <a:pt x="228084" y="296650"/>
                  </a:lnTo>
                </a:path>
              </a:pathLst>
            </a:custGeom>
            <a:ln w="40796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39601" y="2051617"/>
              <a:ext cx="68039" cy="113445"/>
            </a:xfrm>
            <a:prstGeom prst="rect">
              <a:avLst/>
            </a:prstGeom>
          </p:spPr>
        </p:pic>
      </p:grpSp>
      <p:grpSp>
        <p:nvGrpSpPr>
          <p:cNvPr id="49" name="object 49"/>
          <p:cNvGrpSpPr/>
          <p:nvPr/>
        </p:nvGrpSpPr>
        <p:grpSpPr>
          <a:xfrm>
            <a:off x="6175818" y="1765057"/>
            <a:ext cx="579755" cy="327660"/>
            <a:chOff x="6175818" y="1765057"/>
            <a:chExt cx="579755" cy="327660"/>
          </a:xfrm>
        </p:grpSpPr>
        <p:sp>
          <p:nvSpPr>
            <p:cNvPr id="50" name="object 50"/>
            <p:cNvSpPr/>
            <p:nvPr/>
          </p:nvSpPr>
          <p:spPr>
            <a:xfrm>
              <a:off x="6196216" y="1896447"/>
              <a:ext cx="370205" cy="175895"/>
            </a:xfrm>
            <a:custGeom>
              <a:avLst/>
              <a:gdLst/>
              <a:ahLst/>
              <a:cxnLst/>
              <a:rect l="l" t="t" r="r" b="b"/>
              <a:pathLst>
                <a:path w="370204" h="175894">
                  <a:moveTo>
                    <a:pt x="0" y="48432"/>
                  </a:moveTo>
                  <a:lnTo>
                    <a:pt x="24673" y="14622"/>
                  </a:lnTo>
                  <a:lnTo>
                    <a:pt x="61675" y="42410"/>
                  </a:lnTo>
                  <a:lnTo>
                    <a:pt x="69621" y="89802"/>
                  </a:lnTo>
                  <a:lnTo>
                    <a:pt x="69621" y="132180"/>
                  </a:lnTo>
                  <a:lnTo>
                    <a:pt x="67099" y="155388"/>
                  </a:lnTo>
                  <a:lnTo>
                    <a:pt x="66862" y="155309"/>
                  </a:lnTo>
                  <a:lnTo>
                    <a:pt x="73429" y="115689"/>
                  </a:lnTo>
                  <a:lnTo>
                    <a:pt x="83818" y="76275"/>
                  </a:lnTo>
                  <a:lnTo>
                    <a:pt x="107396" y="29135"/>
                  </a:lnTo>
                  <a:lnTo>
                    <a:pt x="139243" y="2018"/>
                  </a:lnTo>
                  <a:lnTo>
                    <a:pt x="145297" y="1009"/>
                  </a:lnTo>
                  <a:lnTo>
                    <a:pt x="151351" y="0"/>
                  </a:lnTo>
                  <a:lnTo>
                    <a:pt x="157406" y="0"/>
                  </a:lnTo>
                  <a:lnTo>
                    <a:pt x="162451" y="2522"/>
                  </a:lnTo>
                  <a:lnTo>
                    <a:pt x="176640" y="38295"/>
                  </a:lnTo>
                  <a:lnTo>
                    <a:pt x="180613" y="89802"/>
                  </a:lnTo>
                  <a:lnTo>
                    <a:pt x="181748" y="124361"/>
                  </a:lnTo>
                  <a:lnTo>
                    <a:pt x="182458" y="139180"/>
                  </a:lnTo>
                  <a:lnTo>
                    <a:pt x="183640" y="151352"/>
                  </a:lnTo>
                  <a:lnTo>
                    <a:pt x="185658" y="165478"/>
                  </a:lnTo>
                  <a:lnTo>
                    <a:pt x="189694" y="170523"/>
                  </a:lnTo>
                  <a:lnTo>
                    <a:pt x="194739" y="173046"/>
                  </a:lnTo>
                  <a:lnTo>
                    <a:pt x="199784" y="175568"/>
                  </a:lnTo>
                  <a:lnTo>
                    <a:pt x="205838" y="175568"/>
                  </a:lnTo>
                  <a:lnTo>
                    <a:pt x="214920" y="169514"/>
                  </a:lnTo>
                  <a:lnTo>
                    <a:pt x="246703" y="134199"/>
                  </a:lnTo>
                  <a:lnTo>
                    <a:pt x="266923" y="92411"/>
                  </a:lnTo>
                  <a:lnTo>
                    <a:pt x="278487" y="52468"/>
                  </a:lnTo>
                  <a:lnTo>
                    <a:pt x="279497" y="46414"/>
                  </a:lnTo>
                  <a:lnTo>
                    <a:pt x="280506" y="41369"/>
                  </a:lnTo>
                  <a:lnTo>
                    <a:pt x="270344" y="66949"/>
                  </a:lnTo>
                  <a:lnTo>
                    <a:pt x="270352" y="79523"/>
                  </a:lnTo>
                  <a:lnTo>
                    <a:pt x="280080" y="121081"/>
                  </a:lnTo>
                  <a:lnTo>
                    <a:pt x="303208" y="152865"/>
                  </a:lnTo>
                  <a:lnTo>
                    <a:pt x="329316" y="162514"/>
                  </a:lnTo>
                  <a:lnTo>
                    <a:pt x="337515" y="160937"/>
                  </a:lnTo>
                  <a:lnTo>
                    <a:pt x="363245" y="129658"/>
                  </a:lnTo>
                  <a:lnTo>
                    <a:pt x="370056" y="78718"/>
                  </a:lnTo>
                  <a:lnTo>
                    <a:pt x="368290" y="62054"/>
                  </a:lnTo>
                  <a:lnTo>
                    <a:pt x="350056" y="27432"/>
                  </a:lnTo>
                  <a:lnTo>
                    <a:pt x="309262" y="10090"/>
                  </a:lnTo>
                  <a:lnTo>
                    <a:pt x="300686" y="9081"/>
                  </a:lnTo>
                  <a:lnTo>
                    <a:pt x="295641" y="9081"/>
                  </a:lnTo>
                  <a:lnTo>
                    <a:pt x="291100" y="11099"/>
                  </a:lnTo>
                  <a:lnTo>
                    <a:pt x="286559" y="13117"/>
                  </a:lnTo>
                  <a:lnTo>
                    <a:pt x="282523" y="17153"/>
                  </a:lnTo>
                  <a:lnTo>
                    <a:pt x="281515" y="22702"/>
                  </a:lnTo>
                  <a:lnTo>
                    <a:pt x="280506" y="28252"/>
                  </a:lnTo>
                  <a:lnTo>
                    <a:pt x="282524" y="35315"/>
                  </a:lnTo>
                  <a:lnTo>
                    <a:pt x="284542" y="42378"/>
                  </a:lnTo>
                </a:path>
              </a:pathLst>
            </a:custGeom>
            <a:ln w="40796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6629398" y="1785455"/>
              <a:ext cx="106045" cy="263525"/>
            </a:xfrm>
            <a:custGeom>
              <a:avLst/>
              <a:gdLst/>
              <a:ahLst/>
              <a:cxnLst/>
              <a:rect l="l" t="t" r="r" b="b"/>
              <a:pathLst>
                <a:path w="106045" h="263525">
                  <a:moveTo>
                    <a:pt x="14820" y="8072"/>
                  </a:moveTo>
                  <a:lnTo>
                    <a:pt x="11793" y="4036"/>
                  </a:lnTo>
                  <a:lnTo>
                    <a:pt x="8766" y="0"/>
                  </a:lnTo>
                  <a:lnTo>
                    <a:pt x="6243" y="1009"/>
                  </a:lnTo>
                  <a:lnTo>
                    <a:pt x="134" y="42954"/>
                  </a:lnTo>
                  <a:lnTo>
                    <a:pt x="0" y="63000"/>
                  </a:lnTo>
                  <a:lnTo>
                    <a:pt x="338" y="85979"/>
                  </a:lnTo>
                  <a:lnTo>
                    <a:pt x="1198" y="110991"/>
                  </a:lnTo>
                  <a:lnTo>
                    <a:pt x="2569" y="137028"/>
                  </a:lnTo>
                  <a:lnTo>
                    <a:pt x="4225" y="162640"/>
                  </a:lnTo>
                  <a:lnTo>
                    <a:pt x="5880" y="186265"/>
                  </a:lnTo>
                  <a:lnTo>
                    <a:pt x="7252" y="206343"/>
                  </a:lnTo>
                  <a:lnTo>
                    <a:pt x="8151" y="221746"/>
                  </a:lnTo>
                  <a:lnTo>
                    <a:pt x="8766" y="233082"/>
                  </a:lnTo>
                  <a:lnTo>
                    <a:pt x="9380" y="241391"/>
                  </a:lnTo>
                  <a:lnTo>
                    <a:pt x="26975" y="263218"/>
                  </a:lnTo>
                  <a:lnTo>
                    <a:pt x="33991" y="262533"/>
                  </a:lnTo>
                  <a:lnTo>
                    <a:pt x="77442" y="237181"/>
                  </a:lnTo>
                  <a:lnTo>
                    <a:pt x="91324" y="225901"/>
                  </a:lnTo>
                  <a:lnTo>
                    <a:pt x="105631" y="213911"/>
                  </a:lnTo>
                </a:path>
              </a:pathLst>
            </a:custGeom>
            <a:ln w="40796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6574596" y="1872231"/>
              <a:ext cx="121285" cy="12700"/>
            </a:xfrm>
            <a:custGeom>
              <a:avLst/>
              <a:gdLst/>
              <a:ahLst/>
              <a:cxnLst/>
              <a:rect l="l" t="t" r="r" b="b"/>
              <a:pathLst>
                <a:path w="121284" h="12700">
                  <a:moveTo>
                    <a:pt x="0" y="12108"/>
                  </a:moveTo>
                  <a:lnTo>
                    <a:pt x="38594" y="9081"/>
                  </a:lnTo>
                  <a:lnTo>
                    <a:pt x="86743" y="4540"/>
                  </a:lnTo>
                  <a:lnTo>
                    <a:pt x="110391" y="1513"/>
                  </a:lnTo>
                  <a:lnTo>
                    <a:pt x="121081" y="0"/>
                  </a:lnTo>
                </a:path>
              </a:pathLst>
            </a:custGeom>
            <a:ln w="40796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3" name="object 53"/>
          <p:cNvGrpSpPr/>
          <p:nvPr/>
        </p:nvGrpSpPr>
        <p:grpSpPr>
          <a:xfrm>
            <a:off x="6881371" y="1665164"/>
            <a:ext cx="975994" cy="390525"/>
            <a:chOff x="6881371" y="1665164"/>
            <a:chExt cx="975994" cy="390525"/>
          </a:xfrm>
        </p:grpSpPr>
        <p:sp>
          <p:nvSpPr>
            <p:cNvPr id="54" name="object 54"/>
            <p:cNvSpPr/>
            <p:nvPr/>
          </p:nvSpPr>
          <p:spPr>
            <a:xfrm>
              <a:off x="6901769" y="1761238"/>
              <a:ext cx="130175" cy="273685"/>
            </a:xfrm>
            <a:custGeom>
              <a:avLst/>
              <a:gdLst/>
              <a:ahLst/>
              <a:cxnLst/>
              <a:rect l="l" t="t" r="r" b="b"/>
              <a:pathLst>
                <a:path w="130175" h="273685">
                  <a:moveTo>
                    <a:pt x="5801" y="14126"/>
                  </a:moveTo>
                  <a:lnTo>
                    <a:pt x="3783" y="7063"/>
                  </a:lnTo>
                  <a:lnTo>
                    <a:pt x="1765" y="0"/>
                  </a:lnTo>
                  <a:lnTo>
                    <a:pt x="756" y="1009"/>
                  </a:lnTo>
                  <a:lnTo>
                    <a:pt x="189" y="3381"/>
                  </a:lnTo>
                  <a:lnTo>
                    <a:pt x="0" y="9396"/>
                  </a:lnTo>
                  <a:lnTo>
                    <a:pt x="189" y="19667"/>
                  </a:lnTo>
                  <a:lnTo>
                    <a:pt x="756" y="34811"/>
                  </a:lnTo>
                  <a:lnTo>
                    <a:pt x="1671" y="55117"/>
                  </a:lnTo>
                  <a:lnTo>
                    <a:pt x="2774" y="79586"/>
                  </a:lnTo>
                  <a:lnTo>
                    <a:pt x="3878" y="106892"/>
                  </a:lnTo>
                  <a:lnTo>
                    <a:pt x="4792" y="135712"/>
                  </a:lnTo>
                  <a:lnTo>
                    <a:pt x="5399" y="164485"/>
                  </a:lnTo>
                  <a:lnTo>
                    <a:pt x="5864" y="190703"/>
                  </a:lnTo>
                  <a:lnTo>
                    <a:pt x="6424" y="211625"/>
                  </a:lnTo>
                  <a:lnTo>
                    <a:pt x="7314" y="224505"/>
                  </a:lnTo>
                  <a:lnTo>
                    <a:pt x="8741" y="227461"/>
                  </a:lnTo>
                  <a:lnTo>
                    <a:pt x="10783" y="222046"/>
                  </a:lnTo>
                  <a:lnTo>
                    <a:pt x="13487" y="210671"/>
                  </a:lnTo>
                  <a:lnTo>
                    <a:pt x="16900" y="195748"/>
                  </a:lnTo>
                  <a:lnTo>
                    <a:pt x="21015" y="179478"/>
                  </a:lnTo>
                  <a:lnTo>
                    <a:pt x="35062" y="135208"/>
                  </a:lnTo>
                  <a:lnTo>
                    <a:pt x="60839" y="110329"/>
                  </a:lnTo>
                  <a:lnTo>
                    <a:pt x="68486" y="110865"/>
                  </a:lnTo>
                  <a:lnTo>
                    <a:pt x="106576" y="136532"/>
                  </a:lnTo>
                  <a:lnTo>
                    <a:pt x="127569" y="177279"/>
                  </a:lnTo>
                  <a:lnTo>
                    <a:pt x="129595" y="192532"/>
                  </a:lnTo>
                  <a:lnTo>
                    <a:pt x="128877" y="207502"/>
                  </a:lnTo>
                  <a:lnTo>
                    <a:pt x="110928" y="244496"/>
                  </a:lnTo>
                  <a:lnTo>
                    <a:pt x="72964" y="269028"/>
                  </a:lnTo>
                  <a:lnTo>
                    <a:pt x="49189" y="273443"/>
                  </a:lnTo>
                  <a:lnTo>
                    <a:pt x="44144" y="272434"/>
                  </a:lnTo>
                  <a:lnTo>
                    <a:pt x="30025" y="232704"/>
                  </a:lnTo>
                  <a:lnTo>
                    <a:pt x="26990" y="219965"/>
                  </a:lnTo>
                </a:path>
              </a:pathLst>
            </a:custGeom>
            <a:ln w="40796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069300" y="1873021"/>
              <a:ext cx="156328" cy="177320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7256691" y="1759221"/>
              <a:ext cx="32384" cy="268605"/>
            </a:xfrm>
            <a:custGeom>
              <a:avLst/>
              <a:gdLst/>
              <a:ahLst/>
              <a:cxnLst/>
              <a:rect l="l" t="t" r="r" b="b"/>
              <a:pathLst>
                <a:path w="32384" h="268605">
                  <a:moveTo>
                    <a:pt x="2017" y="13117"/>
                  </a:moveTo>
                  <a:lnTo>
                    <a:pt x="2017" y="7063"/>
                  </a:lnTo>
                  <a:lnTo>
                    <a:pt x="2017" y="1009"/>
                  </a:lnTo>
                  <a:lnTo>
                    <a:pt x="1513" y="504"/>
                  </a:lnTo>
                  <a:lnTo>
                    <a:pt x="1008" y="0"/>
                  </a:lnTo>
                  <a:lnTo>
                    <a:pt x="0" y="5045"/>
                  </a:lnTo>
                  <a:lnTo>
                    <a:pt x="0" y="24216"/>
                  </a:lnTo>
                  <a:lnTo>
                    <a:pt x="1915" y="86081"/>
                  </a:lnTo>
                  <a:lnTo>
                    <a:pt x="5651" y="138597"/>
                  </a:lnTo>
                  <a:lnTo>
                    <a:pt x="10271" y="187629"/>
                  </a:lnTo>
                  <a:lnTo>
                    <a:pt x="12108" y="206848"/>
                  </a:lnTo>
                  <a:lnTo>
                    <a:pt x="13282" y="220919"/>
                  </a:lnTo>
                  <a:lnTo>
                    <a:pt x="13936" y="230875"/>
                  </a:lnTo>
                  <a:lnTo>
                    <a:pt x="14307" y="238277"/>
                  </a:lnTo>
                  <a:lnTo>
                    <a:pt x="14630" y="244686"/>
                  </a:lnTo>
                  <a:lnTo>
                    <a:pt x="15135" y="253262"/>
                  </a:lnTo>
                  <a:lnTo>
                    <a:pt x="16144" y="263352"/>
                  </a:lnTo>
                  <a:lnTo>
                    <a:pt x="17657" y="265875"/>
                  </a:lnTo>
                  <a:lnTo>
                    <a:pt x="19171" y="268398"/>
                  </a:lnTo>
                  <a:lnTo>
                    <a:pt x="21189" y="263352"/>
                  </a:lnTo>
                  <a:lnTo>
                    <a:pt x="23711" y="257298"/>
                  </a:lnTo>
                  <a:lnTo>
                    <a:pt x="26234" y="251244"/>
                  </a:lnTo>
                  <a:lnTo>
                    <a:pt x="29261" y="244181"/>
                  </a:lnTo>
                  <a:lnTo>
                    <a:pt x="32288" y="237118"/>
                  </a:lnTo>
                </a:path>
              </a:pathLst>
            </a:custGeom>
            <a:ln w="40796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7349520" y="1772842"/>
              <a:ext cx="27305" cy="245110"/>
            </a:xfrm>
            <a:custGeom>
              <a:avLst/>
              <a:gdLst/>
              <a:ahLst/>
              <a:cxnLst/>
              <a:rect l="l" t="t" r="r" b="b"/>
              <a:pathLst>
                <a:path w="27304" h="245110">
                  <a:moveTo>
                    <a:pt x="0" y="17657"/>
                  </a:moveTo>
                  <a:lnTo>
                    <a:pt x="1008" y="9585"/>
                  </a:lnTo>
                  <a:lnTo>
                    <a:pt x="2017" y="1513"/>
                  </a:lnTo>
                  <a:lnTo>
                    <a:pt x="3026" y="0"/>
                  </a:lnTo>
                  <a:lnTo>
                    <a:pt x="8741" y="42394"/>
                  </a:lnTo>
                  <a:lnTo>
                    <a:pt x="12667" y="89912"/>
                  </a:lnTo>
                  <a:lnTo>
                    <a:pt x="16427" y="141664"/>
                  </a:lnTo>
                  <a:lnTo>
                    <a:pt x="18035" y="165541"/>
                  </a:lnTo>
                  <a:lnTo>
                    <a:pt x="19454" y="186486"/>
                  </a:lnTo>
                  <a:lnTo>
                    <a:pt x="23451" y="228786"/>
                  </a:lnTo>
                  <a:lnTo>
                    <a:pt x="25225" y="238632"/>
                  </a:lnTo>
                  <a:lnTo>
                    <a:pt x="26233" y="244686"/>
                  </a:lnTo>
                  <a:lnTo>
                    <a:pt x="26738" y="243172"/>
                  </a:lnTo>
                  <a:lnTo>
                    <a:pt x="27242" y="241659"/>
                  </a:lnTo>
                  <a:lnTo>
                    <a:pt x="27242" y="232577"/>
                  </a:lnTo>
                  <a:lnTo>
                    <a:pt x="27242" y="223496"/>
                  </a:lnTo>
                </a:path>
              </a:pathLst>
            </a:custGeom>
            <a:ln w="40796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7337412" y="1902501"/>
              <a:ext cx="54610" cy="6350"/>
            </a:xfrm>
            <a:custGeom>
              <a:avLst/>
              <a:gdLst/>
              <a:ahLst/>
              <a:cxnLst/>
              <a:rect l="l" t="t" r="r" b="b"/>
              <a:pathLst>
                <a:path w="54609" h="6350">
                  <a:moveTo>
                    <a:pt x="0" y="6054"/>
                  </a:moveTo>
                  <a:lnTo>
                    <a:pt x="5044" y="3027"/>
                  </a:lnTo>
                  <a:lnTo>
                    <a:pt x="10089" y="0"/>
                  </a:lnTo>
                  <a:lnTo>
                    <a:pt x="19171" y="0"/>
                  </a:lnTo>
                  <a:lnTo>
                    <a:pt x="26675" y="520"/>
                  </a:lnTo>
                  <a:lnTo>
                    <a:pt x="35315" y="1891"/>
                  </a:lnTo>
                  <a:lnTo>
                    <a:pt x="44712" y="3831"/>
                  </a:lnTo>
                  <a:lnTo>
                    <a:pt x="54487" y="6054"/>
                  </a:lnTo>
                </a:path>
              </a:pathLst>
            </a:custGeom>
            <a:ln w="40796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441186" y="1850161"/>
              <a:ext cx="155760" cy="190587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7621765" y="1685562"/>
              <a:ext cx="215265" cy="333375"/>
            </a:xfrm>
            <a:custGeom>
              <a:avLst/>
              <a:gdLst/>
              <a:ahLst/>
              <a:cxnLst/>
              <a:rect l="l" t="t" r="r" b="b"/>
              <a:pathLst>
                <a:path w="215265" h="333375">
                  <a:moveTo>
                    <a:pt x="103109" y="232073"/>
                  </a:moveTo>
                  <a:lnTo>
                    <a:pt x="90511" y="187810"/>
                  </a:lnTo>
                  <a:lnTo>
                    <a:pt x="54904" y="172273"/>
                  </a:lnTo>
                  <a:lnTo>
                    <a:pt x="20377" y="191610"/>
                  </a:lnTo>
                  <a:lnTo>
                    <a:pt x="2711" y="230559"/>
                  </a:lnTo>
                  <a:lnTo>
                    <a:pt x="0" y="260325"/>
                  </a:lnTo>
                  <a:lnTo>
                    <a:pt x="1647" y="274404"/>
                  </a:lnTo>
                  <a:lnTo>
                    <a:pt x="25879" y="312037"/>
                  </a:lnTo>
                  <a:lnTo>
                    <a:pt x="64230" y="306519"/>
                  </a:lnTo>
                  <a:lnTo>
                    <a:pt x="88793" y="263605"/>
                  </a:lnTo>
                  <a:lnTo>
                    <a:pt x="100081" y="220469"/>
                  </a:lnTo>
                  <a:lnTo>
                    <a:pt x="107081" y="172604"/>
                  </a:lnTo>
                  <a:lnTo>
                    <a:pt x="110676" y="122090"/>
                  </a:lnTo>
                  <a:lnTo>
                    <a:pt x="112000" y="71766"/>
                  </a:lnTo>
                  <a:lnTo>
                    <a:pt x="112189" y="31279"/>
                  </a:lnTo>
                  <a:lnTo>
                    <a:pt x="109162" y="0"/>
                  </a:lnTo>
                  <a:lnTo>
                    <a:pt x="106135" y="4036"/>
                  </a:lnTo>
                  <a:lnTo>
                    <a:pt x="100066" y="57647"/>
                  </a:lnTo>
                  <a:lnTo>
                    <a:pt x="102352" y="102139"/>
                  </a:lnTo>
                  <a:lnTo>
                    <a:pt x="109099" y="156452"/>
                  </a:lnTo>
                  <a:lnTo>
                    <a:pt x="118858" y="212105"/>
                  </a:lnTo>
                  <a:lnTo>
                    <a:pt x="129737" y="260775"/>
                  </a:lnTo>
                  <a:lnTo>
                    <a:pt x="144036" y="305857"/>
                  </a:lnTo>
                  <a:lnTo>
                    <a:pt x="172643" y="332068"/>
                  </a:lnTo>
                  <a:lnTo>
                    <a:pt x="180298" y="332974"/>
                  </a:lnTo>
                  <a:lnTo>
                    <a:pt x="188504" y="332107"/>
                  </a:lnTo>
                  <a:lnTo>
                    <a:pt x="197136" y="329821"/>
                  </a:lnTo>
                  <a:lnTo>
                    <a:pt x="206051" y="326589"/>
                  </a:lnTo>
                  <a:lnTo>
                    <a:pt x="215109" y="322884"/>
                  </a:lnTo>
                </a:path>
              </a:pathLst>
            </a:custGeom>
            <a:ln w="40796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/>
          <p:cNvSpPr/>
          <p:nvPr/>
        </p:nvSpPr>
        <p:spPr>
          <a:xfrm>
            <a:off x="8014334" y="1812131"/>
            <a:ext cx="419100" cy="162560"/>
          </a:xfrm>
          <a:custGeom>
            <a:avLst/>
            <a:gdLst/>
            <a:ahLst/>
            <a:cxnLst/>
            <a:rect l="l" t="t" r="r" b="b"/>
            <a:pathLst>
              <a:path w="419100" h="162560">
                <a:moveTo>
                  <a:pt x="85892" y="41937"/>
                </a:moveTo>
                <a:lnTo>
                  <a:pt x="86901" y="32856"/>
                </a:lnTo>
                <a:lnTo>
                  <a:pt x="87910" y="23774"/>
                </a:lnTo>
                <a:lnTo>
                  <a:pt x="85892" y="18729"/>
                </a:lnTo>
                <a:lnTo>
                  <a:pt x="83874" y="13684"/>
                </a:lnTo>
                <a:lnTo>
                  <a:pt x="40486" y="28315"/>
                </a:lnTo>
                <a:lnTo>
                  <a:pt x="10972" y="62369"/>
                </a:lnTo>
                <a:lnTo>
                  <a:pt x="0" y="106514"/>
                </a:lnTo>
                <a:lnTo>
                  <a:pt x="2317" y="120593"/>
                </a:lnTo>
                <a:lnTo>
                  <a:pt x="23585" y="152298"/>
                </a:lnTo>
                <a:lnTo>
                  <a:pt x="61770" y="161994"/>
                </a:lnTo>
                <a:lnTo>
                  <a:pt x="76559" y="159739"/>
                </a:lnTo>
                <a:lnTo>
                  <a:pt x="115020" y="137533"/>
                </a:lnTo>
                <a:lnTo>
                  <a:pt x="133820" y="98442"/>
                </a:lnTo>
                <a:lnTo>
                  <a:pt x="135263" y="83976"/>
                </a:lnTo>
                <a:lnTo>
                  <a:pt x="134388" y="69748"/>
                </a:lnTo>
                <a:lnTo>
                  <a:pt x="119395" y="34511"/>
                </a:lnTo>
                <a:lnTo>
                  <a:pt x="86901" y="11666"/>
                </a:lnTo>
                <a:lnTo>
                  <a:pt x="81856" y="11666"/>
                </a:lnTo>
                <a:lnTo>
                  <a:pt x="76811" y="12171"/>
                </a:lnTo>
                <a:lnTo>
                  <a:pt x="71766" y="12675"/>
                </a:lnTo>
                <a:lnTo>
                  <a:pt x="66721" y="13684"/>
                </a:lnTo>
                <a:lnTo>
                  <a:pt x="66721" y="15702"/>
                </a:lnTo>
                <a:lnTo>
                  <a:pt x="66721" y="17720"/>
                </a:lnTo>
                <a:lnTo>
                  <a:pt x="71766" y="20747"/>
                </a:lnTo>
                <a:lnTo>
                  <a:pt x="82865" y="20243"/>
                </a:lnTo>
                <a:lnTo>
                  <a:pt x="92301" y="19258"/>
                </a:lnTo>
                <a:lnTo>
                  <a:pt x="103865" y="17279"/>
                </a:lnTo>
                <a:lnTo>
                  <a:pt x="117416" y="14638"/>
                </a:lnTo>
                <a:lnTo>
                  <a:pt x="132811" y="11666"/>
                </a:lnTo>
                <a:lnTo>
                  <a:pt x="183325" y="3436"/>
                </a:lnTo>
                <a:lnTo>
                  <a:pt x="216244" y="0"/>
                </a:lnTo>
                <a:lnTo>
                  <a:pt x="222291" y="228"/>
                </a:lnTo>
                <a:lnTo>
                  <a:pt x="244686" y="36868"/>
                </a:lnTo>
                <a:lnTo>
                  <a:pt x="241659" y="81099"/>
                </a:lnTo>
                <a:lnTo>
                  <a:pt x="236913" y="122760"/>
                </a:lnTo>
                <a:lnTo>
                  <a:pt x="233208" y="139811"/>
                </a:lnTo>
                <a:lnTo>
                  <a:pt x="232199" y="134766"/>
                </a:lnTo>
                <a:lnTo>
                  <a:pt x="238064" y="92703"/>
                </a:lnTo>
                <a:lnTo>
                  <a:pt x="254098" y="46761"/>
                </a:lnTo>
                <a:lnTo>
                  <a:pt x="280632" y="14693"/>
                </a:lnTo>
                <a:lnTo>
                  <a:pt x="316957" y="567"/>
                </a:lnTo>
                <a:lnTo>
                  <a:pt x="333858" y="48684"/>
                </a:lnTo>
                <a:lnTo>
                  <a:pt x="334110" y="81793"/>
                </a:lnTo>
                <a:lnTo>
                  <a:pt x="334141" y="96266"/>
                </a:lnTo>
                <a:lnTo>
                  <a:pt x="338146" y="136784"/>
                </a:lnTo>
                <a:lnTo>
                  <a:pt x="346723" y="143343"/>
                </a:lnTo>
                <a:lnTo>
                  <a:pt x="351263" y="145865"/>
                </a:lnTo>
                <a:lnTo>
                  <a:pt x="390993" y="124171"/>
                </a:lnTo>
                <a:lnTo>
                  <a:pt x="404599" y="113703"/>
                </a:lnTo>
                <a:lnTo>
                  <a:pt x="418867" y="102478"/>
                </a:lnTo>
              </a:path>
            </a:pathLst>
          </a:custGeom>
          <a:ln w="40796">
            <a:solidFill>
              <a:srgbClr val="2C097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1589053" y="2541207"/>
            <a:ext cx="118110" cy="579120"/>
          </a:xfrm>
          <a:custGeom>
            <a:avLst/>
            <a:gdLst/>
            <a:ahLst/>
            <a:cxnLst/>
            <a:rect l="l" t="t" r="r" b="b"/>
            <a:pathLst>
              <a:path w="118110" h="579119">
                <a:moveTo>
                  <a:pt x="0" y="0"/>
                </a:moveTo>
                <a:lnTo>
                  <a:pt x="1576" y="45153"/>
                </a:lnTo>
                <a:lnTo>
                  <a:pt x="3531" y="88793"/>
                </a:lnTo>
                <a:lnTo>
                  <a:pt x="5991" y="130919"/>
                </a:lnTo>
                <a:lnTo>
                  <a:pt x="7149" y="153212"/>
                </a:lnTo>
                <a:lnTo>
                  <a:pt x="8655" y="204703"/>
                </a:lnTo>
                <a:lnTo>
                  <a:pt x="9065" y="264992"/>
                </a:lnTo>
                <a:lnTo>
                  <a:pt x="9081" y="296650"/>
                </a:lnTo>
                <a:lnTo>
                  <a:pt x="9073" y="328371"/>
                </a:lnTo>
                <a:lnTo>
                  <a:pt x="8868" y="390299"/>
                </a:lnTo>
                <a:lnTo>
                  <a:pt x="8119" y="447624"/>
                </a:lnTo>
                <a:lnTo>
                  <a:pt x="7015" y="495804"/>
                </a:lnTo>
                <a:lnTo>
                  <a:pt x="6558" y="514597"/>
                </a:lnTo>
                <a:lnTo>
                  <a:pt x="6259" y="529149"/>
                </a:lnTo>
                <a:lnTo>
                  <a:pt x="6054" y="540201"/>
                </a:lnTo>
                <a:lnTo>
                  <a:pt x="5849" y="548793"/>
                </a:lnTo>
                <a:lnTo>
                  <a:pt x="5549" y="555967"/>
                </a:lnTo>
                <a:lnTo>
                  <a:pt x="5045" y="565048"/>
                </a:lnTo>
                <a:lnTo>
                  <a:pt x="4036" y="573120"/>
                </a:lnTo>
                <a:lnTo>
                  <a:pt x="6558" y="576652"/>
                </a:lnTo>
                <a:lnTo>
                  <a:pt x="9223" y="578496"/>
                </a:lnTo>
                <a:lnTo>
                  <a:pt x="13873" y="578922"/>
                </a:lnTo>
                <a:lnTo>
                  <a:pt x="21173" y="578212"/>
                </a:lnTo>
                <a:lnTo>
                  <a:pt x="31783" y="576652"/>
                </a:lnTo>
                <a:lnTo>
                  <a:pt x="45918" y="574539"/>
                </a:lnTo>
                <a:lnTo>
                  <a:pt x="61991" y="572237"/>
                </a:lnTo>
                <a:lnTo>
                  <a:pt x="77970" y="570124"/>
                </a:lnTo>
                <a:lnTo>
                  <a:pt x="91820" y="568579"/>
                </a:lnTo>
                <a:lnTo>
                  <a:pt x="102020" y="567878"/>
                </a:lnTo>
                <a:lnTo>
                  <a:pt x="109099" y="567886"/>
                </a:lnTo>
                <a:lnTo>
                  <a:pt x="114097" y="568366"/>
                </a:lnTo>
                <a:lnTo>
                  <a:pt x="118054" y="569084"/>
                </a:lnTo>
              </a:path>
            </a:pathLst>
          </a:custGeom>
          <a:ln w="40796">
            <a:solidFill>
              <a:srgbClr val="FC3142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3" name="object 63"/>
          <p:cNvGrpSpPr/>
          <p:nvPr/>
        </p:nvGrpSpPr>
        <p:grpSpPr>
          <a:xfrm>
            <a:off x="1808043" y="2886198"/>
            <a:ext cx="923925" cy="678815"/>
            <a:chOff x="1808043" y="2886198"/>
            <a:chExt cx="923925" cy="678815"/>
          </a:xfrm>
        </p:grpSpPr>
        <p:sp>
          <p:nvSpPr>
            <p:cNvPr id="64" name="object 64"/>
            <p:cNvSpPr/>
            <p:nvPr/>
          </p:nvSpPr>
          <p:spPr>
            <a:xfrm>
              <a:off x="1828441" y="2906596"/>
              <a:ext cx="142875" cy="287020"/>
            </a:xfrm>
            <a:custGeom>
              <a:avLst/>
              <a:gdLst/>
              <a:ahLst/>
              <a:cxnLst/>
              <a:rect l="l" t="t" r="r" b="b"/>
              <a:pathLst>
                <a:path w="142875" h="287019">
                  <a:moveTo>
                    <a:pt x="11855" y="46288"/>
                  </a:moveTo>
                  <a:lnTo>
                    <a:pt x="11855" y="41243"/>
                  </a:lnTo>
                  <a:lnTo>
                    <a:pt x="11855" y="36198"/>
                  </a:lnTo>
                  <a:lnTo>
                    <a:pt x="11351" y="30648"/>
                  </a:lnTo>
                  <a:lnTo>
                    <a:pt x="10846" y="25099"/>
                  </a:lnTo>
                  <a:lnTo>
                    <a:pt x="9837" y="19045"/>
                  </a:lnTo>
                  <a:lnTo>
                    <a:pt x="8324" y="18540"/>
                  </a:lnTo>
                  <a:lnTo>
                    <a:pt x="6810" y="18036"/>
                  </a:lnTo>
                  <a:lnTo>
                    <a:pt x="4792" y="23081"/>
                  </a:lnTo>
                  <a:lnTo>
                    <a:pt x="4288" y="37711"/>
                  </a:lnTo>
                  <a:lnTo>
                    <a:pt x="4185" y="50434"/>
                  </a:lnTo>
                  <a:lnTo>
                    <a:pt x="4603" y="66468"/>
                  </a:lnTo>
                  <a:lnTo>
                    <a:pt x="5494" y="85529"/>
                  </a:lnTo>
                  <a:lnTo>
                    <a:pt x="6810" y="107333"/>
                  </a:lnTo>
                  <a:lnTo>
                    <a:pt x="8474" y="131400"/>
                  </a:lnTo>
                  <a:lnTo>
                    <a:pt x="10279" y="156460"/>
                  </a:lnTo>
                  <a:lnTo>
                    <a:pt x="11989" y="181047"/>
                  </a:lnTo>
                  <a:lnTo>
                    <a:pt x="14244" y="223236"/>
                  </a:lnTo>
                  <a:lnTo>
                    <a:pt x="14882" y="264740"/>
                  </a:lnTo>
                  <a:lnTo>
                    <a:pt x="14882" y="278362"/>
                  </a:lnTo>
                  <a:lnTo>
                    <a:pt x="14882" y="286434"/>
                  </a:lnTo>
                  <a:lnTo>
                    <a:pt x="10129" y="237228"/>
                  </a:lnTo>
                  <a:lnTo>
                    <a:pt x="7307" y="194692"/>
                  </a:lnTo>
                  <a:lnTo>
                    <a:pt x="4304" y="145053"/>
                  </a:lnTo>
                  <a:lnTo>
                    <a:pt x="1686" y="95690"/>
                  </a:lnTo>
                  <a:lnTo>
                    <a:pt x="189" y="55724"/>
                  </a:lnTo>
                  <a:lnTo>
                    <a:pt x="0" y="40675"/>
                  </a:lnTo>
                  <a:lnTo>
                    <a:pt x="189" y="28559"/>
                  </a:lnTo>
                  <a:lnTo>
                    <a:pt x="11327" y="0"/>
                  </a:lnTo>
                  <a:lnTo>
                    <a:pt x="16207" y="630"/>
                  </a:lnTo>
                  <a:lnTo>
                    <a:pt x="59342" y="24847"/>
                  </a:lnTo>
                  <a:lnTo>
                    <a:pt x="89550" y="49315"/>
                  </a:lnTo>
                  <a:lnTo>
                    <a:pt x="115027" y="78892"/>
                  </a:lnTo>
                  <a:lnTo>
                    <a:pt x="132937" y="113388"/>
                  </a:lnTo>
                  <a:lnTo>
                    <a:pt x="141766" y="152172"/>
                  </a:lnTo>
                  <a:lnTo>
                    <a:pt x="142302" y="171776"/>
                  </a:lnTo>
                  <a:lnTo>
                    <a:pt x="140000" y="190577"/>
                  </a:lnTo>
                  <a:lnTo>
                    <a:pt x="117794" y="237189"/>
                  </a:lnTo>
                  <a:lnTo>
                    <a:pt x="85009" y="264488"/>
                  </a:lnTo>
                  <a:lnTo>
                    <a:pt x="44648" y="275839"/>
                  </a:lnTo>
                  <a:lnTo>
                    <a:pt x="30018" y="270794"/>
                  </a:lnTo>
                  <a:lnTo>
                    <a:pt x="26991" y="267262"/>
                  </a:lnTo>
                  <a:lnTo>
                    <a:pt x="26991" y="261208"/>
                  </a:lnTo>
                  <a:lnTo>
                    <a:pt x="26991" y="255154"/>
                  </a:lnTo>
                </a:path>
              </a:pathLst>
            </a:custGeom>
            <a:ln w="4079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2040083" y="3037729"/>
              <a:ext cx="231140" cy="135890"/>
            </a:xfrm>
            <a:custGeom>
              <a:avLst/>
              <a:gdLst/>
              <a:ahLst/>
              <a:cxnLst/>
              <a:rect l="l" t="t" r="r" b="b"/>
              <a:pathLst>
                <a:path w="231139" h="135889">
                  <a:moveTo>
                    <a:pt x="0" y="72562"/>
                  </a:moveTo>
                  <a:lnTo>
                    <a:pt x="48937" y="69030"/>
                  </a:lnTo>
                  <a:lnTo>
                    <a:pt x="83243" y="50363"/>
                  </a:lnTo>
                  <a:lnTo>
                    <a:pt x="71829" y="9814"/>
                  </a:lnTo>
                  <a:lnTo>
                    <a:pt x="42173" y="0"/>
                  </a:lnTo>
                  <a:lnTo>
                    <a:pt x="33928" y="1868"/>
                  </a:lnTo>
                  <a:lnTo>
                    <a:pt x="10153" y="38571"/>
                  </a:lnTo>
                  <a:lnTo>
                    <a:pt x="8087" y="81462"/>
                  </a:lnTo>
                  <a:lnTo>
                    <a:pt x="29419" y="123131"/>
                  </a:lnTo>
                  <a:lnTo>
                    <a:pt x="61975" y="135846"/>
                  </a:lnTo>
                  <a:lnTo>
                    <a:pt x="71639" y="134868"/>
                  </a:lnTo>
                  <a:lnTo>
                    <a:pt x="117676" y="110841"/>
                  </a:lnTo>
                  <a:lnTo>
                    <a:pt x="148198" y="75384"/>
                  </a:lnTo>
                  <a:lnTo>
                    <a:pt x="162955" y="39769"/>
                  </a:lnTo>
                  <a:lnTo>
                    <a:pt x="166487" y="27156"/>
                  </a:lnTo>
                  <a:lnTo>
                    <a:pt x="166487" y="21102"/>
                  </a:lnTo>
                  <a:lnTo>
                    <a:pt x="164973" y="15048"/>
                  </a:lnTo>
                  <a:lnTo>
                    <a:pt x="163460" y="8994"/>
                  </a:lnTo>
                  <a:lnTo>
                    <a:pt x="160433" y="2940"/>
                  </a:lnTo>
                  <a:lnTo>
                    <a:pt x="158919" y="2435"/>
                  </a:lnTo>
                  <a:lnTo>
                    <a:pt x="157406" y="1931"/>
                  </a:lnTo>
                  <a:lnTo>
                    <a:pt x="157406" y="6976"/>
                  </a:lnTo>
                  <a:lnTo>
                    <a:pt x="161946" y="18075"/>
                  </a:lnTo>
                  <a:lnTo>
                    <a:pt x="187172" y="61967"/>
                  </a:lnTo>
                  <a:lnTo>
                    <a:pt x="213918" y="93325"/>
                  </a:lnTo>
                  <a:lnTo>
                    <a:pt x="220974" y="101319"/>
                  </a:lnTo>
                  <a:lnTo>
                    <a:pt x="229046" y="110904"/>
                  </a:lnTo>
                  <a:lnTo>
                    <a:pt x="231064" y="115949"/>
                  </a:lnTo>
                  <a:lnTo>
                    <a:pt x="228541" y="119481"/>
                  </a:lnTo>
                  <a:lnTo>
                    <a:pt x="195244" y="127995"/>
                  </a:lnTo>
                  <a:lnTo>
                    <a:pt x="187739" y="127608"/>
                  </a:lnTo>
                  <a:lnTo>
                    <a:pt x="180613" y="126040"/>
                  </a:lnTo>
                  <a:lnTo>
                    <a:pt x="174149" y="123076"/>
                  </a:lnTo>
                  <a:lnTo>
                    <a:pt x="168253" y="118977"/>
                  </a:lnTo>
                  <a:lnTo>
                    <a:pt x="162735" y="114121"/>
                  </a:lnTo>
                  <a:lnTo>
                    <a:pt x="157406" y="108886"/>
                  </a:lnTo>
                </a:path>
              </a:pathLst>
            </a:custGeom>
            <a:ln w="4079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6" name="object 6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283037" y="2937533"/>
              <a:ext cx="74094" cy="239571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2406860" y="3033607"/>
              <a:ext cx="189865" cy="511175"/>
            </a:xfrm>
            <a:custGeom>
              <a:avLst/>
              <a:gdLst/>
              <a:ahLst/>
              <a:cxnLst/>
              <a:rect l="l" t="t" r="r" b="b"/>
              <a:pathLst>
                <a:path w="189864" h="511175">
                  <a:moveTo>
                    <a:pt x="90306" y="46414"/>
                  </a:moveTo>
                  <a:lnTo>
                    <a:pt x="77126" y="4982"/>
                  </a:lnTo>
                  <a:lnTo>
                    <a:pt x="60036" y="0"/>
                  </a:lnTo>
                  <a:lnTo>
                    <a:pt x="49749" y="268"/>
                  </a:lnTo>
                  <a:lnTo>
                    <a:pt x="11351" y="29427"/>
                  </a:lnTo>
                  <a:lnTo>
                    <a:pt x="0" y="76180"/>
                  </a:lnTo>
                  <a:lnTo>
                    <a:pt x="835" y="90953"/>
                  </a:lnTo>
                  <a:lnTo>
                    <a:pt x="26762" y="127332"/>
                  </a:lnTo>
                  <a:lnTo>
                    <a:pt x="70031" y="104196"/>
                  </a:lnTo>
                  <a:lnTo>
                    <a:pt x="91315" y="57513"/>
                  </a:lnTo>
                  <a:lnTo>
                    <a:pt x="97369" y="18162"/>
                  </a:lnTo>
                  <a:lnTo>
                    <a:pt x="98434" y="63930"/>
                  </a:lnTo>
                  <a:lnTo>
                    <a:pt x="105796" y="110755"/>
                  </a:lnTo>
                  <a:lnTo>
                    <a:pt x="117100" y="162743"/>
                  </a:lnTo>
                  <a:lnTo>
                    <a:pt x="131211" y="214407"/>
                  </a:lnTo>
                  <a:lnTo>
                    <a:pt x="146283" y="265875"/>
                  </a:lnTo>
                  <a:lnTo>
                    <a:pt x="153685" y="291605"/>
                  </a:lnTo>
                  <a:lnTo>
                    <a:pt x="167496" y="343065"/>
                  </a:lnTo>
                  <a:lnTo>
                    <a:pt x="178974" y="393515"/>
                  </a:lnTo>
                  <a:lnTo>
                    <a:pt x="186667" y="437912"/>
                  </a:lnTo>
                  <a:lnTo>
                    <a:pt x="189505" y="471336"/>
                  </a:lnTo>
                  <a:lnTo>
                    <a:pt x="189292" y="483743"/>
                  </a:lnTo>
                  <a:lnTo>
                    <a:pt x="168166" y="510577"/>
                  </a:lnTo>
                  <a:lnTo>
                    <a:pt x="160118" y="509300"/>
                  </a:lnTo>
                  <a:lnTo>
                    <a:pt x="122989" y="486479"/>
                  </a:lnTo>
                  <a:lnTo>
                    <a:pt x="90480" y="454458"/>
                  </a:lnTo>
                  <a:lnTo>
                    <a:pt x="61936" y="416841"/>
                  </a:lnTo>
                  <a:lnTo>
                    <a:pt x="42465" y="378924"/>
                  </a:lnTo>
                  <a:lnTo>
                    <a:pt x="31783" y="326605"/>
                  </a:lnTo>
                  <a:lnTo>
                    <a:pt x="33912" y="310138"/>
                  </a:lnTo>
                  <a:lnTo>
                    <a:pt x="59090" y="260515"/>
                  </a:lnTo>
                  <a:lnTo>
                    <a:pt x="91962" y="220209"/>
                  </a:lnTo>
                  <a:lnTo>
                    <a:pt x="107633" y="202409"/>
                  </a:lnTo>
                  <a:lnTo>
                    <a:pt x="114523" y="194739"/>
                  </a:lnTo>
                </a:path>
              </a:pathLst>
            </a:custGeom>
            <a:ln w="4079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8" name="object 6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564553" y="3010709"/>
              <a:ext cx="167175" cy="150250"/>
            </a:xfrm>
            <a:prstGeom prst="rect">
              <a:avLst/>
            </a:prstGeom>
          </p:spPr>
        </p:pic>
      </p:grpSp>
      <p:grpSp>
        <p:nvGrpSpPr>
          <p:cNvPr id="69" name="object 69"/>
          <p:cNvGrpSpPr/>
          <p:nvPr/>
        </p:nvGrpSpPr>
        <p:grpSpPr>
          <a:xfrm>
            <a:off x="2864230" y="2785171"/>
            <a:ext cx="2008505" cy="1357630"/>
            <a:chOff x="2864230" y="2785171"/>
            <a:chExt cx="2008505" cy="1357630"/>
          </a:xfrm>
        </p:grpSpPr>
        <p:sp>
          <p:nvSpPr>
            <p:cNvPr id="70" name="object 70"/>
            <p:cNvSpPr/>
            <p:nvPr/>
          </p:nvSpPr>
          <p:spPr>
            <a:xfrm>
              <a:off x="4192311" y="2805569"/>
              <a:ext cx="130175" cy="575310"/>
            </a:xfrm>
            <a:custGeom>
              <a:avLst/>
              <a:gdLst/>
              <a:ahLst/>
              <a:cxnLst/>
              <a:rect l="l" t="t" r="r" b="b"/>
              <a:pathLst>
                <a:path w="130175" h="575310">
                  <a:moveTo>
                    <a:pt x="127135" y="23207"/>
                  </a:moveTo>
                  <a:lnTo>
                    <a:pt x="127135" y="18162"/>
                  </a:lnTo>
                  <a:lnTo>
                    <a:pt x="127135" y="13117"/>
                  </a:lnTo>
                  <a:lnTo>
                    <a:pt x="122595" y="8576"/>
                  </a:lnTo>
                  <a:lnTo>
                    <a:pt x="118054" y="4036"/>
                  </a:lnTo>
                  <a:lnTo>
                    <a:pt x="108973" y="0"/>
                  </a:lnTo>
                  <a:lnTo>
                    <a:pt x="100901" y="2522"/>
                  </a:lnTo>
                  <a:lnTo>
                    <a:pt x="74430" y="43687"/>
                  </a:lnTo>
                  <a:lnTo>
                    <a:pt x="64072" y="98883"/>
                  </a:lnTo>
                  <a:lnTo>
                    <a:pt x="62842" y="121893"/>
                  </a:lnTo>
                  <a:lnTo>
                    <a:pt x="62937" y="146748"/>
                  </a:lnTo>
                  <a:lnTo>
                    <a:pt x="67099" y="200289"/>
                  </a:lnTo>
                  <a:lnTo>
                    <a:pt x="76180" y="256226"/>
                  </a:lnTo>
                  <a:lnTo>
                    <a:pt x="88288" y="311785"/>
                  </a:lnTo>
                  <a:lnTo>
                    <a:pt x="101216" y="365137"/>
                  </a:lnTo>
                  <a:lnTo>
                    <a:pt x="107373" y="391387"/>
                  </a:lnTo>
                  <a:lnTo>
                    <a:pt x="117920" y="444195"/>
                  </a:lnTo>
                  <a:lnTo>
                    <a:pt x="125283" y="493148"/>
                  </a:lnTo>
                  <a:lnTo>
                    <a:pt x="129658" y="540453"/>
                  </a:lnTo>
                  <a:lnTo>
                    <a:pt x="129484" y="549408"/>
                  </a:lnTo>
                  <a:lnTo>
                    <a:pt x="115752" y="574807"/>
                  </a:lnTo>
                  <a:lnTo>
                    <a:pt x="110613" y="574381"/>
                  </a:lnTo>
                  <a:lnTo>
                    <a:pt x="64892" y="551552"/>
                  </a:lnTo>
                  <a:lnTo>
                    <a:pt x="35315" y="527210"/>
                  </a:lnTo>
                  <a:lnTo>
                    <a:pt x="6936" y="479463"/>
                  </a:lnTo>
                  <a:lnTo>
                    <a:pt x="0" y="462128"/>
                  </a:lnTo>
                </a:path>
              </a:pathLst>
            </a:custGeom>
            <a:ln w="4079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4205429" y="3019480"/>
              <a:ext cx="71755" cy="15240"/>
            </a:xfrm>
            <a:custGeom>
              <a:avLst/>
              <a:gdLst/>
              <a:ahLst/>
              <a:cxnLst/>
              <a:rect l="l" t="t" r="r" b="b"/>
              <a:pathLst>
                <a:path w="71754" h="15239">
                  <a:moveTo>
                    <a:pt x="8072" y="15135"/>
                  </a:moveTo>
                  <a:lnTo>
                    <a:pt x="4036" y="10090"/>
                  </a:lnTo>
                  <a:lnTo>
                    <a:pt x="0" y="5045"/>
                  </a:lnTo>
                  <a:lnTo>
                    <a:pt x="2018" y="2522"/>
                  </a:lnTo>
                  <a:lnTo>
                    <a:pt x="4036" y="0"/>
                  </a:lnTo>
                  <a:lnTo>
                    <a:pt x="58846" y="0"/>
                  </a:lnTo>
                  <a:lnTo>
                    <a:pt x="71640" y="0"/>
                  </a:lnTo>
                </a:path>
              </a:pathLst>
            </a:custGeom>
            <a:ln w="4079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2" name="object 7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317211" y="2920379"/>
              <a:ext cx="140688" cy="169950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4493267" y="2926652"/>
              <a:ext cx="358775" cy="146685"/>
            </a:xfrm>
            <a:custGeom>
              <a:avLst/>
              <a:gdLst/>
              <a:ahLst/>
              <a:cxnLst/>
              <a:rect l="l" t="t" r="r" b="b"/>
              <a:pathLst>
                <a:path w="358775" h="146685">
                  <a:moveTo>
                    <a:pt x="32020" y="41369"/>
                  </a:moveTo>
                  <a:lnTo>
                    <a:pt x="31011" y="36324"/>
                  </a:lnTo>
                  <a:lnTo>
                    <a:pt x="30002" y="31279"/>
                  </a:lnTo>
                  <a:lnTo>
                    <a:pt x="26975" y="28756"/>
                  </a:lnTo>
                  <a:lnTo>
                    <a:pt x="23948" y="26234"/>
                  </a:lnTo>
                  <a:lnTo>
                    <a:pt x="2144" y="67241"/>
                  </a:lnTo>
                  <a:lnTo>
                    <a:pt x="0" y="94248"/>
                  </a:lnTo>
                  <a:lnTo>
                    <a:pt x="1750" y="107207"/>
                  </a:lnTo>
                  <a:lnTo>
                    <a:pt x="32398" y="142649"/>
                  </a:lnTo>
                  <a:lnTo>
                    <a:pt x="54723" y="146307"/>
                  </a:lnTo>
                  <a:lnTo>
                    <a:pt x="64095" y="144218"/>
                  </a:lnTo>
                  <a:lnTo>
                    <a:pt x="85403" y="108618"/>
                  </a:lnTo>
                  <a:lnTo>
                    <a:pt x="86254" y="93901"/>
                  </a:lnTo>
                  <a:lnTo>
                    <a:pt x="84457" y="78521"/>
                  </a:lnTo>
                  <a:lnTo>
                    <a:pt x="60335" y="38216"/>
                  </a:lnTo>
                  <a:lnTo>
                    <a:pt x="23822" y="13621"/>
                  </a:lnTo>
                  <a:lnTo>
                    <a:pt x="14362" y="12108"/>
                  </a:lnTo>
                  <a:lnTo>
                    <a:pt x="8812" y="12108"/>
                  </a:lnTo>
                  <a:lnTo>
                    <a:pt x="3767" y="13117"/>
                  </a:lnTo>
                  <a:lnTo>
                    <a:pt x="4272" y="14126"/>
                  </a:lnTo>
                  <a:lnTo>
                    <a:pt x="4776" y="15135"/>
                  </a:lnTo>
                  <a:lnTo>
                    <a:pt x="10831" y="16144"/>
                  </a:lnTo>
                  <a:lnTo>
                    <a:pt x="27479" y="16144"/>
                  </a:lnTo>
                  <a:lnTo>
                    <a:pt x="41724" y="15978"/>
                  </a:lnTo>
                  <a:lnTo>
                    <a:pt x="58570" y="15576"/>
                  </a:lnTo>
                  <a:lnTo>
                    <a:pt x="76645" y="15080"/>
                  </a:lnTo>
                  <a:lnTo>
                    <a:pt x="94579" y="14630"/>
                  </a:lnTo>
                  <a:lnTo>
                    <a:pt x="138495" y="15198"/>
                  </a:lnTo>
                  <a:lnTo>
                    <a:pt x="167386" y="52279"/>
                  </a:lnTo>
                  <a:lnTo>
                    <a:pt x="168237" y="94847"/>
                  </a:lnTo>
                  <a:lnTo>
                    <a:pt x="166219" y="134199"/>
                  </a:lnTo>
                  <a:lnTo>
                    <a:pt x="165210" y="133694"/>
                  </a:lnTo>
                  <a:lnTo>
                    <a:pt x="166353" y="94618"/>
                  </a:lnTo>
                  <a:lnTo>
                    <a:pt x="179336" y="48432"/>
                  </a:lnTo>
                  <a:lnTo>
                    <a:pt x="204238" y="18848"/>
                  </a:lnTo>
                  <a:lnTo>
                    <a:pt x="242273" y="21756"/>
                  </a:lnTo>
                  <a:lnTo>
                    <a:pt x="257030" y="70063"/>
                  </a:lnTo>
                  <a:lnTo>
                    <a:pt x="261066" y="115027"/>
                  </a:lnTo>
                  <a:lnTo>
                    <a:pt x="270289" y="65428"/>
                  </a:lnTo>
                  <a:lnTo>
                    <a:pt x="292409" y="26045"/>
                  </a:lnTo>
                  <a:lnTo>
                    <a:pt x="323625" y="0"/>
                  </a:lnTo>
                  <a:lnTo>
                    <a:pt x="328166" y="1009"/>
                  </a:lnTo>
                  <a:lnTo>
                    <a:pt x="349607" y="38847"/>
                  </a:lnTo>
                  <a:lnTo>
                    <a:pt x="358499" y="84315"/>
                  </a:lnTo>
                  <a:lnTo>
                    <a:pt x="358681" y="92238"/>
                  </a:lnTo>
                  <a:lnTo>
                    <a:pt x="358436" y="98883"/>
                  </a:lnTo>
                  <a:lnTo>
                    <a:pt x="353896" y="115027"/>
                  </a:lnTo>
                  <a:lnTo>
                    <a:pt x="352886" y="114018"/>
                  </a:lnTo>
                </a:path>
              </a:pathLst>
            </a:custGeom>
            <a:ln w="4079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4" name="object 7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864230" y="2803333"/>
              <a:ext cx="1529093" cy="1339398"/>
            </a:xfrm>
            <a:prstGeom prst="rect">
              <a:avLst/>
            </a:prstGeom>
          </p:spPr>
        </p:pic>
      </p:grpSp>
      <p:grpSp>
        <p:nvGrpSpPr>
          <p:cNvPr id="75" name="object 75"/>
          <p:cNvGrpSpPr/>
          <p:nvPr/>
        </p:nvGrpSpPr>
        <p:grpSpPr>
          <a:xfrm>
            <a:off x="5622767" y="2839177"/>
            <a:ext cx="594360" cy="204470"/>
            <a:chOff x="5622767" y="2839177"/>
            <a:chExt cx="594360" cy="204470"/>
          </a:xfrm>
        </p:grpSpPr>
        <p:sp>
          <p:nvSpPr>
            <p:cNvPr id="76" name="object 76"/>
            <p:cNvSpPr/>
            <p:nvPr/>
          </p:nvSpPr>
          <p:spPr>
            <a:xfrm>
              <a:off x="5643165" y="2863084"/>
              <a:ext cx="323215" cy="160020"/>
            </a:xfrm>
            <a:custGeom>
              <a:avLst/>
              <a:gdLst/>
              <a:ahLst/>
              <a:cxnLst/>
              <a:rect l="l" t="t" r="r" b="b"/>
              <a:pathLst>
                <a:path w="323214" h="160019">
                  <a:moveTo>
                    <a:pt x="71750" y="26234"/>
                  </a:moveTo>
                  <a:lnTo>
                    <a:pt x="70741" y="18162"/>
                  </a:lnTo>
                  <a:lnTo>
                    <a:pt x="69732" y="10090"/>
                  </a:lnTo>
                  <a:lnTo>
                    <a:pt x="66705" y="5549"/>
                  </a:lnTo>
                  <a:lnTo>
                    <a:pt x="63678" y="1008"/>
                  </a:lnTo>
                  <a:lnTo>
                    <a:pt x="29434" y="23396"/>
                  </a:lnTo>
                  <a:lnTo>
                    <a:pt x="4824" y="66303"/>
                  </a:lnTo>
                  <a:lnTo>
                    <a:pt x="0" y="100531"/>
                  </a:lnTo>
                  <a:lnTo>
                    <a:pt x="2128" y="116036"/>
                  </a:lnTo>
                  <a:lnTo>
                    <a:pt x="25185" y="147891"/>
                  </a:lnTo>
                  <a:lnTo>
                    <a:pt x="57939" y="159550"/>
                  </a:lnTo>
                  <a:lnTo>
                    <a:pt x="68636" y="159266"/>
                  </a:lnTo>
                  <a:lnTo>
                    <a:pt x="104070" y="137746"/>
                  </a:lnTo>
                  <a:lnTo>
                    <a:pt x="118109" y="89613"/>
                  </a:lnTo>
                  <a:lnTo>
                    <a:pt x="116651" y="76180"/>
                  </a:lnTo>
                  <a:lnTo>
                    <a:pt x="99553" y="40494"/>
                  </a:lnTo>
                  <a:lnTo>
                    <a:pt x="63039" y="13968"/>
                  </a:lnTo>
                  <a:lnTo>
                    <a:pt x="25335" y="16648"/>
                  </a:lnTo>
                  <a:lnTo>
                    <a:pt x="25335" y="19171"/>
                  </a:lnTo>
                  <a:lnTo>
                    <a:pt x="30380" y="21189"/>
                  </a:lnTo>
                  <a:lnTo>
                    <a:pt x="45011" y="20684"/>
                  </a:lnTo>
                  <a:lnTo>
                    <a:pt x="57679" y="19872"/>
                  </a:lnTo>
                  <a:lnTo>
                    <a:pt x="73326" y="18351"/>
                  </a:lnTo>
                  <a:lnTo>
                    <a:pt x="91339" y="16357"/>
                  </a:lnTo>
                  <a:lnTo>
                    <a:pt x="111101" y="14126"/>
                  </a:lnTo>
                  <a:lnTo>
                    <a:pt x="131857" y="11879"/>
                  </a:lnTo>
                  <a:lnTo>
                    <a:pt x="170909" y="7953"/>
                  </a:lnTo>
                  <a:lnTo>
                    <a:pt x="204751" y="5486"/>
                  </a:lnTo>
                  <a:lnTo>
                    <a:pt x="209614" y="5920"/>
                  </a:lnTo>
                  <a:lnTo>
                    <a:pt x="224174" y="51333"/>
                  </a:lnTo>
                  <a:lnTo>
                    <a:pt x="224292" y="66389"/>
                  </a:lnTo>
                  <a:lnTo>
                    <a:pt x="223607" y="81730"/>
                  </a:lnTo>
                  <a:lnTo>
                    <a:pt x="217221" y="122240"/>
                  </a:lnTo>
                  <a:lnTo>
                    <a:pt x="205949" y="152865"/>
                  </a:lnTo>
                  <a:lnTo>
                    <a:pt x="203931" y="153370"/>
                  </a:lnTo>
                  <a:lnTo>
                    <a:pt x="202922" y="147316"/>
                  </a:lnTo>
                  <a:lnTo>
                    <a:pt x="203426" y="133694"/>
                  </a:lnTo>
                  <a:lnTo>
                    <a:pt x="204159" y="122169"/>
                  </a:lnTo>
                  <a:lnTo>
                    <a:pt x="214021" y="77189"/>
                  </a:lnTo>
                  <a:lnTo>
                    <a:pt x="239207" y="32209"/>
                  </a:lnTo>
                  <a:lnTo>
                    <a:pt x="266931" y="12108"/>
                  </a:lnTo>
                  <a:lnTo>
                    <a:pt x="275721" y="13038"/>
                  </a:lnTo>
                  <a:lnTo>
                    <a:pt x="310406" y="51002"/>
                  </a:lnTo>
                  <a:lnTo>
                    <a:pt x="322049" y="102604"/>
                  </a:lnTo>
                  <a:lnTo>
                    <a:pt x="322466" y="119245"/>
                  </a:lnTo>
                  <a:lnTo>
                    <a:pt x="321986" y="133189"/>
                  </a:lnTo>
                  <a:lnTo>
                    <a:pt x="320977" y="149334"/>
                  </a:lnTo>
                  <a:lnTo>
                    <a:pt x="318958" y="154379"/>
                  </a:lnTo>
                  <a:lnTo>
                    <a:pt x="320977" y="149334"/>
                  </a:lnTo>
                  <a:lnTo>
                    <a:pt x="322995" y="144289"/>
                  </a:lnTo>
                </a:path>
              </a:pathLst>
            </a:custGeom>
            <a:ln w="4079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7" name="object 7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009645" y="2839177"/>
              <a:ext cx="206968" cy="194710"/>
            </a:xfrm>
            <a:prstGeom prst="rect">
              <a:avLst/>
            </a:prstGeom>
          </p:spPr>
        </p:pic>
      </p:grpSp>
      <p:grpSp>
        <p:nvGrpSpPr>
          <p:cNvPr id="78" name="object 78"/>
          <p:cNvGrpSpPr/>
          <p:nvPr/>
        </p:nvGrpSpPr>
        <p:grpSpPr>
          <a:xfrm>
            <a:off x="1013311" y="3665024"/>
            <a:ext cx="239395" cy="231775"/>
            <a:chOff x="1013311" y="3665024"/>
            <a:chExt cx="239395" cy="231775"/>
          </a:xfrm>
        </p:grpSpPr>
        <p:pic>
          <p:nvPicPr>
            <p:cNvPr id="79" name="object 7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13311" y="3665024"/>
              <a:ext cx="166300" cy="231507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1228835" y="3779269"/>
              <a:ext cx="3175" cy="9525"/>
            </a:xfrm>
            <a:custGeom>
              <a:avLst/>
              <a:gdLst/>
              <a:ahLst/>
              <a:cxnLst/>
              <a:rect l="l" t="t" r="r" b="b"/>
              <a:pathLst>
                <a:path w="3175" h="9525">
                  <a:moveTo>
                    <a:pt x="3027" y="9081"/>
                  </a:moveTo>
                  <a:lnTo>
                    <a:pt x="2018" y="6054"/>
                  </a:lnTo>
                  <a:lnTo>
                    <a:pt x="1009" y="3027"/>
                  </a:lnTo>
                  <a:lnTo>
                    <a:pt x="0" y="0"/>
                  </a:lnTo>
                </a:path>
              </a:pathLst>
            </a:custGeom>
            <a:ln w="40796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1" name="object 81"/>
          <p:cNvGrpSpPr/>
          <p:nvPr/>
        </p:nvGrpSpPr>
        <p:grpSpPr>
          <a:xfrm>
            <a:off x="1378960" y="3638704"/>
            <a:ext cx="273050" cy="307340"/>
            <a:chOff x="1378960" y="3638704"/>
            <a:chExt cx="273050" cy="307340"/>
          </a:xfrm>
        </p:grpSpPr>
        <p:sp>
          <p:nvSpPr>
            <p:cNvPr id="82" name="object 82"/>
            <p:cNvSpPr/>
            <p:nvPr/>
          </p:nvSpPr>
          <p:spPr>
            <a:xfrm>
              <a:off x="1399358" y="3659102"/>
              <a:ext cx="142875" cy="266700"/>
            </a:xfrm>
            <a:custGeom>
              <a:avLst/>
              <a:gdLst/>
              <a:ahLst/>
              <a:cxnLst/>
              <a:rect l="l" t="t" r="r" b="b"/>
              <a:pathLst>
                <a:path w="142875" h="266700">
                  <a:moveTo>
                    <a:pt x="98883" y="35410"/>
                  </a:moveTo>
                  <a:lnTo>
                    <a:pt x="98883" y="27338"/>
                  </a:lnTo>
                  <a:lnTo>
                    <a:pt x="98883" y="19265"/>
                  </a:lnTo>
                  <a:lnTo>
                    <a:pt x="97874" y="17752"/>
                  </a:lnTo>
                  <a:lnTo>
                    <a:pt x="80642" y="57269"/>
                  </a:lnTo>
                  <a:lnTo>
                    <a:pt x="72396" y="78104"/>
                  </a:lnTo>
                  <a:lnTo>
                    <a:pt x="52973" y="126726"/>
                  </a:lnTo>
                  <a:lnTo>
                    <a:pt x="32919" y="176104"/>
                  </a:lnTo>
                  <a:lnTo>
                    <a:pt x="24027" y="197885"/>
                  </a:lnTo>
                  <a:lnTo>
                    <a:pt x="16648" y="216023"/>
                  </a:lnTo>
                  <a:lnTo>
                    <a:pt x="3027" y="252348"/>
                  </a:lnTo>
                  <a:lnTo>
                    <a:pt x="0" y="265465"/>
                  </a:lnTo>
                  <a:lnTo>
                    <a:pt x="504" y="265969"/>
                  </a:lnTo>
                  <a:lnTo>
                    <a:pt x="1009" y="266474"/>
                  </a:lnTo>
                  <a:lnTo>
                    <a:pt x="3027" y="261429"/>
                  </a:lnTo>
                  <a:lnTo>
                    <a:pt x="22324" y="210663"/>
                  </a:lnTo>
                  <a:lnTo>
                    <a:pt x="38847" y="166077"/>
                  </a:lnTo>
                  <a:lnTo>
                    <a:pt x="47605" y="141955"/>
                  </a:lnTo>
                  <a:lnTo>
                    <a:pt x="56315" y="118023"/>
                  </a:lnTo>
                  <a:lnTo>
                    <a:pt x="72649" y="75266"/>
                  </a:lnTo>
                  <a:lnTo>
                    <a:pt x="92372" y="33053"/>
                  </a:lnTo>
                  <a:lnTo>
                    <a:pt x="114018" y="94"/>
                  </a:lnTo>
                  <a:lnTo>
                    <a:pt x="115784" y="0"/>
                  </a:lnTo>
                  <a:lnTo>
                    <a:pt x="116793" y="3121"/>
                  </a:lnTo>
                  <a:lnTo>
                    <a:pt x="117424" y="10027"/>
                  </a:lnTo>
                  <a:lnTo>
                    <a:pt x="118054" y="21283"/>
                  </a:lnTo>
                  <a:lnTo>
                    <a:pt x="119008" y="37199"/>
                  </a:lnTo>
                  <a:lnTo>
                    <a:pt x="122240" y="79814"/>
                  </a:lnTo>
                  <a:lnTo>
                    <a:pt x="127482" y="130076"/>
                  </a:lnTo>
                  <a:lnTo>
                    <a:pt x="133410" y="177389"/>
                  </a:lnTo>
                  <a:lnTo>
                    <a:pt x="135712" y="195843"/>
                  </a:lnTo>
                  <a:lnTo>
                    <a:pt x="137186" y="209149"/>
                  </a:lnTo>
                  <a:lnTo>
                    <a:pt x="138045" y="218294"/>
                  </a:lnTo>
                  <a:lnTo>
                    <a:pt x="138621" y="224789"/>
                  </a:lnTo>
                  <a:lnTo>
                    <a:pt x="139244" y="230150"/>
                  </a:lnTo>
                  <a:lnTo>
                    <a:pt x="140253" y="237213"/>
                  </a:lnTo>
                  <a:lnTo>
                    <a:pt x="142271" y="245285"/>
                  </a:lnTo>
                  <a:lnTo>
                    <a:pt x="140253" y="237213"/>
                  </a:lnTo>
                  <a:lnTo>
                    <a:pt x="138235" y="229140"/>
                  </a:lnTo>
                </a:path>
              </a:pathLst>
            </a:custGeom>
            <a:ln w="40796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1452837" y="3824674"/>
              <a:ext cx="52069" cy="18415"/>
            </a:xfrm>
            <a:custGeom>
              <a:avLst/>
              <a:gdLst/>
              <a:ahLst/>
              <a:cxnLst/>
              <a:rect l="l" t="t" r="r" b="b"/>
              <a:pathLst>
                <a:path w="52069" h="18414">
                  <a:moveTo>
                    <a:pt x="6054" y="18162"/>
                  </a:moveTo>
                  <a:lnTo>
                    <a:pt x="3027" y="14126"/>
                  </a:lnTo>
                  <a:lnTo>
                    <a:pt x="0" y="10090"/>
                  </a:lnTo>
                  <a:lnTo>
                    <a:pt x="1009" y="7567"/>
                  </a:lnTo>
                  <a:lnTo>
                    <a:pt x="41684" y="756"/>
                  </a:lnTo>
                  <a:lnTo>
                    <a:pt x="51459" y="0"/>
                  </a:lnTo>
                </a:path>
              </a:pathLst>
            </a:custGeom>
            <a:ln w="40796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1614279" y="3684421"/>
              <a:ext cx="17780" cy="196215"/>
            </a:xfrm>
            <a:custGeom>
              <a:avLst/>
              <a:gdLst/>
              <a:ahLst/>
              <a:cxnLst/>
              <a:rect l="l" t="t" r="r" b="b"/>
              <a:pathLst>
                <a:path w="17780" h="196214">
                  <a:moveTo>
                    <a:pt x="8072" y="16144"/>
                  </a:moveTo>
                  <a:lnTo>
                    <a:pt x="6054" y="9081"/>
                  </a:lnTo>
                  <a:lnTo>
                    <a:pt x="4036" y="2017"/>
                  </a:lnTo>
                  <a:lnTo>
                    <a:pt x="2522" y="1008"/>
                  </a:lnTo>
                  <a:lnTo>
                    <a:pt x="1009" y="0"/>
                  </a:lnTo>
                  <a:lnTo>
                    <a:pt x="0" y="5045"/>
                  </a:lnTo>
                  <a:lnTo>
                    <a:pt x="504" y="23207"/>
                  </a:lnTo>
                  <a:lnTo>
                    <a:pt x="3555" y="78971"/>
                  </a:lnTo>
                  <a:lnTo>
                    <a:pt x="6542" y="119521"/>
                  </a:lnTo>
                  <a:lnTo>
                    <a:pt x="7945" y="137352"/>
                  </a:lnTo>
                  <a:lnTo>
                    <a:pt x="9159" y="153102"/>
                  </a:lnTo>
                  <a:lnTo>
                    <a:pt x="10090" y="166487"/>
                  </a:lnTo>
                  <a:lnTo>
                    <a:pt x="10681" y="177271"/>
                  </a:lnTo>
                  <a:lnTo>
                    <a:pt x="11036" y="185406"/>
                  </a:lnTo>
                  <a:lnTo>
                    <a:pt x="11296" y="190892"/>
                  </a:lnTo>
                  <a:lnTo>
                    <a:pt x="11603" y="193730"/>
                  </a:lnTo>
                  <a:lnTo>
                    <a:pt x="12108" y="195748"/>
                  </a:lnTo>
                  <a:lnTo>
                    <a:pt x="13117" y="190703"/>
                  </a:lnTo>
                  <a:lnTo>
                    <a:pt x="14126" y="187172"/>
                  </a:lnTo>
                  <a:lnTo>
                    <a:pt x="15135" y="183640"/>
                  </a:lnTo>
                  <a:lnTo>
                    <a:pt x="16144" y="181622"/>
                  </a:lnTo>
                  <a:lnTo>
                    <a:pt x="17153" y="179604"/>
                  </a:lnTo>
                </a:path>
              </a:pathLst>
            </a:custGeom>
            <a:ln w="40796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5" name="object 85"/>
          <p:cNvGrpSpPr/>
          <p:nvPr/>
        </p:nvGrpSpPr>
        <p:grpSpPr>
          <a:xfrm>
            <a:off x="1846134" y="3596419"/>
            <a:ext cx="954405" cy="660400"/>
            <a:chOff x="1846134" y="3596419"/>
            <a:chExt cx="954405" cy="660400"/>
          </a:xfrm>
        </p:grpSpPr>
        <p:sp>
          <p:nvSpPr>
            <p:cNvPr id="86" name="object 86"/>
            <p:cNvSpPr/>
            <p:nvPr/>
          </p:nvSpPr>
          <p:spPr>
            <a:xfrm>
              <a:off x="1866532" y="3652133"/>
              <a:ext cx="164465" cy="267970"/>
            </a:xfrm>
            <a:custGeom>
              <a:avLst/>
              <a:gdLst/>
              <a:ahLst/>
              <a:cxnLst/>
              <a:rect l="l" t="t" r="r" b="b"/>
              <a:pathLst>
                <a:path w="164464" h="267970">
                  <a:moveTo>
                    <a:pt x="122090" y="33297"/>
                  </a:moveTo>
                  <a:lnTo>
                    <a:pt x="121081" y="28252"/>
                  </a:lnTo>
                  <a:lnTo>
                    <a:pt x="120072" y="23207"/>
                  </a:lnTo>
                  <a:lnTo>
                    <a:pt x="119063" y="18162"/>
                  </a:lnTo>
                  <a:lnTo>
                    <a:pt x="118054" y="13117"/>
                  </a:lnTo>
                  <a:lnTo>
                    <a:pt x="117045" y="8072"/>
                  </a:lnTo>
                  <a:lnTo>
                    <a:pt x="115027" y="8576"/>
                  </a:lnTo>
                  <a:lnTo>
                    <a:pt x="113261" y="10137"/>
                  </a:lnTo>
                  <a:lnTo>
                    <a:pt x="94973" y="53824"/>
                  </a:lnTo>
                  <a:lnTo>
                    <a:pt x="86522" y="75802"/>
                  </a:lnTo>
                  <a:lnTo>
                    <a:pt x="76937" y="100239"/>
                  </a:lnTo>
                  <a:lnTo>
                    <a:pt x="55897" y="150540"/>
                  </a:lnTo>
                  <a:lnTo>
                    <a:pt x="35449" y="195078"/>
                  </a:lnTo>
                  <a:lnTo>
                    <a:pt x="13937" y="237433"/>
                  </a:lnTo>
                  <a:lnTo>
                    <a:pt x="9498" y="245466"/>
                  </a:lnTo>
                  <a:lnTo>
                    <a:pt x="6054" y="251749"/>
                  </a:lnTo>
                  <a:lnTo>
                    <a:pt x="2018" y="259316"/>
                  </a:lnTo>
                  <a:lnTo>
                    <a:pt x="0" y="264361"/>
                  </a:lnTo>
                  <a:lnTo>
                    <a:pt x="504" y="264361"/>
                  </a:lnTo>
                  <a:lnTo>
                    <a:pt x="22899" y="227170"/>
                  </a:lnTo>
                  <a:lnTo>
                    <a:pt x="45555" y="186967"/>
                  </a:lnTo>
                  <a:lnTo>
                    <a:pt x="70355" y="138873"/>
                  </a:lnTo>
                  <a:lnTo>
                    <a:pt x="93136" y="91024"/>
                  </a:lnTo>
                  <a:lnTo>
                    <a:pt x="102919" y="70126"/>
                  </a:lnTo>
                  <a:lnTo>
                    <a:pt x="111275" y="52555"/>
                  </a:lnTo>
                  <a:lnTo>
                    <a:pt x="129153" y="17153"/>
                  </a:lnTo>
                  <a:lnTo>
                    <a:pt x="139244" y="0"/>
                  </a:lnTo>
                  <a:lnTo>
                    <a:pt x="141262" y="1009"/>
                  </a:lnTo>
                  <a:lnTo>
                    <a:pt x="142436" y="3208"/>
                  </a:lnTo>
                  <a:lnTo>
                    <a:pt x="143090" y="8765"/>
                  </a:lnTo>
                  <a:lnTo>
                    <a:pt x="143461" y="18390"/>
                  </a:lnTo>
                  <a:lnTo>
                    <a:pt x="143784" y="32793"/>
                  </a:lnTo>
                  <a:lnTo>
                    <a:pt x="144257" y="52271"/>
                  </a:lnTo>
                  <a:lnTo>
                    <a:pt x="145771" y="100688"/>
                  </a:lnTo>
                  <a:lnTo>
                    <a:pt x="148025" y="150272"/>
                  </a:lnTo>
                  <a:lnTo>
                    <a:pt x="150642" y="192319"/>
                  </a:lnTo>
                  <a:lnTo>
                    <a:pt x="153874" y="234659"/>
                  </a:lnTo>
                  <a:lnTo>
                    <a:pt x="160937" y="266884"/>
                  </a:lnTo>
                  <a:lnTo>
                    <a:pt x="162451" y="267388"/>
                  </a:lnTo>
                  <a:lnTo>
                    <a:pt x="163460" y="262343"/>
                  </a:lnTo>
                  <a:lnTo>
                    <a:pt x="163964" y="255280"/>
                  </a:lnTo>
                  <a:lnTo>
                    <a:pt x="164469" y="248217"/>
                  </a:lnTo>
                  <a:lnTo>
                    <a:pt x="164469" y="239136"/>
                  </a:lnTo>
                  <a:lnTo>
                    <a:pt x="164469" y="230055"/>
                  </a:lnTo>
                </a:path>
              </a:pathLst>
            </a:custGeom>
            <a:ln w="40796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1943218" y="3833756"/>
              <a:ext cx="57785" cy="12700"/>
            </a:xfrm>
            <a:custGeom>
              <a:avLst/>
              <a:gdLst/>
              <a:ahLst/>
              <a:cxnLst/>
              <a:rect l="l" t="t" r="r" b="b"/>
              <a:pathLst>
                <a:path w="57785" h="12700">
                  <a:moveTo>
                    <a:pt x="0" y="12108"/>
                  </a:moveTo>
                  <a:lnTo>
                    <a:pt x="3027" y="8072"/>
                  </a:lnTo>
                  <a:lnTo>
                    <a:pt x="6054" y="4036"/>
                  </a:lnTo>
                  <a:lnTo>
                    <a:pt x="15639" y="2018"/>
                  </a:lnTo>
                  <a:lnTo>
                    <a:pt x="23956" y="851"/>
                  </a:lnTo>
                  <a:lnTo>
                    <a:pt x="34117" y="252"/>
                  </a:lnTo>
                  <a:lnTo>
                    <a:pt x="45508" y="31"/>
                  </a:lnTo>
                  <a:lnTo>
                    <a:pt x="57513" y="0"/>
                  </a:lnTo>
                </a:path>
              </a:pathLst>
            </a:custGeom>
            <a:ln w="40796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2092946" y="3763125"/>
              <a:ext cx="149860" cy="473709"/>
            </a:xfrm>
            <a:custGeom>
              <a:avLst/>
              <a:gdLst/>
              <a:ahLst/>
              <a:cxnLst/>
              <a:rect l="l" t="t" r="r" b="b"/>
              <a:pathLst>
                <a:path w="149860" h="473710">
                  <a:moveTo>
                    <a:pt x="101516" y="49441"/>
                  </a:moveTo>
                  <a:lnTo>
                    <a:pt x="93696" y="8087"/>
                  </a:lnTo>
                  <a:lnTo>
                    <a:pt x="73264" y="0"/>
                  </a:lnTo>
                  <a:lnTo>
                    <a:pt x="63520" y="1040"/>
                  </a:lnTo>
                  <a:lnTo>
                    <a:pt x="30885" y="21189"/>
                  </a:lnTo>
                  <a:lnTo>
                    <a:pt x="5273" y="68155"/>
                  </a:lnTo>
                  <a:lnTo>
                    <a:pt x="0" y="96668"/>
                  </a:lnTo>
                  <a:lnTo>
                    <a:pt x="1623" y="106892"/>
                  </a:lnTo>
                  <a:lnTo>
                    <a:pt x="35827" y="126820"/>
                  </a:lnTo>
                  <a:lnTo>
                    <a:pt x="78017" y="103755"/>
                  </a:lnTo>
                  <a:lnTo>
                    <a:pt x="98867" y="64955"/>
                  </a:lnTo>
                  <a:lnTo>
                    <a:pt x="105552" y="26234"/>
                  </a:lnTo>
                  <a:lnTo>
                    <a:pt x="93136" y="66894"/>
                  </a:lnTo>
                  <a:lnTo>
                    <a:pt x="94161" y="110818"/>
                  </a:lnTo>
                  <a:lnTo>
                    <a:pt x="100184" y="161292"/>
                  </a:lnTo>
                  <a:lnTo>
                    <a:pt x="110447" y="212831"/>
                  </a:lnTo>
                  <a:lnTo>
                    <a:pt x="121712" y="262785"/>
                  </a:lnTo>
                  <a:lnTo>
                    <a:pt x="126994" y="287064"/>
                  </a:lnTo>
                  <a:lnTo>
                    <a:pt x="136327" y="336001"/>
                  </a:lnTo>
                  <a:lnTo>
                    <a:pt x="143453" y="385380"/>
                  </a:lnTo>
                  <a:lnTo>
                    <a:pt x="147931" y="425299"/>
                  </a:lnTo>
                  <a:lnTo>
                    <a:pt x="149570" y="447119"/>
                  </a:lnTo>
                  <a:lnTo>
                    <a:pt x="149491" y="453110"/>
                  </a:lnTo>
                  <a:lnTo>
                    <a:pt x="148940" y="457588"/>
                  </a:lnTo>
                  <a:lnTo>
                    <a:pt x="147931" y="463137"/>
                  </a:lnTo>
                  <a:lnTo>
                    <a:pt x="145912" y="468182"/>
                  </a:lnTo>
                  <a:lnTo>
                    <a:pt x="142381" y="470705"/>
                  </a:lnTo>
                  <a:lnTo>
                    <a:pt x="138849" y="473227"/>
                  </a:lnTo>
                  <a:lnTo>
                    <a:pt x="133804" y="473227"/>
                  </a:lnTo>
                  <a:lnTo>
                    <a:pt x="123714" y="464651"/>
                  </a:lnTo>
                  <a:lnTo>
                    <a:pt x="95690" y="430455"/>
                  </a:lnTo>
                  <a:lnTo>
                    <a:pt x="76945" y="390607"/>
                  </a:lnTo>
                  <a:lnTo>
                    <a:pt x="63244" y="343293"/>
                  </a:lnTo>
                  <a:lnTo>
                    <a:pt x="57206" y="301119"/>
                  </a:lnTo>
                  <a:lnTo>
                    <a:pt x="57308" y="283974"/>
                  </a:lnTo>
                  <a:lnTo>
                    <a:pt x="67438" y="243905"/>
                  </a:lnTo>
                  <a:lnTo>
                    <a:pt x="79625" y="222795"/>
                  </a:lnTo>
                  <a:lnTo>
                    <a:pt x="86381" y="212902"/>
                  </a:lnTo>
                </a:path>
              </a:pathLst>
            </a:custGeom>
            <a:ln w="40796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2281742" y="3616817"/>
              <a:ext cx="498475" cy="269240"/>
            </a:xfrm>
            <a:custGeom>
              <a:avLst/>
              <a:gdLst/>
              <a:ahLst/>
              <a:cxnLst/>
              <a:rect l="l" t="t" r="r" b="b"/>
              <a:pathLst>
                <a:path w="498475" h="269239">
                  <a:moveTo>
                    <a:pt x="15639" y="238127"/>
                  </a:moveTo>
                  <a:lnTo>
                    <a:pt x="54486" y="209875"/>
                  </a:lnTo>
                  <a:lnTo>
                    <a:pt x="71135" y="168505"/>
                  </a:lnTo>
                  <a:lnTo>
                    <a:pt x="43230" y="137446"/>
                  </a:lnTo>
                  <a:lnTo>
                    <a:pt x="6243" y="157974"/>
                  </a:lnTo>
                  <a:lnTo>
                    <a:pt x="0" y="183136"/>
                  </a:lnTo>
                  <a:lnTo>
                    <a:pt x="1158" y="198713"/>
                  </a:lnTo>
                  <a:lnTo>
                    <a:pt x="19675" y="244686"/>
                  </a:lnTo>
                  <a:lnTo>
                    <a:pt x="53517" y="267672"/>
                  </a:lnTo>
                  <a:lnTo>
                    <a:pt x="67604" y="268902"/>
                  </a:lnTo>
                  <a:lnTo>
                    <a:pt x="82881" y="266955"/>
                  </a:lnTo>
                  <a:lnTo>
                    <a:pt x="128144" y="244181"/>
                  </a:lnTo>
                  <a:lnTo>
                    <a:pt x="158509" y="203529"/>
                  </a:lnTo>
                  <a:lnTo>
                    <a:pt x="170523" y="163460"/>
                  </a:lnTo>
                  <a:lnTo>
                    <a:pt x="171138" y="152723"/>
                  </a:lnTo>
                  <a:lnTo>
                    <a:pt x="170523" y="143784"/>
                  </a:lnTo>
                  <a:lnTo>
                    <a:pt x="169009" y="133189"/>
                  </a:lnTo>
                  <a:lnTo>
                    <a:pt x="164973" y="128144"/>
                  </a:lnTo>
                  <a:lnTo>
                    <a:pt x="162451" y="128144"/>
                  </a:lnTo>
                  <a:lnTo>
                    <a:pt x="159928" y="128144"/>
                  </a:lnTo>
                  <a:lnTo>
                    <a:pt x="158919" y="133189"/>
                  </a:lnTo>
                  <a:lnTo>
                    <a:pt x="159928" y="150343"/>
                  </a:lnTo>
                  <a:lnTo>
                    <a:pt x="161008" y="165100"/>
                  </a:lnTo>
                  <a:lnTo>
                    <a:pt x="162514" y="182127"/>
                  </a:lnTo>
                  <a:lnTo>
                    <a:pt x="164114" y="199154"/>
                  </a:lnTo>
                  <a:lnTo>
                    <a:pt x="165478" y="213911"/>
                  </a:lnTo>
                  <a:lnTo>
                    <a:pt x="166361" y="224734"/>
                  </a:lnTo>
                  <a:lnTo>
                    <a:pt x="166865" y="232388"/>
                  </a:lnTo>
                  <a:lnTo>
                    <a:pt x="167181" y="238245"/>
                  </a:lnTo>
                  <a:lnTo>
                    <a:pt x="167496" y="243677"/>
                  </a:lnTo>
                  <a:lnTo>
                    <a:pt x="168001" y="251244"/>
                  </a:lnTo>
                  <a:lnTo>
                    <a:pt x="169010" y="261334"/>
                  </a:lnTo>
                  <a:lnTo>
                    <a:pt x="169514" y="263353"/>
                  </a:lnTo>
                  <a:lnTo>
                    <a:pt x="169869" y="263297"/>
                  </a:lnTo>
                  <a:lnTo>
                    <a:pt x="170460" y="259884"/>
                  </a:lnTo>
                  <a:lnTo>
                    <a:pt x="171713" y="252782"/>
                  </a:lnTo>
                  <a:lnTo>
                    <a:pt x="182694" y="209055"/>
                  </a:lnTo>
                  <a:lnTo>
                    <a:pt x="201235" y="161064"/>
                  </a:lnTo>
                  <a:lnTo>
                    <a:pt x="227532" y="131171"/>
                  </a:lnTo>
                  <a:lnTo>
                    <a:pt x="233587" y="130162"/>
                  </a:lnTo>
                  <a:lnTo>
                    <a:pt x="238632" y="131171"/>
                  </a:lnTo>
                  <a:lnTo>
                    <a:pt x="257614" y="169325"/>
                  </a:lnTo>
                  <a:lnTo>
                    <a:pt x="263991" y="209946"/>
                  </a:lnTo>
                  <a:lnTo>
                    <a:pt x="265307" y="222046"/>
                  </a:lnTo>
                  <a:lnTo>
                    <a:pt x="266529" y="232727"/>
                  </a:lnTo>
                  <a:lnTo>
                    <a:pt x="267893" y="241659"/>
                  </a:lnTo>
                  <a:lnTo>
                    <a:pt x="269911" y="252253"/>
                  </a:lnTo>
                  <a:lnTo>
                    <a:pt x="272938" y="257298"/>
                  </a:lnTo>
                  <a:lnTo>
                    <a:pt x="276470" y="261334"/>
                  </a:lnTo>
                  <a:lnTo>
                    <a:pt x="280001" y="265371"/>
                  </a:lnTo>
                  <a:lnTo>
                    <a:pt x="284037" y="268398"/>
                  </a:lnTo>
                  <a:lnTo>
                    <a:pt x="288578" y="267893"/>
                  </a:lnTo>
                  <a:lnTo>
                    <a:pt x="292117" y="266750"/>
                  </a:lnTo>
                  <a:lnTo>
                    <a:pt x="319731" y="220848"/>
                  </a:lnTo>
                  <a:lnTo>
                    <a:pt x="332470" y="179604"/>
                  </a:lnTo>
                  <a:lnTo>
                    <a:pt x="340290" y="129469"/>
                  </a:lnTo>
                  <a:lnTo>
                    <a:pt x="343569" y="81225"/>
                  </a:lnTo>
                  <a:lnTo>
                    <a:pt x="342860" y="31208"/>
                  </a:lnTo>
                  <a:lnTo>
                    <a:pt x="336506" y="0"/>
                  </a:lnTo>
                  <a:lnTo>
                    <a:pt x="334992" y="3027"/>
                  </a:lnTo>
                  <a:lnTo>
                    <a:pt x="337389" y="58641"/>
                  </a:lnTo>
                  <a:lnTo>
                    <a:pt x="343443" y="101382"/>
                  </a:lnTo>
                  <a:lnTo>
                    <a:pt x="352445" y="149460"/>
                  </a:lnTo>
                  <a:lnTo>
                    <a:pt x="362504" y="194361"/>
                  </a:lnTo>
                  <a:lnTo>
                    <a:pt x="372578" y="233145"/>
                  </a:lnTo>
                  <a:lnTo>
                    <a:pt x="388470" y="250235"/>
                  </a:lnTo>
                  <a:lnTo>
                    <a:pt x="393011" y="250235"/>
                  </a:lnTo>
                  <a:lnTo>
                    <a:pt x="419876" y="211325"/>
                  </a:lnTo>
                  <a:lnTo>
                    <a:pt x="440789" y="165809"/>
                  </a:lnTo>
                  <a:lnTo>
                    <a:pt x="454056" y="127640"/>
                  </a:lnTo>
                  <a:lnTo>
                    <a:pt x="457588" y="115027"/>
                  </a:lnTo>
                  <a:lnTo>
                    <a:pt x="457588" y="109982"/>
                  </a:lnTo>
                  <a:lnTo>
                    <a:pt x="457083" y="109982"/>
                  </a:lnTo>
                  <a:lnTo>
                    <a:pt x="456579" y="109982"/>
                  </a:lnTo>
                  <a:lnTo>
                    <a:pt x="455570" y="115027"/>
                  </a:lnTo>
                  <a:lnTo>
                    <a:pt x="456579" y="129153"/>
                  </a:lnTo>
                  <a:lnTo>
                    <a:pt x="457722" y="141214"/>
                  </a:lnTo>
                  <a:lnTo>
                    <a:pt x="466164" y="183640"/>
                  </a:lnTo>
                  <a:lnTo>
                    <a:pt x="486345" y="220469"/>
                  </a:lnTo>
                  <a:lnTo>
                    <a:pt x="497948" y="235100"/>
                  </a:lnTo>
                  <a:lnTo>
                    <a:pt x="497948" y="238632"/>
                  </a:lnTo>
                  <a:lnTo>
                    <a:pt x="497948" y="242163"/>
                  </a:lnTo>
                  <a:lnTo>
                    <a:pt x="492903" y="243172"/>
                  </a:lnTo>
                  <a:lnTo>
                    <a:pt x="481300" y="242668"/>
                  </a:lnTo>
                  <a:lnTo>
                    <a:pt x="471470" y="242029"/>
                  </a:lnTo>
                  <a:lnTo>
                    <a:pt x="459795" y="240965"/>
                  </a:lnTo>
                  <a:lnTo>
                    <a:pt x="446891" y="239617"/>
                  </a:lnTo>
                  <a:lnTo>
                    <a:pt x="433371" y="238127"/>
                  </a:lnTo>
                </a:path>
              </a:pathLst>
            </a:custGeom>
            <a:ln w="40796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0" name="object 9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519147" y="3640815"/>
              <a:ext cx="209301" cy="65012"/>
            </a:xfrm>
            <a:prstGeom prst="rect">
              <a:avLst/>
            </a:prstGeom>
          </p:spPr>
        </p:pic>
      </p:grpSp>
      <p:pic>
        <p:nvPicPr>
          <p:cNvPr id="91" name="object 91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445814" y="2764990"/>
            <a:ext cx="2163874" cy="1061060"/>
          </a:xfrm>
          <a:prstGeom prst="rect">
            <a:avLst/>
          </a:prstGeom>
        </p:spPr>
      </p:pic>
      <p:grpSp>
        <p:nvGrpSpPr>
          <p:cNvPr id="92" name="object 92"/>
          <p:cNvGrpSpPr/>
          <p:nvPr/>
        </p:nvGrpSpPr>
        <p:grpSpPr>
          <a:xfrm>
            <a:off x="6736829" y="3379481"/>
            <a:ext cx="739140" cy="327660"/>
            <a:chOff x="6736829" y="3379481"/>
            <a:chExt cx="739140" cy="327660"/>
          </a:xfrm>
        </p:grpSpPr>
        <p:sp>
          <p:nvSpPr>
            <p:cNvPr id="93" name="object 93"/>
            <p:cNvSpPr/>
            <p:nvPr/>
          </p:nvSpPr>
          <p:spPr>
            <a:xfrm>
              <a:off x="6819786" y="3399879"/>
              <a:ext cx="24765" cy="287020"/>
            </a:xfrm>
            <a:custGeom>
              <a:avLst/>
              <a:gdLst/>
              <a:ahLst/>
              <a:cxnLst/>
              <a:rect l="l" t="t" r="r" b="b"/>
              <a:pathLst>
                <a:path w="24765" h="287020">
                  <a:moveTo>
                    <a:pt x="0" y="19171"/>
                  </a:moveTo>
                  <a:lnTo>
                    <a:pt x="1009" y="10090"/>
                  </a:lnTo>
                  <a:lnTo>
                    <a:pt x="2018" y="1009"/>
                  </a:lnTo>
                  <a:lnTo>
                    <a:pt x="2522" y="0"/>
                  </a:lnTo>
                  <a:lnTo>
                    <a:pt x="2845" y="835"/>
                  </a:lnTo>
                  <a:lnTo>
                    <a:pt x="3216" y="5171"/>
                  </a:lnTo>
                  <a:lnTo>
                    <a:pt x="3870" y="13479"/>
                  </a:lnTo>
                  <a:lnTo>
                    <a:pt x="5045" y="26234"/>
                  </a:lnTo>
                  <a:lnTo>
                    <a:pt x="6889" y="43639"/>
                  </a:lnTo>
                  <a:lnTo>
                    <a:pt x="9207" y="64829"/>
                  </a:lnTo>
                  <a:lnTo>
                    <a:pt x="11713" y="88667"/>
                  </a:lnTo>
                  <a:lnTo>
                    <a:pt x="16207" y="139787"/>
                  </a:lnTo>
                  <a:lnTo>
                    <a:pt x="19234" y="188867"/>
                  </a:lnTo>
                  <a:lnTo>
                    <a:pt x="20763" y="228865"/>
                  </a:lnTo>
                  <a:lnTo>
                    <a:pt x="21189" y="267388"/>
                  </a:lnTo>
                  <a:lnTo>
                    <a:pt x="21189" y="279497"/>
                  </a:lnTo>
                  <a:lnTo>
                    <a:pt x="21189" y="285551"/>
                  </a:lnTo>
                  <a:lnTo>
                    <a:pt x="21693" y="286055"/>
                  </a:lnTo>
                  <a:lnTo>
                    <a:pt x="22198" y="286560"/>
                  </a:lnTo>
                  <a:lnTo>
                    <a:pt x="23207" y="281515"/>
                  </a:lnTo>
                  <a:lnTo>
                    <a:pt x="23711" y="275461"/>
                  </a:lnTo>
                  <a:lnTo>
                    <a:pt x="24216" y="269406"/>
                  </a:lnTo>
                  <a:lnTo>
                    <a:pt x="24216" y="262343"/>
                  </a:lnTo>
                  <a:lnTo>
                    <a:pt x="24216" y="255280"/>
                  </a:lnTo>
                </a:path>
              </a:pathLst>
            </a:custGeom>
            <a:ln w="40796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6757228" y="3405997"/>
              <a:ext cx="316865" cy="240665"/>
            </a:xfrm>
            <a:custGeom>
              <a:avLst/>
              <a:gdLst/>
              <a:ahLst/>
              <a:cxnLst/>
              <a:rect l="l" t="t" r="r" b="b"/>
              <a:pathLst>
                <a:path w="316865" h="240664">
                  <a:moveTo>
                    <a:pt x="8071" y="161379"/>
                  </a:moveTo>
                  <a:lnTo>
                    <a:pt x="4035" y="156334"/>
                  </a:lnTo>
                  <a:lnTo>
                    <a:pt x="0" y="151289"/>
                  </a:lnTo>
                  <a:lnTo>
                    <a:pt x="1009" y="148766"/>
                  </a:lnTo>
                  <a:lnTo>
                    <a:pt x="2900" y="147300"/>
                  </a:lnTo>
                  <a:lnTo>
                    <a:pt x="7819" y="146496"/>
                  </a:lnTo>
                  <a:lnTo>
                    <a:pt x="16901" y="146070"/>
                  </a:lnTo>
                  <a:lnTo>
                    <a:pt x="31279" y="145739"/>
                  </a:lnTo>
                  <a:lnTo>
                    <a:pt x="51467" y="145250"/>
                  </a:lnTo>
                  <a:lnTo>
                    <a:pt x="100736" y="143327"/>
                  </a:lnTo>
                  <a:lnTo>
                    <a:pt x="144990" y="139543"/>
                  </a:lnTo>
                  <a:lnTo>
                    <a:pt x="184649" y="130604"/>
                  </a:lnTo>
                  <a:lnTo>
                    <a:pt x="201172" y="96550"/>
                  </a:lnTo>
                  <a:lnTo>
                    <a:pt x="200289" y="85908"/>
                  </a:lnTo>
                  <a:lnTo>
                    <a:pt x="198271" y="73090"/>
                  </a:lnTo>
                  <a:lnTo>
                    <a:pt x="195070" y="58120"/>
                  </a:lnTo>
                  <a:lnTo>
                    <a:pt x="191208" y="42252"/>
                  </a:lnTo>
                  <a:lnTo>
                    <a:pt x="187345" y="27046"/>
                  </a:lnTo>
                  <a:lnTo>
                    <a:pt x="184145" y="14063"/>
                  </a:lnTo>
                  <a:lnTo>
                    <a:pt x="182119" y="4737"/>
                  </a:lnTo>
                  <a:lnTo>
                    <a:pt x="181181" y="0"/>
                  </a:lnTo>
                  <a:lnTo>
                    <a:pt x="181094" y="654"/>
                  </a:lnTo>
                  <a:lnTo>
                    <a:pt x="181622" y="7504"/>
                  </a:lnTo>
                  <a:lnTo>
                    <a:pt x="182560" y="20968"/>
                  </a:lnTo>
                  <a:lnTo>
                    <a:pt x="183830" y="39919"/>
                  </a:lnTo>
                  <a:lnTo>
                    <a:pt x="185382" y="62842"/>
                  </a:lnTo>
                  <a:lnTo>
                    <a:pt x="189135" y="114428"/>
                  </a:lnTo>
                  <a:lnTo>
                    <a:pt x="193060" y="160591"/>
                  </a:lnTo>
                  <a:lnTo>
                    <a:pt x="197640" y="184902"/>
                  </a:lnTo>
                  <a:lnTo>
                    <a:pt x="199705" y="180337"/>
                  </a:lnTo>
                  <a:lnTo>
                    <a:pt x="202811" y="171469"/>
                  </a:lnTo>
                  <a:lnTo>
                    <a:pt x="207297" y="159621"/>
                  </a:lnTo>
                  <a:lnTo>
                    <a:pt x="226523" y="121523"/>
                  </a:lnTo>
                  <a:lnTo>
                    <a:pt x="256289" y="101847"/>
                  </a:lnTo>
                  <a:lnTo>
                    <a:pt x="263849" y="101950"/>
                  </a:lnTo>
                  <a:lnTo>
                    <a:pt x="293087" y="129461"/>
                  </a:lnTo>
                  <a:lnTo>
                    <a:pt x="309262" y="175505"/>
                  </a:lnTo>
                  <a:lnTo>
                    <a:pt x="313732" y="213461"/>
                  </a:lnTo>
                  <a:lnTo>
                    <a:pt x="313803" y="222424"/>
                  </a:lnTo>
                  <a:lnTo>
                    <a:pt x="313803" y="233019"/>
                  </a:lnTo>
                  <a:lnTo>
                    <a:pt x="313803" y="238064"/>
                  </a:lnTo>
                  <a:lnTo>
                    <a:pt x="314307" y="239073"/>
                  </a:lnTo>
                  <a:lnTo>
                    <a:pt x="314812" y="240082"/>
                  </a:lnTo>
                  <a:lnTo>
                    <a:pt x="315821" y="237055"/>
                  </a:lnTo>
                  <a:lnTo>
                    <a:pt x="316830" y="234028"/>
                  </a:lnTo>
                </a:path>
              </a:pathLst>
            </a:custGeom>
            <a:ln w="40796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6949950" y="3531051"/>
              <a:ext cx="18415" cy="124460"/>
            </a:xfrm>
            <a:custGeom>
              <a:avLst/>
              <a:gdLst/>
              <a:ahLst/>
              <a:cxnLst/>
              <a:rect l="l" t="t" r="r" b="b"/>
              <a:pathLst>
                <a:path w="18415" h="124460">
                  <a:moveTo>
                    <a:pt x="0" y="0"/>
                  </a:moveTo>
                  <a:lnTo>
                    <a:pt x="6053" y="50450"/>
                  </a:lnTo>
                  <a:lnTo>
                    <a:pt x="10381" y="91103"/>
                  </a:lnTo>
                  <a:lnTo>
                    <a:pt x="11603" y="102415"/>
                  </a:lnTo>
                  <a:lnTo>
                    <a:pt x="13116" y="116036"/>
                  </a:lnTo>
                  <a:lnTo>
                    <a:pt x="14125" y="123099"/>
                  </a:lnTo>
                  <a:lnTo>
                    <a:pt x="15134" y="123604"/>
                  </a:lnTo>
                  <a:lnTo>
                    <a:pt x="16144" y="124108"/>
                  </a:lnTo>
                  <a:lnTo>
                    <a:pt x="17153" y="118054"/>
                  </a:lnTo>
                  <a:lnTo>
                    <a:pt x="18162" y="112000"/>
                  </a:lnTo>
                </a:path>
              </a:pathLst>
            </a:custGeom>
            <a:ln w="40796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7138130" y="3487663"/>
              <a:ext cx="317500" cy="154940"/>
            </a:xfrm>
            <a:custGeom>
              <a:avLst/>
              <a:gdLst/>
              <a:ahLst/>
              <a:cxnLst/>
              <a:rect l="l" t="t" r="r" b="b"/>
              <a:pathLst>
                <a:path w="317500" h="154939">
                  <a:moveTo>
                    <a:pt x="105441" y="58522"/>
                  </a:moveTo>
                  <a:lnTo>
                    <a:pt x="105441" y="50450"/>
                  </a:lnTo>
                  <a:lnTo>
                    <a:pt x="105441" y="42378"/>
                  </a:lnTo>
                  <a:lnTo>
                    <a:pt x="98378" y="35315"/>
                  </a:lnTo>
                  <a:lnTo>
                    <a:pt x="62054" y="22702"/>
                  </a:lnTo>
                  <a:lnTo>
                    <a:pt x="18666" y="45910"/>
                  </a:lnTo>
                  <a:lnTo>
                    <a:pt x="575" y="89826"/>
                  </a:lnTo>
                  <a:lnTo>
                    <a:pt x="0" y="104937"/>
                  </a:lnTo>
                  <a:lnTo>
                    <a:pt x="2798" y="118354"/>
                  </a:lnTo>
                  <a:lnTo>
                    <a:pt x="33951" y="151241"/>
                  </a:lnTo>
                  <a:lnTo>
                    <a:pt x="52602" y="154678"/>
                  </a:lnTo>
                  <a:lnTo>
                    <a:pt x="61549" y="153370"/>
                  </a:lnTo>
                  <a:lnTo>
                    <a:pt x="90306" y="126631"/>
                  </a:lnTo>
                  <a:lnTo>
                    <a:pt x="101516" y="85482"/>
                  </a:lnTo>
                  <a:lnTo>
                    <a:pt x="104432" y="45910"/>
                  </a:lnTo>
                  <a:lnTo>
                    <a:pt x="94839" y="96148"/>
                  </a:lnTo>
                  <a:lnTo>
                    <a:pt x="109706" y="140150"/>
                  </a:lnTo>
                  <a:lnTo>
                    <a:pt x="149539" y="152747"/>
                  </a:lnTo>
                  <a:lnTo>
                    <a:pt x="178556" y="117290"/>
                  </a:lnTo>
                  <a:lnTo>
                    <a:pt x="194235" y="64576"/>
                  </a:lnTo>
                  <a:lnTo>
                    <a:pt x="197010" y="35756"/>
                  </a:lnTo>
                  <a:lnTo>
                    <a:pt x="196505" y="24634"/>
                  </a:lnTo>
                  <a:lnTo>
                    <a:pt x="195244" y="15639"/>
                  </a:lnTo>
                  <a:lnTo>
                    <a:pt x="193226" y="5045"/>
                  </a:lnTo>
                  <a:lnTo>
                    <a:pt x="190199" y="0"/>
                  </a:lnTo>
                  <a:lnTo>
                    <a:pt x="188685" y="0"/>
                  </a:lnTo>
                  <a:lnTo>
                    <a:pt x="187172" y="0"/>
                  </a:lnTo>
                  <a:lnTo>
                    <a:pt x="187172" y="5045"/>
                  </a:lnTo>
                  <a:lnTo>
                    <a:pt x="188181" y="25225"/>
                  </a:lnTo>
                  <a:lnTo>
                    <a:pt x="191515" y="83614"/>
                  </a:lnTo>
                  <a:lnTo>
                    <a:pt x="194739" y="123415"/>
                  </a:lnTo>
                  <a:lnTo>
                    <a:pt x="201802" y="151856"/>
                  </a:lnTo>
                  <a:lnTo>
                    <a:pt x="203316" y="153370"/>
                  </a:lnTo>
                  <a:lnTo>
                    <a:pt x="213879" y="116328"/>
                  </a:lnTo>
                  <a:lnTo>
                    <a:pt x="226681" y="80019"/>
                  </a:lnTo>
                  <a:lnTo>
                    <a:pt x="252316" y="33171"/>
                  </a:lnTo>
                  <a:lnTo>
                    <a:pt x="286623" y="10531"/>
                  </a:lnTo>
                  <a:lnTo>
                    <a:pt x="293757" y="12447"/>
                  </a:lnTo>
                  <a:lnTo>
                    <a:pt x="314087" y="46170"/>
                  </a:lnTo>
                  <a:lnTo>
                    <a:pt x="317161" y="75400"/>
                  </a:lnTo>
                  <a:lnTo>
                    <a:pt x="316956" y="91000"/>
                  </a:lnTo>
                  <a:lnTo>
                    <a:pt x="316184" y="105371"/>
                  </a:lnTo>
                  <a:lnTo>
                    <a:pt x="315316" y="117045"/>
                  </a:lnTo>
                  <a:lnTo>
                    <a:pt x="314307" y="130162"/>
                  </a:lnTo>
                  <a:lnTo>
                    <a:pt x="314307" y="132180"/>
                  </a:lnTo>
                  <a:lnTo>
                    <a:pt x="314307" y="134198"/>
                  </a:lnTo>
                </a:path>
              </a:pathLst>
            </a:custGeom>
            <a:ln w="40796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7" name="object 97"/>
          <p:cNvGrpSpPr/>
          <p:nvPr/>
        </p:nvGrpSpPr>
        <p:grpSpPr>
          <a:xfrm>
            <a:off x="7616690" y="3209967"/>
            <a:ext cx="1748155" cy="421640"/>
            <a:chOff x="7616690" y="3209967"/>
            <a:chExt cx="1748155" cy="421640"/>
          </a:xfrm>
        </p:grpSpPr>
        <p:sp>
          <p:nvSpPr>
            <p:cNvPr id="98" name="object 98"/>
            <p:cNvSpPr/>
            <p:nvPr/>
          </p:nvSpPr>
          <p:spPr>
            <a:xfrm>
              <a:off x="7691575" y="3312094"/>
              <a:ext cx="12700" cy="299085"/>
            </a:xfrm>
            <a:custGeom>
              <a:avLst/>
              <a:gdLst/>
              <a:ahLst/>
              <a:cxnLst/>
              <a:rect l="l" t="t" r="r" b="b"/>
              <a:pathLst>
                <a:path w="12700" h="299085">
                  <a:moveTo>
                    <a:pt x="12107" y="10090"/>
                  </a:moveTo>
                  <a:lnTo>
                    <a:pt x="11099" y="5045"/>
                  </a:lnTo>
                  <a:lnTo>
                    <a:pt x="10090" y="0"/>
                  </a:lnTo>
                  <a:lnTo>
                    <a:pt x="9081" y="2522"/>
                  </a:lnTo>
                  <a:lnTo>
                    <a:pt x="4343" y="57072"/>
                  </a:lnTo>
                  <a:lnTo>
                    <a:pt x="1931" y="105946"/>
                  </a:lnTo>
                  <a:lnTo>
                    <a:pt x="425" y="162246"/>
                  </a:lnTo>
                  <a:lnTo>
                    <a:pt x="15" y="214999"/>
                  </a:lnTo>
                  <a:lnTo>
                    <a:pt x="0" y="235604"/>
                  </a:lnTo>
                  <a:lnTo>
                    <a:pt x="7" y="250551"/>
                  </a:lnTo>
                  <a:lnTo>
                    <a:pt x="2018" y="293623"/>
                  </a:lnTo>
                  <a:lnTo>
                    <a:pt x="5045" y="298668"/>
                  </a:lnTo>
                  <a:lnTo>
                    <a:pt x="7063" y="293623"/>
                  </a:lnTo>
                  <a:lnTo>
                    <a:pt x="8072" y="287569"/>
                  </a:lnTo>
                  <a:lnTo>
                    <a:pt x="9081" y="281515"/>
                  </a:lnTo>
                  <a:lnTo>
                    <a:pt x="9081" y="274452"/>
                  </a:lnTo>
                  <a:lnTo>
                    <a:pt x="9081" y="267389"/>
                  </a:lnTo>
                </a:path>
              </a:pathLst>
            </a:custGeom>
            <a:ln w="40796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7637089" y="3470274"/>
              <a:ext cx="112395" cy="9525"/>
            </a:xfrm>
            <a:custGeom>
              <a:avLst/>
              <a:gdLst/>
              <a:ahLst/>
              <a:cxnLst/>
              <a:rect l="l" t="t" r="r" b="b"/>
              <a:pathLst>
                <a:path w="112395" h="9525">
                  <a:moveTo>
                    <a:pt x="0" y="9317"/>
                  </a:moveTo>
                  <a:lnTo>
                    <a:pt x="44901" y="236"/>
                  </a:lnTo>
                  <a:lnTo>
                    <a:pt x="59855" y="0"/>
                  </a:lnTo>
                  <a:lnTo>
                    <a:pt x="76370" y="614"/>
                  </a:lnTo>
                  <a:lnTo>
                    <a:pt x="93925" y="1797"/>
                  </a:lnTo>
                  <a:lnTo>
                    <a:pt x="112001" y="3263"/>
                  </a:lnTo>
                </a:path>
              </a:pathLst>
            </a:custGeom>
            <a:ln w="40796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0" name="object 10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793268" y="3409752"/>
              <a:ext cx="342492" cy="207283"/>
            </a:xfrm>
            <a:prstGeom prst="rect">
              <a:avLst/>
            </a:prstGeom>
          </p:spPr>
        </p:pic>
        <p:sp>
          <p:nvSpPr>
            <p:cNvPr id="101" name="object 101"/>
            <p:cNvSpPr/>
            <p:nvPr/>
          </p:nvSpPr>
          <p:spPr>
            <a:xfrm>
              <a:off x="8169849" y="3296960"/>
              <a:ext cx="838835" cy="304165"/>
            </a:xfrm>
            <a:custGeom>
              <a:avLst/>
              <a:gdLst/>
              <a:ahLst/>
              <a:cxnLst/>
              <a:rect l="l" t="t" r="r" b="b"/>
              <a:pathLst>
                <a:path w="838834" h="304164">
                  <a:moveTo>
                    <a:pt x="108973" y="197766"/>
                  </a:moveTo>
                  <a:lnTo>
                    <a:pt x="90811" y="159424"/>
                  </a:lnTo>
                  <a:lnTo>
                    <a:pt x="49946" y="144288"/>
                  </a:lnTo>
                  <a:lnTo>
                    <a:pt x="13117" y="170018"/>
                  </a:lnTo>
                  <a:lnTo>
                    <a:pt x="346" y="216204"/>
                  </a:lnTo>
                  <a:lnTo>
                    <a:pt x="0" y="232073"/>
                  </a:lnTo>
                  <a:lnTo>
                    <a:pt x="1876" y="246262"/>
                  </a:lnTo>
                  <a:lnTo>
                    <a:pt x="30089" y="284037"/>
                  </a:lnTo>
                  <a:lnTo>
                    <a:pt x="52744" y="289965"/>
                  </a:lnTo>
                  <a:lnTo>
                    <a:pt x="64072" y="288578"/>
                  </a:lnTo>
                  <a:lnTo>
                    <a:pt x="99892" y="247713"/>
                  </a:lnTo>
                  <a:lnTo>
                    <a:pt x="111370" y="205649"/>
                  </a:lnTo>
                  <a:lnTo>
                    <a:pt x="119063" y="156397"/>
                  </a:lnTo>
                  <a:lnTo>
                    <a:pt x="123730" y="108405"/>
                  </a:lnTo>
                  <a:lnTo>
                    <a:pt x="126126" y="69117"/>
                  </a:lnTo>
                  <a:lnTo>
                    <a:pt x="126126" y="27747"/>
                  </a:lnTo>
                  <a:lnTo>
                    <a:pt x="116036" y="7063"/>
                  </a:lnTo>
                  <a:lnTo>
                    <a:pt x="110991" y="7063"/>
                  </a:lnTo>
                  <a:lnTo>
                    <a:pt x="100373" y="54076"/>
                  </a:lnTo>
                  <a:lnTo>
                    <a:pt x="101397" y="97716"/>
                  </a:lnTo>
                  <a:lnTo>
                    <a:pt x="106671" y="151044"/>
                  </a:lnTo>
                  <a:lnTo>
                    <a:pt x="115626" y="204412"/>
                  </a:lnTo>
                  <a:lnTo>
                    <a:pt x="125449" y="245127"/>
                  </a:lnTo>
                  <a:lnTo>
                    <a:pt x="148640" y="283304"/>
                  </a:lnTo>
                  <a:lnTo>
                    <a:pt x="190262" y="276280"/>
                  </a:lnTo>
                  <a:lnTo>
                    <a:pt x="210166" y="241461"/>
                  </a:lnTo>
                  <a:lnTo>
                    <a:pt x="219460" y="197262"/>
                  </a:lnTo>
                  <a:lnTo>
                    <a:pt x="222992" y="158919"/>
                  </a:lnTo>
                  <a:lnTo>
                    <a:pt x="222992" y="150343"/>
                  </a:lnTo>
                  <a:lnTo>
                    <a:pt x="221983" y="145298"/>
                  </a:lnTo>
                  <a:lnTo>
                    <a:pt x="220974" y="145298"/>
                  </a:lnTo>
                  <a:lnTo>
                    <a:pt x="219965" y="145298"/>
                  </a:lnTo>
                  <a:lnTo>
                    <a:pt x="218956" y="150343"/>
                  </a:lnTo>
                  <a:lnTo>
                    <a:pt x="218956" y="166991"/>
                  </a:lnTo>
                  <a:lnTo>
                    <a:pt x="221297" y="216157"/>
                  </a:lnTo>
                  <a:lnTo>
                    <a:pt x="230244" y="259758"/>
                  </a:lnTo>
                  <a:lnTo>
                    <a:pt x="252758" y="290596"/>
                  </a:lnTo>
                  <a:lnTo>
                    <a:pt x="265370" y="293623"/>
                  </a:lnTo>
                  <a:lnTo>
                    <a:pt x="272938" y="289587"/>
                  </a:lnTo>
                  <a:lnTo>
                    <a:pt x="302657" y="249762"/>
                  </a:lnTo>
                  <a:lnTo>
                    <a:pt x="317839" y="197262"/>
                  </a:lnTo>
                  <a:lnTo>
                    <a:pt x="323263" y="147442"/>
                  </a:lnTo>
                  <a:lnTo>
                    <a:pt x="324902" y="95351"/>
                  </a:lnTo>
                  <a:lnTo>
                    <a:pt x="324556" y="72049"/>
                  </a:lnTo>
                  <a:lnTo>
                    <a:pt x="320866" y="20684"/>
                  </a:lnTo>
                  <a:lnTo>
                    <a:pt x="316830" y="0"/>
                  </a:lnTo>
                  <a:lnTo>
                    <a:pt x="314812" y="0"/>
                  </a:lnTo>
                  <a:lnTo>
                    <a:pt x="312794" y="0"/>
                  </a:lnTo>
                  <a:lnTo>
                    <a:pt x="310776" y="5045"/>
                  </a:lnTo>
                  <a:lnTo>
                    <a:pt x="309263" y="23711"/>
                  </a:lnTo>
                  <a:lnTo>
                    <a:pt x="308262" y="40108"/>
                  </a:lnTo>
                  <a:lnTo>
                    <a:pt x="307686" y="60667"/>
                  </a:lnTo>
                  <a:lnTo>
                    <a:pt x="307773" y="84441"/>
                  </a:lnTo>
                  <a:lnTo>
                    <a:pt x="310800" y="137793"/>
                  </a:lnTo>
                  <a:lnTo>
                    <a:pt x="317343" y="191082"/>
                  </a:lnTo>
                  <a:lnTo>
                    <a:pt x="325667" y="234059"/>
                  </a:lnTo>
                  <a:lnTo>
                    <a:pt x="342056" y="272938"/>
                  </a:lnTo>
                  <a:lnTo>
                    <a:pt x="382479" y="286615"/>
                  </a:lnTo>
                  <a:lnTo>
                    <a:pt x="411196" y="247910"/>
                  </a:lnTo>
                  <a:lnTo>
                    <a:pt x="426308" y="196757"/>
                  </a:lnTo>
                  <a:lnTo>
                    <a:pt x="431858" y="153874"/>
                  </a:lnTo>
                  <a:lnTo>
                    <a:pt x="427633" y="201298"/>
                  </a:lnTo>
                  <a:lnTo>
                    <a:pt x="434380" y="240145"/>
                  </a:lnTo>
                  <a:lnTo>
                    <a:pt x="453820" y="283139"/>
                  </a:lnTo>
                  <a:lnTo>
                    <a:pt x="472092" y="298857"/>
                  </a:lnTo>
                  <a:lnTo>
                    <a:pt x="477358" y="298203"/>
                  </a:lnTo>
                  <a:lnTo>
                    <a:pt x="507534" y="261334"/>
                  </a:lnTo>
                  <a:lnTo>
                    <a:pt x="523355" y="217206"/>
                  </a:lnTo>
                  <a:lnTo>
                    <a:pt x="532318" y="179226"/>
                  </a:lnTo>
                  <a:lnTo>
                    <a:pt x="535786" y="153370"/>
                  </a:lnTo>
                  <a:lnTo>
                    <a:pt x="535786" y="148325"/>
                  </a:lnTo>
                  <a:lnTo>
                    <a:pt x="535282" y="148325"/>
                  </a:lnTo>
                  <a:lnTo>
                    <a:pt x="534777" y="148325"/>
                  </a:lnTo>
                  <a:lnTo>
                    <a:pt x="533768" y="153370"/>
                  </a:lnTo>
                  <a:lnTo>
                    <a:pt x="534273" y="170018"/>
                  </a:lnTo>
                  <a:lnTo>
                    <a:pt x="534943" y="184405"/>
                  </a:lnTo>
                  <a:lnTo>
                    <a:pt x="540832" y="237118"/>
                  </a:lnTo>
                  <a:lnTo>
                    <a:pt x="552041" y="276848"/>
                  </a:lnTo>
                  <a:lnTo>
                    <a:pt x="569588" y="301695"/>
                  </a:lnTo>
                  <a:lnTo>
                    <a:pt x="574129" y="303713"/>
                  </a:lnTo>
                  <a:lnTo>
                    <a:pt x="579174" y="303713"/>
                  </a:lnTo>
                  <a:lnTo>
                    <a:pt x="587246" y="297154"/>
                  </a:lnTo>
                  <a:lnTo>
                    <a:pt x="613985" y="261334"/>
                  </a:lnTo>
                  <a:lnTo>
                    <a:pt x="624201" y="221817"/>
                  </a:lnTo>
                  <a:lnTo>
                    <a:pt x="624075" y="208361"/>
                  </a:lnTo>
                  <a:lnTo>
                    <a:pt x="610454" y="171611"/>
                  </a:lnTo>
                  <a:lnTo>
                    <a:pt x="575264" y="142775"/>
                  </a:lnTo>
                  <a:lnTo>
                    <a:pt x="536795" y="125117"/>
                  </a:lnTo>
                  <a:lnTo>
                    <a:pt x="531750" y="125117"/>
                  </a:lnTo>
                  <a:lnTo>
                    <a:pt x="526705" y="125117"/>
                  </a:lnTo>
                  <a:lnTo>
                    <a:pt x="521660" y="125117"/>
                  </a:lnTo>
                  <a:lnTo>
                    <a:pt x="516615" y="125117"/>
                  </a:lnTo>
                  <a:lnTo>
                    <a:pt x="512075" y="127640"/>
                  </a:lnTo>
                  <a:lnTo>
                    <a:pt x="507534" y="130162"/>
                  </a:lnTo>
                  <a:lnTo>
                    <a:pt x="503498" y="135207"/>
                  </a:lnTo>
                  <a:lnTo>
                    <a:pt x="505011" y="138739"/>
                  </a:lnTo>
                  <a:lnTo>
                    <a:pt x="507242" y="141088"/>
                  </a:lnTo>
                  <a:lnTo>
                    <a:pt x="511885" y="142775"/>
                  </a:lnTo>
                  <a:lnTo>
                    <a:pt x="519272" y="143705"/>
                  </a:lnTo>
                  <a:lnTo>
                    <a:pt x="529733" y="143784"/>
                  </a:lnTo>
                  <a:lnTo>
                    <a:pt x="543402" y="142972"/>
                  </a:lnTo>
                  <a:lnTo>
                    <a:pt x="559625" y="141451"/>
                  </a:lnTo>
                  <a:lnTo>
                    <a:pt x="577550" y="139456"/>
                  </a:lnTo>
                  <a:lnTo>
                    <a:pt x="596327" y="137225"/>
                  </a:lnTo>
                  <a:lnTo>
                    <a:pt x="615096" y="134979"/>
                  </a:lnTo>
                  <a:lnTo>
                    <a:pt x="632967" y="132874"/>
                  </a:lnTo>
                  <a:lnTo>
                    <a:pt x="649041" y="131053"/>
                  </a:lnTo>
                  <a:lnTo>
                    <a:pt x="662418" y="129658"/>
                  </a:lnTo>
                  <a:lnTo>
                    <a:pt x="672477" y="128814"/>
                  </a:lnTo>
                  <a:lnTo>
                    <a:pt x="679697" y="128586"/>
                  </a:lnTo>
                  <a:lnTo>
                    <a:pt x="684837" y="129019"/>
                  </a:lnTo>
                  <a:lnTo>
                    <a:pt x="700445" y="178973"/>
                  </a:lnTo>
                  <a:lnTo>
                    <a:pt x="700863" y="195685"/>
                  </a:lnTo>
                  <a:lnTo>
                    <a:pt x="700760" y="212397"/>
                  </a:lnTo>
                  <a:lnTo>
                    <a:pt x="697709" y="253972"/>
                  </a:lnTo>
                  <a:lnTo>
                    <a:pt x="692184" y="280506"/>
                  </a:lnTo>
                  <a:lnTo>
                    <a:pt x="691174" y="280506"/>
                  </a:lnTo>
                  <a:lnTo>
                    <a:pt x="690166" y="280506"/>
                  </a:lnTo>
                  <a:lnTo>
                    <a:pt x="690166" y="275461"/>
                  </a:lnTo>
                  <a:lnTo>
                    <a:pt x="693697" y="258307"/>
                  </a:lnTo>
                  <a:lnTo>
                    <a:pt x="707602" y="205878"/>
                  </a:lnTo>
                  <a:lnTo>
                    <a:pt x="723416" y="167630"/>
                  </a:lnTo>
                  <a:lnTo>
                    <a:pt x="752220" y="126126"/>
                  </a:lnTo>
                  <a:lnTo>
                    <a:pt x="778045" y="113569"/>
                  </a:lnTo>
                  <a:lnTo>
                    <a:pt x="785518" y="114523"/>
                  </a:lnTo>
                  <a:lnTo>
                    <a:pt x="818200" y="152960"/>
                  </a:lnTo>
                  <a:lnTo>
                    <a:pt x="833950" y="204325"/>
                  </a:lnTo>
                  <a:lnTo>
                    <a:pt x="838207" y="256329"/>
                  </a:lnTo>
                  <a:lnTo>
                    <a:pt x="837986" y="269406"/>
                  </a:lnTo>
                  <a:lnTo>
                    <a:pt x="837482" y="284542"/>
                  </a:lnTo>
                  <a:lnTo>
                    <a:pt x="836473" y="289587"/>
                  </a:lnTo>
                  <a:lnTo>
                    <a:pt x="835968" y="290091"/>
                  </a:lnTo>
                  <a:lnTo>
                    <a:pt x="835464" y="290596"/>
                  </a:lnTo>
                  <a:lnTo>
                    <a:pt x="835464" y="286560"/>
                  </a:lnTo>
                  <a:lnTo>
                    <a:pt x="835464" y="282524"/>
                  </a:lnTo>
                </a:path>
              </a:pathLst>
            </a:custGeom>
            <a:ln w="40796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9059729" y="3230365"/>
              <a:ext cx="285115" cy="360680"/>
            </a:xfrm>
            <a:custGeom>
              <a:avLst/>
              <a:gdLst/>
              <a:ahLst/>
              <a:cxnLst/>
              <a:rect l="l" t="t" r="r" b="b"/>
              <a:pathLst>
                <a:path w="285115" h="360679">
                  <a:moveTo>
                    <a:pt x="115098" y="237118"/>
                  </a:moveTo>
                  <a:lnTo>
                    <a:pt x="115752" y="229558"/>
                  </a:lnTo>
                  <a:lnTo>
                    <a:pt x="115792" y="222046"/>
                  </a:lnTo>
                  <a:lnTo>
                    <a:pt x="114602" y="214628"/>
                  </a:lnTo>
                  <a:lnTo>
                    <a:pt x="82305" y="183640"/>
                  </a:lnTo>
                  <a:lnTo>
                    <a:pt x="64963" y="179667"/>
                  </a:lnTo>
                  <a:lnTo>
                    <a:pt x="55984" y="181015"/>
                  </a:lnTo>
                  <a:lnTo>
                    <a:pt x="16972" y="215377"/>
                  </a:lnTo>
                  <a:lnTo>
                    <a:pt x="386" y="265560"/>
                  </a:lnTo>
                  <a:lnTo>
                    <a:pt x="0" y="282989"/>
                  </a:lnTo>
                  <a:lnTo>
                    <a:pt x="2593" y="298668"/>
                  </a:lnTo>
                  <a:lnTo>
                    <a:pt x="35890" y="332975"/>
                  </a:lnTo>
                  <a:lnTo>
                    <a:pt x="45957" y="334732"/>
                  </a:lnTo>
                  <a:lnTo>
                    <a:pt x="55503" y="334173"/>
                  </a:lnTo>
                  <a:lnTo>
                    <a:pt x="87035" y="303942"/>
                  </a:lnTo>
                  <a:lnTo>
                    <a:pt x="98197" y="255596"/>
                  </a:lnTo>
                  <a:lnTo>
                    <a:pt x="107026" y="204830"/>
                  </a:lnTo>
                  <a:lnTo>
                    <a:pt x="108035" y="199784"/>
                  </a:lnTo>
                  <a:lnTo>
                    <a:pt x="95990" y="251370"/>
                  </a:lnTo>
                  <a:lnTo>
                    <a:pt x="95068" y="267893"/>
                  </a:lnTo>
                  <a:lnTo>
                    <a:pt x="95422" y="284037"/>
                  </a:lnTo>
                  <a:lnTo>
                    <a:pt x="106916" y="322277"/>
                  </a:lnTo>
                  <a:lnTo>
                    <a:pt x="147726" y="342379"/>
                  </a:lnTo>
                  <a:lnTo>
                    <a:pt x="185918" y="327488"/>
                  </a:lnTo>
                  <a:lnTo>
                    <a:pt x="219917" y="286284"/>
                  </a:lnTo>
                  <a:lnTo>
                    <a:pt x="237465" y="246444"/>
                  </a:lnTo>
                  <a:lnTo>
                    <a:pt x="249541" y="198910"/>
                  </a:lnTo>
                  <a:lnTo>
                    <a:pt x="255391" y="147087"/>
                  </a:lnTo>
                  <a:lnTo>
                    <a:pt x="254721" y="95903"/>
                  </a:lnTo>
                  <a:lnTo>
                    <a:pt x="249612" y="51980"/>
                  </a:lnTo>
                  <a:lnTo>
                    <a:pt x="240106" y="9632"/>
                  </a:lnTo>
                  <a:lnTo>
                    <a:pt x="229117" y="0"/>
                  </a:lnTo>
                  <a:lnTo>
                    <a:pt x="225081" y="1009"/>
                  </a:lnTo>
                  <a:lnTo>
                    <a:pt x="206004" y="36497"/>
                  </a:lnTo>
                  <a:lnTo>
                    <a:pt x="194148" y="76827"/>
                  </a:lnTo>
                  <a:lnTo>
                    <a:pt x="185942" y="129540"/>
                  </a:lnTo>
                  <a:lnTo>
                    <a:pt x="184223" y="188394"/>
                  </a:lnTo>
                  <a:lnTo>
                    <a:pt x="188732" y="244875"/>
                  </a:lnTo>
                  <a:lnTo>
                    <a:pt x="198712" y="292362"/>
                  </a:lnTo>
                  <a:lnTo>
                    <a:pt x="221171" y="338020"/>
                  </a:lnTo>
                  <a:lnTo>
                    <a:pt x="258764" y="359958"/>
                  </a:lnTo>
                  <a:lnTo>
                    <a:pt x="264432" y="360218"/>
                  </a:lnTo>
                  <a:lnTo>
                    <a:pt x="271495" y="360218"/>
                  </a:lnTo>
                  <a:lnTo>
                    <a:pt x="276540" y="359209"/>
                  </a:lnTo>
                  <a:lnTo>
                    <a:pt x="279568" y="356182"/>
                  </a:lnTo>
                  <a:lnTo>
                    <a:pt x="282595" y="353155"/>
                  </a:lnTo>
                  <a:lnTo>
                    <a:pt x="283604" y="348110"/>
                  </a:lnTo>
                  <a:lnTo>
                    <a:pt x="284613" y="343065"/>
                  </a:lnTo>
                </a:path>
              </a:pathLst>
            </a:custGeom>
            <a:ln w="40796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8442283" y="3373645"/>
              <a:ext cx="57785" cy="0"/>
            </a:xfrm>
            <a:custGeom>
              <a:avLst/>
              <a:gdLst/>
              <a:ahLst/>
              <a:cxnLst/>
              <a:rect l="l" t="t" r="r" b="b"/>
              <a:pathLst>
                <a:path w="57784" h="0">
                  <a:moveTo>
                    <a:pt x="0" y="0"/>
                  </a:moveTo>
                  <a:lnTo>
                    <a:pt x="14378" y="0"/>
                  </a:lnTo>
                  <a:lnTo>
                    <a:pt x="28757" y="0"/>
                  </a:lnTo>
                  <a:lnTo>
                    <a:pt x="43135" y="0"/>
                  </a:lnTo>
                  <a:lnTo>
                    <a:pt x="57514" y="0"/>
                  </a:lnTo>
                </a:path>
              </a:pathLst>
            </a:custGeom>
            <a:ln w="40796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8593636" y="3331266"/>
              <a:ext cx="15240" cy="3175"/>
            </a:xfrm>
            <a:custGeom>
              <a:avLst/>
              <a:gdLst/>
              <a:ahLst/>
              <a:cxnLst/>
              <a:rect l="l" t="t" r="r" b="b"/>
              <a:pathLst>
                <a:path w="15240" h="3175">
                  <a:moveTo>
                    <a:pt x="15134" y="0"/>
                  </a:moveTo>
                  <a:lnTo>
                    <a:pt x="10089" y="1008"/>
                  </a:lnTo>
                  <a:lnTo>
                    <a:pt x="5044" y="2017"/>
                  </a:lnTo>
                  <a:lnTo>
                    <a:pt x="0" y="3026"/>
                  </a:lnTo>
                </a:path>
              </a:pathLst>
            </a:custGeom>
            <a:ln w="40796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8387796" y="3316130"/>
              <a:ext cx="6350" cy="12700"/>
            </a:xfrm>
            <a:custGeom>
              <a:avLst/>
              <a:gdLst/>
              <a:ahLst/>
              <a:cxnLst/>
              <a:rect l="l" t="t" r="r" b="b"/>
              <a:pathLst>
                <a:path w="6350" h="12700">
                  <a:moveTo>
                    <a:pt x="0" y="0"/>
                  </a:moveTo>
                  <a:lnTo>
                    <a:pt x="2018" y="4036"/>
                  </a:lnTo>
                  <a:lnTo>
                    <a:pt x="4036" y="8072"/>
                  </a:lnTo>
                  <a:lnTo>
                    <a:pt x="6054" y="12108"/>
                  </a:lnTo>
                </a:path>
              </a:pathLst>
            </a:custGeom>
            <a:ln w="40796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6" name="object 106"/>
          <p:cNvGrpSpPr/>
          <p:nvPr/>
        </p:nvGrpSpPr>
        <p:grpSpPr>
          <a:xfrm>
            <a:off x="1359151" y="4208891"/>
            <a:ext cx="1746250" cy="1235075"/>
            <a:chOff x="1359151" y="4208891"/>
            <a:chExt cx="1746250" cy="1235075"/>
          </a:xfrm>
        </p:grpSpPr>
        <p:sp>
          <p:nvSpPr>
            <p:cNvPr id="107" name="object 107"/>
            <p:cNvSpPr/>
            <p:nvPr/>
          </p:nvSpPr>
          <p:spPr>
            <a:xfrm>
              <a:off x="1379549" y="4248965"/>
              <a:ext cx="347980" cy="285115"/>
            </a:xfrm>
            <a:custGeom>
              <a:avLst/>
              <a:gdLst/>
              <a:ahLst/>
              <a:cxnLst/>
              <a:rect l="l" t="t" r="r" b="b"/>
              <a:pathLst>
                <a:path w="347980" h="285114">
                  <a:moveTo>
                    <a:pt x="112639" y="29765"/>
                  </a:moveTo>
                  <a:lnTo>
                    <a:pt x="71845" y="5486"/>
                  </a:lnTo>
                  <a:lnTo>
                    <a:pt x="61116" y="5297"/>
                  </a:lnTo>
                  <a:lnTo>
                    <a:pt x="50293" y="6999"/>
                  </a:lnTo>
                  <a:lnTo>
                    <a:pt x="15584" y="33155"/>
                  </a:lnTo>
                  <a:lnTo>
                    <a:pt x="1710" y="73721"/>
                  </a:lnTo>
                  <a:lnTo>
                    <a:pt x="0" y="88816"/>
                  </a:lnTo>
                  <a:lnTo>
                    <a:pt x="134" y="102919"/>
                  </a:lnTo>
                  <a:lnTo>
                    <a:pt x="18296" y="139748"/>
                  </a:lnTo>
                  <a:lnTo>
                    <a:pt x="43482" y="147127"/>
                  </a:lnTo>
                  <a:lnTo>
                    <a:pt x="53107" y="145802"/>
                  </a:lnTo>
                  <a:lnTo>
                    <a:pt x="92963" y="120072"/>
                  </a:lnTo>
                  <a:lnTo>
                    <a:pt x="117085" y="82045"/>
                  </a:lnTo>
                  <a:lnTo>
                    <a:pt x="127774" y="45405"/>
                  </a:lnTo>
                  <a:lnTo>
                    <a:pt x="127774" y="39856"/>
                  </a:lnTo>
                  <a:lnTo>
                    <a:pt x="127774" y="34811"/>
                  </a:lnTo>
                  <a:lnTo>
                    <a:pt x="109107" y="40360"/>
                  </a:lnTo>
                  <a:lnTo>
                    <a:pt x="109974" y="54045"/>
                  </a:lnTo>
                  <a:lnTo>
                    <a:pt x="119197" y="98883"/>
                  </a:lnTo>
                  <a:lnTo>
                    <a:pt x="147954" y="132180"/>
                  </a:lnTo>
                  <a:lnTo>
                    <a:pt x="157343" y="134348"/>
                  </a:lnTo>
                  <a:lnTo>
                    <a:pt x="167062" y="134009"/>
                  </a:lnTo>
                  <a:lnTo>
                    <a:pt x="201180" y="107207"/>
                  </a:lnTo>
                  <a:lnTo>
                    <a:pt x="215535" y="66437"/>
                  </a:lnTo>
                  <a:lnTo>
                    <a:pt x="218585" y="24720"/>
                  </a:lnTo>
                  <a:lnTo>
                    <a:pt x="211522" y="0"/>
                  </a:lnTo>
                  <a:lnTo>
                    <a:pt x="210395" y="204"/>
                  </a:lnTo>
                  <a:lnTo>
                    <a:pt x="214344" y="38539"/>
                  </a:lnTo>
                  <a:lnTo>
                    <a:pt x="220682" y="81438"/>
                  </a:lnTo>
                  <a:lnTo>
                    <a:pt x="224135" y="105441"/>
                  </a:lnTo>
                  <a:lnTo>
                    <a:pt x="230504" y="153180"/>
                  </a:lnTo>
                  <a:lnTo>
                    <a:pt x="235738" y="196757"/>
                  </a:lnTo>
                  <a:lnTo>
                    <a:pt x="241059" y="247129"/>
                  </a:lnTo>
                  <a:lnTo>
                    <a:pt x="242297" y="259316"/>
                  </a:lnTo>
                  <a:lnTo>
                    <a:pt x="243811" y="273947"/>
                  </a:lnTo>
                  <a:lnTo>
                    <a:pt x="244820" y="282019"/>
                  </a:lnTo>
                  <a:lnTo>
                    <a:pt x="244315" y="283533"/>
                  </a:lnTo>
                  <a:lnTo>
                    <a:pt x="236345" y="245939"/>
                  </a:lnTo>
                  <a:lnTo>
                    <a:pt x="231316" y="203734"/>
                  </a:lnTo>
                  <a:lnTo>
                    <a:pt x="227572" y="154875"/>
                  </a:lnTo>
                  <a:lnTo>
                    <a:pt x="226058" y="107310"/>
                  </a:lnTo>
                  <a:lnTo>
                    <a:pt x="226153" y="86270"/>
                  </a:lnTo>
                  <a:lnTo>
                    <a:pt x="229416" y="40226"/>
                  </a:lnTo>
                  <a:lnTo>
                    <a:pt x="252758" y="7819"/>
                  </a:lnTo>
                  <a:lnTo>
                    <a:pt x="262036" y="6684"/>
                  </a:lnTo>
                  <a:lnTo>
                    <a:pt x="272922" y="7252"/>
                  </a:lnTo>
                  <a:lnTo>
                    <a:pt x="311793" y="23585"/>
                  </a:lnTo>
                  <a:lnTo>
                    <a:pt x="342166" y="58459"/>
                  </a:lnTo>
                  <a:lnTo>
                    <a:pt x="347605" y="86270"/>
                  </a:lnTo>
                  <a:lnTo>
                    <a:pt x="345217" y="99892"/>
                  </a:lnTo>
                  <a:lnTo>
                    <a:pt x="320811" y="133662"/>
                  </a:lnTo>
                  <a:lnTo>
                    <a:pt x="279323" y="151620"/>
                  </a:lnTo>
                  <a:lnTo>
                    <a:pt x="244504" y="131991"/>
                  </a:lnTo>
                  <a:lnTo>
                    <a:pt x="239774" y="114523"/>
                  </a:lnTo>
                </a:path>
              </a:pathLst>
            </a:custGeom>
            <a:ln w="40796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1774712" y="4245559"/>
              <a:ext cx="122555" cy="277495"/>
            </a:xfrm>
            <a:custGeom>
              <a:avLst/>
              <a:gdLst/>
              <a:ahLst/>
              <a:cxnLst/>
              <a:rect l="l" t="t" r="r" b="b"/>
              <a:pathLst>
                <a:path w="122555" h="277495">
                  <a:moveTo>
                    <a:pt x="2018" y="21063"/>
                  </a:moveTo>
                  <a:lnTo>
                    <a:pt x="2018" y="14000"/>
                  </a:lnTo>
                  <a:lnTo>
                    <a:pt x="2018" y="6937"/>
                  </a:lnTo>
                  <a:lnTo>
                    <a:pt x="1513" y="5928"/>
                  </a:lnTo>
                  <a:lnTo>
                    <a:pt x="1009" y="4919"/>
                  </a:lnTo>
                  <a:lnTo>
                    <a:pt x="0" y="9964"/>
                  </a:lnTo>
                  <a:lnTo>
                    <a:pt x="1009" y="27621"/>
                  </a:lnTo>
                  <a:lnTo>
                    <a:pt x="6046" y="84166"/>
                  </a:lnTo>
                  <a:lnTo>
                    <a:pt x="11288" y="132275"/>
                  </a:lnTo>
                  <a:lnTo>
                    <a:pt x="14000" y="156523"/>
                  </a:lnTo>
                  <a:lnTo>
                    <a:pt x="16522" y="179636"/>
                  </a:lnTo>
                  <a:lnTo>
                    <a:pt x="20290" y="218869"/>
                  </a:lnTo>
                  <a:lnTo>
                    <a:pt x="22702" y="257677"/>
                  </a:lnTo>
                  <a:lnTo>
                    <a:pt x="23207" y="277352"/>
                  </a:lnTo>
                  <a:lnTo>
                    <a:pt x="21693" y="275334"/>
                  </a:lnTo>
                  <a:lnTo>
                    <a:pt x="10925" y="218546"/>
                  </a:lnTo>
                  <a:lnTo>
                    <a:pt x="6101" y="168978"/>
                  </a:lnTo>
                  <a:lnTo>
                    <a:pt x="3878" y="114152"/>
                  </a:lnTo>
                  <a:lnTo>
                    <a:pt x="4162" y="87847"/>
                  </a:lnTo>
                  <a:lnTo>
                    <a:pt x="7567" y="44270"/>
                  </a:lnTo>
                  <a:lnTo>
                    <a:pt x="26738" y="5927"/>
                  </a:lnTo>
                  <a:lnTo>
                    <a:pt x="43576" y="0"/>
                  </a:lnTo>
                  <a:lnTo>
                    <a:pt x="53627" y="394"/>
                  </a:lnTo>
                  <a:lnTo>
                    <a:pt x="87784" y="20874"/>
                  </a:lnTo>
                  <a:lnTo>
                    <a:pt x="115138" y="59066"/>
                  </a:lnTo>
                  <a:lnTo>
                    <a:pt x="122295" y="84875"/>
                  </a:lnTo>
                  <a:lnTo>
                    <a:pt x="122090" y="96739"/>
                  </a:lnTo>
                  <a:lnTo>
                    <a:pt x="96865" y="133063"/>
                  </a:lnTo>
                  <a:lnTo>
                    <a:pt x="61676" y="148388"/>
                  </a:lnTo>
                  <a:lnTo>
                    <a:pt x="21693" y="138487"/>
                  </a:lnTo>
                  <a:lnTo>
                    <a:pt x="14126" y="123982"/>
                  </a:lnTo>
                </a:path>
              </a:pathLst>
            </a:custGeom>
            <a:ln w="40796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9" name="object 10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918783" y="4208891"/>
              <a:ext cx="161499" cy="235559"/>
            </a:xfrm>
            <a:prstGeom prst="rect">
              <a:avLst/>
            </a:prstGeom>
          </p:spPr>
        </p:pic>
        <p:sp>
          <p:nvSpPr>
            <p:cNvPr id="110" name="object 110"/>
            <p:cNvSpPr/>
            <p:nvPr/>
          </p:nvSpPr>
          <p:spPr>
            <a:xfrm>
              <a:off x="1434674" y="4601616"/>
              <a:ext cx="260350" cy="379730"/>
            </a:xfrm>
            <a:custGeom>
              <a:avLst/>
              <a:gdLst/>
              <a:ahLst/>
              <a:cxnLst/>
              <a:rect l="l" t="t" r="r" b="b"/>
              <a:pathLst>
                <a:path w="260350" h="379729">
                  <a:moveTo>
                    <a:pt x="0" y="10089"/>
                  </a:moveTo>
                  <a:lnTo>
                    <a:pt x="2018" y="5044"/>
                  </a:lnTo>
                  <a:lnTo>
                    <a:pt x="4036" y="0"/>
                  </a:lnTo>
                  <a:lnTo>
                    <a:pt x="5045" y="504"/>
                  </a:lnTo>
                  <a:lnTo>
                    <a:pt x="6054" y="1009"/>
                  </a:lnTo>
                  <a:lnTo>
                    <a:pt x="6054" y="7063"/>
                  </a:lnTo>
                  <a:lnTo>
                    <a:pt x="7063" y="21693"/>
                  </a:lnTo>
                  <a:lnTo>
                    <a:pt x="11036" y="68021"/>
                  </a:lnTo>
                  <a:lnTo>
                    <a:pt x="15545" y="111693"/>
                  </a:lnTo>
                  <a:lnTo>
                    <a:pt x="18162" y="135775"/>
                  </a:lnTo>
                  <a:lnTo>
                    <a:pt x="20779" y="159952"/>
                  </a:lnTo>
                  <a:lnTo>
                    <a:pt x="25288" y="204530"/>
                  </a:lnTo>
                  <a:lnTo>
                    <a:pt x="28315" y="243724"/>
                  </a:lnTo>
                  <a:lnTo>
                    <a:pt x="29836" y="282232"/>
                  </a:lnTo>
                  <a:lnTo>
                    <a:pt x="30081" y="301001"/>
                  </a:lnTo>
                  <a:lnTo>
                    <a:pt x="30041" y="317973"/>
                  </a:lnTo>
                  <a:lnTo>
                    <a:pt x="26738" y="359209"/>
                  </a:lnTo>
                  <a:lnTo>
                    <a:pt x="23207" y="372326"/>
                  </a:lnTo>
                  <a:lnTo>
                    <a:pt x="24720" y="375858"/>
                  </a:lnTo>
                  <a:lnTo>
                    <a:pt x="26770" y="377899"/>
                  </a:lnTo>
                  <a:lnTo>
                    <a:pt x="31657" y="378948"/>
                  </a:lnTo>
                  <a:lnTo>
                    <a:pt x="40896" y="379334"/>
                  </a:lnTo>
                  <a:lnTo>
                    <a:pt x="56000" y="379389"/>
                  </a:lnTo>
                  <a:lnTo>
                    <a:pt x="77749" y="379373"/>
                  </a:lnTo>
                  <a:lnTo>
                    <a:pt x="131841" y="378963"/>
                  </a:lnTo>
                  <a:lnTo>
                    <a:pt x="181370" y="377458"/>
                  </a:lnTo>
                  <a:lnTo>
                    <a:pt x="229046" y="373840"/>
                  </a:lnTo>
                  <a:lnTo>
                    <a:pt x="254161" y="371073"/>
                  </a:lnTo>
                  <a:lnTo>
                    <a:pt x="260325" y="370308"/>
                  </a:lnTo>
                </a:path>
              </a:pathLst>
            </a:custGeom>
            <a:ln w="4079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1831216" y="4763058"/>
              <a:ext cx="157480" cy="285115"/>
            </a:xfrm>
            <a:custGeom>
              <a:avLst/>
              <a:gdLst/>
              <a:ahLst/>
              <a:cxnLst/>
              <a:rect l="l" t="t" r="r" b="b"/>
              <a:pathLst>
                <a:path w="157480" h="285114">
                  <a:moveTo>
                    <a:pt x="0" y="42378"/>
                  </a:moveTo>
                  <a:lnTo>
                    <a:pt x="1009" y="34306"/>
                  </a:lnTo>
                  <a:lnTo>
                    <a:pt x="2018" y="26234"/>
                  </a:lnTo>
                  <a:lnTo>
                    <a:pt x="2522" y="24720"/>
                  </a:lnTo>
                  <a:lnTo>
                    <a:pt x="2822" y="24980"/>
                  </a:lnTo>
                  <a:lnTo>
                    <a:pt x="3027" y="28693"/>
                  </a:lnTo>
                  <a:lnTo>
                    <a:pt x="3232" y="36852"/>
                  </a:lnTo>
                  <a:lnTo>
                    <a:pt x="3531" y="50450"/>
                  </a:lnTo>
                  <a:lnTo>
                    <a:pt x="4004" y="70016"/>
                  </a:lnTo>
                  <a:lnTo>
                    <a:pt x="5518" y="121255"/>
                  </a:lnTo>
                  <a:lnTo>
                    <a:pt x="7772" y="176766"/>
                  </a:lnTo>
                  <a:lnTo>
                    <a:pt x="10389" y="224821"/>
                  </a:lnTo>
                  <a:lnTo>
                    <a:pt x="13495" y="265055"/>
                  </a:lnTo>
                  <a:lnTo>
                    <a:pt x="14630" y="269911"/>
                  </a:lnTo>
                  <a:lnTo>
                    <a:pt x="14914" y="267120"/>
                  </a:lnTo>
                  <a:lnTo>
                    <a:pt x="15009" y="260830"/>
                  </a:lnTo>
                  <a:lnTo>
                    <a:pt x="14914" y="250755"/>
                  </a:lnTo>
                  <a:lnTo>
                    <a:pt x="13495" y="196505"/>
                  </a:lnTo>
                  <a:lnTo>
                    <a:pt x="11603" y="145802"/>
                  </a:lnTo>
                  <a:lnTo>
                    <a:pt x="9144" y="92513"/>
                  </a:lnTo>
                  <a:lnTo>
                    <a:pt x="7985" y="68825"/>
                  </a:lnTo>
                  <a:lnTo>
                    <a:pt x="7063" y="49441"/>
                  </a:lnTo>
                  <a:lnTo>
                    <a:pt x="6479" y="35575"/>
                  </a:lnTo>
                  <a:lnTo>
                    <a:pt x="6180" y="26297"/>
                  </a:lnTo>
                  <a:lnTo>
                    <a:pt x="6069" y="20140"/>
                  </a:lnTo>
                  <a:lnTo>
                    <a:pt x="6054" y="15639"/>
                  </a:lnTo>
                  <a:lnTo>
                    <a:pt x="6054" y="10089"/>
                  </a:lnTo>
                  <a:lnTo>
                    <a:pt x="6054" y="5044"/>
                  </a:lnTo>
                  <a:lnTo>
                    <a:pt x="8576" y="2522"/>
                  </a:lnTo>
                  <a:lnTo>
                    <a:pt x="11099" y="0"/>
                  </a:lnTo>
                  <a:lnTo>
                    <a:pt x="16144" y="0"/>
                  </a:lnTo>
                  <a:lnTo>
                    <a:pt x="49063" y="20621"/>
                  </a:lnTo>
                  <a:lnTo>
                    <a:pt x="86365" y="51175"/>
                  </a:lnTo>
                  <a:lnTo>
                    <a:pt x="119568" y="87784"/>
                  </a:lnTo>
                  <a:lnTo>
                    <a:pt x="145960" y="131628"/>
                  </a:lnTo>
                  <a:lnTo>
                    <a:pt x="157406" y="173991"/>
                  </a:lnTo>
                  <a:lnTo>
                    <a:pt x="156823" y="187526"/>
                  </a:lnTo>
                  <a:lnTo>
                    <a:pt x="141009" y="229550"/>
                  </a:lnTo>
                  <a:lnTo>
                    <a:pt x="108303" y="264716"/>
                  </a:lnTo>
                  <a:lnTo>
                    <a:pt x="70631" y="282523"/>
                  </a:lnTo>
                  <a:lnTo>
                    <a:pt x="50829" y="285109"/>
                  </a:lnTo>
                  <a:lnTo>
                    <a:pt x="42962" y="284155"/>
                  </a:lnTo>
                  <a:lnTo>
                    <a:pt x="36324" y="282019"/>
                  </a:lnTo>
                  <a:lnTo>
                    <a:pt x="28252" y="278487"/>
                  </a:lnTo>
                  <a:lnTo>
                    <a:pt x="23207" y="272433"/>
                  </a:lnTo>
                  <a:lnTo>
                    <a:pt x="18162" y="266379"/>
                  </a:lnTo>
                </a:path>
              </a:pathLst>
            </a:custGeom>
            <a:ln w="4079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/>
            <p:cNvSpPr/>
            <p:nvPr/>
          </p:nvSpPr>
          <p:spPr>
            <a:xfrm>
              <a:off x="2055218" y="4897258"/>
              <a:ext cx="155575" cy="525780"/>
            </a:xfrm>
            <a:custGeom>
              <a:avLst/>
              <a:gdLst/>
              <a:ahLst/>
              <a:cxnLst/>
              <a:rect l="l" t="t" r="r" b="b"/>
              <a:pathLst>
                <a:path w="155575" h="525779">
                  <a:moveTo>
                    <a:pt x="0" y="20180"/>
                  </a:moveTo>
                  <a:lnTo>
                    <a:pt x="0" y="14126"/>
                  </a:lnTo>
                  <a:lnTo>
                    <a:pt x="0" y="8072"/>
                  </a:lnTo>
                  <a:lnTo>
                    <a:pt x="0" y="14126"/>
                  </a:lnTo>
                  <a:lnTo>
                    <a:pt x="3027" y="32288"/>
                  </a:lnTo>
                  <a:lnTo>
                    <a:pt x="13881" y="83582"/>
                  </a:lnTo>
                  <a:lnTo>
                    <a:pt x="28756" y="119694"/>
                  </a:lnTo>
                  <a:lnTo>
                    <a:pt x="45405" y="132180"/>
                  </a:lnTo>
                  <a:lnTo>
                    <a:pt x="51459" y="132180"/>
                  </a:lnTo>
                  <a:lnTo>
                    <a:pt x="57009" y="132180"/>
                  </a:lnTo>
                  <a:lnTo>
                    <a:pt x="62558" y="132180"/>
                  </a:lnTo>
                  <a:lnTo>
                    <a:pt x="67604" y="132180"/>
                  </a:lnTo>
                  <a:lnTo>
                    <a:pt x="74162" y="127640"/>
                  </a:lnTo>
                  <a:lnTo>
                    <a:pt x="99009" y="87547"/>
                  </a:lnTo>
                  <a:lnTo>
                    <a:pt x="106955" y="49946"/>
                  </a:lnTo>
                  <a:lnTo>
                    <a:pt x="105946" y="9081"/>
                  </a:lnTo>
                  <a:lnTo>
                    <a:pt x="100901" y="0"/>
                  </a:lnTo>
                  <a:lnTo>
                    <a:pt x="99577" y="677"/>
                  </a:lnTo>
                  <a:lnTo>
                    <a:pt x="98103" y="42780"/>
                  </a:lnTo>
                  <a:lnTo>
                    <a:pt x="100641" y="88296"/>
                  </a:lnTo>
                  <a:lnTo>
                    <a:pt x="107428" y="138810"/>
                  </a:lnTo>
                  <a:lnTo>
                    <a:pt x="117897" y="189781"/>
                  </a:lnTo>
                  <a:lnTo>
                    <a:pt x="123604" y="215929"/>
                  </a:lnTo>
                  <a:lnTo>
                    <a:pt x="129169" y="242731"/>
                  </a:lnTo>
                  <a:lnTo>
                    <a:pt x="139354" y="297091"/>
                  </a:lnTo>
                  <a:lnTo>
                    <a:pt x="147647" y="349946"/>
                  </a:lnTo>
                  <a:lnTo>
                    <a:pt x="153291" y="398458"/>
                  </a:lnTo>
                  <a:lnTo>
                    <a:pt x="155569" y="440009"/>
                  </a:lnTo>
                  <a:lnTo>
                    <a:pt x="155451" y="457588"/>
                  </a:lnTo>
                  <a:lnTo>
                    <a:pt x="151675" y="496395"/>
                  </a:lnTo>
                  <a:lnTo>
                    <a:pt x="137226" y="525696"/>
                  </a:lnTo>
                  <a:lnTo>
                    <a:pt x="132685" y="525696"/>
                  </a:lnTo>
                  <a:lnTo>
                    <a:pt x="97882" y="492178"/>
                  </a:lnTo>
                  <a:lnTo>
                    <a:pt x="70528" y="454025"/>
                  </a:lnTo>
                  <a:lnTo>
                    <a:pt x="46564" y="411890"/>
                  </a:lnTo>
                  <a:lnTo>
                    <a:pt x="32044" y="371640"/>
                  </a:lnTo>
                  <a:lnTo>
                    <a:pt x="28276" y="334551"/>
                  </a:lnTo>
                  <a:lnTo>
                    <a:pt x="30585" y="317208"/>
                  </a:lnTo>
                  <a:lnTo>
                    <a:pt x="53564" y="267987"/>
                  </a:lnTo>
                  <a:lnTo>
                    <a:pt x="86270" y="228541"/>
                  </a:lnTo>
                  <a:lnTo>
                    <a:pt x="102801" y="211017"/>
                  </a:lnTo>
                  <a:lnTo>
                    <a:pt x="105946" y="207856"/>
                  </a:lnTo>
                </a:path>
              </a:pathLst>
            </a:custGeom>
            <a:ln w="4079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3" name="object 11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219470" y="4867739"/>
              <a:ext cx="160057" cy="176043"/>
            </a:xfrm>
            <a:prstGeom prst="rect">
              <a:avLst/>
            </a:prstGeom>
          </p:spPr>
        </p:pic>
        <p:sp>
          <p:nvSpPr>
            <p:cNvPr id="114" name="object 114"/>
            <p:cNvSpPr/>
            <p:nvPr/>
          </p:nvSpPr>
          <p:spPr>
            <a:xfrm>
              <a:off x="2411211" y="4841761"/>
              <a:ext cx="673735" cy="170180"/>
            </a:xfrm>
            <a:custGeom>
              <a:avLst/>
              <a:gdLst/>
              <a:ahLst/>
              <a:cxnLst/>
              <a:rect l="l" t="t" r="r" b="b"/>
              <a:pathLst>
                <a:path w="673735" h="170179">
                  <a:moveTo>
                    <a:pt x="88982" y="93838"/>
                  </a:moveTo>
                  <a:lnTo>
                    <a:pt x="75865" y="54486"/>
                  </a:lnTo>
                  <a:lnTo>
                    <a:pt x="34503" y="47904"/>
                  </a:lnTo>
                  <a:lnTo>
                    <a:pt x="2577" y="88864"/>
                  </a:lnTo>
                  <a:lnTo>
                    <a:pt x="0" y="106009"/>
                  </a:lnTo>
                  <a:lnTo>
                    <a:pt x="165" y="123249"/>
                  </a:lnTo>
                  <a:lnTo>
                    <a:pt x="17342" y="159865"/>
                  </a:lnTo>
                  <a:lnTo>
                    <a:pt x="58144" y="165730"/>
                  </a:lnTo>
                  <a:lnTo>
                    <a:pt x="81730" y="135483"/>
                  </a:lnTo>
                  <a:lnTo>
                    <a:pt x="92514" y="89297"/>
                  </a:lnTo>
                  <a:lnTo>
                    <a:pt x="91000" y="46414"/>
                  </a:lnTo>
                  <a:lnTo>
                    <a:pt x="88541" y="88604"/>
                  </a:lnTo>
                  <a:lnTo>
                    <a:pt x="104243" y="133694"/>
                  </a:lnTo>
                  <a:lnTo>
                    <a:pt x="134892" y="165478"/>
                  </a:lnTo>
                  <a:lnTo>
                    <a:pt x="153559" y="169640"/>
                  </a:lnTo>
                  <a:lnTo>
                    <a:pt x="161710" y="165336"/>
                  </a:lnTo>
                  <a:lnTo>
                    <a:pt x="182001" y="126442"/>
                  </a:lnTo>
                  <a:lnTo>
                    <a:pt x="191271" y="78159"/>
                  </a:lnTo>
                  <a:lnTo>
                    <a:pt x="191145" y="66405"/>
                  </a:lnTo>
                  <a:lnTo>
                    <a:pt x="178785" y="30270"/>
                  </a:lnTo>
                  <a:lnTo>
                    <a:pt x="176766" y="29261"/>
                  </a:lnTo>
                  <a:lnTo>
                    <a:pt x="176766" y="34306"/>
                  </a:lnTo>
                  <a:lnTo>
                    <a:pt x="178785" y="49441"/>
                  </a:lnTo>
                  <a:lnTo>
                    <a:pt x="185666" y="93073"/>
                  </a:lnTo>
                  <a:lnTo>
                    <a:pt x="195465" y="136548"/>
                  </a:lnTo>
                  <a:lnTo>
                    <a:pt x="201992" y="155388"/>
                  </a:lnTo>
                  <a:lnTo>
                    <a:pt x="203001" y="153874"/>
                  </a:lnTo>
                  <a:lnTo>
                    <a:pt x="203608" y="151462"/>
                  </a:lnTo>
                  <a:lnTo>
                    <a:pt x="204073" y="146307"/>
                  </a:lnTo>
                  <a:lnTo>
                    <a:pt x="204633" y="138124"/>
                  </a:lnTo>
                  <a:lnTo>
                    <a:pt x="205523" y="126631"/>
                  </a:lnTo>
                  <a:lnTo>
                    <a:pt x="211696" y="78387"/>
                  </a:lnTo>
                  <a:lnTo>
                    <a:pt x="223812" y="41054"/>
                  </a:lnTo>
                  <a:lnTo>
                    <a:pt x="239325" y="24216"/>
                  </a:lnTo>
                  <a:lnTo>
                    <a:pt x="244370" y="24216"/>
                  </a:lnTo>
                  <a:lnTo>
                    <a:pt x="276659" y="48432"/>
                  </a:lnTo>
                  <a:lnTo>
                    <a:pt x="295176" y="88943"/>
                  </a:lnTo>
                  <a:lnTo>
                    <a:pt x="303831" y="130509"/>
                  </a:lnTo>
                  <a:lnTo>
                    <a:pt x="303902" y="136721"/>
                  </a:lnTo>
                  <a:lnTo>
                    <a:pt x="303902" y="144289"/>
                  </a:lnTo>
                  <a:lnTo>
                    <a:pt x="303902" y="149334"/>
                  </a:lnTo>
                  <a:lnTo>
                    <a:pt x="303902" y="144289"/>
                  </a:lnTo>
                  <a:lnTo>
                    <a:pt x="306929" y="128144"/>
                  </a:lnTo>
                  <a:lnTo>
                    <a:pt x="317571" y="81391"/>
                  </a:lnTo>
                  <a:lnTo>
                    <a:pt x="331083" y="43955"/>
                  </a:lnTo>
                  <a:lnTo>
                    <a:pt x="350317" y="23207"/>
                  </a:lnTo>
                  <a:lnTo>
                    <a:pt x="355362" y="23207"/>
                  </a:lnTo>
                  <a:lnTo>
                    <a:pt x="360407" y="23207"/>
                  </a:lnTo>
                  <a:lnTo>
                    <a:pt x="378002" y="58585"/>
                  </a:lnTo>
                  <a:lnTo>
                    <a:pt x="388439" y="101831"/>
                  </a:lnTo>
                  <a:lnTo>
                    <a:pt x="391560" y="115532"/>
                  </a:lnTo>
                  <a:lnTo>
                    <a:pt x="403795" y="153370"/>
                  </a:lnTo>
                  <a:lnTo>
                    <a:pt x="408335" y="155388"/>
                  </a:lnTo>
                  <a:lnTo>
                    <a:pt x="412876" y="157406"/>
                  </a:lnTo>
                  <a:lnTo>
                    <a:pt x="418930" y="157406"/>
                  </a:lnTo>
                  <a:lnTo>
                    <a:pt x="425489" y="153874"/>
                  </a:lnTo>
                  <a:lnTo>
                    <a:pt x="450454" y="115484"/>
                  </a:lnTo>
                  <a:lnTo>
                    <a:pt x="461309" y="71639"/>
                  </a:lnTo>
                  <a:lnTo>
                    <a:pt x="463863" y="38437"/>
                  </a:lnTo>
                  <a:lnTo>
                    <a:pt x="463327" y="30270"/>
                  </a:lnTo>
                  <a:lnTo>
                    <a:pt x="462318" y="20180"/>
                  </a:lnTo>
                  <a:lnTo>
                    <a:pt x="460300" y="13117"/>
                  </a:lnTo>
                  <a:lnTo>
                    <a:pt x="458786" y="12612"/>
                  </a:lnTo>
                  <a:lnTo>
                    <a:pt x="457273" y="12108"/>
                  </a:lnTo>
                  <a:lnTo>
                    <a:pt x="456264" y="18162"/>
                  </a:lnTo>
                  <a:lnTo>
                    <a:pt x="456768" y="35315"/>
                  </a:lnTo>
                  <a:lnTo>
                    <a:pt x="457438" y="49993"/>
                  </a:lnTo>
                  <a:lnTo>
                    <a:pt x="463327" y="102919"/>
                  </a:lnTo>
                  <a:lnTo>
                    <a:pt x="474536" y="142649"/>
                  </a:lnTo>
                  <a:lnTo>
                    <a:pt x="497633" y="169514"/>
                  </a:lnTo>
                  <a:lnTo>
                    <a:pt x="503687" y="169514"/>
                  </a:lnTo>
                  <a:lnTo>
                    <a:pt x="534462" y="129658"/>
                  </a:lnTo>
                  <a:lnTo>
                    <a:pt x="546026" y="83117"/>
                  </a:lnTo>
                  <a:lnTo>
                    <a:pt x="549093" y="67099"/>
                  </a:lnTo>
                  <a:lnTo>
                    <a:pt x="552112" y="52295"/>
                  </a:lnTo>
                  <a:lnTo>
                    <a:pt x="564228" y="8072"/>
                  </a:lnTo>
                  <a:lnTo>
                    <a:pt x="576337" y="0"/>
                  </a:lnTo>
                  <a:lnTo>
                    <a:pt x="582390" y="0"/>
                  </a:lnTo>
                  <a:lnTo>
                    <a:pt x="620228" y="14630"/>
                  </a:lnTo>
                  <a:lnTo>
                    <a:pt x="633850" y="27747"/>
                  </a:lnTo>
                  <a:lnTo>
                    <a:pt x="636877" y="32288"/>
                  </a:lnTo>
                  <a:lnTo>
                    <a:pt x="639904" y="37333"/>
                  </a:lnTo>
                  <a:lnTo>
                    <a:pt x="639400" y="38342"/>
                  </a:lnTo>
                  <a:lnTo>
                    <a:pt x="638895" y="39351"/>
                  </a:lnTo>
                  <a:lnTo>
                    <a:pt x="634859" y="36324"/>
                  </a:lnTo>
                  <a:lnTo>
                    <a:pt x="627796" y="30270"/>
                  </a:lnTo>
                  <a:lnTo>
                    <a:pt x="621994" y="25280"/>
                  </a:lnTo>
                  <a:lnTo>
                    <a:pt x="615436" y="19864"/>
                  </a:lnTo>
                  <a:lnTo>
                    <a:pt x="608499" y="14733"/>
                  </a:lnTo>
                  <a:lnTo>
                    <a:pt x="601562" y="10594"/>
                  </a:lnTo>
                  <a:lnTo>
                    <a:pt x="594924" y="8079"/>
                  </a:lnTo>
                  <a:lnTo>
                    <a:pt x="588571" y="7504"/>
                  </a:lnTo>
                  <a:lnTo>
                    <a:pt x="582406" y="9104"/>
                  </a:lnTo>
                  <a:lnTo>
                    <a:pt x="559877" y="40076"/>
                  </a:lnTo>
                  <a:lnTo>
                    <a:pt x="553066" y="84442"/>
                  </a:lnTo>
                  <a:lnTo>
                    <a:pt x="553673" y="99805"/>
                  </a:lnTo>
                  <a:lnTo>
                    <a:pt x="568919" y="140544"/>
                  </a:lnTo>
                  <a:lnTo>
                    <a:pt x="609634" y="156901"/>
                  </a:lnTo>
                  <a:lnTo>
                    <a:pt x="620654" y="154599"/>
                  </a:lnTo>
                  <a:lnTo>
                    <a:pt x="659296" y="128341"/>
                  </a:lnTo>
                  <a:lnTo>
                    <a:pt x="669323" y="109690"/>
                  </a:lnTo>
                  <a:lnTo>
                    <a:pt x="673202" y="99892"/>
                  </a:lnTo>
                </a:path>
              </a:pathLst>
            </a:custGeom>
            <a:ln w="4079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2842249" y="4760032"/>
              <a:ext cx="9525" cy="6350"/>
            </a:xfrm>
            <a:custGeom>
              <a:avLst/>
              <a:gdLst/>
              <a:ahLst/>
              <a:cxnLst/>
              <a:rect l="l" t="t" r="r" b="b"/>
              <a:pathLst>
                <a:path w="9525" h="6350">
                  <a:moveTo>
                    <a:pt x="0" y="6053"/>
                  </a:moveTo>
                  <a:lnTo>
                    <a:pt x="3027" y="4035"/>
                  </a:lnTo>
                  <a:lnTo>
                    <a:pt x="6054" y="2017"/>
                  </a:lnTo>
                  <a:lnTo>
                    <a:pt x="9081" y="0"/>
                  </a:lnTo>
                </a:path>
              </a:pathLst>
            </a:custGeom>
            <a:ln w="4079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6" name="object 116"/>
          <p:cNvGrpSpPr/>
          <p:nvPr/>
        </p:nvGrpSpPr>
        <p:grpSpPr>
          <a:xfrm>
            <a:off x="4888314" y="4586263"/>
            <a:ext cx="1326515" cy="415925"/>
            <a:chOff x="4888314" y="4586263"/>
            <a:chExt cx="1326515" cy="415925"/>
          </a:xfrm>
        </p:grpSpPr>
        <p:pic>
          <p:nvPicPr>
            <p:cNvPr id="117" name="object 11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888314" y="4695236"/>
              <a:ext cx="153805" cy="214346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073973" y="4704065"/>
              <a:ext cx="167932" cy="177604"/>
            </a:xfrm>
            <a:prstGeom prst="rect">
              <a:avLst/>
            </a:prstGeom>
          </p:spPr>
        </p:pic>
        <p:sp>
          <p:nvSpPr>
            <p:cNvPr id="119" name="object 119"/>
            <p:cNvSpPr/>
            <p:nvPr/>
          </p:nvSpPr>
          <p:spPr>
            <a:xfrm>
              <a:off x="5280534" y="4686373"/>
              <a:ext cx="913765" cy="295275"/>
            </a:xfrm>
            <a:custGeom>
              <a:avLst/>
              <a:gdLst/>
              <a:ahLst/>
              <a:cxnLst/>
              <a:rect l="l" t="t" r="r" b="b"/>
              <a:pathLst>
                <a:path w="913764" h="295275">
                  <a:moveTo>
                    <a:pt x="107460" y="67603"/>
                  </a:moveTo>
                  <a:lnTo>
                    <a:pt x="94847" y="28756"/>
                  </a:lnTo>
                  <a:lnTo>
                    <a:pt x="74343" y="19462"/>
                  </a:lnTo>
                  <a:lnTo>
                    <a:pt x="65081" y="20180"/>
                  </a:lnTo>
                  <a:lnTo>
                    <a:pt x="23207" y="44396"/>
                  </a:lnTo>
                  <a:lnTo>
                    <a:pt x="2491" y="91363"/>
                  </a:lnTo>
                  <a:lnTo>
                    <a:pt x="0" y="107964"/>
                  </a:lnTo>
                  <a:lnTo>
                    <a:pt x="197" y="122902"/>
                  </a:lnTo>
                  <a:lnTo>
                    <a:pt x="19045" y="162813"/>
                  </a:lnTo>
                  <a:lnTo>
                    <a:pt x="42883" y="172036"/>
                  </a:lnTo>
                  <a:lnTo>
                    <a:pt x="52287" y="171548"/>
                  </a:lnTo>
                  <a:lnTo>
                    <a:pt x="90866" y="150768"/>
                  </a:lnTo>
                  <a:lnTo>
                    <a:pt x="112504" y="118559"/>
                  </a:lnTo>
                  <a:lnTo>
                    <a:pt x="124108" y="76180"/>
                  </a:lnTo>
                  <a:lnTo>
                    <a:pt x="125622" y="65585"/>
                  </a:lnTo>
                  <a:lnTo>
                    <a:pt x="125622" y="60540"/>
                  </a:lnTo>
                  <a:lnTo>
                    <a:pt x="124108" y="55495"/>
                  </a:lnTo>
                  <a:lnTo>
                    <a:pt x="122595" y="50450"/>
                  </a:lnTo>
                  <a:lnTo>
                    <a:pt x="114925" y="58388"/>
                  </a:lnTo>
                  <a:lnTo>
                    <a:pt x="115027" y="71135"/>
                  </a:lnTo>
                  <a:lnTo>
                    <a:pt x="116793" y="111685"/>
                  </a:lnTo>
                  <a:lnTo>
                    <a:pt x="120072" y="162451"/>
                  </a:lnTo>
                  <a:lnTo>
                    <a:pt x="124045" y="211073"/>
                  </a:lnTo>
                  <a:lnTo>
                    <a:pt x="128996" y="261303"/>
                  </a:lnTo>
                  <a:lnTo>
                    <a:pt x="140252" y="295136"/>
                  </a:lnTo>
                  <a:lnTo>
                    <a:pt x="142152" y="294364"/>
                  </a:lnTo>
                  <a:lnTo>
                    <a:pt x="159905" y="257495"/>
                  </a:lnTo>
                  <a:lnTo>
                    <a:pt x="177200" y="216394"/>
                  </a:lnTo>
                  <a:lnTo>
                    <a:pt x="192958" y="168332"/>
                  </a:lnTo>
                  <a:lnTo>
                    <a:pt x="203962" y="122201"/>
                  </a:lnTo>
                  <a:lnTo>
                    <a:pt x="212965" y="75297"/>
                  </a:lnTo>
                  <a:lnTo>
                    <a:pt x="216433" y="47423"/>
                  </a:lnTo>
                  <a:lnTo>
                    <a:pt x="216433" y="39351"/>
                  </a:lnTo>
                  <a:lnTo>
                    <a:pt x="215929" y="37837"/>
                  </a:lnTo>
                  <a:lnTo>
                    <a:pt x="215424" y="36324"/>
                  </a:lnTo>
                  <a:lnTo>
                    <a:pt x="214415" y="41369"/>
                  </a:lnTo>
                  <a:lnTo>
                    <a:pt x="213911" y="55495"/>
                  </a:lnTo>
                  <a:lnTo>
                    <a:pt x="213658" y="67635"/>
                  </a:lnTo>
                  <a:lnTo>
                    <a:pt x="213784" y="82234"/>
                  </a:lnTo>
                  <a:lnTo>
                    <a:pt x="218238" y="131376"/>
                  </a:lnTo>
                  <a:lnTo>
                    <a:pt x="227532" y="171532"/>
                  </a:lnTo>
                  <a:lnTo>
                    <a:pt x="238632" y="192721"/>
                  </a:lnTo>
                  <a:lnTo>
                    <a:pt x="242668" y="195748"/>
                  </a:lnTo>
                  <a:lnTo>
                    <a:pt x="280001" y="166991"/>
                  </a:lnTo>
                  <a:lnTo>
                    <a:pt x="306890" y="126197"/>
                  </a:lnTo>
                  <a:lnTo>
                    <a:pt x="325911" y="82045"/>
                  </a:lnTo>
                  <a:lnTo>
                    <a:pt x="332470" y="44396"/>
                  </a:lnTo>
                  <a:lnTo>
                    <a:pt x="330578" y="90811"/>
                  </a:lnTo>
                  <a:lnTo>
                    <a:pt x="342544" y="141498"/>
                  </a:lnTo>
                  <a:lnTo>
                    <a:pt x="366776" y="177586"/>
                  </a:lnTo>
                  <a:lnTo>
                    <a:pt x="398560" y="148829"/>
                  </a:lnTo>
                  <a:lnTo>
                    <a:pt x="414949" y="102217"/>
                  </a:lnTo>
                  <a:lnTo>
                    <a:pt x="424732" y="62810"/>
                  </a:lnTo>
                  <a:lnTo>
                    <a:pt x="427317" y="37333"/>
                  </a:lnTo>
                  <a:lnTo>
                    <a:pt x="426308" y="31279"/>
                  </a:lnTo>
                  <a:lnTo>
                    <a:pt x="425299" y="31279"/>
                  </a:lnTo>
                  <a:lnTo>
                    <a:pt x="424290" y="31279"/>
                  </a:lnTo>
                  <a:lnTo>
                    <a:pt x="423281" y="37333"/>
                  </a:lnTo>
                  <a:lnTo>
                    <a:pt x="422777" y="52468"/>
                  </a:lnTo>
                  <a:lnTo>
                    <a:pt x="422540" y="65325"/>
                  </a:lnTo>
                  <a:lnTo>
                    <a:pt x="422777" y="80405"/>
                  </a:lnTo>
                  <a:lnTo>
                    <a:pt x="429083" y="127309"/>
                  </a:lnTo>
                  <a:lnTo>
                    <a:pt x="451668" y="167654"/>
                  </a:lnTo>
                  <a:lnTo>
                    <a:pt x="466188" y="173708"/>
                  </a:lnTo>
                  <a:lnTo>
                    <a:pt x="473732" y="173046"/>
                  </a:lnTo>
                  <a:lnTo>
                    <a:pt x="503498" y="143784"/>
                  </a:lnTo>
                  <a:lnTo>
                    <a:pt x="522299" y="95966"/>
                  </a:lnTo>
                  <a:lnTo>
                    <a:pt x="529038" y="55180"/>
                  </a:lnTo>
                  <a:lnTo>
                    <a:pt x="528684" y="45523"/>
                  </a:lnTo>
                  <a:lnTo>
                    <a:pt x="527714" y="37333"/>
                  </a:lnTo>
                  <a:lnTo>
                    <a:pt x="526201" y="27243"/>
                  </a:lnTo>
                  <a:lnTo>
                    <a:pt x="524183" y="20180"/>
                  </a:lnTo>
                  <a:lnTo>
                    <a:pt x="521156" y="15135"/>
                  </a:lnTo>
                  <a:lnTo>
                    <a:pt x="518129" y="10090"/>
                  </a:lnTo>
                  <a:lnTo>
                    <a:pt x="514093" y="7063"/>
                  </a:lnTo>
                  <a:lnTo>
                    <a:pt x="510057" y="8072"/>
                  </a:lnTo>
                  <a:lnTo>
                    <a:pt x="506021" y="9081"/>
                  </a:lnTo>
                  <a:lnTo>
                    <a:pt x="501984" y="14126"/>
                  </a:lnTo>
                  <a:lnTo>
                    <a:pt x="499966" y="23207"/>
                  </a:lnTo>
                  <a:lnTo>
                    <a:pt x="498863" y="30680"/>
                  </a:lnTo>
                  <a:lnTo>
                    <a:pt x="498705" y="39099"/>
                  </a:lnTo>
                  <a:lnTo>
                    <a:pt x="499683" y="47896"/>
                  </a:lnTo>
                  <a:lnTo>
                    <a:pt x="525192" y="81225"/>
                  </a:lnTo>
                  <a:lnTo>
                    <a:pt x="543669" y="84441"/>
                  </a:lnTo>
                  <a:lnTo>
                    <a:pt x="553783" y="83141"/>
                  </a:lnTo>
                  <a:lnTo>
                    <a:pt x="591921" y="59918"/>
                  </a:lnTo>
                  <a:lnTo>
                    <a:pt x="612471" y="34306"/>
                  </a:lnTo>
                  <a:lnTo>
                    <a:pt x="614994" y="29261"/>
                  </a:lnTo>
                  <a:lnTo>
                    <a:pt x="617012" y="24216"/>
                  </a:lnTo>
                  <a:lnTo>
                    <a:pt x="614994" y="29261"/>
                  </a:lnTo>
                  <a:lnTo>
                    <a:pt x="613985" y="45405"/>
                  </a:lnTo>
                  <a:lnTo>
                    <a:pt x="613457" y="59342"/>
                  </a:lnTo>
                  <a:lnTo>
                    <a:pt x="613544" y="75928"/>
                  </a:lnTo>
                  <a:lnTo>
                    <a:pt x="614482" y="93649"/>
                  </a:lnTo>
                  <a:lnTo>
                    <a:pt x="624264" y="140316"/>
                  </a:lnTo>
                  <a:lnTo>
                    <a:pt x="651634" y="171406"/>
                  </a:lnTo>
                  <a:lnTo>
                    <a:pt x="661085" y="172005"/>
                  </a:lnTo>
                  <a:lnTo>
                    <a:pt x="672003" y="169009"/>
                  </a:lnTo>
                  <a:lnTo>
                    <a:pt x="711024" y="138715"/>
                  </a:lnTo>
                  <a:lnTo>
                    <a:pt x="734318" y="105717"/>
                  </a:lnTo>
                  <a:lnTo>
                    <a:pt x="750352" y="70386"/>
                  </a:lnTo>
                  <a:lnTo>
                    <a:pt x="758652" y="32792"/>
                  </a:lnTo>
                  <a:lnTo>
                    <a:pt x="726995" y="7063"/>
                  </a:lnTo>
                  <a:lnTo>
                    <a:pt x="700760" y="45910"/>
                  </a:lnTo>
                  <a:lnTo>
                    <a:pt x="695794" y="89116"/>
                  </a:lnTo>
                  <a:lnTo>
                    <a:pt x="708076" y="129910"/>
                  </a:lnTo>
                  <a:lnTo>
                    <a:pt x="749887" y="156460"/>
                  </a:lnTo>
                  <a:lnTo>
                    <a:pt x="792904" y="146393"/>
                  </a:lnTo>
                  <a:lnTo>
                    <a:pt x="835968" y="110991"/>
                  </a:lnTo>
                  <a:lnTo>
                    <a:pt x="858482" y="78640"/>
                  </a:lnTo>
                  <a:lnTo>
                    <a:pt x="878505" y="37932"/>
                  </a:lnTo>
                  <a:lnTo>
                    <a:pt x="880365" y="0"/>
                  </a:lnTo>
                  <a:lnTo>
                    <a:pt x="878347" y="5044"/>
                  </a:lnTo>
                  <a:lnTo>
                    <a:pt x="881500" y="47171"/>
                  </a:lnTo>
                  <a:lnTo>
                    <a:pt x="892481" y="94019"/>
                  </a:lnTo>
                  <a:lnTo>
                    <a:pt x="911645" y="139244"/>
                  </a:lnTo>
                  <a:lnTo>
                    <a:pt x="913663" y="144288"/>
                  </a:lnTo>
                  <a:lnTo>
                    <a:pt x="912654" y="148829"/>
                  </a:lnTo>
                  <a:lnTo>
                    <a:pt x="911645" y="153370"/>
                  </a:lnTo>
                  <a:lnTo>
                    <a:pt x="907609" y="157406"/>
                  </a:lnTo>
                  <a:lnTo>
                    <a:pt x="893986" y="158415"/>
                  </a:lnTo>
                  <a:lnTo>
                    <a:pt x="882123" y="158651"/>
                  </a:lnTo>
                  <a:lnTo>
                    <a:pt x="867563" y="158036"/>
                  </a:lnTo>
                  <a:lnTo>
                    <a:pt x="851206" y="156854"/>
                  </a:lnTo>
                  <a:lnTo>
                    <a:pt x="833950" y="155388"/>
                  </a:lnTo>
                </a:path>
              </a:pathLst>
            </a:custGeom>
            <a:ln w="4079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0" name="object 12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661220" y="4586263"/>
              <a:ext cx="65012" cy="81156"/>
            </a:xfrm>
            <a:prstGeom prst="rect">
              <a:avLst/>
            </a:prstGeom>
          </p:spPr>
        </p:pic>
      </p:grpSp>
      <p:grpSp>
        <p:nvGrpSpPr>
          <p:cNvPr id="121" name="object 121"/>
          <p:cNvGrpSpPr/>
          <p:nvPr/>
        </p:nvGrpSpPr>
        <p:grpSpPr>
          <a:xfrm>
            <a:off x="6384463" y="4479307"/>
            <a:ext cx="1312545" cy="755650"/>
            <a:chOff x="6384463" y="4479307"/>
            <a:chExt cx="1312545" cy="755650"/>
          </a:xfrm>
        </p:grpSpPr>
        <p:sp>
          <p:nvSpPr>
            <p:cNvPr id="122" name="object 122"/>
            <p:cNvSpPr/>
            <p:nvPr/>
          </p:nvSpPr>
          <p:spPr>
            <a:xfrm>
              <a:off x="6404861" y="4499705"/>
              <a:ext cx="398780" cy="715010"/>
            </a:xfrm>
            <a:custGeom>
              <a:avLst/>
              <a:gdLst/>
              <a:ahLst/>
              <a:cxnLst/>
              <a:rect l="l" t="t" r="r" b="b"/>
              <a:pathLst>
                <a:path w="398779" h="715010">
                  <a:moveTo>
                    <a:pt x="109194" y="220974"/>
                  </a:moveTo>
                  <a:lnTo>
                    <a:pt x="88146" y="186131"/>
                  </a:lnTo>
                  <a:lnTo>
                    <a:pt x="50955" y="175017"/>
                  </a:lnTo>
                  <a:lnTo>
                    <a:pt x="15553" y="201156"/>
                  </a:lnTo>
                  <a:lnTo>
                    <a:pt x="725" y="246704"/>
                  </a:lnTo>
                  <a:lnTo>
                    <a:pt x="0" y="263849"/>
                  </a:lnTo>
                  <a:lnTo>
                    <a:pt x="1355" y="280569"/>
                  </a:lnTo>
                  <a:lnTo>
                    <a:pt x="14173" y="318501"/>
                  </a:lnTo>
                  <a:lnTo>
                    <a:pt x="43253" y="334575"/>
                  </a:lnTo>
                  <a:lnTo>
                    <a:pt x="51995" y="334425"/>
                  </a:lnTo>
                  <a:lnTo>
                    <a:pt x="90527" y="305037"/>
                  </a:lnTo>
                  <a:lnTo>
                    <a:pt x="107176" y="270415"/>
                  </a:lnTo>
                  <a:lnTo>
                    <a:pt x="117581" y="224505"/>
                  </a:lnTo>
                  <a:lnTo>
                    <a:pt x="123824" y="172541"/>
                  </a:lnTo>
                  <a:lnTo>
                    <a:pt x="128680" y="120703"/>
                  </a:lnTo>
                  <a:lnTo>
                    <a:pt x="132401" y="75676"/>
                  </a:lnTo>
                  <a:lnTo>
                    <a:pt x="135452" y="30483"/>
                  </a:lnTo>
                  <a:lnTo>
                    <a:pt x="132401" y="0"/>
                  </a:lnTo>
                  <a:lnTo>
                    <a:pt x="128365" y="3027"/>
                  </a:lnTo>
                  <a:lnTo>
                    <a:pt x="120230" y="46288"/>
                  </a:lnTo>
                  <a:lnTo>
                    <a:pt x="118275" y="89802"/>
                  </a:lnTo>
                  <a:lnTo>
                    <a:pt x="120356" y="143910"/>
                  </a:lnTo>
                  <a:lnTo>
                    <a:pt x="125843" y="198775"/>
                  </a:lnTo>
                  <a:lnTo>
                    <a:pt x="133726" y="244623"/>
                  </a:lnTo>
                  <a:lnTo>
                    <a:pt x="148956" y="289524"/>
                  </a:lnTo>
                  <a:lnTo>
                    <a:pt x="178816" y="313803"/>
                  </a:lnTo>
                  <a:lnTo>
                    <a:pt x="214132" y="280506"/>
                  </a:lnTo>
                  <a:lnTo>
                    <a:pt x="231797" y="237370"/>
                  </a:lnTo>
                  <a:lnTo>
                    <a:pt x="240240" y="199406"/>
                  </a:lnTo>
                  <a:lnTo>
                    <a:pt x="240933" y="190215"/>
                  </a:lnTo>
                  <a:lnTo>
                    <a:pt x="240870" y="182631"/>
                  </a:lnTo>
                  <a:lnTo>
                    <a:pt x="240366" y="173550"/>
                  </a:lnTo>
                  <a:lnTo>
                    <a:pt x="238348" y="168505"/>
                  </a:lnTo>
                  <a:lnTo>
                    <a:pt x="236330" y="168505"/>
                  </a:lnTo>
                  <a:lnTo>
                    <a:pt x="234312" y="168505"/>
                  </a:lnTo>
                  <a:lnTo>
                    <a:pt x="232294" y="173550"/>
                  </a:lnTo>
                  <a:lnTo>
                    <a:pt x="232294" y="192217"/>
                  </a:lnTo>
                  <a:lnTo>
                    <a:pt x="235912" y="246988"/>
                  </a:lnTo>
                  <a:lnTo>
                    <a:pt x="247429" y="290218"/>
                  </a:lnTo>
                  <a:lnTo>
                    <a:pt x="280033" y="311312"/>
                  </a:lnTo>
                  <a:lnTo>
                    <a:pt x="316546" y="285046"/>
                  </a:lnTo>
                  <a:lnTo>
                    <a:pt x="340384" y="241556"/>
                  </a:lnTo>
                  <a:lnTo>
                    <a:pt x="355204" y="203821"/>
                  </a:lnTo>
                  <a:lnTo>
                    <a:pt x="362456" y="168505"/>
                  </a:lnTo>
                  <a:lnTo>
                    <a:pt x="361447" y="169514"/>
                  </a:lnTo>
                  <a:lnTo>
                    <a:pt x="354109" y="222527"/>
                  </a:lnTo>
                  <a:lnTo>
                    <a:pt x="353620" y="270786"/>
                  </a:lnTo>
                  <a:lnTo>
                    <a:pt x="357380" y="325107"/>
                  </a:lnTo>
                  <a:lnTo>
                    <a:pt x="364822" y="381518"/>
                  </a:lnTo>
                  <a:lnTo>
                    <a:pt x="369015" y="410669"/>
                  </a:lnTo>
                  <a:lnTo>
                    <a:pt x="373083" y="440498"/>
                  </a:lnTo>
                  <a:lnTo>
                    <a:pt x="380650" y="500913"/>
                  </a:lnTo>
                  <a:lnTo>
                    <a:pt x="387445" y="559774"/>
                  </a:lnTo>
                  <a:lnTo>
                    <a:pt x="393090" y="613110"/>
                  </a:lnTo>
                  <a:lnTo>
                    <a:pt x="396850" y="656151"/>
                  </a:lnTo>
                  <a:lnTo>
                    <a:pt x="398159" y="686626"/>
                  </a:lnTo>
                  <a:lnTo>
                    <a:pt x="397772" y="697229"/>
                  </a:lnTo>
                  <a:lnTo>
                    <a:pt x="396763" y="709337"/>
                  </a:lnTo>
                  <a:lnTo>
                    <a:pt x="393736" y="713373"/>
                  </a:lnTo>
                  <a:lnTo>
                    <a:pt x="389196" y="714382"/>
                  </a:lnTo>
                  <a:lnTo>
                    <a:pt x="385396" y="714445"/>
                  </a:lnTo>
                  <a:lnTo>
                    <a:pt x="380367" y="712616"/>
                  </a:lnTo>
                  <a:lnTo>
                    <a:pt x="337231" y="673265"/>
                  </a:lnTo>
                  <a:lnTo>
                    <a:pt x="307465" y="635679"/>
                  </a:lnTo>
                  <a:lnTo>
                    <a:pt x="283249" y="593300"/>
                  </a:lnTo>
                  <a:lnTo>
                    <a:pt x="268114" y="550922"/>
                  </a:lnTo>
                  <a:lnTo>
                    <a:pt x="263952" y="511949"/>
                  </a:lnTo>
                  <a:lnTo>
                    <a:pt x="266128" y="493455"/>
                  </a:lnTo>
                  <a:lnTo>
                    <a:pt x="278787" y="457249"/>
                  </a:lnTo>
                  <a:lnTo>
                    <a:pt x="306456" y="413191"/>
                  </a:lnTo>
                  <a:lnTo>
                    <a:pt x="323271" y="395951"/>
                  </a:lnTo>
                  <a:lnTo>
                    <a:pt x="327141" y="393516"/>
                  </a:lnTo>
                </a:path>
              </a:pathLst>
            </a:custGeom>
            <a:ln w="4079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3" name="object 123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823605" y="4641758"/>
              <a:ext cx="164716" cy="194166"/>
            </a:xfrm>
            <a:prstGeom prst="rect">
              <a:avLst/>
            </a:prstGeom>
          </p:spPr>
        </p:pic>
        <p:sp>
          <p:nvSpPr>
            <p:cNvPr id="124" name="object 124"/>
            <p:cNvSpPr/>
            <p:nvPr/>
          </p:nvSpPr>
          <p:spPr>
            <a:xfrm>
              <a:off x="7028179" y="4639959"/>
              <a:ext cx="648335" cy="167640"/>
            </a:xfrm>
            <a:custGeom>
              <a:avLst/>
              <a:gdLst/>
              <a:ahLst/>
              <a:cxnLst/>
              <a:rect l="l" t="t" r="r" b="b"/>
              <a:pathLst>
                <a:path w="648334" h="167639">
                  <a:moveTo>
                    <a:pt x="94311" y="83748"/>
                  </a:moveTo>
                  <a:lnTo>
                    <a:pt x="82203" y="40360"/>
                  </a:lnTo>
                  <a:lnTo>
                    <a:pt x="42568" y="28276"/>
                  </a:lnTo>
                  <a:lnTo>
                    <a:pt x="11067" y="57009"/>
                  </a:lnTo>
                  <a:lnTo>
                    <a:pt x="0" y="109580"/>
                  </a:lnTo>
                  <a:lnTo>
                    <a:pt x="1986" y="126126"/>
                  </a:lnTo>
                  <a:lnTo>
                    <a:pt x="29734" y="162956"/>
                  </a:lnTo>
                  <a:lnTo>
                    <a:pt x="70434" y="146244"/>
                  </a:lnTo>
                  <a:lnTo>
                    <a:pt x="91789" y="101406"/>
                  </a:lnTo>
                  <a:lnTo>
                    <a:pt x="98670" y="61037"/>
                  </a:lnTo>
                  <a:lnTo>
                    <a:pt x="96802" y="112639"/>
                  </a:lnTo>
                  <a:lnTo>
                    <a:pt x="114428" y="152928"/>
                  </a:lnTo>
                  <a:lnTo>
                    <a:pt x="137967" y="167062"/>
                  </a:lnTo>
                  <a:lnTo>
                    <a:pt x="145519" y="166172"/>
                  </a:lnTo>
                  <a:lnTo>
                    <a:pt x="170807" y="125180"/>
                  </a:lnTo>
                  <a:lnTo>
                    <a:pt x="179628" y="75904"/>
                  </a:lnTo>
                  <a:lnTo>
                    <a:pt x="177051" y="28252"/>
                  </a:lnTo>
                  <a:lnTo>
                    <a:pt x="174023" y="20684"/>
                  </a:lnTo>
                  <a:lnTo>
                    <a:pt x="173479" y="21638"/>
                  </a:lnTo>
                  <a:lnTo>
                    <a:pt x="177831" y="61833"/>
                  </a:lnTo>
                  <a:lnTo>
                    <a:pt x="183554" y="99608"/>
                  </a:lnTo>
                  <a:lnTo>
                    <a:pt x="190601" y="142357"/>
                  </a:lnTo>
                  <a:lnTo>
                    <a:pt x="195717" y="157406"/>
                  </a:lnTo>
                  <a:lnTo>
                    <a:pt x="196222" y="157406"/>
                  </a:lnTo>
                  <a:lnTo>
                    <a:pt x="195213" y="152361"/>
                  </a:lnTo>
                  <a:lnTo>
                    <a:pt x="195213" y="135712"/>
                  </a:lnTo>
                  <a:lnTo>
                    <a:pt x="197767" y="86972"/>
                  </a:lnTo>
                  <a:lnTo>
                    <a:pt x="208456" y="46099"/>
                  </a:lnTo>
                  <a:lnTo>
                    <a:pt x="235321" y="26297"/>
                  </a:lnTo>
                  <a:lnTo>
                    <a:pt x="243425" y="27030"/>
                  </a:lnTo>
                  <a:lnTo>
                    <a:pt x="274988" y="54321"/>
                  </a:lnTo>
                  <a:lnTo>
                    <a:pt x="288862" y="92388"/>
                  </a:lnTo>
                  <a:lnTo>
                    <a:pt x="294096" y="129154"/>
                  </a:lnTo>
                  <a:lnTo>
                    <a:pt x="294096" y="135208"/>
                  </a:lnTo>
                  <a:lnTo>
                    <a:pt x="293592" y="141262"/>
                  </a:lnTo>
                  <a:lnTo>
                    <a:pt x="293087" y="147316"/>
                  </a:lnTo>
                  <a:lnTo>
                    <a:pt x="292078" y="153370"/>
                  </a:lnTo>
                  <a:lnTo>
                    <a:pt x="291574" y="153370"/>
                  </a:lnTo>
                  <a:lnTo>
                    <a:pt x="291069" y="153370"/>
                  </a:lnTo>
                  <a:lnTo>
                    <a:pt x="291069" y="147316"/>
                  </a:lnTo>
                  <a:lnTo>
                    <a:pt x="294096" y="130667"/>
                  </a:lnTo>
                  <a:lnTo>
                    <a:pt x="305802" y="82778"/>
                  </a:lnTo>
                  <a:lnTo>
                    <a:pt x="325817" y="41558"/>
                  </a:lnTo>
                  <a:lnTo>
                    <a:pt x="347574" y="20180"/>
                  </a:lnTo>
                  <a:lnTo>
                    <a:pt x="352619" y="20180"/>
                  </a:lnTo>
                  <a:lnTo>
                    <a:pt x="374360" y="58333"/>
                  </a:lnTo>
                  <a:lnTo>
                    <a:pt x="383016" y="104306"/>
                  </a:lnTo>
                  <a:lnTo>
                    <a:pt x="385412" y="132180"/>
                  </a:lnTo>
                  <a:lnTo>
                    <a:pt x="386926" y="147316"/>
                  </a:lnTo>
                  <a:lnTo>
                    <a:pt x="388944" y="153370"/>
                  </a:lnTo>
                  <a:lnTo>
                    <a:pt x="392475" y="156397"/>
                  </a:lnTo>
                  <a:lnTo>
                    <a:pt x="396007" y="159424"/>
                  </a:lnTo>
                  <a:lnTo>
                    <a:pt x="401052" y="159424"/>
                  </a:lnTo>
                  <a:lnTo>
                    <a:pt x="407610" y="155892"/>
                  </a:lnTo>
                  <a:lnTo>
                    <a:pt x="435342" y="118441"/>
                  </a:lnTo>
                  <a:lnTo>
                    <a:pt x="447971" y="74667"/>
                  </a:lnTo>
                  <a:lnTo>
                    <a:pt x="450998" y="28756"/>
                  </a:lnTo>
                  <a:lnTo>
                    <a:pt x="449484" y="13117"/>
                  </a:lnTo>
                  <a:lnTo>
                    <a:pt x="448980" y="15639"/>
                  </a:lnTo>
                  <a:lnTo>
                    <a:pt x="450446" y="60343"/>
                  </a:lnTo>
                  <a:lnTo>
                    <a:pt x="456547" y="106955"/>
                  </a:lnTo>
                  <a:lnTo>
                    <a:pt x="472187" y="142775"/>
                  </a:lnTo>
                  <a:lnTo>
                    <a:pt x="487827" y="151352"/>
                  </a:lnTo>
                  <a:lnTo>
                    <a:pt x="492872" y="151352"/>
                  </a:lnTo>
                  <a:lnTo>
                    <a:pt x="519358" y="115721"/>
                  </a:lnTo>
                  <a:lnTo>
                    <a:pt x="534903" y="68873"/>
                  </a:lnTo>
                  <a:lnTo>
                    <a:pt x="538876" y="38366"/>
                  </a:lnTo>
                  <a:lnTo>
                    <a:pt x="540295" y="26234"/>
                  </a:lnTo>
                  <a:lnTo>
                    <a:pt x="542313" y="12108"/>
                  </a:lnTo>
                  <a:lnTo>
                    <a:pt x="545341" y="7063"/>
                  </a:lnTo>
                  <a:lnTo>
                    <a:pt x="549377" y="4036"/>
                  </a:lnTo>
                  <a:lnTo>
                    <a:pt x="553413" y="1009"/>
                  </a:lnTo>
                  <a:lnTo>
                    <a:pt x="593655" y="10389"/>
                  </a:lnTo>
                  <a:lnTo>
                    <a:pt x="628080" y="32288"/>
                  </a:lnTo>
                  <a:lnTo>
                    <a:pt x="632116" y="35315"/>
                  </a:lnTo>
                  <a:lnTo>
                    <a:pt x="631612" y="35315"/>
                  </a:lnTo>
                  <a:lnTo>
                    <a:pt x="631107" y="35315"/>
                  </a:lnTo>
                  <a:lnTo>
                    <a:pt x="626062" y="32288"/>
                  </a:lnTo>
                  <a:lnTo>
                    <a:pt x="585196" y="11603"/>
                  </a:lnTo>
                  <a:lnTo>
                    <a:pt x="575611" y="8072"/>
                  </a:lnTo>
                  <a:lnTo>
                    <a:pt x="569557" y="8072"/>
                  </a:lnTo>
                  <a:lnTo>
                    <a:pt x="564007" y="9081"/>
                  </a:lnTo>
                  <a:lnTo>
                    <a:pt x="558458" y="10090"/>
                  </a:lnTo>
                  <a:lnTo>
                    <a:pt x="533950" y="48495"/>
                  </a:lnTo>
                  <a:lnTo>
                    <a:pt x="528377" y="83685"/>
                  </a:lnTo>
                  <a:lnTo>
                    <a:pt x="529788" y="95438"/>
                  </a:lnTo>
                  <a:lnTo>
                    <a:pt x="555155" y="137178"/>
                  </a:lnTo>
                  <a:lnTo>
                    <a:pt x="596942" y="152235"/>
                  </a:lnTo>
                  <a:lnTo>
                    <a:pt x="607395" y="150343"/>
                  </a:lnTo>
                  <a:lnTo>
                    <a:pt x="639684" y="128144"/>
                  </a:lnTo>
                  <a:lnTo>
                    <a:pt x="647251" y="114018"/>
                  </a:lnTo>
                  <a:lnTo>
                    <a:pt x="648260" y="107964"/>
                  </a:lnTo>
                </a:path>
              </a:pathLst>
            </a:custGeom>
            <a:ln w="4079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7476655" y="4531994"/>
              <a:ext cx="3175" cy="31750"/>
            </a:xfrm>
            <a:custGeom>
              <a:avLst/>
              <a:gdLst/>
              <a:ahLst/>
              <a:cxnLst/>
              <a:rect l="l" t="t" r="r" b="b"/>
              <a:pathLst>
                <a:path w="3175" h="31750">
                  <a:moveTo>
                    <a:pt x="0" y="10089"/>
                  </a:moveTo>
                  <a:lnTo>
                    <a:pt x="0" y="5044"/>
                  </a:lnTo>
                  <a:lnTo>
                    <a:pt x="0" y="0"/>
                  </a:lnTo>
                  <a:lnTo>
                    <a:pt x="0" y="5044"/>
                  </a:lnTo>
                  <a:lnTo>
                    <a:pt x="504" y="11099"/>
                  </a:lnTo>
                  <a:lnTo>
                    <a:pt x="1009" y="17153"/>
                  </a:lnTo>
                  <a:lnTo>
                    <a:pt x="2018" y="24216"/>
                  </a:lnTo>
                  <a:lnTo>
                    <a:pt x="3027" y="31279"/>
                  </a:lnTo>
                </a:path>
              </a:pathLst>
            </a:custGeom>
            <a:ln w="4079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26" name="object 126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244629" y="4691201"/>
            <a:ext cx="1749058" cy="1207217"/>
          </a:xfrm>
          <a:prstGeom prst="rect">
            <a:avLst/>
          </a:prstGeom>
        </p:spPr>
      </p:pic>
      <p:grpSp>
        <p:nvGrpSpPr>
          <p:cNvPr id="127" name="object 127"/>
          <p:cNvGrpSpPr/>
          <p:nvPr/>
        </p:nvGrpSpPr>
        <p:grpSpPr>
          <a:xfrm>
            <a:off x="1023787" y="5605557"/>
            <a:ext cx="286385" cy="293370"/>
            <a:chOff x="1023787" y="5605557"/>
            <a:chExt cx="286385" cy="293370"/>
          </a:xfrm>
        </p:grpSpPr>
        <p:sp>
          <p:nvSpPr>
            <p:cNvPr id="128" name="object 128"/>
            <p:cNvSpPr/>
            <p:nvPr/>
          </p:nvSpPr>
          <p:spPr>
            <a:xfrm>
              <a:off x="1044185" y="5625955"/>
              <a:ext cx="157480" cy="252095"/>
            </a:xfrm>
            <a:custGeom>
              <a:avLst/>
              <a:gdLst/>
              <a:ahLst/>
              <a:cxnLst/>
              <a:rect l="l" t="t" r="r" b="b"/>
              <a:pathLst>
                <a:path w="157480" h="252095">
                  <a:moveTo>
                    <a:pt x="0" y="2837"/>
                  </a:moveTo>
                  <a:lnTo>
                    <a:pt x="49693" y="1387"/>
                  </a:lnTo>
                  <a:lnTo>
                    <a:pt x="88793" y="315"/>
                  </a:lnTo>
                  <a:lnTo>
                    <a:pt x="110234" y="0"/>
                  </a:lnTo>
                  <a:lnTo>
                    <a:pt x="116320" y="244"/>
                  </a:lnTo>
                  <a:lnTo>
                    <a:pt x="134939" y="10397"/>
                  </a:lnTo>
                  <a:lnTo>
                    <a:pt x="133189" y="14504"/>
                  </a:lnTo>
                  <a:lnTo>
                    <a:pt x="102351" y="50261"/>
                  </a:lnTo>
                  <a:lnTo>
                    <a:pt x="78703" y="75487"/>
                  </a:lnTo>
                  <a:lnTo>
                    <a:pt x="67942" y="87011"/>
                  </a:lnTo>
                  <a:lnTo>
                    <a:pt x="36324" y="122910"/>
                  </a:lnTo>
                  <a:lnTo>
                    <a:pt x="33297" y="127955"/>
                  </a:lnTo>
                  <a:lnTo>
                    <a:pt x="33801" y="128460"/>
                  </a:lnTo>
                  <a:lnTo>
                    <a:pt x="34306" y="128964"/>
                  </a:lnTo>
                  <a:lnTo>
                    <a:pt x="38342" y="124928"/>
                  </a:lnTo>
                  <a:lnTo>
                    <a:pt x="48937" y="120892"/>
                  </a:lnTo>
                  <a:lnTo>
                    <a:pt x="58018" y="117952"/>
                  </a:lnTo>
                  <a:lnTo>
                    <a:pt x="68991" y="115532"/>
                  </a:lnTo>
                  <a:lnTo>
                    <a:pt x="81288" y="114152"/>
                  </a:lnTo>
                  <a:lnTo>
                    <a:pt x="94342" y="114334"/>
                  </a:lnTo>
                  <a:lnTo>
                    <a:pt x="131731" y="126253"/>
                  </a:lnTo>
                  <a:lnTo>
                    <a:pt x="155806" y="160748"/>
                  </a:lnTo>
                  <a:lnTo>
                    <a:pt x="156901" y="169829"/>
                  </a:lnTo>
                  <a:lnTo>
                    <a:pt x="156602" y="178138"/>
                  </a:lnTo>
                  <a:lnTo>
                    <a:pt x="132307" y="220532"/>
                  </a:lnTo>
                  <a:lnTo>
                    <a:pt x="101161" y="243763"/>
                  </a:lnTo>
                  <a:lnTo>
                    <a:pt x="67603" y="252064"/>
                  </a:lnTo>
                  <a:lnTo>
                    <a:pt x="58483" y="251158"/>
                  </a:lnTo>
                  <a:lnTo>
                    <a:pt x="27873" y="226839"/>
                  </a:lnTo>
                  <a:lnTo>
                    <a:pt x="19171" y="206658"/>
                  </a:lnTo>
                  <a:lnTo>
                    <a:pt x="20180" y="201613"/>
                  </a:lnTo>
                  <a:lnTo>
                    <a:pt x="21189" y="196568"/>
                  </a:lnTo>
                </a:path>
              </a:pathLst>
            </a:custGeom>
            <a:ln w="40796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1277268" y="5758956"/>
              <a:ext cx="12700" cy="21590"/>
            </a:xfrm>
            <a:custGeom>
              <a:avLst/>
              <a:gdLst/>
              <a:ahLst/>
              <a:cxnLst/>
              <a:rect l="l" t="t" r="r" b="b"/>
              <a:pathLst>
                <a:path w="12700" h="21589">
                  <a:moveTo>
                    <a:pt x="12108" y="0"/>
                  </a:moveTo>
                  <a:lnTo>
                    <a:pt x="8072" y="7063"/>
                  </a:lnTo>
                  <a:lnTo>
                    <a:pt x="4036" y="14126"/>
                  </a:lnTo>
                  <a:lnTo>
                    <a:pt x="0" y="21189"/>
                  </a:lnTo>
                </a:path>
              </a:pathLst>
            </a:custGeom>
            <a:ln w="40796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0" name="object 130"/>
          <p:cNvGrpSpPr/>
          <p:nvPr/>
        </p:nvGrpSpPr>
        <p:grpSpPr>
          <a:xfrm>
            <a:off x="1474265" y="5520501"/>
            <a:ext cx="889000" cy="337185"/>
            <a:chOff x="1474265" y="5520501"/>
            <a:chExt cx="889000" cy="337185"/>
          </a:xfrm>
        </p:grpSpPr>
        <p:sp>
          <p:nvSpPr>
            <p:cNvPr id="131" name="object 131"/>
            <p:cNvSpPr/>
            <p:nvPr/>
          </p:nvSpPr>
          <p:spPr>
            <a:xfrm>
              <a:off x="1494664" y="5540899"/>
              <a:ext cx="257175" cy="296545"/>
            </a:xfrm>
            <a:custGeom>
              <a:avLst/>
              <a:gdLst/>
              <a:ahLst/>
              <a:cxnLst/>
              <a:rect l="l" t="t" r="r" b="b"/>
              <a:pathLst>
                <a:path w="257175" h="296545">
                  <a:moveTo>
                    <a:pt x="212444" y="33408"/>
                  </a:moveTo>
                  <a:lnTo>
                    <a:pt x="180858" y="2491"/>
                  </a:lnTo>
                  <a:lnTo>
                    <a:pt x="154639" y="0"/>
                  </a:lnTo>
                  <a:lnTo>
                    <a:pt x="138786" y="2632"/>
                  </a:lnTo>
                  <a:lnTo>
                    <a:pt x="85860" y="28953"/>
                  </a:lnTo>
                  <a:lnTo>
                    <a:pt x="54210" y="60635"/>
                  </a:lnTo>
                  <a:lnTo>
                    <a:pt x="29789" y="100964"/>
                  </a:lnTo>
                  <a:lnTo>
                    <a:pt x="12391" y="146149"/>
                  </a:lnTo>
                  <a:lnTo>
                    <a:pt x="2207" y="190893"/>
                  </a:lnTo>
                  <a:lnTo>
                    <a:pt x="0" y="228644"/>
                  </a:lnTo>
                  <a:lnTo>
                    <a:pt x="2317" y="243976"/>
                  </a:lnTo>
                  <a:lnTo>
                    <a:pt x="26100" y="279229"/>
                  </a:lnTo>
                  <a:lnTo>
                    <a:pt x="69164" y="296256"/>
                  </a:lnTo>
                  <a:lnTo>
                    <a:pt x="84095" y="295633"/>
                  </a:lnTo>
                  <a:lnTo>
                    <a:pt x="125669" y="274562"/>
                  </a:lnTo>
                  <a:lnTo>
                    <a:pt x="158517" y="235187"/>
                  </a:lnTo>
                  <a:lnTo>
                    <a:pt x="173093" y="204940"/>
                  </a:lnTo>
                  <a:lnTo>
                    <a:pt x="173093" y="199895"/>
                  </a:lnTo>
                  <a:lnTo>
                    <a:pt x="173093" y="194850"/>
                  </a:lnTo>
                  <a:lnTo>
                    <a:pt x="173093" y="189805"/>
                  </a:lnTo>
                  <a:lnTo>
                    <a:pt x="171075" y="185769"/>
                  </a:lnTo>
                  <a:lnTo>
                    <a:pt x="128546" y="171784"/>
                  </a:lnTo>
                  <a:lnTo>
                    <a:pt x="108516" y="170633"/>
                  </a:lnTo>
                  <a:lnTo>
                    <a:pt x="101453" y="171642"/>
                  </a:lnTo>
                  <a:lnTo>
                    <a:pt x="100948" y="172147"/>
                  </a:lnTo>
                  <a:lnTo>
                    <a:pt x="100444" y="172652"/>
                  </a:lnTo>
                  <a:lnTo>
                    <a:pt x="106498" y="172652"/>
                  </a:lnTo>
                  <a:lnTo>
                    <a:pt x="124660" y="170633"/>
                  </a:lnTo>
                  <a:lnTo>
                    <a:pt x="140221" y="168797"/>
                  </a:lnTo>
                  <a:lnTo>
                    <a:pt x="158336" y="166534"/>
                  </a:lnTo>
                  <a:lnTo>
                    <a:pt x="177019" y="164177"/>
                  </a:lnTo>
                  <a:lnTo>
                    <a:pt x="194282" y="162057"/>
                  </a:lnTo>
                  <a:lnTo>
                    <a:pt x="208566" y="160441"/>
                  </a:lnTo>
                  <a:lnTo>
                    <a:pt x="220012" y="159345"/>
                  </a:lnTo>
                  <a:lnTo>
                    <a:pt x="229188" y="158722"/>
                  </a:lnTo>
                  <a:lnTo>
                    <a:pt x="236661" y="158525"/>
                  </a:lnTo>
                  <a:lnTo>
                    <a:pt x="245742" y="158525"/>
                  </a:lnTo>
                  <a:lnTo>
                    <a:pt x="251796" y="159534"/>
                  </a:lnTo>
                  <a:lnTo>
                    <a:pt x="254823" y="163570"/>
                  </a:lnTo>
                  <a:lnTo>
                    <a:pt x="256534" y="167260"/>
                  </a:lnTo>
                  <a:lnTo>
                    <a:pt x="257156" y="172651"/>
                  </a:lnTo>
                  <a:lnTo>
                    <a:pt x="256739" y="180314"/>
                  </a:lnTo>
                  <a:lnTo>
                    <a:pt x="255328" y="190814"/>
                  </a:lnTo>
                  <a:lnTo>
                    <a:pt x="253049" y="204341"/>
                  </a:lnTo>
                  <a:lnTo>
                    <a:pt x="250346" y="219571"/>
                  </a:lnTo>
                  <a:lnTo>
                    <a:pt x="247736" y="234801"/>
                  </a:lnTo>
                  <a:lnTo>
                    <a:pt x="245742" y="248328"/>
                  </a:lnTo>
                  <a:lnTo>
                    <a:pt x="244749" y="258875"/>
                  </a:lnTo>
                  <a:lnTo>
                    <a:pt x="244607" y="266868"/>
                  </a:lnTo>
                  <a:lnTo>
                    <a:pt x="245032" y="273159"/>
                  </a:lnTo>
                  <a:lnTo>
                    <a:pt x="245742" y="278598"/>
                  </a:lnTo>
                </a:path>
              </a:pathLst>
            </a:custGeom>
            <a:ln w="40796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2" name="object 132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794675" y="5658846"/>
              <a:ext cx="267824" cy="179535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088684" y="5650766"/>
              <a:ext cx="132230" cy="163904"/>
            </a:xfrm>
            <a:prstGeom prst="rect">
              <a:avLst/>
            </a:prstGeom>
          </p:spPr>
        </p:pic>
        <p:pic>
          <p:nvPicPr>
            <p:cNvPr id="134" name="object 134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246713" y="5641693"/>
              <a:ext cx="116472" cy="179031"/>
            </a:xfrm>
            <a:prstGeom prst="rect">
              <a:avLst/>
            </a:prstGeom>
          </p:spPr>
        </p:pic>
      </p:grpSp>
      <p:grpSp>
        <p:nvGrpSpPr>
          <p:cNvPr id="135" name="object 135"/>
          <p:cNvGrpSpPr/>
          <p:nvPr/>
        </p:nvGrpSpPr>
        <p:grpSpPr>
          <a:xfrm>
            <a:off x="2431363" y="5605440"/>
            <a:ext cx="903605" cy="206375"/>
            <a:chOff x="2431363" y="5605440"/>
            <a:chExt cx="903605" cy="206375"/>
          </a:xfrm>
        </p:grpSpPr>
        <p:pic>
          <p:nvPicPr>
            <p:cNvPr id="136" name="object 136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431363" y="5630594"/>
              <a:ext cx="167932" cy="179031"/>
            </a:xfrm>
            <a:prstGeom prst="rect">
              <a:avLst/>
            </a:prstGeom>
          </p:spPr>
        </p:pic>
        <p:sp>
          <p:nvSpPr>
            <p:cNvPr id="137" name="object 137"/>
            <p:cNvSpPr/>
            <p:nvPr/>
          </p:nvSpPr>
          <p:spPr>
            <a:xfrm>
              <a:off x="2643474" y="5633838"/>
              <a:ext cx="311150" cy="157480"/>
            </a:xfrm>
            <a:custGeom>
              <a:avLst/>
              <a:gdLst/>
              <a:ahLst/>
              <a:cxnLst/>
              <a:rect l="l" t="t" r="r" b="b"/>
              <a:pathLst>
                <a:path w="311150" h="157479">
                  <a:moveTo>
                    <a:pt x="89802" y="49441"/>
                  </a:moveTo>
                  <a:lnTo>
                    <a:pt x="64056" y="19447"/>
                  </a:lnTo>
                  <a:lnTo>
                    <a:pt x="20874" y="28315"/>
                  </a:lnTo>
                  <a:lnTo>
                    <a:pt x="2774" y="75486"/>
                  </a:lnTo>
                  <a:lnTo>
                    <a:pt x="0" y="105441"/>
                  </a:lnTo>
                  <a:lnTo>
                    <a:pt x="748" y="118574"/>
                  </a:lnTo>
                  <a:lnTo>
                    <a:pt x="25036" y="155640"/>
                  </a:lnTo>
                  <a:lnTo>
                    <a:pt x="32674" y="157169"/>
                  </a:lnTo>
                  <a:lnTo>
                    <a:pt x="40360" y="156901"/>
                  </a:lnTo>
                  <a:lnTo>
                    <a:pt x="74398" y="120411"/>
                  </a:lnTo>
                  <a:lnTo>
                    <a:pt x="89297" y="73658"/>
                  </a:lnTo>
                  <a:lnTo>
                    <a:pt x="92829" y="34810"/>
                  </a:lnTo>
                  <a:lnTo>
                    <a:pt x="82770" y="73863"/>
                  </a:lnTo>
                  <a:lnTo>
                    <a:pt x="93838" y="114018"/>
                  </a:lnTo>
                  <a:lnTo>
                    <a:pt x="117550" y="147820"/>
                  </a:lnTo>
                  <a:lnTo>
                    <a:pt x="161127" y="145274"/>
                  </a:lnTo>
                  <a:lnTo>
                    <a:pt x="180834" y="95816"/>
                  </a:lnTo>
                  <a:lnTo>
                    <a:pt x="185658" y="47928"/>
                  </a:lnTo>
                  <a:lnTo>
                    <a:pt x="186667" y="18162"/>
                  </a:lnTo>
                  <a:lnTo>
                    <a:pt x="186667" y="11099"/>
                  </a:lnTo>
                  <a:lnTo>
                    <a:pt x="186667" y="3027"/>
                  </a:lnTo>
                  <a:lnTo>
                    <a:pt x="186163" y="1513"/>
                  </a:lnTo>
                  <a:lnTo>
                    <a:pt x="185658" y="0"/>
                  </a:lnTo>
                  <a:lnTo>
                    <a:pt x="184649" y="5045"/>
                  </a:lnTo>
                  <a:lnTo>
                    <a:pt x="188370" y="52531"/>
                  </a:lnTo>
                  <a:lnTo>
                    <a:pt x="194061" y="94437"/>
                  </a:lnTo>
                  <a:lnTo>
                    <a:pt x="198318" y="101059"/>
                  </a:lnTo>
                  <a:lnTo>
                    <a:pt x="201298" y="95856"/>
                  </a:lnTo>
                  <a:lnTo>
                    <a:pt x="205137" y="84741"/>
                  </a:lnTo>
                  <a:lnTo>
                    <a:pt x="209685" y="69748"/>
                  </a:lnTo>
                  <a:lnTo>
                    <a:pt x="214707" y="53430"/>
                  </a:lnTo>
                  <a:lnTo>
                    <a:pt x="230812" y="17846"/>
                  </a:lnTo>
                  <a:lnTo>
                    <a:pt x="257929" y="3909"/>
                  </a:lnTo>
                  <a:lnTo>
                    <a:pt x="265733" y="5013"/>
                  </a:lnTo>
                  <a:lnTo>
                    <a:pt x="293378" y="34401"/>
                  </a:lnTo>
                  <a:lnTo>
                    <a:pt x="304217" y="74982"/>
                  </a:lnTo>
                  <a:lnTo>
                    <a:pt x="308293" y="113151"/>
                  </a:lnTo>
                  <a:lnTo>
                    <a:pt x="310011" y="131849"/>
                  </a:lnTo>
                  <a:lnTo>
                    <a:pt x="310776" y="140253"/>
                  </a:lnTo>
                </a:path>
              </a:pathLst>
            </a:custGeom>
            <a:ln w="40796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8" name="object 138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993014" y="5605440"/>
              <a:ext cx="341853" cy="186528"/>
            </a:xfrm>
            <a:prstGeom prst="rect">
              <a:avLst/>
            </a:prstGeom>
          </p:spPr>
        </p:pic>
      </p:grpSp>
      <p:pic>
        <p:nvPicPr>
          <p:cNvPr id="139" name="object 139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7068796" y="4430875"/>
            <a:ext cx="1986555" cy="1264731"/>
          </a:xfrm>
          <a:prstGeom prst="rect">
            <a:avLst/>
          </a:prstGeom>
        </p:spPr>
      </p:pic>
      <p:sp>
        <p:nvSpPr>
          <p:cNvPr id="140" name="object 140"/>
          <p:cNvSpPr/>
          <p:nvPr/>
        </p:nvSpPr>
        <p:spPr>
          <a:xfrm>
            <a:off x="3568740" y="5516793"/>
            <a:ext cx="6350" cy="0"/>
          </a:xfrm>
          <a:custGeom>
            <a:avLst/>
            <a:gdLst/>
            <a:ahLst/>
            <a:cxnLst/>
            <a:rect l="l" t="t" r="r" b="b"/>
            <a:pathLst>
              <a:path w="6350" h="0">
                <a:moveTo>
                  <a:pt x="6053" y="0"/>
                </a:moveTo>
                <a:lnTo>
                  <a:pt x="4035" y="0"/>
                </a:lnTo>
                <a:lnTo>
                  <a:pt x="2017" y="0"/>
                </a:lnTo>
                <a:lnTo>
                  <a:pt x="0" y="0"/>
                </a:lnTo>
              </a:path>
            </a:pathLst>
          </a:custGeom>
          <a:ln w="40796">
            <a:solidFill>
              <a:srgbClr val="371A9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41" name="object 141"/>
          <p:cNvGrpSpPr/>
          <p:nvPr/>
        </p:nvGrpSpPr>
        <p:grpSpPr>
          <a:xfrm>
            <a:off x="5035127" y="5275421"/>
            <a:ext cx="706755" cy="428625"/>
            <a:chOff x="5035127" y="5275421"/>
            <a:chExt cx="706755" cy="428625"/>
          </a:xfrm>
        </p:grpSpPr>
        <p:sp>
          <p:nvSpPr>
            <p:cNvPr id="142" name="object 142"/>
            <p:cNvSpPr/>
            <p:nvPr/>
          </p:nvSpPr>
          <p:spPr>
            <a:xfrm>
              <a:off x="5055525" y="5520828"/>
              <a:ext cx="278130" cy="162560"/>
            </a:xfrm>
            <a:custGeom>
              <a:avLst/>
              <a:gdLst/>
              <a:ahLst/>
              <a:cxnLst/>
              <a:rect l="l" t="t" r="r" b="b"/>
              <a:pathLst>
                <a:path w="278129" h="162560">
                  <a:moveTo>
                    <a:pt x="26738" y="29261"/>
                  </a:moveTo>
                  <a:lnTo>
                    <a:pt x="23711" y="24216"/>
                  </a:lnTo>
                  <a:lnTo>
                    <a:pt x="20684" y="19171"/>
                  </a:lnTo>
                  <a:lnTo>
                    <a:pt x="17657" y="19171"/>
                  </a:lnTo>
                  <a:lnTo>
                    <a:pt x="5391" y="58097"/>
                  </a:lnTo>
                  <a:lnTo>
                    <a:pt x="0" y="113009"/>
                  </a:lnTo>
                  <a:lnTo>
                    <a:pt x="291" y="127112"/>
                  </a:lnTo>
                  <a:lnTo>
                    <a:pt x="22891" y="161064"/>
                  </a:lnTo>
                  <a:lnTo>
                    <a:pt x="31224" y="162230"/>
                  </a:lnTo>
                  <a:lnTo>
                    <a:pt x="40360" y="160938"/>
                  </a:lnTo>
                  <a:lnTo>
                    <a:pt x="77189" y="130163"/>
                  </a:lnTo>
                  <a:lnTo>
                    <a:pt x="92017" y="88943"/>
                  </a:lnTo>
                  <a:lnTo>
                    <a:pt x="92829" y="75171"/>
                  </a:lnTo>
                  <a:lnTo>
                    <a:pt x="91252" y="62598"/>
                  </a:lnTo>
                  <a:lnTo>
                    <a:pt x="64261" y="26470"/>
                  </a:lnTo>
                  <a:lnTo>
                    <a:pt x="24720" y="11099"/>
                  </a:lnTo>
                  <a:lnTo>
                    <a:pt x="19675" y="11099"/>
                  </a:lnTo>
                  <a:lnTo>
                    <a:pt x="24720" y="11099"/>
                  </a:lnTo>
                  <a:lnTo>
                    <a:pt x="42883" y="10594"/>
                  </a:lnTo>
                  <a:lnTo>
                    <a:pt x="58648" y="10161"/>
                  </a:lnTo>
                  <a:lnTo>
                    <a:pt x="77441" y="9774"/>
                  </a:lnTo>
                  <a:lnTo>
                    <a:pt x="97369" y="9672"/>
                  </a:lnTo>
                  <a:lnTo>
                    <a:pt x="116541" y="10090"/>
                  </a:lnTo>
                  <a:lnTo>
                    <a:pt x="159321" y="16191"/>
                  </a:lnTo>
                  <a:lnTo>
                    <a:pt x="184144" y="53477"/>
                  </a:lnTo>
                  <a:lnTo>
                    <a:pt x="184389" y="68486"/>
                  </a:lnTo>
                  <a:lnTo>
                    <a:pt x="183829" y="85009"/>
                  </a:lnTo>
                  <a:lnTo>
                    <a:pt x="180566" y="125236"/>
                  </a:lnTo>
                  <a:lnTo>
                    <a:pt x="174055" y="153370"/>
                  </a:lnTo>
                  <a:lnTo>
                    <a:pt x="173046" y="153370"/>
                  </a:lnTo>
                  <a:lnTo>
                    <a:pt x="172037" y="153370"/>
                  </a:lnTo>
                  <a:lnTo>
                    <a:pt x="172037" y="147316"/>
                  </a:lnTo>
                  <a:lnTo>
                    <a:pt x="174559" y="129658"/>
                  </a:lnTo>
                  <a:lnTo>
                    <a:pt x="183214" y="78648"/>
                  </a:lnTo>
                  <a:lnTo>
                    <a:pt x="193099" y="35378"/>
                  </a:lnTo>
                  <a:lnTo>
                    <a:pt x="215424" y="1009"/>
                  </a:lnTo>
                  <a:lnTo>
                    <a:pt x="222487" y="0"/>
                  </a:lnTo>
                  <a:lnTo>
                    <a:pt x="230559" y="4540"/>
                  </a:lnTo>
                  <a:lnTo>
                    <a:pt x="255280" y="38847"/>
                  </a:lnTo>
                  <a:lnTo>
                    <a:pt x="269328" y="91631"/>
                  </a:lnTo>
                  <a:lnTo>
                    <a:pt x="276154" y="134135"/>
                  </a:lnTo>
                  <a:lnTo>
                    <a:pt x="277187" y="144155"/>
                  </a:lnTo>
                  <a:lnTo>
                    <a:pt x="277983" y="153370"/>
                  </a:lnTo>
                </a:path>
              </a:pathLst>
            </a:custGeom>
            <a:ln w="40796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5396571" y="5295819"/>
              <a:ext cx="324485" cy="370840"/>
            </a:xfrm>
            <a:custGeom>
              <a:avLst/>
              <a:gdLst/>
              <a:ahLst/>
              <a:cxnLst/>
              <a:rect l="l" t="t" r="r" b="b"/>
              <a:pathLst>
                <a:path w="324485" h="370839">
                  <a:moveTo>
                    <a:pt x="100397" y="290596"/>
                  </a:moveTo>
                  <a:lnTo>
                    <a:pt x="96360" y="246704"/>
                  </a:lnTo>
                  <a:lnTo>
                    <a:pt x="59539" y="221715"/>
                  </a:lnTo>
                  <a:lnTo>
                    <a:pt x="47360" y="221604"/>
                  </a:lnTo>
                  <a:lnTo>
                    <a:pt x="35086" y="224710"/>
                  </a:lnTo>
                  <a:lnTo>
                    <a:pt x="6747" y="260199"/>
                  </a:lnTo>
                  <a:lnTo>
                    <a:pt x="0" y="296650"/>
                  </a:lnTo>
                  <a:lnTo>
                    <a:pt x="1150" y="314150"/>
                  </a:lnTo>
                  <a:lnTo>
                    <a:pt x="19171" y="354164"/>
                  </a:lnTo>
                  <a:lnTo>
                    <a:pt x="38657" y="365263"/>
                  </a:lnTo>
                  <a:lnTo>
                    <a:pt x="49323" y="365232"/>
                  </a:lnTo>
                  <a:lnTo>
                    <a:pt x="80090" y="342119"/>
                  </a:lnTo>
                  <a:lnTo>
                    <a:pt x="102438" y="299567"/>
                  </a:lnTo>
                  <a:lnTo>
                    <a:pt x="113009" y="260830"/>
                  </a:lnTo>
                  <a:lnTo>
                    <a:pt x="115532" y="247208"/>
                  </a:lnTo>
                  <a:lnTo>
                    <a:pt x="115532" y="240145"/>
                  </a:lnTo>
                  <a:lnTo>
                    <a:pt x="114018" y="239136"/>
                  </a:lnTo>
                  <a:lnTo>
                    <a:pt x="112505" y="238127"/>
                  </a:lnTo>
                  <a:lnTo>
                    <a:pt x="103865" y="287947"/>
                  </a:lnTo>
                  <a:lnTo>
                    <a:pt x="103195" y="304217"/>
                  </a:lnTo>
                  <a:lnTo>
                    <a:pt x="103424" y="319353"/>
                  </a:lnTo>
                  <a:lnTo>
                    <a:pt x="112505" y="356686"/>
                  </a:lnTo>
                  <a:lnTo>
                    <a:pt x="134498" y="370340"/>
                  </a:lnTo>
                  <a:lnTo>
                    <a:pt x="142271" y="369173"/>
                  </a:lnTo>
                  <a:lnTo>
                    <a:pt x="174890" y="348133"/>
                  </a:lnTo>
                  <a:lnTo>
                    <a:pt x="201471" y="317910"/>
                  </a:lnTo>
                  <a:lnTo>
                    <a:pt x="224789" y="280191"/>
                  </a:lnTo>
                  <a:lnTo>
                    <a:pt x="241438" y="237812"/>
                  </a:lnTo>
                  <a:lnTo>
                    <a:pt x="251331" y="190987"/>
                  </a:lnTo>
                  <a:lnTo>
                    <a:pt x="255793" y="141987"/>
                  </a:lnTo>
                  <a:lnTo>
                    <a:pt x="257369" y="95288"/>
                  </a:lnTo>
                  <a:lnTo>
                    <a:pt x="257613" y="74414"/>
                  </a:lnTo>
                  <a:lnTo>
                    <a:pt x="257574" y="56189"/>
                  </a:lnTo>
                  <a:lnTo>
                    <a:pt x="254886" y="17247"/>
                  </a:lnTo>
                  <a:lnTo>
                    <a:pt x="242163" y="2018"/>
                  </a:lnTo>
                  <a:lnTo>
                    <a:pt x="237623" y="0"/>
                  </a:lnTo>
                  <a:lnTo>
                    <a:pt x="232578" y="0"/>
                  </a:lnTo>
                  <a:lnTo>
                    <a:pt x="226523" y="5045"/>
                  </a:lnTo>
                  <a:lnTo>
                    <a:pt x="206848" y="41874"/>
                  </a:lnTo>
                  <a:lnTo>
                    <a:pt x="197829" y="81919"/>
                  </a:lnTo>
                  <a:lnTo>
                    <a:pt x="192217" y="132181"/>
                  </a:lnTo>
                  <a:lnTo>
                    <a:pt x="191476" y="158927"/>
                  </a:lnTo>
                  <a:lnTo>
                    <a:pt x="192343" y="185721"/>
                  </a:lnTo>
                  <a:lnTo>
                    <a:pt x="199280" y="236614"/>
                  </a:lnTo>
                  <a:lnTo>
                    <a:pt x="212776" y="279749"/>
                  </a:lnTo>
                  <a:lnTo>
                    <a:pt x="235731" y="324012"/>
                  </a:lnTo>
                  <a:lnTo>
                    <a:pt x="262848" y="354164"/>
                  </a:lnTo>
                  <a:lnTo>
                    <a:pt x="270920" y="354164"/>
                  </a:lnTo>
                  <a:lnTo>
                    <a:pt x="313488" y="341993"/>
                  </a:lnTo>
                  <a:lnTo>
                    <a:pt x="319061" y="339021"/>
                  </a:lnTo>
                  <a:lnTo>
                    <a:pt x="324398" y="336002"/>
                  </a:lnTo>
                </a:path>
              </a:pathLst>
            </a:custGeom>
            <a:ln w="40796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4" name="object 144"/>
          <p:cNvSpPr/>
          <p:nvPr/>
        </p:nvSpPr>
        <p:spPr>
          <a:xfrm>
            <a:off x="5854160" y="5544036"/>
            <a:ext cx="91440" cy="3175"/>
          </a:xfrm>
          <a:custGeom>
            <a:avLst/>
            <a:gdLst/>
            <a:ahLst/>
            <a:cxnLst/>
            <a:rect l="l" t="t" r="r" b="b"/>
            <a:pathLst>
              <a:path w="91439" h="3175">
                <a:moveTo>
                  <a:pt x="0" y="0"/>
                </a:moveTo>
                <a:lnTo>
                  <a:pt x="22702" y="756"/>
                </a:lnTo>
                <a:lnTo>
                  <a:pt x="45405" y="1513"/>
                </a:lnTo>
                <a:lnTo>
                  <a:pt x="68108" y="2270"/>
                </a:lnTo>
                <a:lnTo>
                  <a:pt x="90811" y="3027"/>
                </a:lnTo>
              </a:path>
            </a:pathLst>
          </a:custGeom>
          <a:ln w="40796">
            <a:solidFill>
              <a:srgbClr val="371A9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5" name="object 145"/>
          <p:cNvSpPr/>
          <p:nvPr/>
        </p:nvSpPr>
        <p:spPr>
          <a:xfrm>
            <a:off x="6093486" y="5460288"/>
            <a:ext cx="12065" cy="165735"/>
          </a:xfrm>
          <a:custGeom>
            <a:avLst/>
            <a:gdLst/>
            <a:ahLst/>
            <a:cxnLst/>
            <a:rect l="l" t="t" r="r" b="b"/>
            <a:pathLst>
              <a:path w="12064" h="165735">
                <a:moveTo>
                  <a:pt x="2837" y="14126"/>
                </a:moveTo>
                <a:lnTo>
                  <a:pt x="2837" y="7063"/>
                </a:lnTo>
                <a:lnTo>
                  <a:pt x="2837" y="0"/>
                </a:lnTo>
                <a:lnTo>
                  <a:pt x="2333" y="504"/>
                </a:lnTo>
                <a:lnTo>
                  <a:pt x="39" y="49189"/>
                </a:lnTo>
                <a:lnTo>
                  <a:pt x="0" y="70252"/>
                </a:lnTo>
                <a:lnTo>
                  <a:pt x="244" y="91505"/>
                </a:lnTo>
                <a:lnTo>
                  <a:pt x="2964" y="136406"/>
                </a:lnTo>
                <a:lnTo>
                  <a:pt x="9900" y="165478"/>
                </a:lnTo>
                <a:lnTo>
                  <a:pt x="10909" y="164973"/>
                </a:lnTo>
                <a:lnTo>
                  <a:pt x="11918" y="164469"/>
                </a:lnTo>
                <a:lnTo>
                  <a:pt x="11918" y="157406"/>
                </a:lnTo>
                <a:lnTo>
                  <a:pt x="11918" y="151352"/>
                </a:lnTo>
                <a:lnTo>
                  <a:pt x="11918" y="145298"/>
                </a:lnTo>
                <a:lnTo>
                  <a:pt x="11918" y="140253"/>
                </a:lnTo>
                <a:lnTo>
                  <a:pt x="11918" y="135208"/>
                </a:lnTo>
              </a:path>
            </a:pathLst>
          </a:custGeom>
          <a:ln w="40796">
            <a:solidFill>
              <a:srgbClr val="371A9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6" name="object 146"/>
          <p:cNvSpPr/>
          <p:nvPr/>
        </p:nvSpPr>
        <p:spPr>
          <a:xfrm>
            <a:off x="6093005" y="5371494"/>
            <a:ext cx="635" cy="0"/>
          </a:xfrm>
          <a:custGeom>
            <a:avLst/>
            <a:gdLst/>
            <a:ahLst/>
            <a:cxnLst/>
            <a:rect l="l" t="t" r="r" b="b"/>
            <a:pathLst>
              <a:path w="635" h="0">
                <a:moveTo>
                  <a:pt x="0" y="0"/>
                </a:moveTo>
                <a:lnTo>
                  <a:pt x="194" y="0"/>
                </a:lnTo>
                <a:lnTo>
                  <a:pt x="388" y="0"/>
                </a:lnTo>
                <a:lnTo>
                  <a:pt x="582" y="0"/>
                </a:lnTo>
              </a:path>
            </a:pathLst>
          </a:custGeom>
          <a:ln w="40796">
            <a:solidFill>
              <a:srgbClr val="371A9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47" name="object 147"/>
          <p:cNvGrpSpPr/>
          <p:nvPr/>
        </p:nvGrpSpPr>
        <p:grpSpPr>
          <a:xfrm>
            <a:off x="6139493" y="5320826"/>
            <a:ext cx="401955" cy="286385"/>
            <a:chOff x="6139493" y="5320826"/>
            <a:chExt cx="401955" cy="286385"/>
          </a:xfrm>
        </p:grpSpPr>
        <p:sp>
          <p:nvSpPr>
            <p:cNvPr id="148" name="object 148"/>
            <p:cNvSpPr/>
            <p:nvPr/>
          </p:nvSpPr>
          <p:spPr>
            <a:xfrm>
              <a:off x="6173403" y="5359386"/>
              <a:ext cx="86995" cy="227329"/>
            </a:xfrm>
            <a:custGeom>
              <a:avLst/>
              <a:gdLst/>
              <a:ahLst/>
              <a:cxnLst/>
              <a:rect l="l" t="t" r="r" b="b"/>
              <a:pathLst>
                <a:path w="86995" h="227329">
                  <a:moveTo>
                    <a:pt x="4650" y="0"/>
                  </a:moveTo>
                  <a:lnTo>
                    <a:pt x="748" y="55621"/>
                  </a:lnTo>
                  <a:lnTo>
                    <a:pt x="0" y="102320"/>
                  </a:lnTo>
                  <a:lnTo>
                    <a:pt x="362" y="127892"/>
                  </a:lnTo>
                  <a:lnTo>
                    <a:pt x="2128" y="173550"/>
                  </a:lnTo>
                  <a:lnTo>
                    <a:pt x="8686" y="216938"/>
                  </a:lnTo>
                  <a:lnTo>
                    <a:pt x="15749" y="227028"/>
                  </a:lnTo>
                  <a:lnTo>
                    <a:pt x="24326" y="226523"/>
                  </a:lnTo>
                  <a:lnTo>
                    <a:pt x="65096" y="211041"/>
                  </a:lnTo>
                  <a:lnTo>
                    <a:pt x="79538" y="199753"/>
                  </a:lnTo>
                  <a:lnTo>
                    <a:pt x="86380" y="193730"/>
                  </a:lnTo>
                </a:path>
              </a:pathLst>
            </a:custGeom>
            <a:ln w="40796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6159891" y="5468360"/>
              <a:ext cx="69850" cy="3175"/>
            </a:xfrm>
            <a:custGeom>
              <a:avLst/>
              <a:gdLst/>
              <a:ahLst/>
              <a:cxnLst/>
              <a:rect l="l" t="t" r="r" b="b"/>
              <a:pathLst>
                <a:path w="69850" h="3175">
                  <a:moveTo>
                    <a:pt x="0" y="3026"/>
                  </a:moveTo>
                  <a:lnTo>
                    <a:pt x="17405" y="2270"/>
                  </a:lnTo>
                  <a:lnTo>
                    <a:pt x="34810" y="1513"/>
                  </a:lnTo>
                  <a:lnTo>
                    <a:pt x="52216" y="756"/>
                  </a:lnTo>
                  <a:lnTo>
                    <a:pt x="69621" y="0"/>
                  </a:lnTo>
                </a:path>
              </a:pathLst>
            </a:custGeom>
            <a:ln w="40796">
              <a:solidFill>
                <a:srgbClr val="371A9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0" name="object 150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6315061" y="5320826"/>
              <a:ext cx="226203" cy="284535"/>
            </a:xfrm>
            <a:prstGeom prst="rect">
              <a:avLst/>
            </a:prstGeom>
          </p:spPr>
        </p:pic>
      </p:grpSp>
      <p:pic>
        <p:nvPicPr>
          <p:cNvPr id="151" name="object 151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6709081" y="5401547"/>
            <a:ext cx="212833" cy="175956"/>
          </a:xfrm>
          <a:prstGeom prst="rect">
            <a:avLst/>
          </a:prstGeom>
        </p:spPr>
      </p:pic>
      <p:sp>
        <p:nvSpPr>
          <p:cNvPr id="152" name="object 152"/>
          <p:cNvSpPr/>
          <p:nvPr/>
        </p:nvSpPr>
        <p:spPr>
          <a:xfrm>
            <a:off x="1525485" y="6013228"/>
            <a:ext cx="220979" cy="364490"/>
          </a:xfrm>
          <a:custGeom>
            <a:avLst/>
            <a:gdLst/>
            <a:ahLst/>
            <a:cxnLst/>
            <a:rect l="l" t="t" r="r" b="b"/>
            <a:pathLst>
              <a:path w="220980" h="364489">
                <a:moveTo>
                  <a:pt x="0" y="0"/>
                </a:moveTo>
                <a:lnTo>
                  <a:pt x="1513" y="47486"/>
                </a:lnTo>
                <a:lnTo>
                  <a:pt x="3027" y="98378"/>
                </a:lnTo>
                <a:lnTo>
                  <a:pt x="4477" y="154883"/>
                </a:lnTo>
                <a:lnTo>
                  <a:pt x="5549" y="214415"/>
                </a:lnTo>
                <a:lnTo>
                  <a:pt x="5991" y="271740"/>
                </a:lnTo>
                <a:lnTo>
                  <a:pt x="6054" y="315821"/>
                </a:lnTo>
                <a:lnTo>
                  <a:pt x="6054" y="329530"/>
                </a:lnTo>
                <a:lnTo>
                  <a:pt x="6054" y="338461"/>
                </a:lnTo>
                <a:lnTo>
                  <a:pt x="6054" y="344271"/>
                </a:lnTo>
                <a:lnTo>
                  <a:pt x="6054" y="348614"/>
                </a:lnTo>
                <a:lnTo>
                  <a:pt x="6054" y="354164"/>
                </a:lnTo>
                <a:lnTo>
                  <a:pt x="6054" y="360218"/>
                </a:lnTo>
                <a:lnTo>
                  <a:pt x="8576" y="362740"/>
                </a:lnTo>
                <a:lnTo>
                  <a:pt x="11107" y="364025"/>
                </a:lnTo>
                <a:lnTo>
                  <a:pt x="15576" y="364317"/>
                </a:lnTo>
                <a:lnTo>
                  <a:pt x="22978" y="363946"/>
                </a:lnTo>
                <a:lnTo>
                  <a:pt x="34306" y="363245"/>
                </a:lnTo>
                <a:lnTo>
                  <a:pt x="50214" y="362480"/>
                </a:lnTo>
                <a:lnTo>
                  <a:pt x="70000" y="361668"/>
                </a:lnTo>
                <a:lnTo>
                  <a:pt x="92624" y="360762"/>
                </a:lnTo>
                <a:lnTo>
                  <a:pt x="117045" y="359713"/>
                </a:lnTo>
                <a:lnTo>
                  <a:pt x="142365" y="358492"/>
                </a:lnTo>
                <a:lnTo>
                  <a:pt x="168253" y="357128"/>
                </a:lnTo>
                <a:lnTo>
                  <a:pt x="194519" y="355669"/>
                </a:lnTo>
                <a:lnTo>
                  <a:pt x="220974" y="354164"/>
                </a:lnTo>
              </a:path>
            </a:pathLst>
          </a:custGeom>
          <a:ln w="40796">
            <a:solidFill>
              <a:srgbClr val="FC3142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53" name="object 153"/>
          <p:cNvGrpSpPr/>
          <p:nvPr/>
        </p:nvGrpSpPr>
        <p:grpSpPr>
          <a:xfrm>
            <a:off x="1890027" y="6169834"/>
            <a:ext cx="1626870" cy="427990"/>
            <a:chOff x="1890027" y="6169834"/>
            <a:chExt cx="1626870" cy="427990"/>
          </a:xfrm>
        </p:grpSpPr>
        <p:sp>
          <p:nvSpPr>
            <p:cNvPr id="154" name="object 154"/>
            <p:cNvSpPr/>
            <p:nvPr/>
          </p:nvSpPr>
          <p:spPr>
            <a:xfrm>
              <a:off x="1910425" y="6190232"/>
              <a:ext cx="166370" cy="280670"/>
            </a:xfrm>
            <a:custGeom>
              <a:avLst/>
              <a:gdLst/>
              <a:ahLst/>
              <a:cxnLst/>
              <a:rect l="l" t="t" r="r" b="b"/>
              <a:pathLst>
                <a:path w="166369" h="280670">
                  <a:moveTo>
                    <a:pt x="165983" y="37916"/>
                  </a:moveTo>
                  <a:lnTo>
                    <a:pt x="144911" y="4130"/>
                  </a:lnTo>
                  <a:lnTo>
                    <a:pt x="126670" y="0"/>
                  </a:lnTo>
                  <a:lnTo>
                    <a:pt x="116036" y="583"/>
                  </a:lnTo>
                  <a:lnTo>
                    <a:pt x="80350" y="16191"/>
                  </a:lnTo>
                  <a:lnTo>
                    <a:pt x="53249" y="43363"/>
                  </a:lnTo>
                  <a:lnTo>
                    <a:pt x="26872" y="82951"/>
                  </a:lnTo>
                  <a:lnTo>
                    <a:pt x="8087" y="127356"/>
                  </a:lnTo>
                  <a:lnTo>
                    <a:pt x="110" y="170712"/>
                  </a:lnTo>
                  <a:lnTo>
                    <a:pt x="0" y="190782"/>
                  </a:lnTo>
                  <a:lnTo>
                    <a:pt x="2380" y="209204"/>
                  </a:lnTo>
                  <a:lnTo>
                    <a:pt x="25225" y="252836"/>
                  </a:lnTo>
                  <a:lnTo>
                    <a:pt x="67651" y="276462"/>
                  </a:lnTo>
                  <a:lnTo>
                    <a:pt x="94019" y="280340"/>
                  </a:lnTo>
                  <a:lnTo>
                    <a:pt x="104748" y="279260"/>
                  </a:lnTo>
                  <a:lnTo>
                    <a:pt x="114436" y="276950"/>
                  </a:lnTo>
                  <a:lnTo>
                    <a:pt x="123604" y="274026"/>
                  </a:lnTo>
                </a:path>
              </a:pathLst>
            </a:custGeom>
            <a:ln w="4079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5" name="object 155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2065090" y="6295534"/>
              <a:ext cx="373771" cy="196689"/>
            </a:xfrm>
            <a:prstGeom prst="rect">
              <a:avLst/>
            </a:prstGeom>
          </p:spPr>
        </p:pic>
        <p:sp>
          <p:nvSpPr>
            <p:cNvPr id="156" name="object 156"/>
            <p:cNvSpPr/>
            <p:nvPr/>
          </p:nvSpPr>
          <p:spPr>
            <a:xfrm>
              <a:off x="2485058" y="6303825"/>
              <a:ext cx="109220" cy="273685"/>
            </a:xfrm>
            <a:custGeom>
              <a:avLst/>
              <a:gdLst/>
              <a:ahLst/>
              <a:cxnLst/>
              <a:rect l="l" t="t" r="r" b="b"/>
              <a:pathLst>
                <a:path w="109219" h="273684">
                  <a:moveTo>
                    <a:pt x="0" y="24216"/>
                  </a:moveTo>
                  <a:lnTo>
                    <a:pt x="126" y="72459"/>
                  </a:lnTo>
                  <a:lnTo>
                    <a:pt x="1009" y="119568"/>
                  </a:lnTo>
                  <a:lnTo>
                    <a:pt x="3153" y="164847"/>
                  </a:lnTo>
                  <a:lnTo>
                    <a:pt x="6054" y="209370"/>
                  </a:lnTo>
                  <a:lnTo>
                    <a:pt x="7536" y="231371"/>
                  </a:lnTo>
                  <a:lnTo>
                    <a:pt x="8828" y="251055"/>
                  </a:lnTo>
                  <a:lnTo>
                    <a:pt x="9743" y="265914"/>
                  </a:lnTo>
                  <a:lnTo>
                    <a:pt x="10090" y="273442"/>
                  </a:lnTo>
                  <a:lnTo>
                    <a:pt x="9759" y="271787"/>
                  </a:lnTo>
                  <a:lnTo>
                    <a:pt x="7063" y="221983"/>
                  </a:lnTo>
                  <a:lnTo>
                    <a:pt x="6243" y="166235"/>
                  </a:lnTo>
                  <a:lnTo>
                    <a:pt x="6558" y="108973"/>
                  </a:lnTo>
                  <a:lnTo>
                    <a:pt x="7756" y="62874"/>
                  </a:lnTo>
                  <a:lnTo>
                    <a:pt x="11792" y="19991"/>
                  </a:lnTo>
                  <a:lnTo>
                    <a:pt x="23207" y="0"/>
                  </a:lnTo>
                  <a:lnTo>
                    <a:pt x="28252" y="0"/>
                  </a:lnTo>
                  <a:lnTo>
                    <a:pt x="66595" y="14126"/>
                  </a:lnTo>
                  <a:lnTo>
                    <a:pt x="95856" y="50450"/>
                  </a:lnTo>
                  <a:lnTo>
                    <a:pt x="107460" y="93838"/>
                  </a:lnTo>
                  <a:lnTo>
                    <a:pt x="108973" y="104937"/>
                  </a:lnTo>
                  <a:lnTo>
                    <a:pt x="108973" y="109982"/>
                  </a:lnTo>
                  <a:lnTo>
                    <a:pt x="76432" y="134135"/>
                  </a:lnTo>
                  <a:lnTo>
                    <a:pt x="32540" y="134072"/>
                  </a:lnTo>
                  <a:lnTo>
                    <a:pt x="3027" y="117045"/>
                  </a:lnTo>
                  <a:lnTo>
                    <a:pt x="0" y="112000"/>
                  </a:lnTo>
                </a:path>
              </a:pathLst>
            </a:custGeom>
            <a:ln w="4079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2645492" y="6194851"/>
              <a:ext cx="30480" cy="256540"/>
            </a:xfrm>
            <a:custGeom>
              <a:avLst/>
              <a:gdLst/>
              <a:ahLst/>
              <a:cxnLst/>
              <a:rect l="l" t="t" r="r" b="b"/>
              <a:pathLst>
                <a:path w="30480" h="256539">
                  <a:moveTo>
                    <a:pt x="0" y="0"/>
                  </a:moveTo>
                  <a:lnTo>
                    <a:pt x="4540" y="44018"/>
                  </a:lnTo>
                  <a:lnTo>
                    <a:pt x="9081" y="88793"/>
                  </a:lnTo>
                  <a:lnTo>
                    <a:pt x="13558" y="134135"/>
                  </a:lnTo>
                  <a:lnTo>
                    <a:pt x="15679" y="155837"/>
                  </a:lnTo>
                  <a:lnTo>
                    <a:pt x="17657" y="176072"/>
                  </a:lnTo>
                  <a:lnTo>
                    <a:pt x="22694" y="224174"/>
                  </a:lnTo>
                  <a:lnTo>
                    <a:pt x="28252" y="256289"/>
                  </a:lnTo>
                  <a:lnTo>
                    <a:pt x="29261" y="256289"/>
                  </a:lnTo>
                  <a:lnTo>
                    <a:pt x="30270" y="256289"/>
                  </a:lnTo>
                  <a:lnTo>
                    <a:pt x="30270" y="249226"/>
                  </a:lnTo>
                  <a:lnTo>
                    <a:pt x="30270" y="242163"/>
                  </a:lnTo>
                </a:path>
              </a:pathLst>
            </a:custGeom>
            <a:ln w="4079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2733276" y="6318959"/>
              <a:ext cx="21590" cy="127635"/>
            </a:xfrm>
            <a:custGeom>
              <a:avLst/>
              <a:gdLst/>
              <a:ahLst/>
              <a:cxnLst/>
              <a:rect l="l" t="t" r="r" b="b"/>
              <a:pathLst>
                <a:path w="21589" h="127635">
                  <a:moveTo>
                    <a:pt x="0" y="0"/>
                  </a:moveTo>
                  <a:lnTo>
                    <a:pt x="5864" y="42567"/>
                  </a:lnTo>
                  <a:lnTo>
                    <a:pt x="12234" y="89353"/>
                  </a:lnTo>
                  <a:lnTo>
                    <a:pt x="13495" y="98442"/>
                  </a:lnTo>
                  <a:lnTo>
                    <a:pt x="21189" y="127135"/>
                  </a:lnTo>
                  <a:lnTo>
                    <a:pt x="21189" y="124108"/>
                  </a:lnTo>
                  <a:lnTo>
                    <a:pt x="21189" y="121081"/>
                  </a:lnTo>
                </a:path>
              </a:pathLst>
            </a:custGeom>
            <a:ln w="4079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2733276" y="6213013"/>
              <a:ext cx="0" cy="3175"/>
            </a:xfrm>
            <a:custGeom>
              <a:avLst/>
              <a:gdLst/>
              <a:ahLst/>
              <a:cxnLst/>
              <a:rect l="l" t="t" r="r" b="b"/>
              <a:pathLst>
                <a:path w="0" h="3175">
                  <a:moveTo>
                    <a:pt x="0" y="3027"/>
                  </a:moveTo>
                  <a:lnTo>
                    <a:pt x="0" y="2018"/>
                  </a:lnTo>
                  <a:lnTo>
                    <a:pt x="0" y="1009"/>
                  </a:lnTo>
                  <a:lnTo>
                    <a:pt x="0" y="0"/>
                  </a:lnTo>
                </a:path>
              </a:pathLst>
            </a:custGeom>
            <a:ln w="4079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2823079" y="6280239"/>
              <a:ext cx="304165" cy="158750"/>
            </a:xfrm>
            <a:custGeom>
              <a:avLst/>
              <a:gdLst/>
              <a:ahLst/>
              <a:cxnLst/>
              <a:rect l="l" t="t" r="r" b="b"/>
              <a:pathLst>
                <a:path w="304164" h="158750">
                  <a:moveTo>
                    <a:pt x="106955" y="53856"/>
                  </a:moveTo>
                  <a:lnTo>
                    <a:pt x="81115" y="19983"/>
                  </a:lnTo>
                  <a:lnTo>
                    <a:pt x="46919" y="10973"/>
                  </a:lnTo>
                  <a:lnTo>
                    <a:pt x="36600" y="11682"/>
                  </a:lnTo>
                  <a:lnTo>
                    <a:pt x="7662" y="40786"/>
                  </a:lnTo>
                  <a:lnTo>
                    <a:pt x="0" y="84631"/>
                  </a:lnTo>
                  <a:lnTo>
                    <a:pt x="898" y="98875"/>
                  </a:lnTo>
                  <a:lnTo>
                    <a:pt x="17760" y="141727"/>
                  </a:lnTo>
                  <a:lnTo>
                    <a:pt x="52657" y="158541"/>
                  </a:lnTo>
                  <a:lnTo>
                    <a:pt x="60469" y="156980"/>
                  </a:lnTo>
                  <a:lnTo>
                    <a:pt x="92947" y="128909"/>
                  </a:lnTo>
                  <a:lnTo>
                    <a:pt x="107712" y="92135"/>
                  </a:lnTo>
                  <a:lnTo>
                    <a:pt x="113009" y="56883"/>
                  </a:lnTo>
                  <a:lnTo>
                    <a:pt x="113009" y="50829"/>
                  </a:lnTo>
                  <a:lnTo>
                    <a:pt x="111496" y="45279"/>
                  </a:lnTo>
                  <a:lnTo>
                    <a:pt x="109982" y="39730"/>
                  </a:lnTo>
                  <a:lnTo>
                    <a:pt x="106955" y="34684"/>
                  </a:lnTo>
                  <a:lnTo>
                    <a:pt x="104433" y="35189"/>
                  </a:lnTo>
                  <a:lnTo>
                    <a:pt x="101910" y="35693"/>
                  </a:lnTo>
                  <a:lnTo>
                    <a:pt x="99892" y="41747"/>
                  </a:lnTo>
                  <a:lnTo>
                    <a:pt x="99892" y="56883"/>
                  </a:lnTo>
                  <a:lnTo>
                    <a:pt x="103510" y="99450"/>
                  </a:lnTo>
                  <a:lnTo>
                    <a:pt x="119647" y="141128"/>
                  </a:lnTo>
                  <a:lnTo>
                    <a:pt x="137226" y="152739"/>
                  </a:lnTo>
                  <a:lnTo>
                    <a:pt x="146811" y="147694"/>
                  </a:lnTo>
                  <a:lnTo>
                    <a:pt x="178091" y="112883"/>
                  </a:lnTo>
                  <a:lnTo>
                    <a:pt x="190577" y="65562"/>
                  </a:lnTo>
                  <a:lnTo>
                    <a:pt x="192903" y="41456"/>
                  </a:lnTo>
                  <a:lnTo>
                    <a:pt x="192784" y="33865"/>
                  </a:lnTo>
                  <a:lnTo>
                    <a:pt x="183640" y="8450"/>
                  </a:lnTo>
                  <a:lnTo>
                    <a:pt x="181622" y="7441"/>
                  </a:lnTo>
                  <a:lnTo>
                    <a:pt x="180613" y="12486"/>
                  </a:lnTo>
                  <a:lnTo>
                    <a:pt x="181118" y="31153"/>
                  </a:lnTo>
                  <a:lnTo>
                    <a:pt x="181740" y="47281"/>
                  </a:lnTo>
                  <a:lnTo>
                    <a:pt x="182694" y="65964"/>
                  </a:lnTo>
                  <a:lnTo>
                    <a:pt x="183743" y="84646"/>
                  </a:lnTo>
                  <a:lnTo>
                    <a:pt x="184649" y="100775"/>
                  </a:lnTo>
                  <a:lnTo>
                    <a:pt x="185240" y="112450"/>
                  </a:lnTo>
                  <a:lnTo>
                    <a:pt x="188685" y="145676"/>
                  </a:lnTo>
                  <a:lnTo>
                    <a:pt x="188685" y="140631"/>
                  </a:lnTo>
                  <a:lnTo>
                    <a:pt x="191712" y="122973"/>
                  </a:lnTo>
                  <a:lnTo>
                    <a:pt x="203418" y="70047"/>
                  </a:lnTo>
                  <a:lnTo>
                    <a:pt x="223812" y="21126"/>
                  </a:lnTo>
                  <a:lnTo>
                    <a:pt x="248454" y="0"/>
                  </a:lnTo>
                  <a:lnTo>
                    <a:pt x="256668" y="378"/>
                  </a:lnTo>
                  <a:lnTo>
                    <a:pt x="286371" y="38279"/>
                  </a:lnTo>
                  <a:lnTo>
                    <a:pt x="298778" y="86396"/>
                  </a:lnTo>
                  <a:lnTo>
                    <a:pt x="301191" y="124991"/>
                  </a:lnTo>
                  <a:lnTo>
                    <a:pt x="301695" y="137604"/>
                  </a:lnTo>
                  <a:lnTo>
                    <a:pt x="302704" y="142649"/>
                  </a:lnTo>
                  <a:lnTo>
                    <a:pt x="303208" y="142649"/>
                  </a:lnTo>
                  <a:lnTo>
                    <a:pt x="303713" y="142649"/>
                  </a:lnTo>
                  <a:lnTo>
                    <a:pt x="303713" y="137604"/>
                  </a:lnTo>
                  <a:lnTo>
                    <a:pt x="303713" y="132559"/>
                  </a:lnTo>
                </a:path>
              </a:pathLst>
            </a:custGeom>
            <a:ln w="4079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1" name="object 161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3149466" y="6245533"/>
              <a:ext cx="367023" cy="204508"/>
            </a:xfrm>
            <a:prstGeom prst="rect">
              <a:avLst/>
            </a:prstGeom>
          </p:spPr>
        </p:pic>
      </p:grpSp>
      <p:grpSp>
        <p:nvGrpSpPr>
          <p:cNvPr id="162" name="object 162"/>
          <p:cNvGrpSpPr/>
          <p:nvPr/>
        </p:nvGrpSpPr>
        <p:grpSpPr>
          <a:xfrm>
            <a:off x="3696691" y="6094740"/>
            <a:ext cx="1017905" cy="358775"/>
            <a:chOff x="3696691" y="6094740"/>
            <a:chExt cx="1017905" cy="358775"/>
          </a:xfrm>
        </p:grpSpPr>
        <p:sp>
          <p:nvSpPr>
            <p:cNvPr id="163" name="object 163"/>
            <p:cNvSpPr/>
            <p:nvPr/>
          </p:nvSpPr>
          <p:spPr>
            <a:xfrm>
              <a:off x="3717089" y="6115138"/>
              <a:ext cx="659130" cy="318135"/>
            </a:xfrm>
            <a:custGeom>
              <a:avLst/>
              <a:gdLst/>
              <a:ahLst/>
              <a:cxnLst/>
              <a:rect l="l" t="t" r="r" b="b"/>
              <a:pathLst>
                <a:path w="659129" h="318135">
                  <a:moveTo>
                    <a:pt x="105922" y="152361"/>
                  </a:moveTo>
                  <a:lnTo>
                    <a:pt x="105922" y="147316"/>
                  </a:lnTo>
                  <a:lnTo>
                    <a:pt x="105922" y="142271"/>
                  </a:lnTo>
                  <a:lnTo>
                    <a:pt x="100373" y="137226"/>
                  </a:lnTo>
                  <a:lnTo>
                    <a:pt x="56102" y="126000"/>
                  </a:lnTo>
                  <a:lnTo>
                    <a:pt x="19762" y="152037"/>
                  </a:lnTo>
                  <a:lnTo>
                    <a:pt x="5210" y="193856"/>
                  </a:lnTo>
                  <a:lnTo>
                    <a:pt x="0" y="244086"/>
                  </a:lnTo>
                  <a:lnTo>
                    <a:pt x="796" y="258812"/>
                  </a:lnTo>
                  <a:lnTo>
                    <a:pt x="15994" y="301127"/>
                  </a:lnTo>
                  <a:lnTo>
                    <a:pt x="51814" y="317524"/>
                  </a:lnTo>
                  <a:lnTo>
                    <a:pt x="63181" y="317327"/>
                  </a:lnTo>
                  <a:lnTo>
                    <a:pt x="105718" y="291329"/>
                  </a:lnTo>
                  <a:lnTo>
                    <a:pt x="126229" y="242983"/>
                  </a:lnTo>
                  <a:lnTo>
                    <a:pt x="133166" y="197766"/>
                  </a:lnTo>
                  <a:lnTo>
                    <a:pt x="135626" y="144919"/>
                  </a:lnTo>
                  <a:lnTo>
                    <a:pt x="134680" y="92829"/>
                  </a:lnTo>
                  <a:lnTo>
                    <a:pt x="131589" y="50072"/>
                  </a:lnTo>
                  <a:lnTo>
                    <a:pt x="126103" y="5045"/>
                  </a:lnTo>
                  <a:lnTo>
                    <a:pt x="125094" y="0"/>
                  </a:lnTo>
                  <a:lnTo>
                    <a:pt x="123580" y="0"/>
                  </a:lnTo>
                  <a:lnTo>
                    <a:pt x="117550" y="42922"/>
                  </a:lnTo>
                  <a:lnTo>
                    <a:pt x="117471" y="88722"/>
                  </a:lnTo>
                  <a:lnTo>
                    <a:pt x="122059" y="137604"/>
                  </a:lnTo>
                  <a:lnTo>
                    <a:pt x="132449" y="182190"/>
                  </a:lnTo>
                  <a:lnTo>
                    <a:pt x="148285" y="220745"/>
                  </a:lnTo>
                  <a:lnTo>
                    <a:pt x="179076" y="265371"/>
                  </a:lnTo>
                  <a:lnTo>
                    <a:pt x="210718" y="292969"/>
                  </a:lnTo>
                  <a:lnTo>
                    <a:pt x="254563" y="288641"/>
                  </a:lnTo>
                  <a:lnTo>
                    <a:pt x="275232" y="256124"/>
                  </a:lnTo>
                  <a:lnTo>
                    <a:pt x="294104" y="209370"/>
                  </a:lnTo>
                  <a:lnTo>
                    <a:pt x="298928" y="169002"/>
                  </a:lnTo>
                  <a:lnTo>
                    <a:pt x="298140" y="159424"/>
                  </a:lnTo>
                  <a:lnTo>
                    <a:pt x="296626" y="148325"/>
                  </a:lnTo>
                  <a:lnTo>
                    <a:pt x="293599" y="144289"/>
                  </a:lnTo>
                  <a:lnTo>
                    <a:pt x="290068" y="140757"/>
                  </a:lnTo>
                  <a:lnTo>
                    <a:pt x="286536" y="137226"/>
                  </a:lnTo>
                  <a:lnTo>
                    <a:pt x="282500" y="134198"/>
                  </a:lnTo>
                  <a:lnTo>
                    <a:pt x="277960" y="132685"/>
                  </a:lnTo>
                  <a:lnTo>
                    <a:pt x="273419" y="131171"/>
                  </a:lnTo>
                  <a:lnTo>
                    <a:pt x="268374" y="131171"/>
                  </a:lnTo>
                  <a:lnTo>
                    <a:pt x="253239" y="163460"/>
                  </a:lnTo>
                  <a:lnTo>
                    <a:pt x="254169" y="172825"/>
                  </a:lnTo>
                  <a:lnTo>
                    <a:pt x="274854" y="206579"/>
                  </a:lnTo>
                  <a:lnTo>
                    <a:pt x="301671" y="216938"/>
                  </a:lnTo>
                  <a:lnTo>
                    <a:pt x="310579" y="216717"/>
                  </a:lnTo>
                  <a:lnTo>
                    <a:pt x="344231" y="193368"/>
                  </a:lnTo>
                  <a:lnTo>
                    <a:pt x="371293" y="149334"/>
                  </a:lnTo>
                  <a:lnTo>
                    <a:pt x="373311" y="143280"/>
                  </a:lnTo>
                  <a:lnTo>
                    <a:pt x="373311" y="142775"/>
                  </a:lnTo>
                  <a:lnTo>
                    <a:pt x="373311" y="142271"/>
                  </a:lnTo>
                  <a:lnTo>
                    <a:pt x="366690" y="190640"/>
                  </a:lnTo>
                  <a:lnTo>
                    <a:pt x="366225" y="206509"/>
                  </a:lnTo>
                  <a:lnTo>
                    <a:pt x="366753" y="221478"/>
                  </a:lnTo>
                  <a:lnTo>
                    <a:pt x="377852" y="259821"/>
                  </a:lnTo>
                  <a:lnTo>
                    <a:pt x="400555" y="275460"/>
                  </a:lnTo>
                  <a:lnTo>
                    <a:pt x="408123" y="271424"/>
                  </a:lnTo>
                  <a:lnTo>
                    <a:pt x="435870" y="242163"/>
                  </a:lnTo>
                  <a:lnTo>
                    <a:pt x="456232" y="199666"/>
                  </a:lnTo>
                  <a:lnTo>
                    <a:pt x="463934" y="165604"/>
                  </a:lnTo>
                  <a:lnTo>
                    <a:pt x="463784" y="158068"/>
                  </a:lnTo>
                  <a:lnTo>
                    <a:pt x="463114" y="151856"/>
                  </a:lnTo>
                  <a:lnTo>
                    <a:pt x="462105" y="144289"/>
                  </a:lnTo>
                  <a:lnTo>
                    <a:pt x="461096" y="139244"/>
                  </a:lnTo>
                  <a:lnTo>
                    <a:pt x="460087" y="139748"/>
                  </a:lnTo>
                  <a:lnTo>
                    <a:pt x="459078" y="140253"/>
                  </a:lnTo>
                  <a:lnTo>
                    <a:pt x="458069" y="146307"/>
                  </a:lnTo>
                  <a:lnTo>
                    <a:pt x="458069" y="160937"/>
                  </a:lnTo>
                  <a:lnTo>
                    <a:pt x="459771" y="201944"/>
                  </a:lnTo>
                  <a:lnTo>
                    <a:pt x="467126" y="243519"/>
                  </a:lnTo>
                  <a:lnTo>
                    <a:pt x="488339" y="267388"/>
                  </a:lnTo>
                  <a:lnTo>
                    <a:pt x="495402" y="267388"/>
                  </a:lnTo>
                  <a:lnTo>
                    <a:pt x="525673" y="231568"/>
                  </a:lnTo>
                  <a:lnTo>
                    <a:pt x="539011" y="184176"/>
                  </a:lnTo>
                  <a:lnTo>
                    <a:pt x="544403" y="146118"/>
                  </a:lnTo>
                  <a:lnTo>
                    <a:pt x="542826" y="118054"/>
                  </a:lnTo>
                  <a:lnTo>
                    <a:pt x="542322" y="120072"/>
                  </a:lnTo>
                  <a:lnTo>
                    <a:pt x="552451" y="163421"/>
                  </a:lnTo>
                  <a:lnTo>
                    <a:pt x="573096" y="210884"/>
                  </a:lnTo>
                  <a:lnTo>
                    <a:pt x="594790" y="246199"/>
                  </a:lnTo>
                  <a:lnTo>
                    <a:pt x="608916" y="258812"/>
                  </a:lnTo>
                  <a:lnTo>
                    <a:pt x="613457" y="260325"/>
                  </a:lnTo>
                  <a:lnTo>
                    <a:pt x="635924" y="216252"/>
                  </a:lnTo>
                  <a:lnTo>
                    <a:pt x="648268" y="163964"/>
                  </a:lnTo>
                  <a:lnTo>
                    <a:pt x="656340" y="122595"/>
                  </a:lnTo>
                  <a:lnTo>
                    <a:pt x="657854" y="114018"/>
                  </a:lnTo>
                  <a:lnTo>
                    <a:pt x="658863" y="108973"/>
                  </a:lnTo>
                  <a:lnTo>
                    <a:pt x="657854" y="110487"/>
                  </a:lnTo>
                  <a:lnTo>
                    <a:pt x="656845" y="112000"/>
                  </a:lnTo>
                  <a:lnTo>
                    <a:pt x="653817" y="120072"/>
                  </a:lnTo>
                  <a:lnTo>
                    <a:pt x="650791" y="128144"/>
                  </a:lnTo>
                </a:path>
              </a:pathLst>
            </a:custGeom>
            <a:ln w="4079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4450115" y="6223852"/>
              <a:ext cx="243840" cy="161925"/>
            </a:xfrm>
            <a:custGeom>
              <a:avLst/>
              <a:gdLst/>
              <a:ahLst/>
              <a:cxnLst/>
              <a:rect l="l" t="t" r="r" b="b"/>
              <a:pathLst>
                <a:path w="243839" h="161925">
                  <a:moveTo>
                    <a:pt x="2522" y="82999"/>
                  </a:moveTo>
                  <a:lnTo>
                    <a:pt x="45374" y="74272"/>
                  </a:lnTo>
                  <a:lnTo>
                    <a:pt x="79428" y="47880"/>
                  </a:lnTo>
                  <a:lnTo>
                    <a:pt x="62495" y="7890"/>
                  </a:lnTo>
                  <a:lnTo>
                    <a:pt x="33549" y="0"/>
                  </a:lnTo>
                  <a:lnTo>
                    <a:pt x="25856" y="1836"/>
                  </a:lnTo>
                  <a:lnTo>
                    <a:pt x="3531" y="43080"/>
                  </a:lnTo>
                  <a:lnTo>
                    <a:pt x="0" y="76440"/>
                  </a:lnTo>
                  <a:lnTo>
                    <a:pt x="1560" y="92025"/>
                  </a:lnTo>
                  <a:lnTo>
                    <a:pt x="18162" y="129414"/>
                  </a:lnTo>
                  <a:lnTo>
                    <a:pt x="61549" y="149594"/>
                  </a:lnTo>
                  <a:lnTo>
                    <a:pt x="76275" y="147166"/>
                  </a:lnTo>
                  <a:lnTo>
                    <a:pt x="123099" y="121341"/>
                  </a:lnTo>
                  <a:lnTo>
                    <a:pt x="149586" y="91954"/>
                  </a:lnTo>
                  <a:lnTo>
                    <a:pt x="174528" y="49268"/>
                  </a:lnTo>
                  <a:lnTo>
                    <a:pt x="182127" y="12368"/>
                  </a:lnTo>
                  <a:lnTo>
                    <a:pt x="180109" y="5305"/>
                  </a:lnTo>
                  <a:lnTo>
                    <a:pt x="179100" y="4296"/>
                  </a:lnTo>
                  <a:lnTo>
                    <a:pt x="178091" y="3286"/>
                  </a:lnTo>
                  <a:lnTo>
                    <a:pt x="178091" y="8332"/>
                  </a:lnTo>
                  <a:lnTo>
                    <a:pt x="181118" y="22962"/>
                  </a:lnTo>
                  <a:lnTo>
                    <a:pt x="192824" y="65885"/>
                  </a:lnTo>
                  <a:lnTo>
                    <a:pt x="212776" y="105891"/>
                  </a:lnTo>
                  <a:lnTo>
                    <a:pt x="237622" y="134459"/>
                  </a:lnTo>
                  <a:lnTo>
                    <a:pt x="240145" y="138999"/>
                  </a:lnTo>
                  <a:lnTo>
                    <a:pt x="242668" y="143540"/>
                  </a:lnTo>
                  <a:lnTo>
                    <a:pt x="243677" y="149594"/>
                  </a:lnTo>
                  <a:lnTo>
                    <a:pt x="241659" y="154134"/>
                  </a:lnTo>
                  <a:lnTo>
                    <a:pt x="239641" y="158675"/>
                  </a:lnTo>
                  <a:lnTo>
                    <a:pt x="234595" y="161702"/>
                  </a:lnTo>
                  <a:lnTo>
                    <a:pt x="220469" y="161702"/>
                  </a:lnTo>
                  <a:lnTo>
                    <a:pt x="208314" y="161182"/>
                  </a:lnTo>
                  <a:lnTo>
                    <a:pt x="193604" y="159810"/>
                  </a:lnTo>
                  <a:lnTo>
                    <a:pt x="177192" y="157871"/>
                  </a:lnTo>
                  <a:lnTo>
                    <a:pt x="159928" y="155648"/>
                  </a:lnTo>
                </a:path>
              </a:pathLst>
            </a:custGeom>
            <a:ln w="4079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4189285" y="6154490"/>
              <a:ext cx="12700" cy="10160"/>
            </a:xfrm>
            <a:custGeom>
              <a:avLst/>
              <a:gdLst/>
              <a:ahLst/>
              <a:cxnLst/>
              <a:rect l="l" t="t" r="r" b="b"/>
              <a:pathLst>
                <a:path w="12700" h="10160">
                  <a:moveTo>
                    <a:pt x="12108" y="10089"/>
                  </a:moveTo>
                  <a:lnTo>
                    <a:pt x="11099" y="5044"/>
                  </a:lnTo>
                  <a:lnTo>
                    <a:pt x="10090" y="0"/>
                  </a:lnTo>
                  <a:lnTo>
                    <a:pt x="8072" y="0"/>
                  </a:lnTo>
                  <a:lnTo>
                    <a:pt x="6054" y="0"/>
                  </a:lnTo>
                  <a:lnTo>
                    <a:pt x="3027" y="5044"/>
                  </a:lnTo>
                  <a:lnTo>
                    <a:pt x="0" y="10089"/>
                  </a:lnTo>
                </a:path>
              </a:pathLst>
            </a:custGeom>
            <a:ln w="4079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6" name="object 166"/>
          <p:cNvGrpSpPr/>
          <p:nvPr/>
        </p:nvGrpSpPr>
        <p:grpSpPr>
          <a:xfrm>
            <a:off x="4921737" y="6045299"/>
            <a:ext cx="850265" cy="333375"/>
            <a:chOff x="4921737" y="6045299"/>
            <a:chExt cx="850265" cy="333375"/>
          </a:xfrm>
        </p:grpSpPr>
        <p:pic>
          <p:nvPicPr>
            <p:cNvPr id="167" name="object 167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4921737" y="6165576"/>
              <a:ext cx="365573" cy="212628"/>
            </a:xfrm>
            <a:prstGeom prst="rect">
              <a:avLst/>
            </a:prstGeom>
          </p:spPr>
        </p:pic>
        <p:pic>
          <p:nvPicPr>
            <p:cNvPr id="168" name="object 168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5308711" y="6180057"/>
              <a:ext cx="157195" cy="185219"/>
            </a:xfrm>
            <a:prstGeom prst="rect">
              <a:avLst/>
            </a:prstGeom>
          </p:spPr>
        </p:pic>
        <p:sp>
          <p:nvSpPr>
            <p:cNvPr id="169" name="object 169"/>
            <p:cNvSpPr/>
            <p:nvPr/>
          </p:nvSpPr>
          <p:spPr>
            <a:xfrm>
              <a:off x="5509077" y="6065697"/>
              <a:ext cx="148590" cy="263525"/>
            </a:xfrm>
            <a:custGeom>
              <a:avLst/>
              <a:gdLst/>
              <a:ahLst/>
              <a:cxnLst/>
              <a:rect l="l" t="t" r="r" b="b"/>
              <a:pathLst>
                <a:path w="148589" h="263525">
                  <a:moveTo>
                    <a:pt x="0" y="14126"/>
                  </a:moveTo>
                  <a:lnTo>
                    <a:pt x="0" y="7063"/>
                  </a:lnTo>
                  <a:lnTo>
                    <a:pt x="0" y="0"/>
                  </a:lnTo>
                  <a:lnTo>
                    <a:pt x="39" y="1403"/>
                  </a:lnTo>
                  <a:lnTo>
                    <a:pt x="315" y="5928"/>
                  </a:lnTo>
                  <a:lnTo>
                    <a:pt x="1064" y="14047"/>
                  </a:lnTo>
                  <a:lnTo>
                    <a:pt x="2522" y="26234"/>
                  </a:lnTo>
                  <a:lnTo>
                    <a:pt x="4832" y="42709"/>
                  </a:lnTo>
                  <a:lnTo>
                    <a:pt x="7756" y="62685"/>
                  </a:lnTo>
                  <a:lnTo>
                    <a:pt x="10965" y="85120"/>
                  </a:lnTo>
                  <a:lnTo>
                    <a:pt x="16956" y="133158"/>
                  </a:lnTo>
                  <a:lnTo>
                    <a:pt x="21291" y="177365"/>
                  </a:lnTo>
                  <a:lnTo>
                    <a:pt x="24090" y="216875"/>
                  </a:lnTo>
                  <a:lnTo>
                    <a:pt x="24405" y="223756"/>
                  </a:lnTo>
                  <a:lnTo>
                    <a:pt x="24720" y="229550"/>
                  </a:lnTo>
                  <a:lnTo>
                    <a:pt x="25225" y="237118"/>
                  </a:lnTo>
                  <a:lnTo>
                    <a:pt x="26234" y="245190"/>
                  </a:lnTo>
                  <a:lnTo>
                    <a:pt x="27243" y="246199"/>
                  </a:lnTo>
                  <a:lnTo>
                    <a:pt x="28047" y="245545"/>
                  </a:lnTo>
                  <a:lnTo>
                    <a:pt x="29135" y="241722"/>
                  </a:lnTo>
                  <a:lnTo>
                    <a:pt x="30790" y="234209"/>
                  </a:lnTo>
                  <a:lnTo>
                    <a:pt x="33297" y="222487"/>
                  </a:lnTo>
                  <a:lnTo>
                    <a:pt x="36813" y="206517"/>
                  </a:lnTo>
                  <a:lnTo>
                    <a:pt x="49441" y="153874"/>
                  </a:lnTo>
                  <a:lnTo>
                    <a:pt x="68613" y="117045"/>
                  </a:lnTo>
                  <a:lnTo>
                    <a:pt x="78198" y="117550"/>
                  </a:lnTo>
                  <a:lnTo>
                    <a:pt x="115532" y="133694"/>
                  </a:lnTo>
                  <a:lnTo>
                    <a:pt x="138589" y="170231"/>
                  </a:lnTo>
                  <a:lnTo>
                    <a:pt x="147694" y="217568"/>
                  </a:lnTo>
                  <a:lnTo>
                    <a:pt x="148325" y="244181"/>
                  </a:lnTo>
                  <a:lnTo>
                    <a:pt x="148325" y="258307"/>
                  </a:lnTo>
                  <a:lnTo>
                    <a:pt x="148325" y="263352"/>
                  </a:lnTo>
                  <a:lnTo>
                    <a:pt x="148325" y="258307"/>
                  </a:lnTo>
                  <a:lnTo>
                    <a:pt x="148325" y="253262"/>
                  </a:lnTo>
                </a:path>
              </a:pathLst>
            </a:custGeom>
            <a:ln w="4079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5739132" y="6200905"/>
              <a:ext cx="12700" cy="123189"/>
            </a:xfrm>
            <a:custGeom>
              <a:avLst/>
              <a:gdLst/>
              <a:ahLst/>
              <a:cxnLst/>
              <a:rect l="l" t="t" r="r" b="b"/>
              <a:pathLst>
                <a:path w="12700" h="123189">
                  <a:moveTo>
                    <a:pt x="0" y="0"/>
                  </a:moveTo>
                  <a:lnTo>
                    <a:pt x="2270" y="50655"/>
                  </a:lnTo>
                  <a:lnTo>
                    <a:pt x="6558" y="94343"/>
                  </a:lnTo>
                  <a:lnTo>
                    <a:pt x="12108" y="123099"/>
                  </a:lnTo>
                  <a:lnTo>
                    <a:pt x="12108" y="116036"/>
                  </a:lnTo>
                  <a:lnTo>
                    <a:pt x="12108" y="108973"/>
                  </a:lnTo>
                </a:path>
              </a:pathLst>
            </a:custGeom>
            <a:ln w="4079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/>
            <p:cNvSpPr/>
            <p:nvPr/>
          </p:nvSpPr>
          <p:spPr>
            <a:xfrm>
              <a:off x="5720970" y="6082849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26" y="0"/>
                  </a:moveTo>
                  <a:lnTo>
                    <a:pt x="2017" y="1009"/>
                  </a:lnTo>
                  <a:lnTo>
                    <a:pt x="1008" y="2018"/>
                  </a:lnTo>
                  <a:lnTo>
                    <a:pt x="0" y="3027"/>
                  </a:lnTo>
                </a:path>
              </a:pathLst>
            </a:custGeom>
            <a:ln w="4079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2" name="object 172"/>
          <p:cNvGrpSpPr/>
          <p:nvPr/>
        </p:nvGrpSpPr>
        <p:grpSpPr>
          <a:xfrm>
            <a:off x="5811781" y="6026127"/>
            <a:ext cx="1064895" cy="318770"/>
            <a:chOff x="5811781" y="6026127"/>
            <a:chExt cx="1064895" cy="318770"/>
          </a:xfrm>
        </p:grpSpPr>
        <p:sp>
          <p:nvSpPr>
            <p:cNvPr id="173" name="object 173"/>
            <p:cNvSpPr/>
            <p:nvPr/>
          </p:nvSpPr>
          <p:spPr>
            <a:xfrm>
              <a:off x="5842052" y="6081841"/>
              <a:ext cx="36830" cy="242570"/>
            </a:xfrm>
            <a:custGeom>
              <a:avLst/>
              <a:gdLst/>
              <a:ahLst/>
              <a:cxnLst/>
              <a:rect l="l" t="t" r="r" b="b"/>
              <a:pathLst>
                <a:path w="36829" h="242570">
                  <a:moveTo>
                    <a:pt x="0" y="10090"/>
                  </a:moveTo>
                  <a:lnTo>
                    <a:pt x="2018" y="5045"/>
                  </a:lnTo>
                  <a:lnTo>
                    <a:pt x="4036" y="0"/>
                  </a:lnTo>
                  <a:lnTo>
                    <a:pt x="5045" y="0"/>
                  </a:lnTo>
                  <a:lnTo>
                    <a:pt x="6054" y="0"/>
                  </a:lnTo>
                  <a:lnTo>
                    <a:pt x="6054" y="5045"/>
                  </a:lnTo>
                  <a:lnTo>
                    <a:pt x="7567" y="22702"/>
                  </a:lnTo>
                  <a:lnTo>
                    <a:pt x="8955" y="38074"/>
                  </a:lnTo>
                  <a:lnTo>
                    <a:pt x="10720" y="56757"/>
                  </a:lnTo>
                  <a:lnTo>
                    <a:pt x="12675" y="77331"/>
                  </a:lnTo>
                  <a:lnTo>
                    <a:pt x="14630" y="98378"/>
                  </a:lnTo>
                  <a:lnTo>
                    <a:pt x="18162" y="137919"/>
                  </a:lnTo>
                  <a:lnTo>
                    <a:pt x="23664" y="187660"/>
                  </a:lnTo>
                  <a:lnTo>
                    <a:pt x="32288" y="235100"/>
                  </a:lnTo>
                  <a:lnTo>
                    <a:pt x="34306" y="242163"/>
                  </a:lnTo>
                  <a:lnTo>
                    <a:pt x="35315" y="241154"/>
                  </a:lnTo>
                  <a:lnTo>
                    <a:pt x="36324" y="240145"/>
                  </a:lnTo>
                  <a:lnTo>
                    <a:pt x="36324" y="231064"/>
                  </a:lnTo>
                  <a:lnTo>
                    <a:pt x="36324" y="221983"/>
                  </a:lnTo>
                </a:path>
              </a:pathLst>
            </a:custGeom>
            <a:ln w="4079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5811781" y="6219067"/>
              <a:ext cx="69850" cy="0"/>
            </a:xfrm>
            <a:custGeom>
              <a:avLst/>
              <a:gdLst/>
              <a:ahLst/>
              <a:cxnLst/>
              <a:rect l="l" t="t" r="r" b="b"/>
              <a:pathLst>
                <a:path w="69850" h="0">
                  <a:moveTo>
                    <a:pt x="0" y="0"/>
                  </a:moveTo>
                  <a:lnTo>
                    <a:pt x="17405" y="0"/>
                  </a:lnTo>
                  <a:lnTo>
                    <a:pt x="34810" y="0"/>
                  </a:lnTo>
                  <a:lnTo>
                    <a:pt x="52216" y="0"/>
                  </a:lnTo>
                  <a:lnTo>
                    <a:pt x="69621" y="0"/>
                  </a:lnTo>
                </a:path>
              </a:pathLst>
            </a:custGeom>
            <a:ln w="4079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5" name="object 175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5941151" y="6151182"/>
              <a:ext cx="142273" cy="186157"/>
            </a:xfrm>
            <a:prstGeom prst="rect">
              <a:avLst/>
            </a:prstGeom>
          </p:spPr>
        </p:pic>
        <p:sp>
          <p:nvSpPr>
            <p:cNvPr id="176" name="object 176"/>
            <p:cNvSpPr/>
            <p:nvPr/>
          </p:nvSpPr>
          <p:spPr>
            <a:xfrm>
              <a:off x="6114485" y="6046525"/>
              <a:ext cx="741680" cy="269875"/>
            </a:xfrm>
            <a:custGeom>
              <a:avLst/>
              <a:gdLst/>
              <a:ahLst/>
              <a:cxnLst/>
              <a:rect l="l" t="t" r="r" b="b"/>
              <a:pathLst>
                <a:path w="741679" h="269875">
                  <a:moveTo>
                    <a:pt x="81730" y="148325"/>
                  </a:moveTo>
                  <a:lnTo>
                    <a:pt x="51302" y="123210"/>
                  </a:lnTo>
                  <a:lnTo>
                    <a:pt x="14615" y="144005"/>
                  </a:lnTo>
                  <a:lnTo>
                    <a:pt x="0" y="185154"/>
                  </a:lnTo>
                  <a:lnTo>
                    <a:pt x="835" y="201881"/>
                  </a:lnTo>
                  <a:lnTo>
                    <a:pt x="17153" y="247713"/>
                  </a:lnTo>
                  <a:lnTo>
                    <a:pt x="52973" y="269407"/>
                  </a:lnTo>
                  <a:lnTo>
                    <a:pt x="63442" y="268232"/>
                  </a:lnTo>
                  <a:lnTo>
                    <a:pt x="96361" y="248722"/>
                  </a:lnTo>
                  <a:lnTo>
                    <a:pt x="126513" y="205161"/>
                  </a:lnTo>
                  <a:lnTo>
                    <a:pt x="144037" y="153874"/>
                  </a:lnTo>
                  <a:lnTo>
                    <a:pt x="146307" y="116541"/>
                  </a:lnTo>
                  <a:lnTo>
                    <a:pt x="144730" y="95911"/>
                  </a:lnTo>
                  <a:lnTo>
                    <a:pt x="142019" y="75234"/>
                  </a:lnTo>
                  <a:lnTo>
                    <a:pt x="138928" y="56165"/>
                  </a:lnTo>
                  <a:lnTo>
                    <a:pt x="136217" y="40360"/>
                  </a:lnTo>
                  <a:lnTo>
                    <a:pt x="134451" y="28985"/>
                  </a:lnTo>
                  <a:lnTo>
                    <a:pt x="133442" y="21252"/>
                  </a:lnTo>
                  <a:lnTo>
                    <a:pt x="132811" y="15884"/>
                  </a:lnTo>
                  <a:lnTo>
                    <a:pt x="132181" y="11603"/>
                  </a:lnTo>
                  <a:lnTo>
                    <a:pt x="131172" y="6054"/>
                  </a:lnTo>
                  <a:lnTo>
                    <a:pt x="129154" y="0"/>
                  </a:lnTo>
                  <a:lnTo>
                    <a:pt x="127640" y="0"/>
                  </a:lnTo>
                  <a:lnTo>
                    <a:pt x="123431" y="43805"/>
                  </a:lnTo>
                  <a:lnTo>
                    <a:pt x="123226" y="65396"/>
                  </a:lnTo>
                  <a:lnTo>
                    <a:pt x="123967" y="89731"/>
                  </a:lnTo>
                  <a:lnTo>
                    <a:pt x="130013" y="141538"/>
                  </a:lnTo>
                  <a:lnTo>
                    <a:pt x="141380" y="189387"/>
                  </a:lnTo>
                  <a:lnTo>
                    <a:pt x="160118" y="235605"/>
                  </a:lnTo>
                  <a:lnTo>
                    <a:pt x="189695" y="263352"/>
                  </a:lnTo>
                  <a:lnTo>
                    <a:pt x="194740" y="263352"/>
                  </a:lnTo>
                  <a:lnTo>
                    <a:pt x="224167" y="227052"/>
                  </a:lnTo>
                  <a:lnTo>
                    <a:pt x="244497" y="180676"/>
                  </a:lnTo>
                  <a:lnTo>
                    <a:pt x="255572" y="141782"/>
                  </a:lnTo>
                  <a:lnTo>
                    <a:pt x="246893" y="179920"/>
                  </a:lnTo>
                  <a:lnTo>
                    <a:pt x="249952" y="221991"/>
                  </a:lnTo>
                  <a:lnTo>
                    <a:pt x="275461" y="252253"/>
                  </a:lnTo>
                  <a:lnTo>
                    <a:pt x="307742" y="220572"/>
                  </a:lnTo>
                  <a:lnTo>
                    <a:pt x="327678" y="185154"/>
                  </a:lnTo>
                  <a:lnTo>
                    <a:pt x="339029" y="152361"/>
                  </a:lnTo>
                  <a:lnTo>
                    <a:pt x="339029" y="147316"/>
                  </a:lnTo>
                  <a:lnTo>
                    <a:pt x="338525" y="140253"/>
                  </a:lnTo>
                  <a:lnTo>
                    <a:pt x="338020" y="133189"/>
                  </a:lnTo>
                  <a:lnTo>
                    <a:pt x="337011" y="124108"/>
                  </a:lnTo>
                  <a:lnTo>
                    <a:pt x="336506" y="122090"/>
                  </a:lnTo>
                  <a:lnTo>
                    <a:pt x="336002" y="120072"/>
                  </a:lnTo>
                  <a:lnTo>
                    <a:pt x="336002" y="125117"/>
                  </a:lnTo>
                  <a:lnTo>
                    <a:pt x="336506" y="138235"/>
                  </a:lnTo>
                  <a:lnTo>
                    <a:pt x="339131" y="177539"/>
                  </a:lnTo>
                  <a:lnTo>
                    <a:pt x="346723" y="221415"/>
                  </a:lnTo>
                  <a:lnTo>
                    <a:pt x="360218" y="259316"/>
                  </a:lnTo>
                  <a:lnTo>
                    <a:pt x="373335" y="265371"/>
                  </a:lnTo>
                  <a:lnTo>
                    <a:pt x="381912" y="260830"/>
                  </a:lnTo>
                  <a:lnTo>
                    <a:pt x="414705" y="230559"/>
                  </a:lnTo>
                  <a:lnTo>
                    <a:pt x="439394" y="189198"/>
                  </a:lnTo>
                  <a:lnTo>
                    <a:pt x="450084" y="147820"/>
                  </a:lnTo>
                  <a:lnTo>
                    <a:pt x="450296" y="136532"/>
                  </a:lnTo>
                  <a:lnTo>
                    <a:pt x="449516" y="127135"/>
                  </a:lnTo>
                  <a:lnTo>
                    <a:pt x="429336" y="98378"/>
                  </a:lnTo>
                  <a:lnTo>
                    <a:pt x="424795" y="96865"/>
                  </a:lnTo>
                  <a:lnTo>
                    <a:pt x="419750" y="96865"/>
                  </a:lnTo>
                  <a:lnTo>
                    <a:pt x="416218" y="99387"/>
                  </a:lnTo>
                  <a:lnTo>
                    <a:pt x="412687" y="101910"/>
                  </a:lnTo>
                  <a:lnTo>
                    <a:pt x="410669" y="106955"/>
                  </a:lnTo>
                  <a:lnTo>
                    <a:pt x="409660" y="115532"/>
                  </a:lnTo>
                  <a:lnTo>
                    <a:pt x="409156" y="122548"/>
                  </a:lnTo>
                  <a:lnTo>
                    <a:pt x="409408" y="130415"/>
                  </a:lnTo>
                  <a:lnTo>
                    <a:pt x="433135" y="165328"/>
                  </a:lnTo>
                  <a:lnTo>
                    <a:pt x="442957" y="167496"/>
                  </a:lnTo>
                  <a:lnTo>
                    <a:pt x="454198" y="166826"/>
                  </a:lnTo>
                  <a:lnTo>
                    <a:pt x="490381" y="151856"/>
                  </a:lnTo>
                  <a:lnTo>
                    <a:pt x="525192" y="121586"/>
                  </a:lnTo>
                  <a:lnTo>
                    <a:pt x="535787" y="107964"/>
                  </a:lnTo>
                  <a:lnTo>
                    <a:pt x="535787" y="108973"/>
                  </a:lnTo>
                  <a:lnTo>
                    <a:pt x="531372" y="151565"/>
                  </a:lnTo>
                  <a:lnTo>
                    <a:pt x="531751" y="169829"/>
                  </a:lnTo>
                  <a:lnTo>
                    <a:pt x="537395" y="220083"/>
                  </a:lnTo>
                  <a:lnTo>
                    <a:pt x="557985" y="253262"/>
                  </a:lnTo>
                  <a:lnTo>
                    <a:pt x="603391" y="228541"/>
                  </a:lnTo>
                  <a:lnTo>
                    <a:pt x="642695" y="189805"/>
                  </a:lnTo>
                  <a:lnTo>
                    <a:pt x="673454" y="151856"/>
                  </a:lnTo>
                  <a:lnTo>
                    <a:pt x="681652" y="111180"/>
                  </a:lnTo>
                  <a:lnTo>
                    <a:pt x="654851" y="81730"/>
                  </a:lnTo>
                  <a:lnTo>
                    <a:pt x="649805" y="81730"/>
                  </a:lnTo>
                  <a:lnTo>
                    <a:pt x="624509" y="113474"/>
                  </a:lnTo>
                  <a:lnTo>
                    <a:pt x="606355" y="156208"/>
                  </a:lnTo>
                  <a:lnTo>
                    <a:pt x="600955" y="203174"/>
                  </a:lnTo>
                  <a:lnTo>
                    <a:pt x="620039" y="239641"/>
                  </a:lnTo>
                  <a:lnTo>
                    <a:pt x="662324" y="256952"/>
                  </a:lnTo>
                  <a:lnTo>
                    <a:pt x="677553" y="256794"/>
                  </a:lnTo>
                  <a:lnTo>
                    <a:pt x="714800" y="240263"/>
                  </a:lnTo>
                  <a:lnTo>
                    <a:pt x="738505" y="216480"/>
                  </a:lnTo>
                  <a:lnTo>
                    <a:pt x="741626" y="211893"/>
                  </a:lnTo>
                </a:path>
              </a:pathLst>
            </a:custGeom>
            <a:ln w="4079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/>
            <p:cNvSpPr/>
            <p:nvPr/>
          </p:nvSpPr>
          <p:spPr>
            <a:xfrm>
              <a:off x="6190161" y="6094958"/>
              <a:ext cx="109220" cy="0"/>
            </a:xfrm>
            <a:custGeom>
              <a:avLst/>
              <a:gdLst/>
              <a:ahLst/>
              <a:cxnLst/>
              <a:rect l="l" t="t" r="r" b="b"/>
              <a:pathLst>
                <a:path w="109220" h="0">
                  <a:moveTo>
                    <a:pt x="0" y="0"/>
                  </a:moveTo>
                  <a:lnTo>
                    <a:pt x="27243" y="0"/>
                  </a:lnTo>
                  <a:lnTo>
                    <a:pt x="54486" y="0"/>
                  </a:lnTo>
                  <a:lnTo>
                    <a:pt x="81730" y="0"/>
                  </a:lnTo>
                  <a:lnTo>
                    <a:pt x="108973" y="0"/>
                  </a:lnTo>
                </a:path>
              </a:pathLst>
            </a:custGeom>
            <a:ln w="40796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73590" y="1085175"/>
            <a:ext cx="974090" cy="354330"/>
            <a:chOff x="2873590" y="1085175"/>
            <a:chExt cx="974090" cy="354330"/>
          </a:xfrm>
        </p:grpSpPr>
        <p:sp>
          <p:nvSpPr>
            <p:cNvPr id="3" name="object 3"/>
            <p:cNvSpPr/>
            <p:nvPr/>
          </p:nvSpPr>
          <p:spPr>
            <a:xfrm>
              <a:off x="2891924" y="1103510"/>
              <a:ext cx="133985" cy="317500"/>
            </a:xfrm>
            <a:custGeom>
              <a:avLst/>
              <a:gdLst/>
              <a:ahLst/>
              <a:cxnLst/>
              <a:rect l="l" t="t" r="r" b="b"/>
              <a:pathLst>
                <a:path w="133985" h="317500">
                  <a:moveTo>
                    <a:pt x="3043" y="12171"/>
                  </a:moveTo>
                  <a:lnTo>
                    <a:pt x="4057" y="6085"/>
                  </a:lnTo>
                  <a:lnTo>
                    <a:pt x="5071" y="0"/>
                  </a:lnTo>
                  <a:lnTo>
                    <a:pt x="5578" y="0"/>
                  </a:lnTo>
                  <a:lnTo>
                    <a:pt x="5871" y="1307"/>
                  </a:lnTo>
                  <a:lnTo>
                    <a:pt x="6022" y="5895"/>
                  </a:lnTo>
                  <a:lnTo>
                    <a:pt x="6077" y="14763"/>
                  </a:lnTo>
                  <a:lnTo>
                    <a:pt x="6085" y="28908"/>
                  </a:lnTo>
                  <a:lnTo>
                    <a:pt x="6109" y="48830"/>
                  </a:lnTo>
                  <a:lnTo>
                    <a:pt x="6727" y="99515"/>
                  </a:lnTo>
                  <a:lnTo>
                    <a:pt x="8994" y="151721"/>
                  </a:lnTo>
                  <a:lnTo>
                    <a:pt x="12528" y="198602"/>
                  </a:lnTo>
                  <a:lnTo>
                    <a:pt x="14200" y="220617"/>
                  </a:lnTo>
                  <a:lnTo>
                    <a:pt x="16546" y="261697"/>
                  </a:lnTo>
                  <a:lnTo>
                    <a:pt x="18257" y="310385"/>
                  </a:lnTo>
                  <a:lnTo>
                    <a:pt x="18257" y="316471"/>
                  </a:lnTo>
                  <a:lnTo>
                    <a:pt x="18765" y="316978"/>
                  </a:lnTo>
                  <a:lnTo>
                    <a:pt x="19272" y="317485"/>
                  </a:lnTo>
                  <a:lnTo>
                    <a:pt x="20286" y="312414"/>
                  </a:lnTo>
                  <a:lnTo>
                    <a:pt x="20286" y="296691"/>
                  </a:lnTo>
                  <a:lnTo>
                    <a:pt x="18788" y="246767"/>
                  </a:lnTo>
                  <a:lnTo>
                    <a:pt x="16514" y="203555"/>
                  </a:lnTo>
                  <a:lnTo>
                    <a:pt x="13471" y="157007"/>
                  </a:lnTo>
                  <a:lnTo>
                    <a:pt x="9691" y="108581"/>
                  </a:lnTo>
                  <a:lnTo>
                    <a:pt x="5745" y="64552"/>
                  </a:lnTo>
                  <a:lnTo>
                    <a:pt x="990" y="22283"/>
                  </a:lnTo>
                  <a:lnTo>
                    <a:pt x="507" y="18257"/>
                  </a:lnTo>
                  <a:lnTo>
                    <a:pt x="0" y="13186"/>
                  </a:lnTo>
                  <a:lnTo>
                    <a:pt x="0" y="8114"/>
                  </a:lnTo>
                  <a:lnTo>
                    <a:pt x="32458" y="2535"/>
                  </a:lnTo>
                  <a:lnTo>
                    <a:pt x="45930" y="2076"/>
                  </a:lnTo>
                  <a:lnTo>
                    <a:pt x="91289" y="507"/>
                  </a:lnTo>
                  <a:lnTo>
                    <a:pt x="124667" y="7"/>
                  </a:lnTo>
                  <a:lnTo>
                    <a:pt x="133891" y="0"/>
                  </a:lnTo>
                </a:path>
              </a:pathLst>
            </a:custGeom>
            <a:ln w="366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2907139" y="1264788"/>
              <a:ext cx="97790" cy="15240"/>
            </a:xfrm>
            <a:custGeom>
              <a:avLst/>
              <a:gdLst/>
              <a:ahLst/>
              <a:cxnLst/>
              <a:rect l="l" t="t" r="r" b="b"/>
              <a:pathLst>
                <a:path w="97789" h="15240">
                  <a:moveTo>
                    <a:pt x="0" y="15214"/>
                  </a:moveTo>
                  <a:lnTo>
                    <a:pt x="40224" y="4873"/>
                  </a:lnTo>
                  <a:lnTo>
                    <a:pt x="86693" y="39"/>
                  </a:lnTo>
                  <a:lnTo>
                    <a:pt x="97375" y="0"/>
                  </a:lnTo>
                </a:path>
              </a:pathLst>
            </a:custGeom>
            <a:ln w="366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056246" y="1132417"/>
              <a:ext cx="773430" cy="266700"/>
            </a:xfrm>
            <a:custGeom>
              <a:avLst/>
              <a:gdLst/>
              <a:ahLst/>
              <a:cxnLst/>
              <a:rect l="l" t="t" r="r" b="b"/>
              <a:pathLst>
                <a:path w="773429" h="266700">
                  <a:moveTo>
                    <a:pt x="0" y="144542"/>
                  </a:moveTo>
                  <a:lnTo>
                    <a:pt x="2028" y="136427"/>
                  </a:lnTo>
                  <a:lnTo>
                    <a:pt x="4057" y="128312"/>
                  </a:lnTo>
                  <a:lnTo>
                    <a:pt x="5071" y="126791"/>
                  </a:lnTo>
                  <a:lnTo>
                    <a:pt x="6085" y="125269"/>
                  </a:lnTo>
                  <a:lnTo>
                    <a:pt x="6085" y="130341"/>
                  </a:lnTo>
                  <a:lnTo>
                    <a:pt x="5578" y="145556"/>
                  </a:lnTo>
                  <a:lnTo>
                    <a:pt x="5134" y="158608"/>
                  </a:lnTo>
                  <a:lnTo>
                    <a:pt x="4691" y="173894"/>
                  </a:lnTo>
                  <a:lnTo>
                    <a:pt x="4437" y="189846"/>
                  </a:lnTo>
                  <a:lnTo>
                    <a:pt x="4564" y="204894"/>
                  </a:lnTo>
                  <a:lnTo>
                    <a:pt x="5222" y="217780"/>
                  </a:lnTo>
                  <a:lnTo>
                    <a:pt x="17243" y="258147"/>
                  </a:lnTo>
                  <a:lnTo>
                    <a:pt x="25865" y="259161"/>
                  </a:lnTo>
                  <a:lnTo>
                    <a:pt x="33092" y="259137"/>
                  </a:lnTo>
                  <a:lnTo>
                    <a:pt x="67761" y="240990"/>
                  </a:lnTo>
                  <a:lnTo>
                    <a:pt x="87232" y="205402"/>
                  </a:lnTo>
                  <a:lnTo>
                    <a:pt x="94935" y="156547"/>
                  </a:lnTo>
                  <a:lnTo>
                    <a:pt x="95347" y="143020"/>
                  </a:lnTo>
                  <a:lnTo>
                    <a:pt x="95347" y="127298"/>
                  </a:lnTo>
                  <a:lnTo>
                    <a:pt x="93318" y="122226"/>
                  </a:lnTo>
                  <a:lnTo>
                    <a:pt x="91796" y="122226"/>
                  </a:lnTo>
                  <a:lnTo>
                    <a:pt x="90275" y="122226"/>
                  </a:lnTo>
                  <a:lnTo>
                    <a:pt x="89260" y="127298"/>
                  </a:lnTo>
                  <a:lnTo>
                    <a:pt x="89768" y="141499"/>
                  </a:lnTo>
                  <a:lnTo>
                    <a:pt x="90425" y="153631"/>
                  </a:lnTo>
                  <a:lnTo>
                    <a:pt x="95346" y="196780"/>
                  </a:lnTo>
                  <a:lnTo>
                    <a:pt x="108026" y="236339"/>
                  </a:lnTo>
                  <a:lnTo>
                    <a:pt x="132877" y="260176"/>
                  </a:lnTo>
                  <a:lnTo>
                    <a:pt x="137948" y="260176"/>
                  </a:lnTo>
                  <a:lnTo>
                    <a:pt x="164321" y="225688"/>
                  </a:lnTo>
                  <a:lnTo>
                    <a:pt x="178157" y="170914"/>
                  </a:lnTo>
                  <a:lnTo>
                    <a:pt x="181200" y="125594"/>
                  </a:lnTo>
                  <a:lnTo>
                    <a:pt x="180424" y="103018"/>
                  </a:lnTo>
                  <a:lnTo>
                    <a:pt x="176493" y="63902"/>
                  </a:lnTo>
                  <a:lnTo>
                    <a:pt x="170074" y="28742"/>
                  </a:lnTo>
                  <a:lnTo>
                    <a:pt x="168378" y="20793"/>
                  </a:lnTo>
                  <a:lnTo>
                    <a:pt x="166350" y="10650"/>
                  </a:lnTo>
                  <a:lnTo>
                    <a:pt x="165335" y="1521"/>
                  </a:lnTo>
                  <a:lnTo>
                    <a:pt x="164828" y="0"/>
                  </a:lnTo>
                  <a:lnTo>
                    <a:pt x="164559" y="364"/>
                  </a:lnTo>
                  <a:lnTo>
                    <a:pt x="164575" y="4057"/>
                  </a:lnTo>
                  <a:lnTo>
                    <a:pt x="164971" y="11553"/>
                  </a:lnTo>
                  <a:lnTo>
                    <a:pt x="169456" y="59591"/>
                  </a:lnTo>
                  <a:lnTo>
                    <a:pt x="176493" y="106504"/>
                  </a:lnTo>
                  <a:lnTo>
                    <a:pt x="187397" y="155763"/>
                  </a:lnTo>
                  <a:lnTo>
                    <a:pt x="199823" y="199316"/>
                  </a:lnTo>
                  <a:lnTo>
                    <a:pt x="216369" y="241822"/>
                  </a:lnTo>
                  <a:lnTo>
                    <a:pt x="252631" y="257196"/>
                  </a:lnTo>
                  <a:lnTo>
                    <a:pt x="276278" y="220934"/>
                  </a:lnTo>
                  <a:lnTo>
                    <a:pt x="284741" y="173363"/>
                  </a:lnTo>
                  <a:lnTo>
                    <a:pt x="285027" y="131355"/>
                  </a:lnTo>
                  <a:lnTo>
                    <a:pt x="284781" y="183546"/>
                  </a:lnTo>
                  <a:lnTo>
                    <a:pt x="299544" y="229682"/>
                  </a:lnTo>
                  <a:lnTo>
                    <a:pt x="322050" y="264233"/>
                  </a:lnTo>
                  <a:lnTo>
                    <a:pt x="327628" y="266262"/>
                  </a:lnTo>
                  <a:lnTo>
                    <a:pt x="335743" y="266262"/>
                  </a:lnTo>
                  <a:lnTo>
                    <a:pt x="344365" y="259161"/>
                  </a:lnTo>
                  <a:lnTo>
                    <a:pt x="369216" y="216559"/>
                  </a:lnTo>
                  <a:lnTo>
                    <a:pt x="381554" y="164353"/>
                  </a:lnTo>
                  <a:lnTo>
                    <a:pt x="385778" y="125365"/>
                  </a:lnTo>
                  <a:lnTo>
                    <a:pt x="380374" y="112083"/>
                  </a:lnTo>
                  <a:lnTo>
                    <a:pt x="378345" y="113097"/>
                  </a:lnTo>
                  <a:lnTo>
                    <a:pt x="380350" y="153124"/>
                  </a:lnTo>
                  <a:lnTo>
                    <a:pt x="392546" y="205402"/>
                  </a:lnTo>
                  <a:lnTo>
                    <a:pt x="410296" y="243946"/>
                  </a:lnTo>
                  <a:lnTo>
                    <a:pt x="426526" y="255611"/>
                  </a:lnTo>
                  <a:lnTo>
                    <a:pt x="432105" y="257133"/>
                  </a:lnTo>
                  <a:lnTo>
                    <a:pt x="438191" y="257133"/>
                  </a:lnTo>
                  <a:lnTo>
                    <a:pt x="445291" y="252061"/>
                  </a:lnTo>
                  <a:lnTo>
                    <a:pt x="465577" y="217574"/>
                  </a:lnTo>
                  <a:lnTo>
                    <a:pt x="472068" y="165653"/>
                  </a:lnTo>
                  <a:lnTo>
                    <a:pt x="472171" y="148599"/>
                  </a:lnTo>
                  <a:lnTo>
                    <a:pt x="471354" y="133923"/>
                  </a:lnTo>
                  <a:lnTo>
                    <a:pt x="462535" y="94839"/>
                  </a:lnTo>
                  <a:lnTo>
                    <a:pt x="455942" y="90275"/>
                  </a:lnTo>
                  <a:lnTo>
                    <a:pt x="452391" y="89768"/>
                  </a:lnTo>
                  <a:lnTo>
                    <a:pt x="448334" y="92811"/>
                  </a:lnTo>
                  <a:lnTo>
                    <a:pt x="445798" y="99404"/>
                  </a:lnTo>
                  <a:lnTo>
                    <a:pt x="444221" y="104999"/>
                  </a:lnTo>
                  <a:lnTo>
                    <a:pt x="443452" y="111830"/>
                  </a:lnTo>
                  <a:lnTo>
                    <a:pt x="443730" y="119802"/>
                  </a:lnTo>
                  <a:lnTo>
                    <a:pt x="458128" y="157990"/>
                  </a:lnTo>
                  <a:lnTo>
                    <a:pt x="488099" y="176541"/>
                  </a:lnTo>
                  <a:lnTo>
                    <a:pt x="497022" y="175986"/>
                  </a:lnTo>
                  <a:lnTo>
                    <a:pt x="532523" y="155192"/>
                  </a:lnTo>
                  <a:lnTo>
                    <a:pt x="553317" y="116648"/>
                  </a:lnTo>
                  <a:lnTo>
                    <a:pt x="556868" y="105997"/>
                  </a:lnTo>
                  <a:lnTo>
                    <a:pt x="556868" y="100925"/>
                  </a:lnTo>
                  <a:lnTo>
                    <a:pt x="555853" y="101433"/>
                  </a:lnTo>
                  <a:lnTo>
                    <a:pt x="554839" y="101940"/>
                  </a:lnTo>
                  <a:lnTo>
                    <a:pt x="552810" y="108026"/>
                  </a:lnTo>
                  <a:lnTo>
                    <a:pt x="553317" y="125269"/>
                  </a:lnTo>
                  <a:lnTo>
                    <a:pt x="554189" y="140064"/>
                  </a:lnTo>
                  <a:lnTo>
                    <a:pt x="563460" y="195766"/>
                  </a:lnTo>
                  <a:lnTo>
                    <a:pt x="583002" y="243336"/>
                  </a:lnTo>
                  <a:lnTo>
                    <a:pt x="617165" y="266285"/>
                  </a:lnTo>
                  <a:lnTo>
                    <a:pt x="627871" y="263726"/>
                  </a:lnTo>
                  <a:lnTo>
                    <a:pt x="665956" y="237694"/>
                  </a:lnTo>
                  <a:lnTo>
                    <a:pt x="690133" y="207517"/>
                  </a:lnTo>
                  <a:lnTo>
                    <a:pt x="708470" y="173522"/>
                  </a:lnTo>
                  <a:lnTo>
                    <a:pt x="720175" y="135286"/>
                  </a:lnTo>
                  <a:lnTo>
                    <a:pt x="720444" y="127140"/>
                  </a:lnTo>
                  <a:lnTo>
                    <a:pt x="719668" y="120705"/>
                  </a:lnTo>
                  <a:lnTo>
                    <a:pt x="718146" y="113097"/>
                  </a:lnTo>
                  <a:lnTo>
                    <a:pt x="715103" y="109040"/>
                  </a:lnTo>
                  <a:lnTo>
                    <a:pt x="712060" y="104983"/>
                  </a:lnTo>
                  <a:lnTo>
                    <a:pt x="709017" y="100925"/>
                  </a:lnTo>
                  <a:lnTo>
                    <a:pt x="705974" y="96868"/>
                  </a:lnTo>
                  <a:lnTo>
                    <a:pt x="701917" y="94332"/>
                  </a:lnTo>
                  <a:lnTo>
                    <a:pt x="697859" y="91797"/>
                  </a:lnTo>
                  <a:lnTo>
                    <a:pt x="692788" y="90782"/>
                  </a:lnTo>
                  <a:lnTo>
                    <a:pt x="687716" y="90275"/>
                  </a:lnTo>
                  <a:lnTo>
                    <a:pt x="682644" y="89768"/>
                  </a:lnTo>
                  <a:lnTo>
                    <a:pt x="677573" y="89768"/>
                  </a:lnTo>
                  <a:lnTo>
                    <a:pt x="669458" y="99404"/>
                  </a:lnTo>
                  <a:lnTo>
                    <a:pt x="650130" y="134565"/>
                  </a:lnTo>
                  <a:lnTo>
                    <a:pt x="643450" y="167784"/>
                  </a:lnTo>
                  <a:lnTo>
                    <a:pt x="643846" y="185178"/>
                  </a:lnTo>
                  <a:lnTo>
                    <a:pt x="661233" y="229896"/>
                  </a:lnTo>
                  <a:lnTo>
                    <a:pt x="695324" y="253075"/>
                  </a:lnTo>
                  <a:lnTo>
                    <a:pt x="706830" y="255532"/>
                  </a:lnTo>
                  <a:lnTo>
                    <a:pt x="717766" y="255231"/>
                  </a:lnTo>
                  <a:lnTo>
                    <a:pt x="755993" y="225688"/>
                  </a:lnTo>
                  <a:lnTo>
                    <a:pt x="764528" y="212882"/>
                  </a:lnTo>
                  <a:lnTo>
                    <a:pt x="772920" y="199316"/>
                  </a:lnTo>
                </a:path>
              </a:pathLst>
            </a:custGeom>
            <a:ln w="366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171879" y="1176541"/>
              <a:ext cx="113030" cy="15240"/>
            </a:xfrm>
            <a:custGeom>
              <a:avLst/>
              <a:gdLst/>
              <a:ahLst/>
              <a:cxnLst/>
              <a:rect l="l" t="t" r="r" b="b"/>
              <a:pathLst>
                <a:path w="113029" h="15240">
                  <a:moveTo>
                    <a:pt x="12172" y="15214"/>
                  </a:moveTo>
                  <a:lnTo>
                    <a:pt x="6086" y="15214"/>
                  </a:lnTo>
                  <a:lnTo>
                    <a:pt x="0" y="15214"/>
                  </a:lnTo>
                  <a:lnTo>
                    <a:pt x="0" y="14200"/>
                  </a:lnTo>
                  <a:lnTo>
                    <a:pt x="0" y="13186"/>
                  </a:lnTo>
                  <a:lnTo>
                    <a:pt x="6086" y="11157"/>
                  </a:lnTo>
                  <a:lnTo>
                    <a:pt x="51794" y="4691"/>
                  </a:lnTo>
                  <a:lnTo>
                    <a:pt x="92550" y="641"/>
                  </a:lnTo>
                  <a:lnTo>
                    <a:pt x="107115" y="23"/>
                  </a:lnTo>
                  <a:lnTo>
                    <a:pt x="112591" y="0"/>
                  </a:lnTo>
                </a:path>
              </a:pathLst>
            </a:custGeom>
            <a:ln w="366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3987800" y="1039530"/>
            <a:ext cx="2051685" cy="394970"/>
            <a:chOff x="3987800" y="1039530"/>
            <a:chExt cx="2051685" cy="394970"/>
          </a:xfrm>
        </p:grpSpPr>
        <p:sp>
          <p:nvSpPr>
            <p:cNvPr id="8" name="object 8"/>
            <p:cNvSpPr/>
            <p:nvPr/>
          </p:nvSpPr>
          <p:spPr>
            <a:xfrm>
              <a:off x="4006135" y="1119739"/>
              <a:ext cx="128905" cy="296545"/>
            </a:xfrm>
            <a:custGeom>
              <a:avLst/>
              <a:gdLst/>
              <a:ahLst/>
              <a:cxnLst/>
              <a:rect l="l" t="t" r="r" b="b"/>
              <a:pathLst>
                <a:path w="128904" h="296544">
                  <a:moveTo>
                    <a:pt x="20825" y="17243"/>
                  </a:moveTo>
                  <a:lnTo>
                    <a:pt x="15753" y="14200"/>
                  </a:lnTo>
                  <a:lnTo>
                    <a:pt x="10682" y="11157"/>
                  </a:lnTo>
                  <a:lnTo>
                    <a:pt x="11189" y="9128"/>
                  </a:lnTo>
                  <a:lnTo>
                    <a:pt x="11696" y="7100"/>
                  </a:lnTo>
                  <a:lnTo>
                    <a:pt x="50676" y="5285"/>
                  </a:lnTo>
                  <a:lnTo>
                    <a:pt x="100957" y="5071"/>
                  </a:lnTo>
                  <a:lnTo>
                    <a:pt x="112638" y="5063"/>
                  </a:lnTo>
                  <a:lnTo>
                    <a:pt x="120610" y="5008"/>
                  </a:lnTo>
                  <a:lnTo>
                    <a:pt x="125349" y="4857"/>
                  </a:lnTo>
                  <a:lnTo>
                    <a:pt x="127330" y="4564"/>
                  </a:lnTo>
                  <a:lnTo>
                    <a:pt x="128344" y="4057"/>
                  </a:lnTo>
                  <a:lnTo>
                    <a:pt x="123272" y="3042"/>
                  </a:lnTo>
                  <a:lnTo>
                    <a:pt x="75599" y="633"/>
                  </a:lnTo>
                  <a:lnTo>
                    <a:pt x="44662" y="0"/>
                  </a:lnTo>
                  <a:lnTo>
                    <a:pt x="34106" y="221"/>
                  </a:lnTo>
                  <a:lnTo>
                    <a:pt x="4088" y="30937"/>
                  </a:lnTo>
                  <a:lnTo>
                    <a:pt x="3700" y="43362"/>
                  </a:lnTo>
                  <a:lnTo>
                    <a:pt x="4405" y="58450"/>
                  </a:lnTo>
                  <a:lnTo>
                    <a:pt x="5586" y="76011"/>
                  </a:lnTo>
                  <a:lnTo>
                    <a:pt x="6624" y="95854"/>
                  </a:lnTo>
                  <a:lnTo>
                    <a:pt x="7028" y="117694"/>
                  </a:lnTo>
                  <a:lnTo>
                    <a:pt x="6815" y="140865"/>
                  </a:lnTo>
                  <a:lnTo>
                    <a:pt x="6125" y="164606"/>
                  </a:lnTo>
                  <a:lnTo>
                    <a:pt x="5103" y="188158"/>
                  </a:lnTo>
                  <a:lnTo>
                    <a:pt x="3890" y="210759"/>
                  </a:lnTo>
                  <a:lnTo>
                    <a:pt x="2630" y="231647"/>
                  </a:lnTo>
                  <a:lnTo>
                    <a:pt x="1466" y="250064"/>
                  </a:lnTo>
                  <a:lnTo>
                    <a:pt x="538" y="265247"/>
                  </a:lnTo>
                  <a:lnTo>
                    <a:pt x="0" y="276666"/>
                  </a:lnTo>
                  <a:lnTo>
                    <a:pt x="31" y="284710"/>
                  </a:lnTo>
                  <a:lnTo>
                    <a:pt x="824" y="289995"/>
                  </a:lnTo>
                  <a:lnTo>
                    <a:pt x="2567" y="293141"/>
                  </a:lnTo>
                  <a:lnTo>
                    <a:pt x="5610" y="296184"/>
                  </a:lnTo>
                  <a:lnTo>
                    <a:pt x="11696" y="295170"/>
                  </a:lnTo>
                  <a:lnTo>
                    <a:pt x="53886" y="278774"/>
                  </a:lnTo>
                  <a:lnTo>
                    <a:pt x="77628" y="264740"/>
                  </a:lnTo>
                  <a:lnTo>
                    <a:pt x="81685" y="260683"/>
                  </a:lnTo>
                </a:path>
              </a:pathLst>
            </a:custGeom>
            <a:ln w="366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011746" y="1276960"/>
              <a:ext cx="58419" cy="6350"/>
            </a:xfrm>
            <a:custGeom>
              <a:avLst/>
              <a:gdLst/>
              <a:ahLst/>
              <a:cxnLst/>
              <a:rect l="l" t="t" r="r" b="b"/>
              <a:pathLst>
                <a:path w="58420" h="6350">
                  <a:moveTo>
                    <a:pt x="0" y="6085"/>
                  </a:moveTo>
                  <a:lnTo>
                    <a:pt x="14454" y="4564"/>
                  </a:lnTo>
                  <a:lnTo>
                    <a:pt x="28908" y="3042"/>
                  </a:lnTo>
                  <a:lnTo>
                    <a:pt x="43362" y="1521"/>
                  </a:lnTo>
                  <a:lnTo>
                    <a:pt x="57816" y="0"/>
                  </a:lnTo>
                </a:path>
              </a:pathLst>
            </a:custGeom>
            <a:ln w="366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40489" y="1224138"/>
              <a:ext cx="157374" cy="17664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349518" y="1121767"/>
              <a:ext cx="112395" cy="252095"/>
            </a:xfrm>
            <a:custGeom>
              <a:avLst/>
              <a:gdLst/>
              <a:ahLst/>
              <a:cxnLst/>
              <a:rect l="l" t="t" r="r" b="b"/>
              <a:pathLst>
                <a:path w="112395" h="252094">
                  <a:moveTo>
                    <a:pt x="0" y="0"/>
                  </a:moveTo>
                  <a:lnTo>
                    <a:pt x="6846" y="57127"/>
                  </a:lnTo>
                  <a:lnTo>
                    <a:pt x="11395" y="101876"/>
                  </a:lnTo>
                  <a:lnTo>
                    <a:pt x="15547" y="149360"/>
                  </a:lnTo>
                  <a:lnTo>
                    <a:pt x="18567" y="189513"/>
                  </a:lnTo>
                  <a:lnTo>
                    <a:pt x="19779" y="229238"/>
                  </a:lnTo>
                  <a:lnTo>
                    <a:pt x="16229" y="251554"/>
                  </a:lnTo>
                  <a:lnTo>
                    <a:pt x="15666" y="250896"/>
                  </a:lnTo>
                  <a:lnTo>
                    <a:pt x="18194" y="211607"/>
                  </a:lnTo>
                  <a:lnTo>
                    <a:pt x="23583" y="173300"/>
                  </a:lnTo>
                  <a:lnTo>
                    <a:pt x="40256" y="128566"/>
                  </a:lnTo>
                  <a:lnTo>
                    <a:pt x="84831" y="121696"/>
                  </a:lnTo>
                  <a:lnTo>
                    <a:pt x="104096" y="155826"/>
                  </a:lnTo>
                  <a:lnTo>
                    <a:pt x="111505" y="198507"/>
                  </a:lnTo>
                  <a:lnTo>
                    <a:pt x="112147" y="210473"/>
                  </a:lnTo>
                  <a:lnTo>
                    <a:pt x="112123" y="220918"/>
                  </a:lnTo>
                  <a:lnTo>
                    <a:pt x="106505" y="248511"/>
                  </a:lnTo>
                  <a:lnTo>
                    <a:pt x="106505" y="246482"/>
                  </a:lnTo>
                </a:path>
              </a:pathLst>
            </a:custGeom>
            <a:ln w="366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99539" y="1200809"/>
              <a:ext cx="330587" cy="18881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68081" y="1198083"/>
              <a:ext cx="135756" cy="18273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34369" y="1197766"/>
              <a:ext cx="149006" cy="17626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214743" y="1207986"/>
              <a:ext cx="233679" cy="142240"/>
            </a:xfrm>
            <a:custGeom>
              <a:avLst/>
              <a:gdLst/>
              <a:ahLst/>
              <a:cxnLst/>
              <a:rect l="l" t="t" r="r" b="b"/>
              <a:pathLst>
                <a:path w="233679" h="142240">
                  <a:moveTo>
                    <a:pt x="2028" y="14200"/>
                  </a:moveTo>
                  <a:lnTo>
                    <a:pt x="1014" y="7100"/>
                  </a:lnTo>
                  <a:lnTo>
                    <a:pt x="0" y="0"/>
                  </a:lnTo>
                  <a:lnTo>
                    <a:pt x="0" y="1521"/>
                  </a:lnTo>
                  <a:lnTo>
                    <a:pt x="190" y="4374"/>
                  </a:lnTo>
                  <a:lnTo>
                    <a:pt x="760" y="11030"/>
                  </a:lnTo>
                  <a:lnTo>
                    <a:pt x="1711" y="22061"/>
                  </a:lnTo>
                  <a:lnTo>
                    <a:pt x="3043" y="38037"/>
                  </a:lnTo>
                  <a:lnTo>
                    <a:pt x="4746" y="58641"/>
                  </a:lnTo>
                  <a:lnTo>
                    <a:pt x="6783" y="80005"/>
                  </a:lnTo>
                  <a:lnTo>
                    <a:pt x="9105" y="97375"/>
                  </a:lnTo>
                  <a:lnTo>
                    <a:pt x="11664" y="105997"/>
                  </a:lnTo>
                  <a:lnTo>
                    <a:pt x="14438" y="102613"/>
                  </a:lnTo>
                  <a:lnTo>
                    <a:pt x="17497" y="89958"/>
                  </a:lnTo>
                  <a:lnTo>
                    <a:pt x="20936" y="72263"/>
                  </a:lnTo>
                  <a:lnTo>
                    <a:pt x="24851" y="53759"/>
                  </a:lnTo>
                  <a:lnTo>
                    <a:pt x="39115" y="15603"/>
                  </a:lnTo>
                  <a:lnTo>
                    <a:pt x="56802" y="0"/>
                  </a:lnTo>
                  <a:lnTo>
                    <a:pt x="65931" y="3550"/>
                  </a:lnTo>
                  <a:lnTo>
                    <a:pt x="96361" y="31444"/>
                  </a:lnTo>
                  <a:lnTo>
                    <a:pt x="111766" y="74593"/>
                  </a:lnTo>
                  <a:lnTo>
                    <a:pt x="117187" y="112416"/>
                  </a:lnTo>
                  <a:lnTo>
                    <a:pt x="116648" y="118169"/>
                  </a:lnTo>
                  <a:lnTo>
                    <a:pt x="115634" y="125777"/>
                  </a:lnTo>
                  <a:lnTo>
                    <a:pt x="113605" y="133891"/>
                  </a:lnTo>
                  <a:lnTo>
                    <a:pt x="112590" y="135413"/>
                  </a:lnTo>
                  <a:lnTo>
                    <a:pt x="111576" y="136934"/>
                  </a:lnTo>
                  <a:lnTo>
                    <a:pt x="111576" y="131863"/>
                  </a:lnTo>
                  <a:lnTo>
                    <a:pt x="117155" y="114619"/>
                  </a:lnTo>
                  <a:lnTo>
                    <a:pt x="136554" y="63839"/>
                  </a:lnTo>
                  <a:lnTo>
                    <a:pt x="160264" y="20667"/>
                  </a:lnTo>
                  <a:lnTo>
                    <a:pt x="191898" y="2028"/>
                  </a:lnTo>
                  <a:lnTo>
                    <a:pt x="199308" y="3518"/>
                  </a:lnTo>
                  <a:lnTo>
                    <a:pt x="221631" y="42601"/>
                  </a:lnTo>
                  <a:lnTo>
                    <a:pt x="224769" y="89459"/>
                  </a:lnTo>
                  <a:lnTo>
                    <a:pt x="225688" y="103969"/>
                  </a:lnTo>
                  <a:lnTo>
                    <a:pt x="227091" y="115974"/>
                  </a:lnTo>
                  <a:lnTo>
                    <a:pt x="228921" y="125840"/>
                  </a:lnTo>
                  <a:lnTo>
                    <a:pt x="231037" y="134280"/>
                  </a:lnTo>
                  <a:lnTo>
                    <a:pt x="233296" y="142006"/>
                  </a:lnTo>
                </a:path>
              </a:pathLst>
            </a:custGeom>
            <a:ln w="366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497092" y="1098946"/>
              <a:ext cx="524510" cy="248920"/>
            </a:xfrm>
            <a:custGeom>
              <a:avLst/>
              <a:gdLst/>
              <a:ahLst/>
              <a:cxnLst/>
              <a:rect l="l" t="t" r="r" b="b"/>
              <a:pathLst>
                <a:path w="524510" h="248919">
                  <a:moveTo>
                    <a:pt x="17893" y="181058"/>
                  </a:moveTo>
                  <a:lnTo>
                    <a:pt x="54409" y="163814"/>
                  </a:lnTo>
                  <a:lnTo>
                    <a:pt x="70638" y="128312"/>
                  </a:lnTo>
                  <a:lnTo>
                    <a:pt x="37799" y="104967"/>
                  </a:lnTo>
                  <a:lnTo>
                    <a:pt x="3328" y="140936"/>
                  </a:lnTo>
                  <a:lnTo>
                    <a:pt x="0" y="174932"/>
                  </a:lnTo>
                  <a:lnTo>
                    <a:pt x="3185" y="192215"/>
                  </a:lnTo>
                  <a:lnTo>
                    <a:pt x="30001" y="233438"/>
                  </a:lnTo>
                  <a:lnTo>
                    <a:pt x="65250" y="248638"/>
                  </a:lnTo>
                  <a:lnTo>
                    <a:pt x="77319" y="246625"/>
                  </a:lnTo>
                  <a:lnTo>
                    <a:pt x="116156" y="219349"/>
                  </a:lnTo>
                  <a:lnTo>
                    <a:pt x="146467" y="175091"/>
                  </a:lnTo>
                  <a:lnTo>
                    <a:pt x="158378" y="136934"/>
                  </a:lnTo>
                  <a:lnTo>
                    <a:pt x="152799" y="95854"/>
                  </a:lnTo>
                  <a:lnTo>
                    <a:pt x="149614" y="93746"/>
                  </a:lnTo>
                  <a:lnTo>
                    <a:pt x="149122" y="96995"/>
                  </a:lnTo>
                  <a:lnTo>
                    <a:pt x="151848" y="152149"/>
                  </a:lnTo>
                  <a:lnTo>
                    <a:pt x="155390" y="200211"/>
                  </a:lnTo>
                  <a:lnTo>
                    <a:pt x="163957" y="237860"/>
                  </a:lnTo>
                  <a:lnTo>
                    <a:pt x="168687" y="224896"/>
                  </a:lnTo>
                  <a:lnTo>
                    <a:pt x="171057" y="212502"/>
                  </a:lnTo>
                  <a:lnTo>
                    <a:pt x="185963" y="158655"/>
                  </a:lnTo>
                  <a:lnTo>
                    <a:pt x="207890" y="114429"/>
                  </a:lnTo>
                  <a:lnTo>
                    <a:pt x="234960" y="90782"/>
                  </a:lnTo>
                  <a:lnTo>
                    <a:pt x="242060" y="92811"/>
                  </a:lnTo>
                  <a:lnTo>
                    <a:pt x="267418" y="122409"/>
                  </a:lnTo>
                  <a:lnTo>
                    <a:pt x="271983" y="161278"/>
                  </a:lnTo>
                  <a:lnTo>
                    <a:pt x="272118" y="174274"/>
                  </a:lnTo>
                  <a:lnTo>
                    <a:pt x="271920" y="186510"/>
                  </a:lnTo>
                  <a:lnTo>
                    <a:pt x="271626" y="197794"/>
                  </a:lnTo>
                  <a:lnTo>
                    <a:pt x="271476" y="207937"/>
                  </a:lnTo>
                  <a:lnTo>
                    <a:pt x="283648" y="240903"/>
                  </a:lnTo>
                  <a:lnTo>
                    <a:pt x="291255" y="238875"/>
                  </a:lnTo>
                  <a:lnTo>
                    <a:pt x="325743" y="211076"/>
                  </a:lnTo>
                  <a:lnTo>
                    <a:pt x="344001" y="166857"/>
                  </a:lnTo>
                  <a:lnTo>
                    <a:pt x="351989" y="123685"/>
                  </a:lnTo>
                  <a:lnTo>
                    <a:pt x="356173" y="74046"/>
                  </a:lnTo>
                  <a:lnTo>
                    <a:pt x="356997" y="26372"/>
                  </a:lnTo>
                  <a:lnTo>
                    <a:pt x="356815" y="9144"/>
                  </a:lnTo>
                  <a:lnTo>
                    <a:pt x="356680" y="0"/>
                  </a:lnTo>
                  <a:lnTo>
                    <a:pt x="356870" y="895"/>
                  </a:lnTo>
                  <a:lnTo>
                    <a:pt x="357441" y="10587"/>
                  </a:lnTo>
                  <a:lnTo>
                    <a:pt x="358392" y="27030"/>
                  </a:lnTo>
                  <a:lnTo>
                    <a:pt x="359723" y="48180"/>
                  </a:lnTo>
                  <a:lnTo>
                    <a:pt x="363463" y="97312"/>
                  </a:lnTo>
                  <a:lnTo>
                    <a:pt x="368345" y="146063"/>
                  </a:lnTo>
                  <a:lnTo>
                    <a:pt x="373987" y="185052"/>
                  </a:lnTo>
                  <a:lnTo>
                    <a:pt x="384067" y="224674"/>
                  </a:lnTo>
                  <a:lnTo>
                    <a:pt x="392688" y="231267"/>
                  </a:lnTo>
                  <a:lnTo>
                    <a:pt x="397253" y="233803"/>
                  </a:lnTo>
                  <a:lnTo>
                    <a:pt x="435798" y="210980"/>
                  </a:lnTo>
                  <a:lnTo>
                    <a:pt x="458834" y="167190"/>
                  </a:lnTo>
                  <a:lnTo>
                    <a:pt x="476688" y="122670"/>
                  </a:lnTo>
                  <a:lnTo>
                    <a:pt x="486514" y="77596"/>
                  </a:lnTo>
                  <a:lnTo>
                    <a:pt x="483471" y="76582"/>
                  </a:lnTo>
                  <a:lnTo>
                    <a:pt x="480428" y="84696"/>
                  </a:lnTo>
                  <a:lnTo>
                    <a:pt x="479977" y="134184"/>
                  </a:lnTo>
                  <a:lnTo>
                    <a:pt x="495960" y="175606"/>
                  </a:lnTo>
                  <a:lnTo>
                    <a:pt x="518973" y="209459"/>
                  </a:lnTo>
                  <a:lnTo>
                    <a:pt x="524044" y="213516"/>
                  </a:lnTo>
                  <a:lnTo>
                    <a:pt x="523537" y="215545"/>
                  </a:lnTo>
                  <a:lnTo>
                    <a:pt x="523030" y="217574"/>
                  </a:lnTo>
                  <a:lnTo>
                    <a:pt x="516944" y="217574"/>
                  </a:lnTo>
                  <a:lnTo>
                    <a:pt x="502744" y="214023"/>
                  </a:lnTo>
                  <a:lnTo>
                    <a:pt x="490699" y="210751"/>
                  </a:lnTo>
                  <a:lnTo>
                    <a:pt x="476371" y="206479"/>
                  </a:lnTo>
                  <a:lnTo>
                    <a:pt x="460522" y="201542"/>
                  </a:lnTo>
                  <a:lnTo>
                    <a:pt x="443912" y="196273"/>
                  </a:lnTo>
                </a:path>
              </a:pathLst>
            </a:custGeom>
            <a:ln w="366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61392" y="1039530"/>
              <a:ext cx="167517" cy="131002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2767085" y="1483808"/>
            <a:ext cx="3460115" cy="189230"/>
            <a:chOff x="2767085" y="1483808"/>
            <a:chExt cx="3460115" cy="189230"/>
          </a:xfrm>
        </p:grpSpPr>
        <p:sp>
          <p:nvSpPr>
            <p:cNvPr id="19" name="object 19"/>
            <p:cNvSpPr/>
            <p:nvPr/>
          </p:nvSpPr>
          <p:spPr>
            <a:xfrm>
              <a:off x="2794548" y="1502142"/>
              <a:ext cx="3414395" cy="82550"/>
            </a:xfrm>
            <a:custGeom>
              <a:avLst/>
              <a:gdLst/>
              <a:ahLst/>
              <a:cxnLst/>
              <a:rect l="l" t="t" r="r" b="b"/>
              <a:pathLst>
                <a:path w="3414395" h="82550">
                  <a:moveTo>
                    <a:pt x="0" y="82160"/>
                  </a:moveTo>
                  <a:lnTo>
                    <a:pt x="25897" y="82160"/>
                  </a:lnTo>
                  <a:lnTo>
                    <a:pt x="51984" y="82160"/>
                  </a:lnTo>
                  <a:lnTo>
                    <a:pt x="78452" y="82160"/>
                  </a:lnTo>
                  <a:lnTo>
                    <a:pt x="105490" y="82160"/>
                  </a:lnTo>
                  <a:lnTo>
                    <a:pt x="133146" y="82145"/>
                  </a:lnTo>
                  <a:lnTo>
                    <a:pt x="188079" y="81732"/>
                  </a:lnTo>
                  <a:lnTo>
                    <a:pt x="238328" y="80219"/>
                  </a:lnTo>
                  <a:lnTo>
                    <a:pt x="284844" y="77794"/>
                  </a:lnTo>
                  <a:lnTo>
                    <a:pt x="308863" y="76582"/>
                  </a:lnTo>
                  <a:lnTo>
                    <a:pt x="361355" y="74616"/>
                  </a:lnTo>
                  <a:lnTo>
                    <a:pt x="418411" y="73031"/>
                  </a:lnTo>
                  <a:lnTo>
                    <a:pt x="478130" y="71573"/>
                  </a:lnTo>
                  <a:lnTo>
                    <a:pt x="540131" y="70496"/>
                  </a:lnTo>
                  <a:lnTo>
                    <a:pt x="604097" y="70052"/>
                  </a:lnTo>
                  <a:lnTo>
                    <a:pt x="668444" y="69988"/>
                  </a:lnTo>
                  <a:lnTo>
                    <a:pt x="700229" y="69980"/>
                  </a:lnTo>
                  <a:lnTo>
                    <a:pt x="763229" y="69774"/>
                  </a:lnTo>
                  <a:lnTo>
                    <a:pt x="826379" y="69022"/>
                  </a:lnTo>
                  <a:lnTo>
                    <a:pt x="858124" y="68467"/>
                  </a:lnTo>
                  <a:lnTo>
                    <a:pt x="889869" y="67912"/>
                  </a:lnTo>
                  <a:lnTo>
                    <a:pt x="921520" y="67453"/>
                  </a:lnTo>
                  <a:lnTo>
                    <a:pt x="952956" y="67143"/>
                  </a:lnTo>
                  <a:lnTo>
                    <a:pt x="983964" y="66882"/>
                  </a:lnTo>
                  <a:lnTo>
                    <a:pt x="1014307" y="66525"/>
                  </a:lnTo>
                  <a:lnTo>
                    <a:pt x="1072084" y="65004"/>
                  </a:lnTo>
                  <a:lnTo>
                    <a:pt x="1125337" y="62579"/>
                  </a:lnTo>
                  <a:lnTo>
                    <a:pt x="1150251" y="61367"/>
                  </a:lnTo>
                  <a:lnTo>
                    <a:pt x="1174096" y="60305"/>
                  </a:lnTo>
                  <a:lnTo>
                    <a:pt x="1220074" y="58371"/>
                  </a:lnTo>
                  <a:lnTo>
                    <a:pt x="1266567" y="56089"/>
                  </a:lnTo>
                  <a:lnTo>
                    <a:pt x="1290736" y="54773"/>
                  </a:lnTo>
                  <a:lnTo>
                    <a:pt x="1315666" y="53458"/>
                  </a:lnTo>
                  <a:lnTo>
                    <a:pt x="1368111" y="51184"/>
                  </a:lnTo>
                  <a:lnTo>
                    <a:pt x="1422758" y="49456"/>
                  </a:lnTo>
                  <a:lnTo>
                    <a:pt x="1476724" y="47935"/>
                  </a:lnTo>
                  <a:lnTo>
                    <a:pt x="1528866" y="46619"/>
                  </a:lnTo>
                  <a:lnTo>
                    <a:pt x="1579916" y="45850"/>
                  </a:lnTo>
                  <a:lnTo>
                    <a:pt x="1631774" y="45438"/>
                  </a:lnTo>
                  <a:lnTo>
                    <a:pt x="1658939" y="45137"/>
                  </a:lnTo>
                  <a:lnTo>
                    <a:pt x="1687340" y="44678"/>
                  </a:lnTo>
                  <a:lnTo>
                    <a:pt x="1716882" y="44123"/>
                  </a:lnTo>
                  <a:lnTo>
                    <a:pt x="1747376" y="43568"/>
                  </a:lnTo>
                  <a:lnTo>
                    <a:pt x="1778630" y="43109"/>
                  </a:lnTo>
                  <a:lnTo>
                    <a:pt x="1810446" y="42807"/>
                  </a:lnTo>
                  <a:lnTo>
                    <a:pt x="1842596" y="42601"/>
                  </a:lnTo>
                  <a:lnTo>
                    <a:pt x="1874841" y="42395"/>
                  </a:lnTo>
                  <a:lnTo>
                    <a:pt x="1906943" y="42094"/>
                  </a:lnTo>
                  <a:lnTo>
                    <a:pt x="1969958" y="41017"/>
                  </a:lnTo>
                  <a:lnTo>
                    <a:pt x="2030692" y="39558"/>
                  </a:lnTo>
                  <a:lnTo>
                    <a:pt x="2088825" y="38037"/>
                  </a:lnTo>
                  <a:lnTo>
                    <a:pt x="2145818" y="36515"/>
                  </a:lnTo>
                  <a:lnTo>
                    <a:pt x="2174385" y="35755"/>
                  </a:lnTo>
                  <a:lnTo>
                    <a:pt x="2230760" y="34233"/>
                  </a:lnTo>
                  <a:lnTo>
                    <a:pt x="2284021" y="32704"/>
                  </a:lnTo>
                  <a:lnTo>
                    <a:pt x="2334357" y="30976"/>
                  </a:lnTo>
                  <a:lnTo>
                    <a:pt x="2384598" y="28702"/>
                  </a:lnTo>
                  <a:lnTo>
                    <a:pt x="2435505" y="26071"/>
                  </a:lnTo>
                  <a:lnTo>
                    <a:pt x="2460768" y="24851"/>
                  </a:lnTo>
                  <a:lnTo>
                    <a:pt x="2510660" y="22885"/>
                  </a:lnTo>
                  <a:lnTo>
                    <a:pt x="2561694" y="21300"/>
                  </a:lnTo>
                  <a:lnTo>
                    <a:pt x="2588312" y="20532"/>
                  </a:lnTo>
                  <a:lnTo>
                    <a:pt x="2615263" y="19716"/>
                  </a:lnTo>
                  <a:lnTo>
                    <a:pt x="2667691" y="17750"/>
                  </a:lnTo>
                  <a:lnTo>
                    <a:pt x="2715492" y="15214"/>
                  </a:lnTo>
                  <a:lnTo>
                    <a:pt x="2738298" y="13899"/>
                  </a:lnTo>
                  <a:lnTo>
                    <a:pt x="2761010" y="12679"/>
                  </a:lnTo>
                  <a:lnTo>
                    <a:pt x="2807733" y="10713"/>
                  </a:lnTo>
                  <a:lnTo>
                    <a:pt x="2857878" y="9128"/>
                  </a:lnTo>
                  <a:lnTo>
                    <a:pt x="2912906" y="7670"/>
                  </a:lnTo>
                  <a:lnTo>
                    <a:pt x="2972498" y="6593"/>
                  </a:lnTo>
                  <a:lnTo>
                    <a:pt x="3035513" y="6149"/>
                  </a:lnTo>
                  <a:lnTo>
                    <a:pt x="3099290" y="6085"/>
                  </a:lnTo>
                  <a:lnTo>
                    <a:pt x="3130615" y="6085"/>
                  </a:lnTo>
                  <a:lnTo>
                    <a:pt x="3161608" y="6085"/>
                  </a:lnTo>
                  <a:lnTo>
                    <a:pt x="3192505" y="6085"/>
                  </a:lnTo>
                  <a:lnTo>
                    <a:pt x="3223545" y="6085"/>
                  </a:lnTo>
                  <a:lnTo>
                    <a:pt x="3254744" y="6070"/>
                  </a:lnTo>
                  <a:lnTo>
                    <a:pt x="3313908" y="5658"/>
                  </a:lnTo>
                  <a:lnTo>
                    <a:pt x="3361819" y="4136"/>
                  </a:lnTo>
                  <a:lnTo>
                    <a:pt x="3398097" y="1505"/>
                  </a:lnTo>
                  <a:lnTo>
                    <a:pt x="3414239" y="0"/>
                  </a:lnTo>
                </a:path>
              </a:pathLst>
            </a:custGeom>
            <a:ln w="366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785419" y="1578217"/>
              <a:ext cx="3414395" cy="76200"/>
            </a:xfrm>
            <a:custGeom>
              <a:avLst/>
              <a:gdLst/>
              <a:ahLst/>
              <a:cxnLst/>
              <a:rect l="l" t="t" r="r" b="b"/>
              <a:pathLst>
                <a:path w="3414395" h="76200">
                  <a:moveTo>
                    <a:pt x="0" y="76074"/>
                  </a:moveTo>
                  <a:lnTo>
                    <a:pt x="20548" y="75329"/>
                  </a:lnTo>
                  <a:lnTo>
                    <a:pt x="41143" y="74680"/>
                  </a:lnTo>
                  <a:lnTo>
                    <a:pt x="61834" y="74220"/>
                  </a:lnTo>
                  <a:lnTo>
                    <a:pt x="82668" y="74046"/>
                  </a:lnTo>
                  <a:lnTo>
                    <a:pt x="103636" y="74204"/>
                  </a:lnTo>
                  <a:lnTo>
                    <a:pt x="124509" y="74553"/>
                  </a:lnTo>
                  <a:lnTo>
                    <a:pt x="145001" y="74902"/>
                  </a:lnTo>
                  <a:lnTo>
                    <a:pt x="164828" y="75060"/>
                  </a:lnTo>
                  <a:lnTo>
                    <a:pt x="220672" y="73562"/>
                  </a:lnTo>
                  <a:lnTo>
                    <a:pt x="258876" y="71312"/>
                  </a:lnTo>
                  <a:lnTo>
                    <a:pt x="279702" y="70052"/>
                  </a:lnTo>
                  <a:lnTo>
                    <a:pt x="327629" y="67960"/>
                  </a:lnTo>
                  <a:lnTo>
                    <a:pt x="385699" y="67072"/>
                  </a:lnTo>
                  <a:lnTo>
                    <a:pt x="448334" y="66945"/>
                  </a:lnTo>
                  <a:lnTo>
                    <a:pt x="479168" y="66945"/>
                  </a:lnTo>
                  <a:lnTo>
                    <a:pt x="509384" y="66945"/>
                  </a:lnTo>
                  <a:lnTo>
                    <a:pt x="539125" y="66945"/>
                  </a:lnTo>
                  <a:lnTo>
                    <a:pt x="568532" y="66945"/>
                  </a:lnTo>
                  <a:lnTo>
                    <a:pt x="597694" y="66937"/>
                  </a:lnTo>
                  <a:lnTo>
                    <a:pt x="654687" y="66731"/>
                  </a:lnTo>
                  <a:lnTo>
                    <a:pt x="708779" y="65979"/>
                  </a:lnTo>
                  <a:lnTo>
                    <a:pt x="735136" y="65424"/>
                  </a:lnTo>
                  <a:lnTo>
                    <a:pt x="761874" y="64869"/>
                  </a:lnTo>
                  <a:lnTo>
                    <a:pt x="789657" y="64410"/>
                  </a:lnTo>
                  <a:lnTo>
                    <a:pt x="818858" y="64108"/>
                  </a:lnTo>
                  <a:lnTo>
                    <a:pt x="848678" y="63902"/>
                  </a:lnTo>
                  <a:lnTo>
                    <a:pt x="878022" y="63696"/>
                  </a:lnTo>
                  <a:lnTo>
                    <a:pt x="931235" y="62928"/>
                  </a:lnTo>
                  <a:lnTo>
                    <a:pt x="977546" y="61612"/>
                  </a:lnTo>
                  <a:lnTo>
                    <a:pt x="1000130" y="60859"/>
                  </a:lnTo>
                  <a:lnTo>
                    <a:pt x="1023270" y="60099"/>
                  </a:lnTo>
                  <a:lnTo>
                    <a:pt x="1070309" y="58577"/>
                  </a:lnTo>
                  <a:lnTo>
                    <a:pt x="1115970" y="57048"/>
                  </a:lnTo>
                  <a:lnTo>
                    <a:pt x="1160632" y="55320"/>
                  </a:lnTo>
                  <a:lnTo>
                    <a:pt x="1207767" y="53046"/>
                  </a:lnTo>
                  <a:lnTo>
                    <a:pt x="1256614" y="50415"/>
                  </a:lnTo>
                  <a:lnTo>
                    <a:pt x="1280086" y="49195"/>
                  </a:lnTo>
                  <a:lnTo>
                    <a:pt x="1323258" y="47229"/>
                  </a:lnTo>
                  <a:lnTo>
                    <a:pt x="1363768" y="45644"/>
                  </a:lnTo>
                  <a:lnTo>
                    <a:pt x="1404532" y="44186"/>
                  </a:lnTo>
                  <a:lnTo>
                    <a:pt x="1446436" y="43109"/>
                  </a:lnTo>
                  <a:lnTo>
                    <a:pt x="1489799" y="42601"/>
                  </a:lnTo>
                  <a:lnTo>
                    <a:pt x="1512051" y="42395"/>
                  </a:lnTo>
                  <a:lnTo>
                    <a:pt x="1534683" y="42094"/>
                  </a:lnTo>
                  <a:lnTo>
                    <a:pt x="1580772" y="41017"/>
                  </a:lnTo>
                  <a:lnTo>
                    <a:pt x="1626480" y="39558"/>
                  </a:lnTo>
                  <a:lnTo>
                    <a:pt x="1648795" y="38806"/>
                  </a:lnTo>
                  <a:lnTo>
                    <a:pt x="1671491" y="38100"/>
                  </a:lnTo>
                  <a:lnTo>
                    <a:pt x="1721827" y="37023"/>
                  </a:lnTo>
                  <a:lnTo>
                    <a:pt x="1782053" y="36579"/>
                  </a:lnTo>
                  <a:lnTo>
                    <a:pt x="1844562" y="36515"/>
                  </a:lnTo>
                  <a:lnTo>
                    <a:pt x="1873700" y="36523"/>
                  </a:lnTo>
                  <a:lnTo>
                    <a:pt x="1928933" y="36729"/>
                  </a:lnTo>
                  <a:lnTo>
                    <a:pt x="1985324" y="37482"/>
                  </a:lnTo>
                  <a:lnTo>
                    <a:pt x="2014906" y="38037"/>
                  </a:lnTo>
                  <a:lnTo>
                    <a:pt x="2045153" y="38592"/>
                  </a:lnTo>
                  <a:lnTo>
                    <a:pt x="2075829" y="39051"/>
                  </a:lnTo>
                  <a:lnTo>
                    <a:pt x="2106703" y="39337"/>
                  </a:lnTo>
                  <a:lnTo>
                    <a:pt x="2137576" y="39432"/>
                  </a:lnTo>
                  <a:lnTo>
                    <a:pt x="2168260" y="39337"/>
                  </a:lnTo>
                  <a:lnTo>
                    <a:pt x="2198563" y="39051"/>
                  </a:lnTo>
                  <a:lnTo>
                    <a:pt x="2228399" y="38592"/>
                  </a:lnTo>
                  <a:lnTo>
                    <a:pt x="2258092" y="38037"/>
                  </a:lnTo>
                  <a:lnTo>
                    <a:pt x="2288070" y="37482"/>
                  </a:lnTo>
                  <a:lnTo>
                    <a:pt x="2318762" y="37023"/>
                  </a:lnTo>
                  <a:lnTo>
                    <a:pt x="2350420" y="36721"/>
                  </a:lnTo>
                  <a:lnTo>
                    <a:pt x="2382601" y="36515"/>
                  </a:lnTo>
                  <a:lnTo>
                    <a:pt x="2414687" y="36309"/>
                  </a:lnTo>
                  <a:lnTo>
                    <a:pt x="2476228" y="35541"/>
                  </a:lnTo>
                  <a:lnTo>
                    <a:pt x="2533142" y="34225"/>
                  </a:lnTo>
                  <a:lnTo>
                    <a:pt x="2586450" y="32704"/>
                  </a:lnTo>
                  <a:lnTo>
                    <a:pt x="2637483" y="30976"/>
                  </a:lnTo>
                  <a:lnTo>
                    <a:pt x="2687701" y="28694"/>
                  </a:lnTo>
                  <a:lnTo>
                    <a:pt x="2737292" y="25857"/>
                  </a:lnTo>
                  <a:lnTo>
                    <a:pt x="2785203" y="22830"/>
                  </a:lnTo>
                  <a:lnTo>
                    <a:pt x="2808367" y="21364"/>
                  </a:lnTo>
                  <a:lnTo>
                    <a:pt x="2853314" y="18765"/>
                  </a:lnTo>
                  <a:lnTo>
                    <a:pt x="2897311" y="16736"/>
                  </a:lnTo>
                  <a:lnTo>
                    <a:pt x="2919927" y="15769"/>
                  </a:lnTo>
                  <a:lnTo>
                    <a:pt x="2943590" y="14707"/>
                  </a:lnTo>
                  <a:lnTo>
                    <a:pt x="2968552" y="13487"/>
                  </a:lnTo>
                  <a:lnTo>
                    <a:pt x="2994180" y="12171"/>
                  </a:lnTo>
                  <a:lnTo>
                    <a:pt x="3019617" y="10856"/>
                  </a:lnTo>
                  <a:lnTo>
                    <a:pt x="3044009" y="9636"/>
                  </a:lnTo>
                  <a:lnTo>
                    <a:pt x="3066704" y="8582"/>
                  </a:lnTo>
                  <a:lnTo>
                    <a:pt x="3087878" y="7670"/>
                  </a:lnTo>
                  <a:lnTo>
                    <a:pt x="3107912" y="6854"/>
                  </a:lnTo>
                  <a:lnTo>
                    <a:pt x="3127184" y="6085"/>
                  </a:lnTo>
                  <a:lnTo>
                    <a:pt x="3146099" y="5325"/>
                  </a:lnTo>
                  <a:lnTo>
                    <a:pt x="3184882" y="3803"/>
                  </a:lnTo>
                  <a:lnTo>
                    <a:pt x="3228292" y="2290"/>
                  </a:lnTo>
                  <a:lnTo>
                    <a:pt x="3277471" y="974"/>
                  </a:lnTo>
                  <a:lnTo>
                    <a:pt x="3330652" y="213"/>
                  </a:lnTo>
                  <a:lnTo>
                    <a:pt x="3386124" y="7"/>
                  </a:lnTo>
                  <a:lnTo>
                    <a:pt x="3414240" y="0"/>
                  </a:lnTo>
                </a:path>
              </a:pathLst>
            </a:custGeom>
            <a:ln w="366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" name="object 21"/>
          <p:cNvGrpSpPr/>
          <p:nvPr/>
        </p:nvGrpSpPr>
        <p:grpSpPr>
          <a:xfrm>
            <a:off x="5350645" y="1777828"/>
            <a:ext cx="826135" cy="328295"/>
            <a:chOff x="5350645" y="1777828"/>
            <a:chExt cx="826135" cy="328295"/>
          </a:xfrm>
        </p:grpSpPr>
        <p:sp>
          <p:nvSpPr>
            <p:cNvPr id="22" name="object 22"/>
            <p:cNvSpPr/>
            <p:nvPr/>
          </p:nvSpPr>
          <p:spPr>
            <a:xfrm>
              <a:off x="5368979" y="1796163"/>
              <a:ext cx="168275" cy="283210"/>
            </a:xfrm>
            <a:custGeom>
              <a:avLst/>
              <a:gdLst/>
              <a:ahLst/>
              <a:cxnLst/>
              <a:rect l="l" t="t" r="r" b="b"/>
              <a:pathLst>
                <a:path w="168275" h="283210">
                  <a:moveTo>
                    <a:pt x="8419" y="60034"/>
                  </a:moveTo>
                  <a:lnTo>
                    <a:pt x="5538" y="54271"/>
                  </a:lnTo>
                  <a:lnTo>
                    <a:pt x="2656" y="48507"/>
                  </a:lnTo>
                  <a:lnTo>
                    <a:pt x="1215" y="50428"/>
                  </a:lnTo>
                  <a:lnTo>
                    <a:pt x="390" y="53400"/>
                  </a:lnTo>
                  <a:lnTo>
                    <a:pt x="15" y="59794"/>
                  </a:lnTo>
                  <a:lnTo>
                    <a:pt x="0" y="70150"/>
                  </a:lnTo>
                  <a:lnTo>
                    <a:pt x="255" y="85008"/>
                  </a:lnTo>
                  <a:lnTo>
                    <a:pt x="1335" y="127512"/>
                  </a:lnTo>
                  <a:lnTo>
                    <a:pt x="3136" y="177221"/>
                  </a:lnTo>
                  <a:lnTo>
                    <a:pt x="5537" y="222727"/>
                  </a:lnTo>
                  <a:lnTo>
                    <a:pt x="8922" y="272135"/>
                  </a:lnTo>
                  <a:lnTo>
                    <a:pt x="10168" y="283181"/>
                  </a:lnTo>
                  <a:lnTo>
                    <a:pt x="10340" y="278078"/>
                  </a:lnTo>
                  <a:lnTo>
                    <a:pt x="8922" y="220806"/>
                  </a:lnTo>
                  <a:lnTo>
                    <a:pt x="6813" y="170767"/>
                  </a:lnTo>
                  <a:lnTo>
                    <a:pt x="5778" y="146963"/>
                  </a:lnTo>
                  <a:lnTo>
                    <a:pt x="5102" y="123880"/>
                  </a:lnTo>
                  <a:lnTo>
                    <a:pt x="5057" y="101337"/>
                  </a:lnTo>
                  <a:lnTo>
                    <a:pt x="5890" y="79342"/>
                  </a:lnTo>
                  <a:lnTo>
                    <a:pt x="10798" y="40215"/>
                  </a:lnTo>
                  <a:lnTo>
                    <a:pt x="28351" y="6003"/>
                  </a:lnTo>
                  <a:lnTo>
                    <a:pt x="48762" y="0"/>
                  </a:lnTo>
                  <a:lnTo>
                    <a:pt x="61962" y="772"/>
                  </a:lnTo>
                  <a:lnTo>
                    <a:pt x="106875" y="14888"/>
                  </a:lnTo>
                  <a:lnTo>
                    <a:pt x="145507" y="41566"/>
                  </a:lnTo>
                  <a:lnTo>
                    <a:pt x="167803" y="84017"/>
                  </a:lnTo>
                  <a:lnTo>
                    <a:pt x="165949" y="95094"/>
                  </a:lnTo>
                  <a:lnTo>
                    <a:pt x="142378" y="127580"/>
                  </a:lnTo>
                  <a:lnTo>
                    <a:pt x="106395" y="151166"/>
                  </a:lnTo>
                  <a:lnTo>
                    <a:pt x="70322" y="160231"/>
                  </a:lnTo>
                  <a:lnTo>
                    <a:pt x="59508" y="159691"/>
                  </a:lnTo>
                  <a:lnTo>
                    <a:pt x="22167" y="132000"/>
                  </a:lnTo>
                  <a:lnTo>
                    <a:pt x="17064" y="123430"/>
                  </a:lnTo>
                </a:path>
              </a:pathLst>
            </a:custGeom>
            <a:ln w="3666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5576233" y="1831703"/>
              <a:ext cx="112395" cy="256540"/>
            </a:xfrm>
            <a:custGeom>
              <a:avLst/>
              <a:gdLst/>
              <a:ahLst/>
              <a:cxnLst/>
              <a:rect l="l" t="t" r="r" b="b"/>
              <a:pathLst>
                <a:path w="112395" h="256539">
                  <a:moveTo>
                    <a:pt x="0" y="18730"/>
                  </a:moveTo>
                  <a:lnTo>
                    <a:pt x="1921" y="10085"/>
                  </a:lnTo>
                  <a:lnTo>
                    <a:pt x="3842" y="1440"/>
                  </a:lnTo>
                  <a:lnTo>
                    <a:pt x="4802" y="0"/>
                  </a:lnTo>
                  <a:lnTo>
                    <a:pt x="5358" y="420"/>
                  </a:lnTo>
                  <a:lnTo>
                    <a:pt x="5643" y="4442"/>
                  </a:lnTo>
                  <a:lnTo>
                    <a:pt x="5748" y="12967"/>
                  </a:lnTo>
                  <a:lnTo>
                    <a:pt x="5763" y="26895"/>
                  </a:lnTo>
                  <a:lnTo>
                    <a:pt x="5770" y="46676"/>
                  </a:lnTo>
                  <a:lnTo>
                    <a:pt x="5823" y="70960"/>
                  </a:lnTo>
                  <a:lnTo>
                    <a:pt x="6243" y="125831"/>
                  </a:lnTo>
                  <a:lnTo>
                    <a:pt x="7204" y="177941"/>
                  </a:lnTo>
                  <a:lnTo>
                    <a:pt x="8164" y="217084"/>
                  </a:lnTo>
                  <a:lnTo>
                    <a:pt x="8442" y="229293"/>
                  </a:lnTo>
                  <a:lnTo>
                    <a:pt x="8585" y="237315"/>
                  </a:lnTo>
                  <a:lnTo>
                    <a:pt x="8637" y="242546"/>
                  </a:lnTo>
                  <a:lnTo>
                    <a:pt x="8645" y="246380"/>
                  </a:lnTo>
                  <a:lnTo>
                    <a:pt x="8645" y="251183"/>
                  </a:lnTo>
                  <a:lnTo>
                    <a:pt x="8645" y="255986"/>
                  </a:lnTo>
                  <a:lnTo>
                    <a:pt x="8645" y="251183"/>
                  </a:lnTo>
                  <a:lnTo>
                    <a:pt x="11046" y="231492"/>
                  </a:lnTo>
                  <a:lnTo>
                    <a:pt x="20704" y="173003"/>
                  </a:lnTo>
                  <a:lnTo>
                    <a:pt x="39202" y="126252"/>
                  </a:lnTo>
                  <a:lnTo>
                    <a:pt x="61752" y="110755"/>
                  </a:lnTo>
                  <a:lnTo>
                    <a:pt x="69099" y="111843"/>
                  </a:lnTo>
                  <a:lnTo>
                    <a:pt x="97375" y="151826"/>
                  </a:lnTo>
                  <a:lnTo>
                    <a:pt x="110358" y="194503"/>
                  </a:lnTo>
                  <a:lnTo>
                    <a:pt x="112384" y="219965"/>
                  </a:lnTo>
                  <a:lnTo>
                    <a:pt x="112384" y="228130"/>
                  </a:lnTo>
                  <a:lnTo>
                    <a:pt x="112384" y="232933"/>
                  </a:lnTo>
                  <a:lnTo>
                    <a:pt x="110463" y="234373"/>
                  </a:lnTo>
                  <a:lnTo>
                    <a:pt x="108542" y="235814"/>
                  </a:lnTo>
                  <a:lnTo>
                    <a:pt x="104700" y="233893"/>
                  </a:lnTo>
                  <a:lnTo>
                    <a:pt x="100857" y="231972"/>
                  </a:lnTo>
                </a:path>
              </a:pathLst>
            </a:custGeom>
            <a:ln w="3666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5751533" y="1939765"/>
              <a:ext cx="238760" cy="134620"/>
            </a:xfrm>
            <a:custGeom>
              <a:avLst/>
              <a:gdLst/>
              <a:ahLst/>
              <a:cxnLst/>
              <a:rect l="l" t="t" r="r" b="b"/>
              <a:pathLst>
                <a:path w="238760" h="134619">
                  <a:moveTo>
                    <a:pt x="95574" y="51869"/>
                  </a:moveTo>
                  <a:lnTo>
                    <a:pt x="74682" y="10926"/>
                  </a:lnTo>
                  <a:lnTo>
                    <a:pt x="29717" y="10723"/>
                  </a:lnTo>
                  <a:lnTo>
                    <a:pt x="7384" y="49648"/>
                  </a:lnTo>
                  <a:lnTo>
                    <a:pt x="0" y="83087"/>
                  </a:lnTo>
                  <a:lnTo>
                    <a:pt x="360" y="97405"/>
                  </a:lnTo>
                  <a:lnTo>
                    <a:pt x="21664" y="131265"/>
                  </a:lnTo>
                  <a:lnTo>
                    <a:pt x="37978" y="134146"/>
                  </a:lnTo>
                  <a:lnTo>
                    <a:pt x="46586" y="132075"/>
                  </a:lnTo>
                  <a:lnTo>
                    <a:pt x="77323" y="103259"/>
                  </a:lnTo>
                  <a:lnTo>
                    <a:pt x="91252" y="58593"/>
                  </a:lnTo>
                  <a:lnTo>
                    <a:pt x="95574" y="19211"/>
                  </a:lnTo>
                  <a:lnTo>
                    <a:pt x="90636" y="69549"/>
                  </a:lnTo>
                  <a:lnTo>
                    <a:pt x="98688" y="111588"/>
                  </a:lnTo>
                  <a:lnTo>
                    <a:pt x="137598" y="122575"/>
                  </a:lnTo>
                  <a:lnTo>
                    <a:pt x="166519" y="80761"/>
                  </a:lnTo>
                  <a:lnTo>
                    <a:pt x="178421" y="39742"/>
                  </a:lnTo>
                  <a:lnTo>
                    <a:pt x="181063" y="5763"/>
                  </a:lnTo>
                  <a:lnTo>
                    <a:pt x="180102" y="0"/>
                  </a:lnTo>
                  <a:lnTo>
                    <a:pt x="179622" y="480"/>
                  </a:lnTo>
                  <a:lnTo>
                    <a:pt x="179142" y="960"/>
                  </a:lnTo>
                  <a:lnTo>
                    <a:pt x="179142" y="7684"/>
                  </a:lnTo>
                  <a:lnTo>
                    <a:pt x="182023" y="20171"/>
                  </a:lnTo>
                  <a:lnTo>
                    <a:pt x="199313" y="66277"/>
                  </a:lnTo>
                  <a:lnTo>
                    <a:pt x="227169" y="102298"/>
                  </a:lnTo>
                  <a:lnTo>
                    <a:pt x="238696" y="114305"/>
                  </a:lnTo>
                  <a:lnTo>
                    <a:pt x="238696" y="118147"/>
                  </a:lnTo>
                  <a:lnTo>
                    <a:pt x="238696" y="121989"/>
                  </a:lnTo>
                  <a:lnTo>
                    <a:pt x="234853" y="125831"/>
                  </a:lnTo>
                  <a:lnTo>
                    <a:pt x="192589" y="131595"/>
                  </a:lnTo>
                  <a:lnTo>
                    <a:pt x="182984" y="131595"/>
                  </a:lnTo>
                  <a:lnTo>
                    <a:pt x="178181" y="130634"/>
                  </a:lnTo>
                  <a:lnTo>
                    <a:pt x="175300" y="127753"/>
                  </a:lnTo>
                  <a:lnTo>
                    <a:pt x="172418" y="124871"/>
                  </a:lnTo>
                  <a:lnTo>
                    <a:pt x="171458" y="120068"/>
                  </a:lnTo>
                  <a:lnTo>
                    <a:pt x="171458" y="117186"/>
                  </a:lnTo>
                  <a:lnTo>
                    <a:pt x="171458" y="114305"/>
                  </a:lnTo>
                  <a:lnTo>
                    <a:pt x="172418" y="113344"/>
                  </a:lnTo>
                  <a:lnTo>
                    <a:pt x="173378" y="112384"/>
                  </a:lnTo>
                </a:path>
              </a:pathLst>
            </a:custGeom>
            <a:ln w="3666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15562" y="1917108"/>
              <a:ext cx="161097" cy="164722"/>
            </a:xfrm>
            <a:prstGeom prst="rect">
              <a:avLst/>
            </a:prstGeom>
          </p:spPr>
        </p:pic>
      </p:grpSp>
      <p:sp>
        <p:nvSpPr>
          <p:cNvPr id="26" name="object 26"/>
          <p:cNvSpPr/>
          <p:nvPr/>
        </p:nvSpPr>
        <p:spPr>
          <a:xfrm>
            <a:off x="6316816" y="1837046"/>
            <a:ext cx="205104" cy="230504"/>
          </a:xfrm>
          <a:custGeom>
            <a:avLst/>
            <a:gdLst/>
            <a:ahLst/>
            <a:cxnLst/>
            <a:rect l="l" t="t" r="r" b="b"/>
            <a:pathLst>
              <a:path w="205104" h="230505">
                <a:moveTo>
                  <a:pt x="25935" y="50849"/>
                </a:moveTo>
                <a:lnTo>
                  <a:pt x="32493" y="13207"/>
                </a:lnTo>
                <a:lnTo>
                  <a:pt x="67838" y="0"/>
                </a:lnTo>
                <a:lnTo>
                  <a:pt x="75853" y="1253"/>
                </a:lnTo>
                <a:lnTo>
                  <a:pt x="107686" y="23646"/>
                </a:lnTo>
                <a:lnTo>
                  <a:pt x="123145" y="65557"/>
                </a:lnTo>
                <a:lnTo>
                  <a:pt x="123430" y="79665"/>
                </a:lnTo>
                <a:lnTo>
                  <a:pt x="122462" y="95717"/>
                </a:lnTo>
                <a:lnTo>
                  <a:pt x="113344" y="147384"/>
                </a:lnTo>
                <a:lnTo>
                  <a:pt x="96932" y="188717"/>
                </a:lnTo>
                <a:lnTo>
                  <a:pt x="64687" y="221338"/>
                </a:lnTo>
                <a:lnTo>
                  <a:pt x="33566" y="229991"/>
                </a:lnTo>
                <a:lnTo>
                  <a:pt x="26895" y="228550"/>
                </a:lnTo>
                <a:lnTo>
                  <a:pt x="1921" y="190728"/>
                </a:lnTo>
                <a:lnTo>
                  <a:pt x="0" y="164193"/>
                </a:lnTo>
                <a:lnTo>
                  <a:pt x="0" y="159391"/>
                </a:lnTo>
                <a:lnTo>
                  <a:pt x="480" y="154588"/>
                </a:lnTo>
                <a:lnTo>
                  <a:pt x="960" y="149785"/>
                </a:lnTo>
                <a:lnTo>
                  <a:pt x="1921" y="144982"/>
                </a:lnTo>
                <a:lnTo>
                  <a:pt x="4803" y="141620"/>
                </a:lnTo>
                <a:lnTo>
                  <a:pt x="7684" y="138258"/>
                </a:lnTo>
                <a:lnTo>
                  <a:pt x="12487" y="136337"/>
                </a:lnTo>
                <a:lnTo>
                  <a:pt x="20652" y="135377"/>
                </a:lnTo>
                <a:lnTo>
                  <a:pt x="27330" y="134874"/>
                </a:lnTo>
                <a:lnTo>
                  <a:pt x="34820" y="134957"/>
                </a:lnTo>
                <a:lnTo>
                  <a:pt x="72514" y="151624"/>
                </a:lnTo>
                <a:lnTo>
                  <a:pt x="99657" y="178962"/>
                </a:lnTo>
                <a:lnTo>
                  <a:pt x="109862" y="188972"/>
                </a:lnTo>
                <a:lnTo>
                  <a:pt x="148705" y="213279"/>
                </a:lnTo>
                <a:lnTo>
                  <a:pt x="173859" y="217384"/>
                </a:lnTo>
                <a:lnTo>
                  <a:pt x="181033" y="216933"/>
                </a:lnTo>
                <a:lnTo>
                  <a:pt x="187307" y="215583"/>
                </a:lnTo>
                <a:lnTo>
                  <a:pt x="194991" y="213181"/>
                </a:lnTo>
                <a:lnTo>
                  <a:pt x="199794" y="208379"/>
                </a:lnTo>
                <a:lnTo>
                  <a:pt x="204597" y="203576"/>
                </a:lnTo>
              </a:path>
            </a:pathLst>
          </a:custGeom>
          <a:ln w="36669">
            <a:solidFill>
              <a:srgbClr val="FC3142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7" name="object 27"/>
          <p:cNvGrpSpPr/>
          <p:nvPr/>
        </p:nvGrpSpPr>
        <p:grpSpPr>
          <a:xfrm>
            <a:off x="5257727" y="2222082"/>
            <a:ext cx="815340" cy="373380"/>
            <a:chOff x="5257727" y="2222082"/>
            <a:chExt cx="815340" cy="373380"/>
          </a:xfrm>
        </p:grpSpPr>
        <p:sp>
          <p:nvSpPr>
            <p:cNvPr id="28" name="object 28"/>
            <p:cNvSpPr/>
            <p:nvPr/>
          </p:nvSpPr>
          <p:spPr>
            <a:xfrm>
              <a:off x="5276062" y="2240416"/>
              <a:ext cx="104775" cy="336550"/>
            </a:xfrm>
            <a:custGeom>
              <a:avLst/>
              <a:gdLst/>
              <a:ahLst/>
              <a:cxnLst/>
              <a:rect l="l" t="t" r="r" b="b"/>
              <a:pathLst>
                <a:path w="104775" h="336550">
                  <a:moveTo>
                    <a:pt x="104219" y="13447"/>
                  </a:moveTo>
                  <a:lnTo>
                    <a:pt x="104219" y="8644"/>
                  </a:lnTo>
                  <a:lnTo>
                    <a:pt x="104219" y="3842"/>
                  </a:lnTo>
                  <a:lnTo>
                    <a:pt x="101337" y="1921"/>
                  </a:lnTo>
                  <a:lnTo>
                    <a:pt x="98456" y="0"/>
                  </a:lnTo>
                  <a:lnTo>
                    <a:pt x="92692" y="960"/>
                  </a:lnTo>
                  <a:lnTo>
                    <a:pt x="83567" y="9125"/>
                  </a:lnTo>
                  <a:lnTo>
                    <a:pt x="58578" y="38842"/>
                  </a:lnTo>
                  <a:lnTo>
                    <a:pt x="29776" y="88010"/>
                  </a:lnTo>
                  <a:lnTo>
                    <a:pt x="13447" y="129193"/>
                  </a:lnTo>
                  <a:lnTo>
                    <a:pt x="3121" y="174759"/>
                  </a:lnTo>
                  <a:lnTo>
                    <a:pt x="0" y="219965"/>
                  </a:lnTo>
                  <a:lnTo>
                    <a:pt x="1298" y="240812"/>
                  </a:lnTo>
                  <a:lnTo>
                    <a:pt x="13927" y="292006"/>
                  </a:lnTo>
                  <a:lnTo>
                    <a:pt x="41303" y="328507"/>
                  </a:lnTo>
                  <a:lnTo>
                    <a:pt x="62983" y="336342"/>
                  </a:lnTo>
                  <a:lnTo>
                    <a:pt x="68679" y="336192"/>
                  </a:lnTo>
                  <a:lnTo>
                    <a:pt x="75402" y="335231"/>
                  </a:lnTo>
                  <a:lnTo>
                    <a:pt x="78284" y="331389"/>
                  </a:lnTo>
                  <a:lnTo>
                    <a:pt x="81166" y="327547"/>
                  </a:lnTo>
                </a:path>
              </a:pathLst>
            </a:custGeom>
            <a:ln w="3666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5437914" y="2287483"/>
              <a:ext cx="155575" cy="219075"/>
            </a:xfrm>
            <a:custGeom>
              <a:avLst/>
              <a:gdLst/>
              <a:ahLst/>
              <a:cxnLst/>
              <a:rect l="l" t="t" r="r" b="b"/>
              <a:pathLst>
                <a:path w="155575" h="219075">
                  <a:moveTo>
                    <a:pt x="5763" y="41303"/>
                  </a:moveTo>
                  <a:lnTo>
                    <a:pt x="3842" y="32658"/>
                  </a:lnTo>
                  <a:lnTo>
                    <a:pt x="1921" y="24013"/>
                  </a:lnTo>
                  <a:lnTo>
                    <a:pt x="960" y="23053"/>
                  </a:lnTo>
                  <a:lnTo>
                    <a:pt x="412" y="23863"/>
                  </a:lnTo>
                  <a:lnTo>
                    <a:pt x="180" y="28096"/>
                  </a:lnTo>
                  <a:lnTo>
                    <a:pt x="217" y="36290"/>
                  </a:lnTo>
                  <a:lnTo>
                    <a:pt x="1620" y="86989"/>
                  </a:lnTo>
                  <a:lnTo>
                    <a:pt x="3842" y="131114"/>
                  </a:lnTo>
                  <a:lnTo>
                    <a:pt x="7204" y="169296"/>
                  </a:lnTo>
                  <a:lnTo>
                    <a:pt x="12487" y="212281"/>
                  </a:lnTo>
                  <a:lnTo>
                    <a:pt x="13447" y="219005"/>
                  </a:lnTo>
                  <a:lnTo>
                    <a:pt x="13927" y="217564"/>
                  </a:lnTo>
                  <a:lnTo>
                    <a:pt x="14190" y="214877"/>
                  </a:lnTo>
                  <a:lnTo>
                    <a:pt x="14228" y="208679"/>
                  </a:lnTo>
                  <a:lnTo>
                    <a:pt x="13995" y="198518"/>
                  </a:lnTo>
                  <a:lnTo>
                    <a:pt x="11346" y="142881"/>
                  </a:lnTo>
                  <a:lnTo>
                    <a:pt x="8164" y="97495"/>
                  </a:lnTo>
                  <a:lnTo>
                    <a:pt x="2761" y="45693"/>
                  </a:lnTo>
                  <a:lnTo>
                    <a:pt x="1440" y="33619"/>
                  </a:lnTo>
                  <a:lnTo>
                    <a:pt x="0" y="19211"/>
                  </a:lnTo>
                  <a:lnTo>
                    <a:pt x="0" y="11526"/>
                  </a:lnTo>
                  <a:lnTo>
                    <a:pt x="960" y="10566"/>
                  </a:lnTo>
                  <a:lnTo>
                    <a:pt x="1921" y="9605"/>
                  </a:lnTo>
                  <a:lnTo>
                    <a:pt x="28456" y="51149"/>
                  </a:lnTo>
                  <a:lnTo>
                    <a:pt x="51389" y="81646"/>
                  </a:lnTo>
                  <a:lnTo>
                    <a:pt x="77444" y="115686"/>
                  </a:lnTo>
                  <a:lnTo>
                    <a:pt x="101337" y="146483"/>
                  </a:lnTo>
                  <a:lnTo>
                    <a:pt x="118867" y="168696"/>
                  </a:lnTo>
                  <a:lnTo>
                    <a:pt x="125786" y="177551"/>
                  </a:lnTo>
                  <a:lnTo>
                    <a:pt x="132075" y="185866"/>
                  </a:lnTo>
                  <a:lnTo>
                    <a:pt x="138056" y="194098"/>
                  </a:lnTo>
                  <a:lnTo>
                    <a:pt x="143542" y="201655"/>
                  </a:lnTo>
                  <a:lnTo>
                    <a:pt x="148217" y="207681"/>
                  </a:lnTo>
                  <a:lnTo>
                    <a:pt x="151766" y="211320"/>
                  </a:lnTo>
                  <a:lnTo>
                    <a:pt x="153980" y="211816"/>
                  </a:lnTo>
                  <a:lnTo>
                    <a:pt x="155068" y="208799"/>
                  </a:lnTo>
                  <a:lnTo>
                    <a:pt x="155346" y="202000"/>
                  </a:lnTo>
                  <a:lnTo>
                    <a:pt x="155128" y="191149"/>
                  </a:lnTo>
                  <a:lnTo>
                    <a:pt x="153237" y="137658"/>
                  </a:lnTo>
                  <a:lnTo>
                    <a:pt x="151098" y="94801"/>
                  </a:lnTo>
                  <a:lnTo>
                    <a:pt x="148802" y="56454"/>
                  </a:lnTo>
                  <a:lnTo>
                    <a:pt x="147924" y="41783"/>
                  </a:lnTo>
                  <a:lnTo>
                    <a:pt x="141200" y="1921"/>
                  </a:lnTo>
                  <a:lnTo>
                    <a:pt x="139759" y="960"/>
                  </a:lnTo>
                  <a:lnTo>
                    <a:pt x="138318" y="0"/>
                  </a:lnTo>
                  <a:lnTo>
                    <a:pt x="138318" y="4802"/>
                  </a:lnTo>
                  <a:lnTo>
                    <a:pt x="138799" y="9125"/>
                  </a:lnTo>
                  <a:lnTo>
                    <a:pt x="139279" y="13447"/>
                  </a:lnTo>
                  <a:lnTo>
                    <a:pt x="140240" y="17289"/>
                  </a:lnTo>
                  <a:lnTo>
                    <a:pt x="141200" y="21132"/>
                  </a:lnTo>
                </a:path>
              </a:pathLst>
            </a:custGeom>
            <a:ln w="3666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52483" y="2355118"/>
              <a:ext cx="230249" cy="165172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5798120" y="2246660"/>
              <a:ext cx="256540" cy="260985"/>
            </a:xfrm>
            <a:custGeom>
              <a:avLst/>
              <a:gdLst/>
              <a:ahLst/>
              <a:cxnLst/>
              <a:rect l="l" t="t" r="r" b="b"/>
              <a:pathLst>
                <a:path w="256539" h="260985">
                  <a:moveTo>
                    <a:pt x="0" y="151286"/>
                  </a:moveTo>
                  <a:lnTo>
                    <a:pt x="0" y="146483"/>
                  </a:lnTo>
                  <a:lnTo>
                    <a:pt x="0" y="141681"/>
                  </a:lnTo>
                  <a:lnTo>
                    <a:pt x="2401" y="141681"/>
                  </a:lnTo>
                  <a:lnTo>
                    <a:pt x="4802" y="141681"/>
                  </a:lnTo>
                  <a:lnTo>
                    <a:pt x="9605" y="146483"/>
                  </a:lnTo>
                  <a:lnTo>
                    <a:pt x="19210" y="159451"/>
                  </a:lnTo>
                  <a:lnTo>
                    <a:pt x="27210" y="170519"/>
                  </a:lnTo>
                  <a:lnTo>
                    <a:pt x="36380" y="183524"/>
                  </a:lnTo>
                  <a:lnTo>
                    <a:pt x="46091" y="197340"/>
                  </a:lnTo>
                  <a:lnTo>
                    <a:pt x="55711" y="210840"/>
                  </a:lnTo>
                  <a:lnTo>
                    <a:pt x="80363" y="242448"/>
                  </a:lnTo>
                  <a:lnTo>
                    <a:pt x="112384" y="260789"/>
                  </a:lnTo>
                  <a:lnTo>
                    <a:pt x="118147" y="260789"/>
                  </a:lnTo>
                  <a:lnTo>
                    <a:pt x="146003" y="220926"/>
                  </a:lnTo>
                  <a:lnTo>
                    <a:pt x="158700" y="166219"/>
                  </a:lnTo>
                  <a:lnTo>
                    <a:pt x="163038" y="118327"/>
                  </a:lnTo>
                  <a:lnTo>
                    <a:pt x="164208" y="70720"/>
                  </a:lnTo>
                  <a:lnTo>
                    <a:pt x="164133" y="29176"/>
                  </a:lnTo>
                  <a:lnTo>
                    <a:pt x="159451" y="0"/>
                  </a:lnTo>
                  <a:lnTo>
                    <a:pt x="158925" y="397"/>
                  </a:lnTo>
                  <a:lnTo>
                    <a:pt x="162220" y="43922"/>
                  </a:lnTo>
                  <a:lnTo>
                    <a:pt x="168178" y="91844"/>
                  </a:lnTo>
                  <a:lnTo>
                    <a:pt x="177491" y="143999"/>
                  </a:lnTo>
                  <a:lnTo>
                    <a:pt x="188898" y="189941"/>
                  </a:lnTo>
                  <a:lnTo>
                    <a:pt x="204536" y="231372"/>
                  </a:lnTo>
                  <a:lnTo>
                    <a:pt x="246320" y="222186"/>
                  </a:lnTo>
                  <a:lnTo>
                    <a:pt x="251416" y="210217"/>
                  </a:lnTo>
                  <a:lnTo>
                    <a:pt x="256466" y="197392"/>
                  </a:lnTo>
                </a:path>
              </a:pathLst>
            </a:custGeom>
            <a:ln w="3666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5911465" y="2334550"/>
              <a:ext cx="117475" cy="14604"/>
            </a:xfrm>
            <a:custGeom>
              <a:avLst/>
              <a:gdLst/>
              <a:ahLst/>
              <a:cxnLst/>
              <a:rect l="l" t="t" r="r" b="b"/>
              <a:pathLst>
                <a:path w="117475" h="14605">
                  <a:moveTo>
                    <a:pt x="7684" y="14408"/>
                  </a:moveTo>
                  <a:lnTo>
                    <a:pt x="3842" y="11526"/>
                  </a:lnTo>
                  <a:lnTo>
                    <a:pt x="0" y="8644"/>
                  </a:lnTo>
                  <a:lnTo>
                    <a:pt x="1440" y="7204"/>
                  </a:lnTo>
                  <a:lnTo>
                    <a:pt x="42413" y="5748"/>
                  </a:lnTo>
                  <a:lnTo>
                    <a:pt x="59433" y="5643"/>
                  </a:lnTo>
                  <a:lnTo>
                    <a:pt x="101315" y="3917"/>
                  </a:lnTo>
                  <a:lnTo>
                    <a:pt x="113396" y="1425"/>
                  </a:lnTo>
                  <a:lnTo>
                    <a:pt x="117186" y="0"/>
                  </a:lnTo>
                </a:path>
              </a:pathLst>
            </a:custGeom>
            <a:ln w="3666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/>
          <p:nvPr/>
        </p:nvSpPr>
        <p:spPr>
          <a:xfrm>
            <a:off x="6197708" y="2274036"/>
            <a:ext cx="185420" cy="243840"/>
          </a:xfrm>
          <a:custGeom>
            <a:avLst/>
            <a:gdLst/>
            <a:ahLst/>
            <a:cxnLst/>
            <a:rect l="l" t="t" r="r" b="b"/>
            <a:pathLst>
              <a:path w="185420" h="243839">
                <a:moveTo>
                  <a:pt x="9605" y="0"/>
                </a:moveTo>
                <a:lnTo>
                  <a:pt x="4802" y="0"/>
                </a:lnTo>
                <a:lnTo>
                  <a:pt x="0" y="0"/>
                </a:lnTo>
                <a:lnTo>
                  <a:pt x="1095" y="0"/>
                </a:lnTo>
                <a:lnTo>
                  <a:pt x="5162" y="0"/>
                </a:lnTo>
                <a:lnTo>
                  <a:pt x="13372" y="0"/>
                </a:lnTo>
                <a:lnTo>
                  <a:pt x="26895" y="0"/>
                </a:lnTo>
                <a:lnTo>
                  <a:pt x="46226" y="7"/>
                </a:lnTo>
                <a:lnTo>
                  <a:pt x="92812" y="202"/>
                </a:lnTo>
                <a:lnTo>
                  <a:pt x="131415" y="923"/>
                </a:lnTo>
                <a:lnTo>
                  <a:pt x="173859" y="3842"/>
                </a:lnTo>
                <a:lnTo>
                  <a:pt x="183945" y="6243"/>
                </a:lnTo>
                <a:lnTo>
                  <a:pt x="185385" y="7684"/>
                </a:lnTo>
                <a:lnTo>
                  <a:pt x="144682" y="35180"/>
                </a:lnTo>
                <a:lnTo>
                  <a:pt x="109262" y="65407"/>
                </a:lnTo>
                <a:lnTo>
                  <a:pt x="77804" y="96054"/>
                </a:lnTo>
                <a:lnTo>
                  <a:pt x="73962" y="99897"/>
                </a:lnTo>
                <a:lnTo>
                  <a:pt x="74442" y="100857"/>
                </a:lnTo>
                <a:lnTo>
                  <a:pt x="74922" y="101818"/>
                </a:lnTo>
                <a:lnTo>
                  <a:pt x="79725" y="99897"/>
                </a:lnTo>
                <a:lnTo>
                  <a:pt x="91732" y="98456"/>
                </a:lnTo>
                <a:lnTo>
                  <a:pt x="101915" y="97548"/>
                </a:lnTo>
                <a:lnTo>
                  <a:pt x="113764" y="97315"/>
                </a:lnTo>
                <a:lnTo>
                  <a:pt x="126244" y="98253"/>
                </a:lnTo>
                <a:lnTo>
                  <a:pt x="166414" y="120984"/>
                </a:lnTo>
                <a:lnTo>
                  <a:pt x="180703" y="157469"/>
                </a:lnTo>
                <a:lnTo>
                  <a:pt x="180868" y="171645"/>
                </a:lnTo>
                <a:lnTo>
                  <a:pt x="177701" y="185866"/>
                </a:lnTo>
                <a:lnTo>
                  <a:pt x="149200" y="223147"/>
                </a:lnTo>
                <a:lnTo>
                  <a:pt x="110583" y="241998"/>
                </a:lnTo>
                <a:lnTo>
                  <a:pt x="97900" y="243521"/>
                </a:lnTo>
                <a:lnTo>
                  <a:pt x="85488" y="243018"/>
                </a:lnTo>
                <a:lnTo>
                  <a:pt x="42264" y="226209"/>
                </a:lnTo>
                <a:lnTo>
                  <a:pt x="21192" y="206015"/>
                </a:lnTo>
                <a:lnTo>
                  <a:pt x="15368" y="198833"/>
                </a:lnTo>
              </a:path>
            </a:pathLst>
          </a:custGeom>
          <a:ln w="36669">
            <a:solidFill>
              <a:srgbClr val="FC3142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4" name="object 34"/>
          <p:cNvGrpSpPr/>
          <p:nvPr/>
        </p:nvGrpSpPr>
        <p:grpSpPr>
          <a:xfrm>
            <a:off x="6468498" y="2224003"/>
            <a:ext cx="1080135" cy="396240"/>
            <a:chOff x="6468498" y="2224003"/>
            <a:chExt cx="1080135" cy="396240"/>
          </a:xfrm>
        </p:grpSpPr>
        <p:sp>
          <p:nvSpPr>
            <p:cNvPr id="35" name="object 35"/>
            <p:cNvSpPr/>
            <p:nvPr/>
          </p:nvSpPr>
          <p:spPr>
            <a:xfrm>
              <a:off x="6486833" y="2347038"/>
              <a:ext cx="533400" cy="151765"/>
            </a:xfrm>
            <a:custGeom>
              <a:avLst/>
              <a:gdLst/>
              <a:ahLst/>
              <a:cxnLst/>
              <a:rect l="l" t="t" r="r" b="b"/>
              <a:pathLst>
                <a:path w="533400" h="151764">
                  <a:moveTo>
                    <a:pt x="0" y="13447"/>
                  </a:moveTo>
                  <a:lnTo>
                    <a:pt x="0" y="6723"/>
                  </a:lnTo>
                  <a:lnTo>
                    <a:pt x="0" y="0"/>
                  </a:lnTo>
                  <a:lnTo>
                    <a:pt x="480" y="0"/>
                  </a:lnTo>
                  <a:lnTo>
                    <a:pt x="960" y="0"/>
                  </a:lnTo>
                  <a:lnTo>
                    <a:pt x="1920" y="6723"/>
                  </a:lnTo>
                  <a:lnTo>
                    <a:pt x="5703" y="55411"/>
                  </a:lnTo>
                  <a:lnTo>
                    <a:pt x="8232" y="100339"/>
                  </a:lnTo>
                  <a:lnTo>
                    <a:pt x="8464" y="110042"/>
                  </a:lnTo>
                  <a:lnTo>
                    <a:pt x="8427" y="117674"/>
                  </a:lnTo>
                  <a:lnTo>
                    <a:pt x="8164" y="123910"/>
                  </a:lnTo>
                  <a:lnTo>
                    <a:pt x="7684" y="131595"/>
                  </a:lnTo>
                  <a:lnTo>
                    <a:pt x="6723" y="137358"/>
                  </a:lnTo>
                  <a:lnTo>
                    <a:pt x="5283" y="137358"/>
                  </a:lnTo>
                  <a:lnTo>
                    <a:pt x="3842" y="137358"/>
                  </a:lnTo>
                  <a:lnTo>
                    <a:pt x="1921" y="131595"/>
                  </a:lnTo>
                  <a:lnTo>
                    <a:pt x="2401" y="116706"/>
                  </a:lnTo>
                  <a:lnTo>
                    <a:pt x="3196" y="104069"/>
                  </a:lnTo>
                  <a:lnTo>
                    <a:pt x="10085" y="60034"/>
                  </a:lnTo>
                  <a:lnTo>
                    <a:pt x="24493" y="22572"/>
                  </a:lnTo>
                  <a:lnTo>
                    <a:pt x="36020" y="6723"/>
                  </a:lnTo>
                  <a:lnTo>
                    <a:pt x="40343" y="3842"/>
                  </a:lnTo>
                  <a:lnTo>
                    <a:pt x="79245" y="28336"/>
                  </a:lnTo>
                  <a:lnTo>
                    <a:pt x="94373" y="70345"/>
                  </a:lnTo>
                  <a:lnTo>
                    <a:pt x="100399" y="111738"/>
                  </a:lnTo>
                  <a:lnTo>
                    <a:pt x="99897" y="117667"/>
                  </a:lnTo>
                  <a:lnTo>
                    <a:pt x="98936" y="124871"/>
                  </a:lnTo>
                  <a:lnTo>
                    <a:pt x="97015" y="129674"/>
                  </a:lnTo>
                  <a:lnTo>
                    <a:pt x="95094" y="129674"/>
                  </a:lnTo>
                  <a:lnTo>
                    <a:pt x="93173" y="129674"/>
                  </a:lnTo>
                  <a:lnTo>
                    <a:pt x="91251" y="124871"/>
                  </a:lnTo>
                  <a:lnTo>
                    <a:pt x="91732" y="109982"/>
                  </a:lnTo>
                  <a:lnTo>
                    <a:pt x="92580" y="97180"/>
                  </a:lnTo>
                  <a:lnTo>
                    <a:pt x="102778" y="51389"/>
                  </a:lnTo>
                  <a:lnTo>
                    <a:pt x="124526" y="19781"/>
                  </a:lnTo>
                  <a:lnTo>
                    <a:pt x="140240" y="7684"/>
                  </a:lnTo>
                  <a:lnTo>
                    <a:pt x="145043" y="7684"/>
                  </a:lnTo>
                  <a:lnTo>
                    <a:pt x="149365" y="10085"/>
                  </a:lnTo>
                  <a:lnTo>
                    <a:pt x="153687" y="12487"/>
                  </a:lnTo>
                  <a:lnTo>
                    <a:pt x="165514" y="59974"/>
                  </a:lnTo>
                  <a:lnTo>
                    <a:pt x="170354" y="102786"/>
                  </a:lnTo>
                  <a:lnTo>
                    <a:pt x="171517" y="113164"/>
                  </a:lnTo>
                  <a:lnTo>
                    <a:pt x="184905" y="148404"/>
                  </a:lnTo>
                  <a:lnTo>
                    <a:pt x="189227" y="151766"/>
                  </a:lnTo>
                  <a:lnTo>
                    <a:pt x="194030" y="151766"/>
                  </a:lnTo>
                  <a:lnTo>
                    <a:pt x="204596" y="144082"/>
                  </a:lnTo>
                  <a:lnTo>
                    <a:pt x="233435" y="116661"/>
                  </a:lnTo>
                  <a:lnTo>
                    <a:pt x="255505" y="80385"/>
                  </a:lnTo>
                  <a:lnTo>
                    <a:pt x="267032" y="44185"/>
                  </a:lnTo>
                  <a:lnTo>
                    <a:pt x="267032" y="37461"/>
                  </a:lnTo>
                  <a:lnTo>
                    <a:pt x="267032" y="30737"/>
                  </a:lnTo>
                  <a:lnTo>
                    <a:pt x="266072" y="22092"/>
                  </a:lnTo>
                  <a:lnTo>
                    <a:pt x="264631" y="20171"/>
                  </a:lnTo>
                  <a:lnTo>
                    <a:pt x="263190" y="18250"/>
                  </a:lnTo>
                  <a:lnTo>
                    <a:pt x="257066" y="65917"/>
                  </a:lnTo>
                  <a:lnTo>
                    <a:pt x="257051" y="81976"/>
                  </a:lnTo>
                  <a:lnTo>
                    <a:pt x="258387" y="97495"/>
                  </a:lnTo>
                  <a:lnTo>
                    <a:pt x="279519" y="140240"/>
                  </a:lnTo>
                  <a:lnTo>
                    <a:pt x="306737" y="149763"/>
                  </a:lnTo>
                  <a:lnTo>
                    <a:pt x="316500" y="148404"/>
                  </a:lnTo>
                  <a:lnTo>
                    <a:pt x="348198" y="120548"/>
                  </a:lnTo>
                  <a:lnTo>
                    <a:pt x="352701" y="95094"/>
                  </a:lnTo>
                  <a:lnTo>
                    <a:pt x="351103" y="80971"/>
                  </a:lnTo>
                  <a:lnTo>
                    <a:pt x="330668" y="40523"/>
                  </a:lnTo>
                  <a:lnTo>
                    <a:pt x="300553" y="15271"/>
                  </a:lnTo>
                  <a:lnTo>
                    <a:pt x="268953" y="8644"/>
                  </a:lnTo>
                  <a:lnTo>
                    <a:pt x="264151" y="9605"/>
                  </a:lnTo>
                  <a:lnTo>
                    <a:pt x="302452" y="16089"/>
                  </a:lnTo>
                  <a:lnTo>
                    <a:pt x="317401" y="15053"/>
                  </a:lnTo>
                  <a:lnTo>
                    <a:pt x="333790" y="13927"/>
                  </a:lnTo>
                  <a:lnTo>
                    <a:pt x="351013" y="12952"/>
                  </a:lnTo>
                  <a:lnTo>
                    <a:pt x="368190" y="12246"/>
                  </a:lnTo>
                  <a:lnTo>
                    <a:pt x="384377" y="11901"/>
                  </a:lnTo>
                  <a:lnTo>
                    <a:pt x="398627" y="12006"/>
                  </a:lnTo>
                  <a:lnTo>
                    <a:pt x="436749" y="25274"/>
                  </a:lnTo>
                  <a:lnTo>
                    <a:pt x="444006" y="66960"/>
                  </a:lnTo>
                  <a:lnTo>
                    <a:pt x="443473" y="82307"/>
                  </a:lnTo>
                  <a:lnTo>
                    <a:pt x="442490" y="97203"/>
                  </a:lnTo>
                  <a:lnTo>
                    <a:pt x="441372" y="109982"/>
                  </a:lnTo>
                  <a:lnTo>
                    <a:pt x="439931" y="124871"/>
                  </a:lnTo>
                  <a:lnTo>
                    <a:pt x="438970" y="129674"/>
                  </a:lnTo>
                  <a:lnTo>
                    <a:pt x="438010" y="134957"/>
                  </a:lnTo>
                  <a:lnTo>
                    <a:pt x="437049" y="140240"/>
                  </a:lnTo>
                  <a:lnTo>
                    <a:pt x="436088" y="146003"/>
                  </a:lnTo>
                  <a:lnTo>
                    <a:pt x="435128" y="146003"/>
                  </a:lnTo>
                  <a:lnTo>
                    <a:pt x="434167" y="146003"/>
                  </a:lnTo>
                  <a:lnTo>
                    <a:pt x="433207" y="140240"/>
                  </a:lnTo>
                  <a:lnTo>
                    <a:pt x="437109" y="99356"/>
                  </a:lnTo>
                  <a:lnTo>
                    <a:pt x="447645" y="56417"/>
                  </a:lnTo>
                  <a:lnTo>
                    <a:pt x="468747" y="18250"/>
                  </a:lnTo>
                  <a:lnTo>
                    <a:pt x="478833" y="12006"/>
                  </a:lnTo>
                  <a:lnTo>
                    <a:pt x="484116" y="9605"/>
                  </a:lnTo>
                  <a:lnTo>
                    <a:pt x="519176" y="44665"/>
                  </a:lnTo>
                  <a:lnTo>
                    <a:pt x="529374" y="91537"/>
                  </a:lnTo>
                  <a:lnTo>
                    <a:pt x="533074" y="135790"/>
                  </a:lnTo>
                  <a:lnTo>
                    <a:pt x="533104" y="143121"/>
                  </a:lnTo>
                </a:path>
              </a:pathLst>
            </a:custGeom>
            <a:ln w="3666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7100624" y="2252903"/>
              <a:ext cx="31750" cy="238760"/>
            </a:xfrm>
            <a:custGeom>
              <a:avLst/>
              <a:gdLst/>
              <a:ahLst/>
              <a:cxnLst/>
              <a:rect l="l" t="t" r="r" b="b"/>
              <a:pathLst>
                <a:path w="31750" h="238760">
                  <a:moveTo>
                    <a:pt x="0" y="9605"/>
                  </a:moveTo>
                  <a:lnTo>
                    <a:pt x="960" y="4802"/>
                  </a:lnTo>
                  <a:lnTo>
                    <a:pt x="1920" y="0"/>
                  </a:lnTo>
                  <a:lnTo>
                    <a:pt x="2401" y="1440"/>
                  </a:lnTo>
                  <a:lnTo>
                    <a:pt x="2708" y="3819"/>
                  </a:lnTo>
                  <a:lnTo>
                    <a:pt x="3061" y="9305"/>
                  </a:lnTo>
                  <a:lnTo>
                    <a:pt x="3684" y="18663"/>
                  </a:lnTo>
                  <a:lnTo>
                    <a:pt x="8884" y="74622"/>
                  </a:lnTo>
                  <a:lnTo>
                    <a:pt x="14408" y="126312"/>
                  </a:lnTo>
                  <a:lnTo>
                    <a:pt x="19991" y="176200"/>
                  </a:lnTo>
                  <a:lnTo>
                    <a:pt x="24493" y="214202"/>
                  </a:lnTo>
                  <a:lnTo>
                    <a:pt x="27855" y="238216"/>
                  </a:lnTo>
                  <a:lnTo>
                    <a:pt x="28816" y="237255"/>
                  </a:lnTo>
                  <a:lnTo>
                    <a:pt x="29776" y="236295"/>
                  </a:lnTo>
                  <a:lnTo>
                    <a:pt x="30737" y="229571"/>
                  </a:lnTo>
                  <a:lnTo>
                    <a:pt x="31697" y="222847"/>
                  </a:lnTo>
                </a:path>
              </a:pathLst>
            </a:custGeom>
            <a:ln w="3666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7057400" y="2262990"/>
              <a:ext cx="370840" cy="229235"/>
            </a:xfrm>
            <a:custGeom>
              <a:avLst/>
              <a:gdLst/>
              <a:ahLst/>
              <a:cxnLst/>
              <a:rect l="l" t="t" r="r" b="b"/>
              <a:pathLst>
                <a:path w="370840" h="229235">
                  <a:moveTo>
                    <a:pt x="0" y="117667"/>
                  </a:moveTo>
                  <a:lnTo>
                    <a:pt x="2881" y="113825"/>
                  </a:lnTo>
                  <a:lnTo>
                    <a:pt x="5763" y="109982"/>
                  </a:lnTo>
                  <a:lnTo>
                    <a:pt x="12006" y="108061"/>
                  </a:lnTo>
                  <a:lnTo>
                    <a:pt x="17364" y="106981"/>
                  </a:lnTo>
                  <a:lnTo>
                    <a:pt x="24253" y="106620"/>
                  </a:lnTo>
                  <a:lnTo>
                    <a:pt x="32943" y="106981"/>
                  </a:lnTo>
                  <a:lnTo>
                    <a:pt x="43704" y="108061"/>
                  </a:lnTo>
                  <a:lnTo>
                    <a:pt x="56529" y="109802"/>
                  </a:lnTo>
                  <a:lnTo>
                    <a:pt x="70299" y="111903"/>
                  </a:lnTo>
                  <a:lnTo>
                    <a:pt x="83620" y="114005"/>
                  </a:lnTo>
                  <a:lnTo>
                    <a:pt x="95094" y="115746"/>
                  </a:lnTo>
                  <a:lnTo>
                    <a:pt x="108541" y="117667"/>
                  </a:lnTo>
                  <a:lnTo>
                    <a:pt x="113344" y="117667"/>
                  </a:lnTo>
                  <a:lnTo>
                    <a:pt x="126551" y="81046"/>
                  </a:lnTo>
                  <a:lnTo>
                    <a:pt x="125291" y="37521"/>
                  </a:lnTo>
                  <a:lnTo>
                    <a:pt x="121509" y="0"/>
                  </a:lnTo>
                  <a:lnTo>
                    <a:pt x="121269" y="217"/>
                  </a:lnTo>
                  <a:lnTo>
                    <a:pt x="125621" y="39450"/>
                  </a:lnTo>
                  <a:lnTo>
                    <a:pt x="128353" y="60334"/>
                  </a:lnTo>
                  <a:lnTo>
                    <a:pt x="131265" y="83830"/>
                  </a:lnTo>
                  <a:lnTo>
                    <a:pt x="136255" y="133096"/>
                  </a:lnTo>
                  <a:lnTo>
                    <a:pt x="139331" y="176620"/>
                  </a:lnTo>
                  <a:lnTo>
                    <a:pt x="140239" y="193070"/>
                  </a:lnTo>
                  <a:lnTo>
                    <a:pt x="140870" y="204484"/>
                  </a:lnTo>
                  <a:lnTo>
                    <a:pt x="141680" y="210540"/>
                  </a:lnTo>
                  <a:lnTo>
                    <a:pt x="143211" y="211103"/>
                  </a:lnTo>
                  <a:lnTo>
                    <a:pt x="146003" y="206037"/>
                  </a:lnTo>
                  <a:lnTo>
                    <a:pt x="150445" y="195531"/>
                  </a:lnTo>
                  <a:lnTo>
                    <a:pt x="156328" y="181063"/>
                  </a:lnTo>
                  <a:lnTo>
                    <a:pt x="163292" y="164434"/>
                  </a:lnTo>
                  <a:lnTo>
                    <a:pt x="187006" y="117787"/>
                  </a:lnTo>
                  <a:lnTo>
                    <a:pt x="214202" y="86929"/>
                  </a:lnTo>
                  <a:lnTo>
                    <a:pt x="218524" y="89811"/>
                  </a:lnTo>
                  <a:lnTo>
                    <a:pt x="232475" y="128608"/>
                  </a:lnTo>
                  <a:lnTo>
                    <a:pt x="238216" y="173859"/>
                  </a:lnTo>
                  <a:lnTo>
                    <a:pt x="239499" y="185903"/>
                  </a:lnTo>
                  <a:lnTo>
                    <a:pt x="240557" y="195651"/>
                  </a:lnTo>
                  <a:lnTo>
                    <a:pt x="257426" y="229090"/>
                  </a:lnTo>
                  <a:lnTo>
                    <a:pt x="264150" y="225248"/>
                  </a:lnTo>
                  <a:lnTo>
                    <a:pt x="289605" y="193070"/>
                  </a:lnTo>
                  <a:lnTo>
                    <a:pt x="305034" y="158010"/>
                  </a:lnTo>
                  <a:lnTo>
                    <a:pt x="322114" y="110177"/>
                  </a:lnTo>
                  <a:lnTo>
                    <a:pt x="324665" y="89811"/>
                  </a:lnTo>
                  <a:lnTo>
                    <a:pt x="320823" y="93653"/>
                  </a:lnTo>
                  <a:lnTo>
                    <a:pt x="315712" y="134536"/>
                  </a:lnTo>
                  <a:lnTo>
                    <a:pt x="330308" y="171578"/>
                  </a:lnTo>
                  <a:lnTo>
                    <a:pt x="356363" y="204116"/>
                  </a:lnTo>
                  <a:lnTo>
                    <a:pt x="360686" y="206998"/>
                  </a:lnTo>
                  <a:lnTo>
                    <a:pt x="365008" y="209879"/>
                  </a:lnTo>
                  <a:lnTo>
                    <a:pt x="369811" y="212761"/>
                  </a:lnTo>
                  <a:lnTo>
                    <a:pt x="370291" y="215643"/>
                  </a:lnTo>
                  <a:lnTo>
                    <a:pt x="370771" y="218524"/>
                  </a:lnTo>
                  <a:lnTo>
                    <a:pt x="332004" y="226779"/>
                  </a:lnTo>
                  <a:lnTo>
                    <a:pt x="323224" y="225729"/>
                  </a:lnTo>
                  <a:lnTo>
                    <a:pt x="315517" y="223185"/>
                  </a:lnTo>
                  <a:lnTo>
                    <a:pt x="308756" y="219425"/>
                  </a:lnTo>
                  <a:lnTo>
                    <a:pt x="302625" y="214855"/>
                  </a:lnTo>
                  <a:lnTo>
                    <a:pt x="296809" y="209879"/>
                  </a:lnTo>
                </a:path>
              </a:pathLst>
            </a:custGeom>
            <a:ln w="3666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7423369" y="2242337"/>
              <a:ext cx="106680" cy="359410"/>
            </a:xfrm>
            <a:custGeom>
              <a:avLst/>
              <a:gdLst/>
              <a:ahLst/>
              <a:cxnLst/>
              <a:rect l="l" t="t" r="r" b="b"/>
              <a:pathLst>
                <a:path w="106679" h="359410">
                  <a:moveTo>
                    <a:pt x="8644" y="8644"/>
                  </a:moveTo>
                  <a:lnTo>
                    <a:pt x="11526" y="4802"/>
                  </a:lnTo>
                  <a:lnTo>
                    <a:pt x="14408" y="960"/>
                  </a:lnTo>
                  <a:lnTo>
                    <a:pt x="18250" y="480"/>
                  </a:lnTo>
                  <a:lnTo>
                    <a:pt x="47239" y="26460"/>
                  </a:lnTo>
                  <a:lnTo>
                    <a:pt x="79725" y="76843"/>
                  </a:lnTo>
                  <a:lnTo>
                    <a:pt x="96654" y="120008"/>
                  </a:lnTo>
                  <a:lnTo>
                    <a:pt x="105660" y="165694"/>
                  </a:lnTo>
                  <a:lnTo>
                    <a:pt x="106575" y="188109"/>
                  </a:lnTo>
                  <a:lnTo>
                    <a:pt x="105059" y="209939"/>
                  </a:lnTo>
                  <a:lnTo>
                    <a:pt x="95094" y="251663"/>
                  </a:lnTo>
                  <a:lnTo>
                    <a:pt x="77384" y="289725"/>
                  </a:lnTo>
                  <a:lnTo>
                    <a:pt x="47884" y="330593"/>
                  </a:lnTo>
                  <a:lnTo>
                    <a:pt x="18250" y="355403"/>
                  </a:lnTo>
                  <a:lnTo>
                    <a:pt x="13447" y="359245"/>
                  </a:lnTo>
                  <a:lnTo>
                    <a:pt x="9605" y="358284"/>
                  </a:lnTo>
                  <a:lnTo>
                    <a:pt x="5763" y="357324"/>
                  </a:lnTo>
                  <a:lnTo>
                    <a:pt x="2881" y="351560"/>
                  </a:lnTo>
                  <a:lnTo>
                    <a:pt x="0" y="345797"/>
                  </a:lnTo>
                </a:path>
              </a:pathLst>
            </a:custGeom>
            <a:ln w="3666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9" name="object 3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131415" y="2666817"/>
            <a:ext cx="366137" cy="1713787"/>
          </a:xfrm>
          <a:prstGeom prst="rect">
            <a:avLst/>
          </a:prstGeom>
        </p:spPr>
      </p:pic>
      <p:grpSp>
        <p:nvGrpSpPr>
          <p:cNvPr id="40" name="object 40"/>
          <p:cNvGrpSpPr/>
          <p:nvPr/>
        </p:nvGrpSpPr>
        <p:grpSpPr>
          <a:xfrm>
            <a:off x="5629664" y="2924977"/>
            <a:ext cx="306705" cy="241300"/>
            <a:chOff x="5629664" y="2924977"/>
            <a:chExt cx="306705" cy="241300"/>
          </a:xfrm>
        </p:grpSpPr>
        <p:pic>
          <p:nvPicPr>
            <p:cNvPr id="41" name="object 4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629664" y="2924977"/>
              <a:ext cx="180075" cy="241226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32781" y="2938246"/>
              <a:ext cx="103564" cy="191469"/>
            </a:xfrm>
            <a:prstGeom prst="rect">
              <a:avLst/>
            </a:prstGeom>
          </p:spPr>
        </p:pic>
      </p:grpSp>
      <p:sp>
        <p:nvSpPr>
          <p:cNvPr id="43" name="object 43"/>
          <p:cNvSpPr/>
          <p:nvPr/>
        </p:nvSpPr>
        <p:spPr>
          <a:xfrm>
            <a:off x="6011139" y="3030205"/>
            <a:ext cx="53975" cy="1905"/>
          </a:xfrm>
          <a:custGeom>
            <a:avLst/>
            <a:gdLst/>
            <a:ahLst/>
            <a:cxnLst/>
            <a:rect l="l" t="t" r="r" b="b"/>
            <a:pathLst>
              <a:path w="53975" h="1905">
                <a:moveTo>
                  <a:pt x="8181" y="1888"/>
                </a:moveTo>
                <a:lnTo>
                  <a:pt x="4405" y="1258"/>
                </a:lnTo>
                <a:lnTo>
                  <a:pt x="629" y="629"/>
                </a:lnTo>
                <a:lnTo>
                  <a:pt x="314" y="314"/>
                </a:lnTo>
                <a:lnTo>
                  <a:pt x="0" y="0"/>
                </a:lnTo>
                <a:lnTo>
                  <a:pt x="3146" y="0"/>
                </a:lnTo>
                <a:lnTo>
                  <a:pt x="12587" y="314"/>
                </a:lnTo>
                <a:lnTo>
                  <a:pt x="20749" y="604"/>
                </a:lnTo>
                <a:lnTo>
                  <a:pt x="30681" y="983"/>
                </a:lnTo>
                <a:lnTo>
                  <a:pt x="41794" y="1421"/>
                </a:lnTo>
                <a:lnTo>
                  <a:pt x="53496" y="1888"/>
                </a:lnTo>
              </a:path>
            </a:pathLst>
          </a:custGeom>
          <a:ln w="36669">
            <a:solidFill>
              <a:srgbClr val="0042A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4" name="object 44"/>
          <p:cNvGrpSpPr/>
          <p:nvPr/>
        </p:nvGrpSpPr>
        <p:grpSpPr>
          <a:xfrm>
            <a:off x="6152039" y="2781518"/>
            <a:ext cx="794385" cy="335915"/>
            <a:chOff x="6152039" y="2781518"/>
            <a:chExt cx="794385" cy="335915"/>
          </a:xfrm>
        </p:grpSpPr>
        <p:sp>
          <p:nvSpPr>
            <p:cNvPr id="45" name="object 45"/>
            <p:cNvSpPr/>
            <p:nvPr/>
          </p:nvSpPr>
          <p:spPr>
            <a:xfrm>
              <a:off x="6170374" y="2897406"/>
              <a:ext cx="128270" cy="201930"/>
            </a:xfrm>
            <a:custGeom>
              <a:avLst/>
              <a:gdLst/>
              <a:ahLst/>
              <a:cxnLst/>
              <a:rect l="l" t="t" r="r" b="b"/>
              <a:pathLst>
                <a:path w="128270" h="201930">
                  <a:moveTo>
                    <a:pt x="3776" y="11958"/>
                  </a:moveTo>
                  <a:lnTo>
                    <a:pt x="3776" y="6923"/>
                  </a:lnTo>
                  <a:lnTo>
                    <a:pt x="3776" y="1888"/>
                  </a:lnTo>
                  <a:lnTo>
                    <a:pt x="3461" y="944"/>
                  </a:lnTo>
                  <a:lnTo>
                    <a:pt x="3146" y="0"/>
                  </a:lnTo>
                  <a:lnTo>
                    <a:pt x="2517" y="3146"/>
                  </a:lnTo>
                  <a:lnTo>
                    <a:pt x="2517" y="15105"/>
                  </a:lnTo>
                  <a:lnTo>
                    <a:pt x="2625" y="25617"/>
                  </a:lnTo>
                  <a:lnTo>
                    <a:pt x="2910" y="38785"/>
                  </a:lnTo>
                  <a:lnTo>
                    <a:pt x="3313" y="53959"/>
                  </a:lnTo>
                  <a:lnTo>
                    <a:pt x="3776" y="70490"/>
                  </a:lnTo>
                  <a:lnTo>
                    <a:pt x="4248" y="87724"/>
                  </a:lnTo>
                  <a:lnTo>
                    <a:pt x="5664" y="136890"/>
                  </a:lnTo>
                  <a:lnTo>
                    <a:pt x="7552" y="178744"/>
                  </a:lnTo>
                  <a:lnTo>
                    <a:pt x="9440" y="191961"/>
                  </a:lnTo>
                  <a:lnTo>
                    <a:pt x="9440" y="188814"/>
                  </a:lnTo>
                  <a:lnTo>
                    <a:pt x="9440" y="177170"/>
                  </a:lnTo>
                  <a:lnTo>
                    <a:pt x="10384" y="130911"/>
                  </a:lnTo>
                  <a:lnTo>
                    <a:pt x="30288" y="92046"/>
                  </a:lnTo>
                  <a:lnTo>
                    <a:pt x="47832" y="88113"/>
                  </a:lnTo>
                  <a:lnTo>
                    <a:pt x="58920" y="88457"/>
                  </a:lnTo>
                  <a:lnTo>
                    <a:pt x="105116" y="105121"/>
                  </a:lnTo>
                  <a:lnTo>
                    <a:pt x="127867" y="136914"/>
                  </a:lnTo>
                  <a:lnTo>
                    <a:pt x="127724" y="145032"/>
                  </a:lnTo>
                  <a:lnTo>
                    <a:pt x="103808" y="176698"/>
                  </a:lnTo>
                  <a:lnTo>
                    <a:pt x="69281" y="193952"/>
                  </a:lnTo>
                  <a:lnTo>
                    <a:pt x="23286" y="201401"/>
                  </a:lnTo>
                  <a:lnTo>
                    <a:pt x="16363" y="200143"/>
                  </a:lnTo>
                  <a:lnTo>
                    <a:pt x="11013" y="196366"/>
                  </a:lnTo>
                  <a:lnTo>
                    <a:pt x="5664" y="192590"/>
                  </a:lnTo>
                  <a:lnTo>
                    <a:pt x="1888" y="186296"/>
                  </a:lnTo>
                  <a:lnTo>
                    <a:pt x="944" y="181891"/>
                  </a:lnTo>
                  <a:lnTo>
                    <a:pt x="0" y="177485"/>
                  </a:lnTo>
                  <a:lnTo>
                    <a:pt x="1888" y="174967"/>
                  </a:lnTo>
                  <a:lnTo>
                    <a:pt x="3776" y="172450"/>
                  </a:lnTo>
                </a:path>
              </a:pathLst>
            </a:custGeom>
            <a:ln w="3666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6348561" y="2972932"/>
              <a:ext cx="212725" cy="112395"/>
            </a:xfrm>
            <a:custGeom>
              <a:avLst/>
              <a:gdLst/>
              <a:ahLst/>
              <a:cxnLst/>
              <a:rect l="l" t="t" r="r" b="b"/>
              <a:pathLst>
                <a:path w="212725" h="112394">
                  <a:moveTo>
                    <a:pt x="71046" y="34615"/>
                  </a:moveTo>
                  <a:lnTo>
                    <a:pt x="71046" y="28322"/>
                  </a:lnTo>
                  <a:lnTo>
                    <a:pt x="71046" y="22028"/>
                  </a:lnTo>
                  <a:lnTo>
                    <a:pt x="68528" y="16678"/>
                  </a:lnTo>
                  <a:lnTo>
                    <a:pt x="66011" y="11328"/>
                  </a:lnTo>
                  <a:lnTo>
                    <a:pt x="60975" y="6923"/>
                  </a:lnTo>
                  <a:lnTo>
                    <a:pt x="55311" y="4720"/>
                  </a:lnTo>
                  <a:lnTo>
                    <a:pt x="49647" y="2517"/>
                  </a:lnTo>
                  <a:lnTo>
                    <a:pt x="43353" y="2517"/>
                  </a:lnTo>
                  <a:lnTo>
                    <a:pt x="13389" y="29290"/>
                  </a:lnTo>
                  <a:lnTo>
                    <a:pt x="0" y="72791"/>
                  </a:lnTo>
                  <a:lnTo>
                    <a:pt x="1499" y="82763"/>
                  </a:lnTo>
                  <a:lnTo>
                    <a:pt x="39734" y="102077"/>
                  </a:lnTo>
                  <a:lnTo>
                    <a:pt x="65774" y="72890"/>
                  </a:lnTo>
                  <a:lnTo>
                    <a:pt x="79109" y="33514"/>
                  </a:lnTo>
                  <a:lnTo>
                    <a:pt x="78047" y="72929"/>
                  </a:lnTo>
                  <a:lnTo>
                    <a:pt x="98109" y="105735"/>
                  </a:lnTo>
                  <a:lnTo>
                    <a:pt x="104403" y="108253"/>
                  </a:lnTo>
                  <a:lnTo>
                    <a:pt x="137293" y="75633"/>
                  </a:lnTo>
                  <a:lnTo>
                    <a:pt x="151685" y="37998"/>
                  </a:lnTo>
                  <a:lnTo>
                    <a:pt x="159788" y="3146"/>
                  </a:lnTo>
                  <a:lnTo>
                    <a:pt x="159788" y="0"/>
                  </a:lnTo>
                  <a:lnTo>
                    <a:pt x="161047" y="5664"/>
                  </a:lnTo>
                  <a:lnTo>
                    <a:pt x="178832" y="50473"/>
                  </a:lnTo>
                  <a:lnTo>
                    <a:pt x="200383" y="78043"/>
                  </a:lnTo>
                  <a:lnTo>
                    <a:pt x="208251" y="88113"/>
                  </a:lnTo>
                  <a:lnTo>
                    <a:pt x="211397" y="94407"/>
                  </a:lnTo>
                  <a:lnTo>
                    <a:pt x="212027" y="98812"/>
                  </a:lnTo>
                  <a:lnTo>
                    <a:pt x="212656" y="103218"/>
                  </a:lnTo>
                  <a:lnTo>
                    <a:pt x="210768" y="105735"/>
                  </a:lnTo>
                  <a:lnTo>
                    <a:pt x="205733" y="107938"/>
                  </a:lnTo>
                  <a:lnTo>
                    <a:pt x="200698" y="110141"/>
                  </a:lnTo>
                  <a:lnTo>
                    <a:pt x="192516" y="112029"/>
                  </a:lnTo>
                  <a:lnTo>
                    <a:pt x="185908" y="110141"/>
                  </a:lnTo>
                  <a:lnTo>
                    <a:pt x="179299" y="108253"/>
                  </a:lnTo>
                  <a:lnTo>
                    <a:pt x="174264" y="102589"/>
                  </a:lnTo>
                  <a:lnTo>
                    <a:pt x="169229" y="96924"/>
                  </a:lnTo>
                </a:path>
              </a:pathLst>
            </a:custGeom>
            <a:ln w="3666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6616565" y="2965197"/>
              <a:ext cx="82550" cy="106680"/>
            </a:xfrm>
            <a:custGeom>
              <a:avLst/>
              <a:gdLst/>
              <a:ahLst/>
              <a:cxnLst/>
              <a:rect l="l" t="t" r="r" b="b"/>
              <a:pathLst>
                <a:path w="82550" h="106680">
                  <a:moveTo>
                    <a:pt x="22067" y="57455"/>
                  </a:moveTo>
                  <a:lnTo>
                    <a:pt x="62977" y="44867"/>
                  </a:lnTo>
                  <a:lnTo>
                    <a:pt x="52528" y="5890"/>
                  </a:lnTo>
                  <a:lnTo>
                    <a:pt x="37020" y="0"/>
                  </a:lnTo>
                  <a:lnTo>
                    <a:pt x="28676" y="181"/>
                  </a:lnTo>
                  <a:lnTo>
                    <a:pt x="358" y="34134"/>
                  </a:lnTo>
                  <a:lnTo>
                    <a:pt x="0" y="45458"/>
                  </a:lnTo>
                  <a:lnTo>
                    <a:pt x="1942" y="57194"/>
                  </a:lnTo>
                  <a:lnTo>
                    <a:pt x="30761" y="97195"/>
                  </a:lnTo>
                  <a:lnTo>
                    <a:pt x="54520" y="106350"/>
                  </a:lnTo>
                  <a:lnTo>
                    <a:pt x="60533" y="105293"/>
                  </a:lnTo>
                  <a:lnTo>
                    <a:pt x="65809" y="103085"/>
                  </a:lnTo>
                  <a:lnTo>
                    <a:pt x="72418" y="99624"/>
                  </a:lnTo>
                  <a:lnTo>
                    <a:pt x="77453" y="94589"/>
                  </a:lnTo>
                  <a:lnTo>
                    <a:pt x="82488" y="89553"/>
                  </a:lnTo>
                </a:path>
              </a:pathLst>
            </a:custGeom>
            <a:ln w="3666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6745706" y="2799852"/>
              <a:ext cx="182245" cy="278130"/>
            </a:xfrm>
            <a:custGeom>
              <a:avLst/>
              <a:gdLst/>
              <a:ahLst/>
              <a:cxnLst/>
              <a:rect l="l" t="t" r="r" b="b"/>
              <a:pathLst>
                <a:path w="182245" h="278130">
                  <a:moveTo>
                    <a:pt x="77964" y="198255"/>
                  </a:moveTo>
                  <a:lnTo>
                    <a:pt x="78593" y="189443"/>
                  </a:lnTo>
                  <a:lnTo>
                    <a:pt x="79223" y="180632"/>
                  </a:lnTo>
                  <a:lnTo>
                    <a:pt x="77020" y="174023"/>
                  </a:lnTo>
                  <a:lnTo>
                    <a:pt x="74817" y="167415"/>
                  </a:lnTo>
                  <a:lnTo>
                    <a:pt x="37030" y="158451"/>
                  </a:lnTo>
                  <a:lnTo>
                    <a:pt x="3382" y="191646"/>
                  </a:lnTo>
                  <a:lnTo>
                    <a:pt x="0" y="214225"/>
                  </a:lnTo>
                  <a:lnTo>
                    <a:pt x="1258" y="225633"/>
                  </a:lnTo>
                  <a:lnTo>
                    <a:pt x="24599" y="260539"/>
                  </a:lnTo>
                  <a:lnTo>
                    <a:pt x="44843" y="270673"/>
                  </a:lnTo>
                  <a:lnTo>
                    <a:pt x="50871" y="270510"/>
                  </a:lnTo>
                  <a:lnTo>
                    <a:pt x="86461" y="239794"/>
                  </a:lnTo>
                  <a:lnTo>
                    <a:pt x="106286" y="198904"/>
                  </a:lnTo>
                  <a:lnTo>
                    <a:pt x="119936" y="153686"/>
                  </a:lnTo>
                  <a:lnTo>
                    <a:pt x="126696" y="105824"/>
                  </a:lnTo>
                  <a:lnTo>
                    <a:pt x="126741" y="57588"/>
                  </a:lnTo>
                  <a:lnTo>
                    <a:pt x="117615" y="15105"/>
                  </a:lnTo>
                  <a:lnTo>
                    <a:pt x="101880" y="0"/>
                  </a:lnTo>
                  <a:lnTo>
                    <a:pt x="97475" y="0"/>
                  </a:lnTo>
                  <a:lnTo>
                    <a:pt x="78411" y="34537"/>
                  </a:lnTo>
                  <a:lnTo>
                    <a:pt x="75446" y="74896"/>
                  </a:lnTo>
                  <a:lnTo>
                    <a:pt x="80978" y="124814"/>
                  </a:lnTo>
                  <a:lnTo>
                    <a:pt x="90473" y="173276"/>
                  </a:lnTo>
                  <a:lnTo>
                    <a:pt x="103149" y="215907"/>
                  </a:lnTo>
                  <a:lnTo>
                    <a:pt x="123909" y="259934"/>
                  </a:lnTo>
                  <a:lnTo>
                    <a:pt x="131776" y="268745"/>
                  </a:lnTo>
                  <a:lnTo>
                    <a:pt x="135238" y="272522"/>
                  </a:lnTo>
                  <a:lnTo>
                    <a:pt x="137755" y="275039"/>
                  </a:lnTo>
                  <a:lnTo>
                    <a:pt x="141217" y="276298"/>
                  </a:lnTo>
                  <a:lnTo>
                    <a:pt x="144678" y="277557"/>
                  </a:lnTo>
                  <a:lnTo>
                    <a:pt x="149084" y="277557"/>
                  </a:lnTo>
                  <a:lnTo>
                    <a:pt x="156007" y="273466"/>
                  </a:lnTo>
                  <a:lnTo>
                    <a:pt x="161632" y="269694"/>
                  </a:lnTo>
                  <a:lnTo>
                    <a:pt x="167966" y="264772"/>
                  </a:lnTo>
                  <a:lnTo>
                    <a:pt x="174771" y="259083"/>
                  </a:lnTo>
                  <a:lnTo>
                    <a:pt x="181812" y="253011"/>
                  </a:lnTo>
                </a:path>
              </a:pathLst>
            </a:custGeom>
            <a:ln w="3666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9" name="object 49"/>
          <p:cNvGrpSpPr/>
          <p:nvPr/>
        </p:nvGrpSpPr>
        <p:grpSpPr>
          <a:xfrm>
            <a:off x="8204016" y="2739657"/>
            <a:ext cx="382270" cy="274955"/>
            <a:chOff x="8204016" y="2739657"/>
            <a:chExt cx="382270" cy="274955"/>
          </a:xfrm>
        </p:grpSpPr>
        <p:sp>
          <p:nvSpPr>
            <p:cNvPr id="50" name="object 50"/>
            <p:cNvSpPr/>
            <p:nvPr/>
          </p:nvSpPr>
          <p:spPr>
            <a:xfrm>
              <a:off x="8222350" y="2767470"/>
              <a:ext cx="146050" cy="228600"/>
            </a:xfrm>
            <a:custGeom>
              <a:avLst/>
              <a:gdLst/>
              <a:ahLst/>
              <a:cxnLst/>
              <a:rect l="l" t="t" r="r" b="b"/>
              <a:pathLst>
                <a:path w="146050" h="228600">
                  <a:moveTo>
                    <a:pt x="73933" y="136492"/>
                  </a:moveTo>
                  <a:lnTo>
                    <a:pt x="41705" y="111216"/>
                  </a:lnTo>
                  <a:lnTo>
                    <a:pt x="8752" y="146943"/>
                  </a:lnTo>
                  <a:lnTo>
                    <a:pt x="0" y="185465"/>
                  </a:lnTo>
                  <a:lnTo>
                    <a:pt x="528" y="196765"/>
                  </a:lnTo>
                  <a:lnTo>
                    <a:pt x="28253" y="228578"/>
                  </a:lnTo>
                  <a:lnTo>
                    <a:pt x="34754" y="228435"/>
                  </a:lnTo>
                  <a:lnTo>
                    <a:pt x="72634" y="206101"/>
                  </a:lnTo>
                  <a:lnTo>
                    <a:pt x="96050" y="172511"/>
                  </a:lnTo>
                  <a:lnTo>
                    <a:pt x="108135" y="130124"/>
                  </a:lnTo>
                  <a:lnTo>
                    <a:pt x="111611" y="78435"/>
                  </a:lnTo>
                  <a:lnTo>
                    <a:pt x="111848" y="47393"/>
                  </a:lnTo>
                  <a:lnTo>
                    <a:pt x="111848" y="36255"/>
                  </a:lnTo>
                  <a:lnTo>
                    <a:pt x="111848" y="27961"/>
                  </a:lnTo>
                  <a:lnTo>
                    <a:pt x="111848" y="21800"/>
                  </a:lnTo>
                  <a:lnTo>
                    <a:pt x="111848" y="17061"/>
                  </a:lnTo>
                  <a:lnTo>
                    <a:pt x="111848" y="11374"/>
                  </a:lnTo>
                  <a:lnTo>
                    <a:pt x="111848" y="7582"/>
                  </a:lnTo>
                  <a:lnTo>
                    <a:pt x="110584" y="4739"/>
                  </a:lnTo>
                  <a:lnTo>
                    <a:pt x="109320" y="1895"/>
                  </a:lnTo>
                  <a:lnTo>
                    <a:pt x="106792" y="0"/>
                  </a:lnTo>
                  <a:lnTo>
                    <a:pt x="104580" y="1895"/>
                  </a:lnTo>
                  <a:lnTo>
                    <a:pt x="94944" y="47709"/>
                  </a:lnTo>
                  <a:lnTo>
                    <a:pt x="92155" y="98148"/>
                  </a:lnTo>
                  <a:lnTo>
                    <a:pt x="92298" y="116310"/>
                  </a:lnTo>
                  <a:lnTo>
                    <a:pt x="95798" y="165678"/>
                  </a:lnTo>
                  <a:lnTo>
                    <a:pt x="106160" y="209162"/>
                  </a:lnTo>
                  <a:lnTo>
                    <a:pt x="114375" y="216113"/>
                  </a:lnTo>
                  <a:lnTo>
                    <a:pt x="118798" y="218641"/>
                  </a:lnTo>
                  <a:lnTo>
                    <a:pt x="123854" y="219272"/>
                  </a:lnTo>
                  <a:lnTo>
                    <a:pt x="129225" y="216429"/>
                  </a:lnTo>
                  <a:lnTo>
                    <a:pt x="134596" y="213585"/>
                  </a:lnTo>
                  <a:lnTo>
                    <a:pt x="140284" y="207266"/>
                  </a:lnTo>
                  <a:lnTo>
                    <a:pt x="145971" y="200947"/>
                  </a:lnTo>
                </a:path>
              </a:pathLst>
            </a:custGeom>
            <a:ln w="3666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8399794" y="2864310"/>
              <a:ext cx="88265" cy="109855"/>
            </a:xfrm>
            <a:custGeom>
              <a:avLst/>
              <a:gdLst/>
              <a:ahLst/>
              <a:cxnLst/>
              <a:rect l="l" t="t" r="r" b="b"/>
              <a:pathLst>
                <a:path w="88265" h="109855">
                  <a:moveTo>
                    <a:pt x="10234" y="58609"/>
                  </a:moveTo>
                  <a:lnTo>
                    <a:pt x="51486" y="47783"/>
                  </a:lnTo>
                  <a:lnTo>
                    <a:pt x="55099" y="7109"/>
                  </a:lnTo>
                  <a:lnTo>
                    <a:pt x="34794" y="0"/>
                  </a:lnTo>
                  <a:lnTo>
                    <a:pt x="27611" y="789"/>
                  </a:lnTo>
                  <a:lnTo>
                    <a:pt x="3070" y="32992"/>
                  </a:lnTo>
                  <a:lnTo>
                    <a:pt x="0" y="56758"/>
                  </a:lnTo>
                  <a:lnTo>
                    <a:pt x="1071" y="68404"/>
                  </a:lnTo>
                  <a:lnTo>
                    <a:pt x="23503" y="101579"/>
                  </a:lnTo>
                  <a:lnTo>
                    <a:pt x="49407" y="109488"/>
                  </a:lnTo>
                  <a:lnTo>
                    <a:pt x="57943" y="108530"/>
                  </a:lnTo>
                  <a:lnTo>
                    <a:pt x="65965" y="105765"/>
                  </a:lnTo>
                  <a:lnTo>
                    <a:pt x="73543" y="101579"/>
                  </a:lnTo>
                  <a:lnTo>
                    <a:pt x="80825" y="96445"/>
                  </a:lnTo>
                  <a:lnTo>
                    <a:pt x="87958" y="90837"/>
                  </a:lnTo>
                </a:path>
              </a:pathLst>
            </a:custGeom>
            <a:ln w="3666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8549289" y="2757991"/>
              <a:ext cx="18415" cy="209550"/>
            </a:xfrm>
            <a:custGeom>
              <a:avLst/>
              <a:gdLst/>
              <a:ahLst/>
              <a:cxnLst/>
              <a:rect l="l" t="t" r="r" b="b"/>
              <a:pathLst>
                <a:path w="18415" h="209550">
                  <a:moveTo>
                    <a:pt x="4813" y="20853"/>
                  </a:moveTo>
                  <a:lnTo>
                    <a:pt x="4181" y="17693"/>
                  </a:lnTo>
                  <a:lnTo>
                    <a:pt x="3549" y="14533"/>
                  </a:lnTo>
                  <a:lnTo>
                    <a:pt x="3233" y="10426"/>
                  </a:lnTo>
                  <a:lnTo>
                    <a:pt x="2917" y="6319"/>
                  </a:lnTo>
                  <a:lnTo>
                    <a:pt x="2917" y="1263"/>
                  </a:lnTo>
                  <a:lnTo>
                    <a:pt x="2601" y="631"/>
                  </a:lnTo>
                  <a:lnTo>
                    <a:pt x="192" y="44786"/>
                  </a:lnTo>
                  <a:lnTo>
                    <a:pt x="0" y="61502"/>
                  </a:lnTo>
                  <a:lnTo>
                    <a:pt x="74" y="78988"/>
                  </a:lnTo>
                  <a:lnTo>
                    <a:pt x="2251" y="129729"/>
                  </a:lnTo>
                  <a:lnTo>
                    <a:pt x="6748" y="173222"/>
                  </a:lnTo>
                  <a:lnTo>
                    <a:pt x="15556" y="208846"/>
                  </a:lnTo>
                  <a:lnTo>
                    <a:pt x="16819" y="209162"/>
                  </a:lnTo>
                  <a:lnTo>
                    <a:pt x="17451" y="206002"/>
                  </a:lnTo>
                  <a:lnTo>
                    <a:pt x="17767" y="202843"/>
                  </a:lnTo>
                  <a:lnTo>
                    <a:pt x="18083" y="199683"/>
                  </a:lnTo>
                  <a:lnTo>
                    <a:pt x="18083" y="196524"/>
                  </a:lnTo>
                  <a:lnTo>
                    <a:pt x="18083" y="193364"/>
                  </a:lnTo>
                </a:path>
              </a:pathLst>
            </a:custGeom>
            <a:ln w="3666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3" name="object 53"/>
          <p:cNvGrpSpPr/>
          <p:nvPr/>
        </p:nvGrpSpPr>
        <p:grpSpPr>
          <a:xfrm>
            <a:off x="8497853" y="2718172"/>
            <a:ext cx="923925" cy="264795"/>
            <a:chOff x="8497853" y="2718172"/>
            <a:chExt cx="923925" cy="264795"/>
          </a:xfrm>
        </p:grpSpPr>
        <p:sp>
          <p:nvSpPr>
            <p:cNvPr id="54" name="object 54"/>
            <p:cNvSpPr/>
            <p:nvPr/>
          </p:nvSpPr>
          <p:spPr>
            <a:xfrm>
              <a:off x="8516187" y="2880459"/>
              <a:ext cx="53340" cy="6985"/>
            </a:xfrm>
            <a:custGeom>
              <a:avLst/>
              <a:gdLst/>
              <a:ahLst/>
              <a:cxnLst/>
              <a:rect l="l" t="t" r="r" b="b"/>
              <a:pathLst>
                <a:path w="53340" h="6985">
                  <a:moveTo>
                    <a:pt x="0" y="6442"/>
                  </a:moveTo>
                  <a:lnTo>
                    <a:pt x="2527" y="3914"/>
                  </a:lnTo>
                  <a:lnTo>
                    <a:pt x="5055" y="1387"/>
                  </a:lnTo>
                  <a:lnTo>
                    <a:pt x="13901" y="439"/>
                  </a:lnTo>
                  <a:lnTo>
                    <a:pt x="21623" y="0"/>
                  </a:lnTo>
                  <a:lnTo>
                    <a:pt x="31121" y="4"/>
                  </a:lnTo>
                  <a:lnTo>
                    <a:pt x="41804" y="306"/>
                  </a:lnTo>
                  <a:lnTo>
                    <a:pt x="53080" y="755"/>
                  </a:lnTo>
                </a:path>
              </a:pathLst>
            </a:custGeom>
            <a:ln w="3666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8617965" y="2847264"/>
              <a:ext cx="86360" cy="117475"/>
            </a:xfrm>
            <a:custGeom>
              <a:avLst/>
              <a:gdLst/>
              <a:ahLst/>
              <a:cxnLst/>
              <a:rect l="l" t="t" r="r" b="b"/>
              <a:pathLst>
                <a:path w="86359" h="117475">
                  <a:moveTo>
                    <a:pt x="21445" y="52907"/>
                  </a:moveTo>
                  <a:lnTo>
                    <a:pt x="67575" y="44692"/>
                  </a:lnTo>
                  <a:lnTo>
                    <a:pt x="61922" y="5835"/>
                  </a:lnTo>
                  <a:lnTo>
                    <a:pt x="44969" y="0"/>
                  </a:lnTo>
                  <a:lnTo>
                    <a:pt x="35663" y="459"/>
                  </a:lnTo>
                  <a:lnTo>
                    <a:pt x="5647" y="28579"/>
                  </a:lnTo>
                  <a:lnTo>
                    <a:pt x="0" y="52947"/>
                  </a:lnTo>
                  <a:lnTo>
                    <a:pt x="93" y="65590"/>
                  </a:lnTo>
                  <a:lnTo>
                    <a:pt x="18478" y="104744"/>
                  </a:lnTo>
                  <a:lnTo>
                    <a:pt x="49150" y="116898"/>
                  </a:lnTo>
                  <a:lnTo>
                    <a:pt x="56832" y="116098"/>
                  </a:lnTo>
                  <a:lnTo>
                    <a:pt x="64306" y="114133"/>
                  </a:lnTo>
                  <a:lnTo>
                    <a:pt x="71603" y="111280"/>
                  </a:lnTo>
                  <a:lnTo>
                    <a:pt x="78781" y="107834"/>
                  </a:lnTo>
                  <a:lnTo>
                    <a:pt x="85900" y="104092"/>
                  </a:lnTo>
                </a:path>
              </a:pathLst>
            </a:custGeom>
            <a:ln w="3666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8753875" y="2844233"/>
              <a:ext cx="96520" cy="106680"/>
            </a:xfrm>
            <a:custGeom>
              <a:avLst/>
              <a:gdLst/>
              <a:ahLst/>
              <a:cxnLst/>
              <a:rect l="l" t="t" r="r" b="b"/>
              <a:pathLst>
                <a:path w="96520" h="106680">
                  <a:moveTo>
                    <a:pt x="71316" y="38877"/>
                  </a:moveTo>
                  <a:lnTo>
                    <a:pt x="48889" y="1861"/>
                  </a:lnTo>
                  <a:lnTo>
                    <a:pt x="35239" y="0"/>
                  </a:lnTo>
                  <a:lnTo>
                    <a:pt x="28900" y="1002"/>
                  </a:lnTo>
                  <a:lnTo>
                    <a:pt x="1174" y="37929"/>
                  </a:lnTo>
                  <a:lnTo>
                    <a:pt x="0" y="47304"/>
                  </a:lnTo>
                  <a:lnTo>
                    <a:pt x="306" y="56768"/>
                  </a:lnTo>
                  <a:lnTo>
                    <a:pt x="24126" y="96356"/>
                  </a:lnTo>
                  <a:lnTo>
                    <a:pt x="55682" y="106274"/>
                  </a:lnTo>
                  <a:lnTo>
                    <a:pt x="63734" y="104911"/>
                  </a:lnTo>
                  <a:lnTo>
                    <a:pt x="71791" y="102073"/>
                  </a:lnTo>
                  <a:lnTo>
                    <a:pt x="79847" y="98079"/>
                  </a:lnTo>
                  <a:lnTo>
                    <a:pt x="87904" y="93315"/>
                  </a:lnTo>
                  <a:lnTo>
                    <a:pt x="95961" y="88166"/>
                  </a:lnTo>
                </a:path>
              </a:pathLst>
            </a:custGeom>
            <a:ln w="3666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8920058" y="2736507"/>
              <a:ext cx="17145" cy="214629"/>
            </a:xfrm>
            <a:custGeom>
              <a:avLst/>
              <a:gdLst/>
              <a:ahLst/>
              <a:cxnLst/>
              <a:rect l="l" t="t" r="r" b="b"/>
              <a:pathLst>
                <a:path w="17145" h="214630">
                  <a:moveTo>
                    <a:pt x="1816" y="12006"/>
                  </a:moveTo>
                  <a:lnTo>
                    <a:pt x="1816" y="6951"/>
                  </a:lnTo>
                  <a:lnTo>
                    <a:pt x="1816" y="1895"/>
                  </a:lnTo>
                  <a:lnTo>
                    <a:pt x="1500" y="947"/>
                  </a:lnTo>
                  <a:lnTo>
                    <a:pt x="0" y="45458"/>
                  </a:lnTo>
                  <a:lnTo>
                    <a:pt x="59" y="62830"/>
                  </a:lnTo>
                  <a:lnTo>
                    <a:pt x="947" y="115718"/>
                  </a:lnTo>
                  <a:lnTo>
                    <a:pt x="2893" y="161280"/>
                  </a:lnTo>
                  <a:lnTo>
                    <a:pt x="6240" y="202843"/>
                  </a:lnTo>
                  <a:lnTo>
                    <a:pt x="8136" y="208846"/>
                  </a:lnTo>
                  <a:lnTo>
                    <a:pt x="9399" y="211689"/>
                  </a:lnTo>
                  <a:lnTo>
                    <a:pt x="11295" y="214217"/>
                  </a:lnTo>
                  <a:lnTo>
                    <a:pt x="12875" y="213585"/>
                  </a:lnTo>
                  <a:lnTo>
                    <a:pt x="14454" y="212953"/>
                  </a:lnTo>
                  <a:lnTo>
                    <a:pt x="15718" y="209162"/>
                  </a:lnTo>
                  <a:lnTo>
                    <a:pt x="16350" y="205370"/>
                  </a:lnTo>
                  <a:lnTo>
                    <a:pt x="16982" y="201579"/>
                  </a:lnTo>
                  <a:lnTo>
                    <a:pt x="16982" y="197787"/>
                  </a:lnTo>
                  <a:lnTo>
                    <a:pt x="16982" y="193996"/>
                  </a:lnTo>
                </a:path>
              </a:pathLst>
            </a:custGeom>
            <a:ln w="3666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8878272" y="2845348"/>
              <a:ext cx="80010" cy="7620"/>
            </a:xfrm>
            <a:custGeom>
              <a:avLst/>
              <a:gdLst/>
              <a:ahLst/>
              <a:cxnLst/>
              <a:rect l="l" t="t" r="r" b="b"/>
              <a:pathLst>
                <a:path w="80009" h="7619">
                  <a:moveTo>
                    <a:pt x="0" y="7429"/>
                  </a:moveTo>
                  <a:lnTo>
                    <a:pt x="38151" y="0"/>
                  </a:lnTo>
                  <a:lnTo>
                    <a:pt x="47393" y="162"/>
                  </a:lnTo>
                  <a:lnTo>
                    <a:pt x="56072" y="454"/>
                  </a:lnTo>
                  <a:lnTo>
                    <a:pt x="64217" y="834"/>
                  </a:lnTo>
                  <a:lnTo>
                    <a:pt x="72008" y="1273"/>
                  </a:lnTo>
                  <a:lnTo>
                    <a:pt x="79620" y="1742"/>
                  </a:lnTo>
                </a:path>
              </a:pathLst>
            </a:custGeom>
            <a:ln w="3666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8998578" y="2830029"/>
              <a:ext cx="6985" cy="111125"/>
            </a:xfrm>
            <a:custGeom>
              <a:avLst/>
              <a:gdLst/>
              <a:ahLst/>
              <a:cxnLst/>
              <a:rect l="l" t="t" r="r" b="b"/>
              <a:pathLst>
                <a:path w="6984" h="111125">
                  <a:moveTo>
                    <a:pt x="1021" y="0"/>
                  </a:moveTo>
                  <a:lnTo>
                    <a:pt x="562" y="9068"/>
                  </a:lnTo>
                  <a:lnTo>
                    <a:pt x="192" y="18522"/>
                  </a:lnTo>
                  <a:lnTo>
                    <a:pt x="0" y="28746"/>
                  </a:lnTo>
                  <a:lnTo>
                    <a:pt x="74" y="40126"/>
                  </a:lnTo>
                  <a:lnTo>
                    <a:pt x="1984" y="78648"/>
                  </a:lnTo>
                  <a:lnTo>
                    <a:pt x="6708" y="110584"/>
                  </a:lnTo>
                  <a:lnTo>
                    <a:pt x="6708" y="105528"/>
                  </a:lnTo>
                  <a:lnTo>
                    <a:pt x="6708" y="100473"/>
                  </a:lnTo>
                </a:path>
              </a:pathLst>
            </a:custGeom>
            <a:ln w="3666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9002126" y="2755463"/>
              <a:ext cx="3175" cy="8255"/>
            </a:xfrm>
            <a:custGeom>
              <a:avLst/>
              <a:gdLst/>
              <a:ahLst/>
              <a:cxnLst/>
              <a:rect l="l" t="t" r="r" b="b"/>
              <a:pathLst>
                <a:path w="3175" h="8255">
                  <a:moveTo>
                    <a:pt x="1266" y="8232"/>
                  </a:moveTo>
                  <a:lnTo>
                    <a:pt x="633" y="4433"/>
                  </a:lnTo>
                  <a:lnTo>
                    <a:pt x="0" y="633"/>
                  </a:lnTo>
                  <a:lnTo>
                    <a:pt x="316" y="316"/>
                  </a:lnTo>
                  <a:lnTo>
                    <a:pt x="633" y="0"/>
                  </a:lnTo>
                  <a:lnTo>
                    <a:pt x="1899" y="3166"/>
                  </a:lnTo>
                  <a:lnTo>
                    <a:pt x="3166" y="6333"/>
                  </a:lnTo>
                </a:path>
              </a:pathLst>
            </a:custGeom>
            <a:ln w="3666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9063901" y="2801593"/>
              <a:ext cx="339725" cy="142875"/>
            </a:xfrm>
            <a:custGeom>
              <a:avLst/>
              <a:gdLst/>
              <a:ahLst/>
              <a:cxnLst/>
              <a:rect l="l" t="t" r="r" b="b"/>
              <a:pathLst>
                <a:path w="339725" h="142875">
                  <a:moveTo>
                    <a:pt x="28588" y="39810"/>
                  </a:moveTo>
                  <a:lnTo>
                    <a:pt x="28588" y="36018"/>
                  </a:lnTo>
                  <a:lnTo>
                    <a:pt x="28588" y="32227"/>
                  </a:lnTo>
                  <a:lnTo>
                    <a:pt x="27324" y="29383"/>
                  </a:lnTo>
                  <a:lnTo>
                    <a:pt x="26061" y="26540"/>
                  </a:lnTo>
                  <a:lnTo>
                    <a:pt x="23533" y="24644"/>
                  </a:lnTo>
                  <a:lnTo>
                    <a:pt x="21005" y="24960"/>
                  </a:lnTo>
                  <a:lnTo>
                    <a:pt x="18478" y="25276"/>
                  </a:lnTo>
                  <a:lnTo>
                    <a:pt x="3228" y="71154"/>
                  </a:lnTo>
                  <a:lnTo>
                    <a:pt x="0" y="96539"/>
                  </a:lnTo>
                  <a:lnTo>
                    <a:pt x="113" y="108175"/>
                  </a:lnTo>
                  <a:lnTo>
                    <a:pt x="22082" y="141858"/>
                  </a:lnTo>
                  <a:lnTo>
                    <a:pt x="29852" y="142811"/>
                  </a:lnTo>
                  <a:lnTo>
                    <a:pt x="38092" y="141868"/>
                  </a:lnTo>
                  <a:lnTo>
                    <a:pt x="69273" y="119806"/>
                  </a:lnTo>
                  <a:lnTo>
                    <a:pt x="82024" y="78845"/>
                  </a:lnTo>
                  <a:lnTo>
                    <a:pt x="80247" y="68601"/>
                  </a:lnTo>
                  <a:lnTo>
                    <a:pt x="53233" y="34992"/>
                  </a:lnTo>
                  <a:lnTo>
                    <a:pt x="26693" y="20853"/>
                  </a:lnTo>
                  <a:lnTo>
                    <a:pt x="22901" y="20853"/>
                  </a:lnTo>
                  <a:lnTo>
                    <a:pt x="19110" y="21168"/>
                  </a:lnTo>
                  <a:lnTo>
                    <a:pt x="15318" y="21484"/>
                  </a:lnTo>
                  <a:lnTo>
                    <a:pt x="11527" y="22116"/>
                  </a:lnTo>
                  <a:lnTo>
                    <a:pt x="11211" y="23064"/>
                  </a:lnTo>
                  <a:lnTo>
                    <a:pt x="10895" y="24012"/>
                  </a:lnTo>
                  <a:lnTo>
                    <a:pt x="14054" y="25276"/>
                  </a:lnTo>
                  <a:lnTo>
                    <a:pt x="22901" y="25276"/>
                  </a:lnTo>
                  <a:lnTo>
                    <a:pt x="30558" y="25049"/>
                  </a:lnTo>
                  <a:lnTo>
                    <a:pt x="40081" y="24407"/>
                  </a:lnTo>
                  <a:lnTo>
                    <a:pt x="51204" y="23410"/>
                  </a:lnTo>
                  <a:lnTo>
                    <a:pt x="63660" y="22116"/>
                  </a:lnTo>
                  <a:lnTo>
                    <a:pt x="77103" y="20611"/>
                  </a:lnTo>
                  <a:lnTo>
                    <a:pt x="90871" y="19075"/>
                  </a:lnTo>
                  <a:lnTo>
                    <a:pt x="104225" y="17718"/>
                  </a:lnTo>
                  <a:lnTo>
                    <a:pt x="116424" y="16745"/>
                  </a:lnTo>
                  <a:lnTo>
                    <a:pt x="126885" y="16360"/>
                  </a:lnTo>
                  <a:lnTo>
                    <a:pt x="135658" y="16745"/>
                  </a:lnTo>
                  <a:lnTo>
                    <a:pt x="162237" y="45181"/>
                  </a:lnTo>
                  <a:lnTo>
                    <a:pt x="162928" y="55756"/>
                  </a:lnTo>
                  <a:lnTo>
                    <a:pt x="162790" y="67456"/>
                  </a:lnTo>
                  <a:lnTo>
                    <a:pt x="158485" y="109004"/>
                  </a:lnTo>
                  <a:lnTo>
                    <a:pt x="154338" y="131437"/>
                  </a:lnTo>
                  <a:lnTo>
                    <a:pt x="154023" y="131121"/>
                  </a:lnTo>
                  <a:lnTo>
                    <a:pt x="153707" y="130805"/>
                  </a:lnTo>
                  <a:lnTo>
                    <a:pt x="153707" y="127013"/>
                  </a:lnTo>
                  <a:lnTo>
                    <a:pt x="155286" y="116587"/>
                  </a:lnTo>
                  <a:lnTo>
                    <a:pt x="166661" y="70458"/>
                  </a:lnTo>
                  <a:lnTo>
                    <a:pt x="185588" y="29981"/>
                  </a:lnTo>
                  <a:lnTo>
                    <a:pt x="215634" y="1895"/>
                  </a:lnTo>
                  <a:lnTo>
                    <a:pt x="221321" y="0"/>
                  </a:lnTo>
                  <a:lnTo>
                    <a:pt x="224480" y="0"/>
                  </a:lnTo>
                  <a:lnTo>
                    <a:pt x="228272" y="2843"/>
                  </a:lnTo>
                  <a:lnTo>
                    <a:pt x="232063" y="5687"/>
                  </a:lnTo>
                  <a:lnTo>
                    <a:pt x="242569" y="44154"/>
                  </a:lnTo>
                  <a:lnTo>
                    <a:pt x="245062" y="80287"/>
                  </a:lnTo>
                  <a:lnTo>
                    <a:pt x="245768" y="91034"/>
                  </a:lnTo>
                  <a:lnTo>
                    <a:pt x="262775" y="121864"/>
                  </a:lnTo>
                  <a:lnTo>
                    <a:pt x="268359" y="121366"/>
                  </a:lnTo>
                  <a:lnTo>
                    <a:pt x="305049" y="104146"/>
                  </a:lnTo>
                  <a:lnTo>
                    <a:pt x="336960" y="82148"/>
                  </a:lnTo>
                  <a:lnTo>
                    <a:pt x="339488" y="79620"/>
                  </a:lnTo>
                </a:path>
              </a:pathLst>
            </a:custGeom>
            <a:ln w="3666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2" name="object 6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006150" y="2728650"/>
            <a:ext cx="1082030" cy="720676"/>
          </a:xfrm>
          <a:prstGeom prst="rect">
            <a:avLst/>
          </a:prstGeom>
        </p:spPr>
      </p:pic>
      <p:grpSp>
        <p:nvGrpSpPr>
          <p:cNvPr id="63" name="object 63"/>
          <p:cNvGrpSpPr/>
          <p:nvPr/>
        </p:nvGrpSpPr>
        <p:grpSpPr>
          <a:xfrm>
            <a:off x="5599508" y="3185154"/>
            <a:ext cx="1314450" cy="386715"/>
            <a:chOff x="5599508" y="3185154"/>
            <a:chExt cx="1314450" cy="386715"/>
          </a:xfrm>
        </p:grpSpPr>
        <p:sp>
          <p:nvSpPr>
            <p:cNvPr id="64" name="object 64"/>
            <p:cNvSpPr/>
            <p:nvPr/>
          </p:nvSpPr>
          <p:spPr>
            <a:xfrm>
              <a:off x="5617842" y="3326079"/>
              <a:ext cx="119380" cy="227329"/>
            </a:xfrm>
            <a:custGeom>
              <a:avLst/>
              <a:gdLst/>
              <a:ahLst/>
              <a:cxnLst/>
              <a:rect l="l" t="t" r="r" b="b"/>
              <a:pathLst>
                <a:path w="119379" h="227329">
                  <a:moveTo>
                    <a:pt x="119203" y="30963"/>
                  </a:moveTo>
                  <a:lnTo>
                    <a:pt x="119203" y="24012"/>
                  </a:lnTo>
                  <a:lnTo>
                    <a:pt x="119203" y="17061"/>
                  </a:lnTo>
                  <a:lnTo>
                    <a:pt x="118256" y="12322"/>
                  </a:lnTo>
                  <a:lnTo>
                    <a:pt x="117308" y="7582"/>
                  </a:lnTo>
                  <a:lnTo>
                    <a:pt x="115412" y="5055"/>
                  </a:lnTo>
                  <a:lnTo>
                    <a:pt x="110357" y="3159"/>
                  </a:lnTo>
                  <a:lnTo>
                    <a:pt x="105301" y="1263"/>
                  </a:lnTo>
                  <a:lnTo>
                    <a:pt x="60668" y="11492"/>
                  </a:lnTo>
                  <a:lnTo>
                    <a:pt x="26174" y="41009"/>
                  </a:lnTo>
                  <a:lnTo>
                    <a:pt x="6447" y="76066"/>
                  </a:lnTo>
                  <a:lnTo>
                    <a:pt x="0" y="118547"/>
                  </a:lnTo>
                  <a:lnTo>
                    <a:pt x="1984" y="133293"/>
                  </a:lnTo>
                  <a:lnTo>
                    <a:pt x="18542" y="176302"/>
                  </a:lnTo>
                  <a:lnTo>
                    <a:pt x="43690" y="210426"/>
                  </a:lnTo>
                  <a:lnTo>
                    <a:pt x="74970" y="227171"/>
                  </a:lnTo>
                  <a:lnTo>
                    <a:pt x="83244" y="226594"/>
                  </a:lnTo>
                  <a:lnTo>
                    <a:pt x="91873" y="224683"/>
                  </a:lnTo>
                  <a:lnTo>
                    <a:pt x="100740" y="221884"/>
                  </a:lnTo>
                  <a:lnTo>
                    <a:pt x="109725" y="218641"/>
                  </a:lnTo>
                </a:path>
              </a:pathLst>
            </a:custGeom>
            <a:ln w="3666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738618" y="3294475"/>
              <a:ext cx="359890" cy="250140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122883" y="3272357"/>
              <a:ext cx="352876" cy="247924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495963" y="3359561"/>
              <a:ext cx="156099" cy="148517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6644046" y="3203488"/>
              <a:ext cx="251460" cy="273050"/>
            </a:xfrm>
            <a:custGeom>
              <a:avLst/>
              <a:gdLst/>
              <a:ahLst/>
              <a:cxnLst/>
              <a:rect l="l" t="t" r="r" b="b"/>
              <a:pathLst>
                <a:path w="251459" h="273050">
                  <a:moveTo>
                    <a:pt x="80677" y="195260"/>
                  </a:moveTo>
                  <a:lnTo>
                    <a:pt x="78781" y="187045"/>
                  </a:lnTo>
                  <a:lnTo>
                    <a:pt x="76885" y="178830"/>
                  </a:lnTo>
                  <a:lnTo>
                    <a:pt x="72462" y="172511"/>
                  </a:lnTo>
                  <a:lnTo>
                    <a:pt x="68038" y="166192"/>
                  </a:lnTo>
                  <a:lnTo>
                    <a:pt x="61087" y="161769"/>
                  </a:lnTo>
                  <a:lnTo>
                    <a:pt x="51609" y="160821"/>
                  </a:lnTo>
                  <a:lnTo>
                    <a:pt x="44105" y="160791"/>
                  </a:lnTo>
                  <a:lnTo>
                    <a:pt x="36127" y="162242"/>
                  </a:lnTo>
                  <a:lnTo>
                    <a:pt x="4250" y="195270"/>
                  </a:lnTo>
                  <a:lnTo>
                    <a:pt x="0" y="216458"/>
                  </a:lnTo>
                  <a:lnTo>
                    <a:pt x="108" y="227171"/>
                  </a:lnTo>
                  <a:lnTo>
                    <a:pt x="19594" y="266799"/>
                  </a:lnTo>
                  <a:lnTo>
                    <a:pt x="37944" y="272827"/>
                  </a:lnTo>
                  <a:lnTo>
                    <a:pt x="43917" y="271523"/>
                  </a:lnTo>
                  <a:lnTo>
                    <a:pt x="72146" y="234453"/>
                  </a:lnTo>
                  <a:lnTo>
                    <a:pt x="80045" y="193996"/>
                  </a:lnTo>
                  <a:lnTo>
                    <a:pt x="80045" y="189257"/>
                  </a:lnTo>
                  <a:lnTo>
                    <a:pt x="80045" y="184517"/>
                  </a:lnTo>
                  <a:lnTo>
                    <a:pt x="79413" y="181358"/>
                  </a:lnTo>
                  <a:lnTo>
                    <a:pt x="78465" y="181674"/>
                  </a:lnTo>
                  <a:lnTo>
                    <a:pt x="77517" y="181990"/>
                  </a:lnTo>
                  <a:lnTo>
                    <a:pt x="76253" y="185781"/>
                  </a:lnTo>
                  <a:lnTo>
                    <a:pt x="75621" y="196208"/>
                  </a:lnTo>
                  <a:lnTo>
                    <a:pt x="75295" y="205099"/>
                  </a:lnTo>
                  <a:lnTo>
                    <a:pt x="75384" y="215441"/>
                  </a:lnTo>
                  <a:lnTo>
                    <a:pt x="87603" y="257839"/>
                  </a:lnTo>
                  <a:lnTo>
                    <a:pt x="131012" y="259675"/>
                  </a:lnTo>
                  <a:lnTo>
                    <a:pt x="160746" y="218112"/>
                  </a:lnTo>
                  <a:lnTo>
                    <a:pt x="174831" y="170615"/>
                  </a:lnTo>
                  <a:lnTo>
                    <a:pt x="181185" y="120319"/>
                  </a:lnTo>
                  <a:lnTo>
                    <a:pt x="182690" y="68088"/>
                  </a:lnTo>
                  <a:lnTo>
                    <a:pt x="179408" y="26490"/>
                  </a:lnTo>
                  <a:lnTo>
                    <a:pt x="159034" y="0"/>
                  </a:lnTo>
                  <a:lnTo>
                    <a:pt x="155874" y="0"/>
                  </a:lnTo>
                  <a:lnTo>
                    <a:pt x="139015" y="42377"/>
                  </a:lnTo>
                  <a:lnTo>
                    <a:pt x="134310" y="87559"/>
                  </a:lnTo>
                  <a:lnTo>
                    <a:pt x="137010" y="137568"/>
                  </a:lnTo>
                  <a:lnTo>
                    <a:pt x="148607" y="182622"/>
                  </a:lnTo>
                  <a:lnTo>
                    <a:pt x="165802" y="222077"/>
                  </a:lnTo>
                  <a:lnTo>
                    <a:pt x="192742" y="258056"/>
                  </a:lnTo>
                  <a:lnTo>
                    <a:pt x="218714" y="269993"/>
                  </a:lnTo>
                  <a:lnTo>
                    <a:pt x="225068" y="267929"/>
                  </a:lnTo>
                  <a:lnTo>
                    <a:pt x="231520" y="263417"/>
                  </a:lnTo>
                  <a:lnTo>
                    <a:pt x="238062" y="256950"/>
                  </a:lnTo>
                  <a:lnTo>
                    <a:pt x="244662" y="249180"/>
                  </a:lnTo>
                  <a:lnTo>
                    <a:pt x="251293" y="240757"/>
                  </a:lnTo>
                </a:path>
              </a:pathLst>
            </a:custGeom>
            <a:ln w="3666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9" name="object 69"/>
          <p:cNvGrpSpPr/>
          <p:nvPr/>
        </p:nvGrpSpPr>
        <p:grpSpPr>
          <a:xfrm>
            <a:off x="8199710" y="3124490"/>
            <a:ext cx="864235" cy="291465"/>
            <a:chOff x="8199710" y="3124490"/>
            <a:chExt cx="864235" cy="291465"/>
          </a:xfrm>
        </p:grpSpPr>
        <p:sp>
          <p:nvSpPr>
            <p:cNvPr id="70" name="object 70"/>
            <p:cNvSpPr/>
            <p:nvPr/>
          </p:nvSpPr>
          <p:spPr>
            <a:xfrm>
              <a:off x="8218044" y="3260992"/>
              <a:ext cx="415925" cy="137160"/>
            </a:xfrm>
            <a:custGeom>
              <a:avLst/>
              <a:gdLst/>
              <a:ahLst/>
              <a:cxnLst/>
              <a:rect l="l" t="t" r="r" b="b"/>
              <a:pathLst>
                <a:path w="415925" h="137160">
                  <a:moveTo>
                    <a:pt x="89612" y="14533"/>
                  </a:moveTo>
                  <a:lnTo>
                    <a:pt x="88348" y="11374"/>
                  </a:lnTo>
                  <a:lnTo>
                    <a:pt x="87084" y="8214"/>
                  </a:lnTo>
                  <a:lnTo>
                    <a:pt x="82977" y="5371"/>
                  </a:lnTo>
                  <a:lnTo>
                    <a:pt x="78870" y="2527"/>
                  </a:lnTo>
                  <a:lnTo>
                    <a:pt x="71919" y="0"/>
                  </a:lnTo>
                  <a:lnTo>
                    <a:pt x="62756" y="315"/>
                  </a:lnTo>
                  <a:lnTo>
                    <a:pt x="23005" y="20275"/>
                  </a:lnTo>
                  <a:lnTo>
                    <a:pt x="972" y="64440"/>
                  </a:lnTo>
                  <a:lnTo>
                    <a:pt x="0" y="76895"/>
                  </a:lnTo>
                  <a:lnTo>
                    <a:pt x="1100" y="89054"/>
                  </a:lnTo>
                  <a:lnTo>
                    <a:pt x="25098" y="126777"/>
                  </a:lnTo>
                  <a:lnTo>
                    <a:pt x="55924" y="136532"/>
                  </a:lnTo>
                  <a:lnTo>
                    <a:pt x="67560" y="135934"/>
                  </a:lnTo>
                  <a:lnTo>
                    <a:pt x="105647" y="124683"/>
                  </a:lnTo>
                  <a:lnTo>
                    <a:pt x="142618" y="103297"/>
                  </a:lnTo>
                  <a:lnTo>
                    <a:pt x="174387" y="66952"/>
                  </a:lnTo>
                  <a:lnTo>
                    <a:pt x="182523" y="107948"/>
                  </a:lnTo>
                  <a:lnTo>
                    <a:pt x="219998" y="122585"/>
                  </a:lnTo>
                  <a:lnTo>
                    <a:pt x="255449" y="98459"/>
                  </a:lnTo>
                  <a:lnTo>
                    <a:pt x="260455" y="75172"/>
                  </a:lnTo>
                  <a:lnTo>
                    <a:pt x="259201" y="66785"/>
                  </a:lnTo>
                  <a:lnTo>
                    <a:pt x="231042" y="32963"/>
                  </a:lnTo>
                  <a:lnTo>
                    <a:pt x="189454" y="24012"/>
                  </a:lnTo>
                  <a:lnTo>
                    <a:pt x="229427" y="25878"/>
                  </a:lnTo>
                  <a:lnTo>
                    <a:pt x="242535" y="24012"/>
                  </a:lnTo>
                  <a:lnTo>
                    <a:pt x="256713" y="22161"/>
                  </a:lnTo>
                  <a:lnTo>
                    <a:pt x="271129" y="20576"/>
                  </a:lnTo>
                  <a:lnTo>
                    <a:pt x="284833" y="19525"/>
                  </a:lnTo>
                  <a:lnTo>
                    <a:pt x="296879" y="19273"/>
                  </a:lnTo>
                  <a:lnTo>
                    <a:pt x="306530" y="20077"/>
                  </a:lnTo>
                  <a:lnTo>
                    <a:pt x="327813" y="55178"/>
                  </a:lnTo>
                  <a:lnTo>
                    <a:pt x="328386" y="72403"/>
                  </a:lnTo>
                  <a:lnTo>
                    <a:pt x="328790" y="78830"/>
                  </a:lnTo>
                  <a:lnTo>
                    <a:pt x="329669" y="82177"/>
                  </a:lnTo>
                  <a:lnTo>
                    <a:pt x="331318" y="81200"/>
                  </a:lnTo>
                  <a:lnTo>
                    <a:pt x="333959" y="75177"/>
                  </a:lnTo>
                  <a:lnTo>
                    <a:pt x="337519" y="65481"/>
                  </a:lnTo>
                  <a:lnTo>
                    <a:pt x="341848" y="54008"/>
                  </a:lnTo>
                  <a:lnTo>
                    <a:pt x="363772" y="19327"/>
                  </a:lnTo>
                  <a:lnTo>
                    <a:pt x="377131" y="10742"/>
                  </a:lnTo>
                  <a:lnTo>
                    <a:pt x="384082" y="10742"/>
                  </a:lnTo>
                  <a:lnTo>
                    <a:pt x="407463" y="50236"/>
                  </a:lnTo>
                  <a:lnTo>
                    <a:pt x="413466" y="90047"/>
                  </a:lnTo>
                  <a:lnTo>
                    <a:pt x="414414" y="99841"/>
                  </a:lnTo>
                  <a:lnTo>
                    <a:pt x="415046" y="103633"/>
                  </a:lnTo>
                  <a:lnTo>
                    <a:pt x="415678" y="107424"/>
                  </a:lnTo>
                </a:path>
              </a:pathLst>
            </a:custGeom>
            <a:ln w="3666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1" name="object 7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645720" y="3142815"/>
              <a:ext cx="212971" cy="238880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878895" y="3216118"/>
              <a:ext cx="115026" cy="155152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9020452" y="3142824"/>
              <a:ext cx="24765" cy="238125"/>
            </a:xfrm>
            <a:custGeom>
              <a:avLst/>
              <a:gdLst/>
              <a:ahLst/>
              <a:cxnLst/>
              <a:rect l="l" t="t" r="r" b="b"/>
              <a:pathLst>
                <a:path w="24765" h="238125">
                  <a:moveTo>
                    <a:pt x="1895" y="7582"/>
                  </a:moveTo>
                  <a:lnTo>
                    <a:pt x="1263" y="3791"/>
                  </a:lnTo>
                  <a:lnTo>
                    <a:pt x="631" y="0"/>
                  </a:lnTo>
                  <a:lnTo>
                    <a:pt x="315" y="947"/>
                  </a:lnTo>
                  <a:lnTo>
                    <a:pt x="0" y="1895"/>
                  </a:lnTo>
                  <a:lnTo>
                    <a:pt x="0" y="7582"/>
                  </a:lnTo>
                  <a:lnTo>
                    <a:pt x="631" y="20537"/>
                  </a:lnTo>
                  <a:lnTo>
                    <a:pt x="1209" y="31501"/>
                  </a:lnTo>
                  <a:lnTo>
                    <a:pt x="1935" y="44510"/>
                  </a:lnTo>
                  <a:lnTo>
                    <a:pt x="2720" y="58881"/>
                  </a:lnTo>
                  <a:lnTo>
                    <a:pt x="4699" y="104383"/>
                  </a:lnTo>
                  <a:lnTo>
                    <a:pt x="6156" y="151465"/>
                  </a:lnTo>
                  <a:lnTo>
                    <a:pt x="7266" y="193364"/>
                  </a:lnTo>
                  <a:lnTo>
                    <a:pt x="7469" y="202956"/>
                  </a:lnTo>
                  <a:lnTo>
                    <a:pt x="7701" y="210386"/>
                  </a:lnTo>
                  <a:lnTo>
                    <a:pt x="17061" y="237598"/>
                  </a:lnTo>
                  <a:lnTo>
                    <a:pt x="18957" y="234438"/>
                  </a:lnTo>
                  <a:lnTo>
                    <a:pt x="20536" y="230963"/>
                  </a:lnTo>
                  <a:lnTo>
                    <a:pt x="22116" y="227487"/>
                  </a:lnTo>
                  <a:lnTo>
                    <a:pt x="23380" y="223696"/>
                  </a:lnTo>
                  <a:lnTo>
                    <a:pt x="24644" y="219904"/>
                  </a:lnTo>
                </a:path>
              </a:pathLst>
            </a:custGeom>
            <a:ln w="3666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8541973" y="3298274"/>
              <a:ext cx="6985" cy="81915"/>
            </a:xfrm>
            <a:custGeom>
              <a:avLst/>
              <a:gdLst/>
              <a:ahLst/>
              <a:cxnLst/>
              <a:rect l="l" t="t" r="r" b="b"/>
              <a:pathLst>
                <a:path w="6984" h="81914">
                  <a:moveTo>
                    <a:pt x="755" y="0"/>
                  </a:moveTo>
                  <a:lnTo>
                    <a:pt x="305" y="9957"/>
                  </a:lnTo>
                  <a:lnTo>
                    <a:pt x="4" y="19944"/>
                  </a:lnTo>
                  <a:lnTo>
                    <a:pt x="0" y="29991"/>
                  </a:lnTo>
                  <a:lnTo>
                    <a:pt x="439" y="40126"/>
                  </a:lnTo>
                  <a:lnTo>
                    <a:pt x="1421" y="50370"/>
                  </a:lnTo>
                  <a:lnTo>
                    <a:pt x="2848" y="60702"/>
                  </a:lnTo>
                  <a:lnTo>
                    <a:pt x="4571" y="71094"/>
                  </a:lnTo>
                  <a:lnTo>
                    <a:pt x="6442" y="81516"/>
                  </a:lnTo>
                </a:path>
              </a:pathLst>
            </a:custGeom>
            <a:ln w="3666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5" name="object 75"/>
          <p:cNvGrpSpPr/>
          <p:nvPr/>
        </p:nvGrpSpPr>
        <p:grpSpPr>
          <a:xfrm>
            <a:off x="5605981" y="3670461"/>
            <a:ext cx="528955" cy="306070"/>
            <a:chOff x="5605981" y="3670461"/>
            <a:chExt cx="528955" cy="306070"/>
          </a:xfrm>
        </p:grpSpPr>
        <p:sp>
          <p:nvSpPr>
            <p:cNvPr id="76" name="object 76"/>
            <p:cNvSpPr/>
            <p:nvPr/>
          </p:nvSpPr>
          <p:spPr>
            <a:xfrm>
              <a:off x="5624315" y="3737452"/>
              <a:ext cx="10795" cy="220979"/>
            </a:xfrm>
            <a:custGeom>
              <a:avLst/>
              <a:gdLst/>
              <a:ahLst/>
              <a:cxnLst/>
              <a:rect l="l" t="t" r="r" b="b"/>
              <a:pathLst>
                <a:path w="10795" h="220979">
                  <a:moveTo>
                    <a:pt x="10362" y="12006"/>
                  </a:moveTo>
                  <a:lnTo>
                    <a:pt x="8466" y="6951"/>
                  </a:lnTo>
                  <a:lnTo>
                    <a:pt x="6570" y="1895"/>
                  </a:lnTo>
                  <a:lnTo>
                    <a:pt x="5622" y="947"/>
                  </a:lnTo>
                  <a:lnTo>
                    <a:pt x="4674" y="0"/>
                  </a:lnTo>
                  <a:lnTo>
                    <a:pt x="4674" y="3159"/>
                  </a:lnTo>
                  <a:lnTo>
                    <a:pt x="3727" y="16429"/>
                  </a:lnTo>
                  <a:lnTo>
                    <a:pt x="928" y="58816"/>
                  </a:lnTo>
                  <a:lnTo>
                    <a:pt x="0" y="92777"/>
                  </a:lnTo>
                  <a:lnTo>
                    <a:pt x="133" y="109517"/>
                  </a:lnTo>
                  <a:lnTo>
                    <a:pt x="562" y="126080"/>
                  </a:lnTo>
                  <a:lnTo>
                    <a:pt x="1199" y="142495"/>
                  </a:lnTo>
                  <a:lnTo>
                    <a:pt x="1949" y="158668"/>
                  </a:lnTo>
                  <a:lnTo>
                    <a:pt x="2700" y="174012"/>
                  </a:lnTo>
                  <a:lnTo>
                    <a:pt x="3332" y="187815"/>
                  </a:lnTo>
                  <a:lnTo>
                    <a:pt x="3727" y="199367"/>
                  </a:lnTo>
                  <a:lnTo>
                    <a:pt x="4043" y="212953"/>
                  </a:lnTo>
                  <a:lnTo>
                    <a:pt x="3411" y="218641"/>
                  </a:lnTo>
                  <a:lnTo>
                    <a:pt x="3095" y="219589"/>
                  </a:lnTo>
                  <a:lnTo>
                    <a:pt x="2779" y="220536"/>
                  </a:lnTo>
                  <a:lnTo>
                    <a:pt x="2779" y="216745"/>
                  </a:lnTo>
                  <a:lnTo>
                    <a:pt x="2779" y="212321"/>
                  </a:lnTo>
                  <a:lnTo>
                    <a:pt x="2779" y="207898"/>
                  </a:lnTo>
                  <a:lnTo>
                    <a:pt x="2779" y="202843"/>
                  </a:lnTo>
                  <a:lnTo>
                    <a:pt x="2779" y="197788"/>
                  </a:lnTo>
                </a:path>
              </a:pathLst>
            </a:custGeom>
            <a:ln w="3666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5637447" y="3716072"/>
              <a:ext cx="139700" cy="223520"/>
            </a:xfrm>
            <a:custGeom>
              <a:avLst/>
              <a:gdLst/>
              <a:ahLst/>
              <a:cxnLst/>
              <a:rect l="l" t="t" r="r" b="b"/>
              <a:pathLst>
                <a:path w="139700" h="223520">
                  <a:moveTo>
                    <a:pt x="1021" y="42866"/>
                  </a:moveTo>
                  <a:lnTo>
                    <a:pt x="562" y="35337"/>
                  </a:lnTo>
                  <a:lnTo>
                    <a:pt x="192" y="28134"/>
                  </a:lnTo>
                  <a:lnTo>
                    <a:pt x="0" y="21583"/>
                  </a:lnTo>
                  <a:lnTo>
                    <a:pt x="74" y="16010"/>
                  </a:lnTo>
                  <a:lnTo>
                    <a:pt x="32908" y="0"/>
                  </a:lnTo>
                  <a:lnTo>
                    <a:pt x="44307" y="212"/>
                  </a:lnTo>
                  <a:lnTo>
                    <a:pt x="83762" y="7543"/>
                  </a:lnTo>
                  <a:lnTo>
                    <a:pt x="119228" y="26436"/>
                  </a:lnTo>
                  <a:lnTo>
                    <a:pt x="139489" y="63877"/>
                  </a:lnTo>
                  <a:lnTo>
                    <a:pt x="137998" y="74165"/>
                  </a:lnTo>
                  <a:lnTo>
                    <a:pt x="105998" y="115185"/>
                  </a:lnTo>
                  <a:lnTo>
                    <a:pt x="65911" y="141641"/>
                  </a:lnTo>
                  <a:lnTo>
                    <a:pt x="23889" y="160638"/>
                  </a:lnTo>
                  <a:lnTo>
                    <a:pt x="58644" y="192352"/>
                  </a:lnTo>
                  <a:lnTo>
                    <a:pt x="65284" y="200276"/>
                  </a:lnTo>
                  <a:lnTo>
                    <a:pt x="71480" y="207162"/>
                  </a:lnTo>
                  <a:lnTo>
                    <a:pt x="77132" y="212563"/>
                  </a:lnTo>
                  <a:lnTo>
                    <a:pt x="82341" y="216720"/>
                  </a:lnTo>
                  <a:lnTo>
                    <a:pt x="87253" y="220047"/>
                  </a:lnTo>
                  <a:lnTo>
                    <a:pt x="92017" y="222960"/>
                  </a:lnTo>
                </a:path>
              </a:pathLst>
            </a:custGeom>
            <a:ln w="3666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8" name="object 7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776704" y="3827200"/>
              <a:ext cx="101899" cy="124924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5907978" y="3688796"/>
              <a:ext cx="208279" cy="241935"/>
            </a:xfrm>
            <a:custGeom>
              <a:avLst/>
              <a:gdLst/>
              <a:ahLst/>
              <a:cxnLst/>
              <a:rect l="l" t="t" r="r" b="b"/>
              <a:pathLst>
                <a:path w="208279" h="241935">
                  <a:moveTo>
                    <a:pt x="71721" y="176303"/>
                  </a:moveTo>
                  <a:lnTo>
                    <a:pt x="44944" y="146050"/>
                  </a:lnTo>
                  <a:lnTo>
                    <a:pt x="38082" y="145527"/>
                  </a:lnTo>
                  <a:lnTo>
                    <a:pt x="31279" y="146603"/>
                  </a:lnTo>
                  <a:lnTo>
                    <a:pt x="2330" y="180449"/>
                  </a:lnTo>
                  <a:lnTo>
                    <a:pt x="0" y="197788"/>
                  </a:lnTo>
                  <a:lnTo>
                    <a:pt x="962" y="206822"/>
                  </a:lnTo>
                  <a:lnTo>
                    <a:pt x="23064" y="240125"/>
                  </a:lnTo>
                  <a:lnTo>
                    <a:pt x="31595" y="238862"/>
                  </a:lnTo>
                  <a:lnTo>
                    <a:pt x="63037" y="211650"/>
                  </a:lnTo>
                  <a:lnTo>
                    <a:pt x="76145" y="169351"/>
                  </a:lnTo>
                  <a:lnTo>
                    <a:pt x="76776" y="164296"/>
                  </a:lnTo>
                  <a:lnTo>
                    <a:pt x="76460" y="163348"/>
                  </a:lnTo>
                  <a:lnTo>
                    <a:pt x="76144" y="162401"/>
                  </a:lnTo>
                  <a:lnTo>
                    <a:pt x="74881" y="165560"/>
                  </a:lnTo>
                  <a:lnTo>
                    <a:pt x="74249" y="174091"/>
                  </a:lnTo>
                  <a:lnTo>
                    <a:pt x="73928" y="181378"/>
                  </a:lnTo>
                  <a:lnTo>
                    <a:pt x="74051" y="189968"/>
                  </a:lnTo>
                  <a:lnTo>
                    <a:pt x="86724" y="229985"/>
                  </a:lnTo>
                  <a:lnTo>
                    <a:pt x="104580" y="241389"/>
                  </a:lnTo>
                  <a:lnTo>
                    <a:pt x="113743" y="236966"/>
                  </a:lnTo>
                  <a:lnTo>
                    <a:pt x="144075" y="206634"/>
                  </a:lnTo>
                  <a:lnTo>
                    <a:pt x="162647" y="164158"/>
                  </a:lnTo>
                  <a:lnTo>
                    <a:pt x="171484" y="117732"/>
                  </a:lnTo>
                  <a:lnTo>
                    <a:pt x="172156" y="102779"/>
                  </a:lnTo>
                  <a:lnTo>
                    <a:pt x="171879" y="88151"/>
                  </a:lnTo>
                  <a:lnTo>
                    <a:pt x="166814" y="47852"/>
                  </a:lnTo>
                  <a:lnTo>
                    <a:pt x="153869" y="7582"/>
                  </a:lnTo>
                  <a:lnTo>
                    <a:pt x="148182" y="0"/>
                  </a:lnTo>
                  <a:lnTo>
                    <a:pt x="145655" y="0"/>
                  </a:lnTo>
                  <a:lnTo>
                    <a:pt x="143127" y="0"/>
                  </a:lnTo>
                  <a:lnTo>
                    <a:pt x="131891" y="38590"/>
                  </a:lnTo>
                  <a:lnTo>
                    <a:pt x="130513" y="67377"/>
                  </a:lnTo>
                  <a:lnTo>
                    <a:pt x="131081" y="83807"/>
                  </a:lnTo>
                  <a:lnTo>
                    <a:pt x="138171" y="134330"/>
                  </a:lnTo>
                  <a:lnTo>
                    <a:pt x="150078" y="177250"/>
                  </a:lnTo>
                  <a:lnTo>
                    <a:pt x="165876" y="221800"/>
                  </a:lnTo>
                  <a:lnTo>
                    <a:pt x="172195" y="230647"/>
                  </a:lnTo>
                  <a:lnTo>
                    <a:pt x="175354" y="233806"/>
                  </a:lnTo>
                  <a:lnTo>
                    <a:pt x="205054" y="213585"/>
                  </a:lnTo>
                  <a:lnTo>
                    <a:pt x="208214" y="206634"/>
                  </a:lnTo>
                </a:path>
              </a:pathLst>
            </a:custGeom>
            <a:ln w="3666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0" name="object 80"/>
          <p:cNvGrpSpPr/>
          <p:nvPr/>
        </p:nvGrpSpPr>
        <p:grpSpPr>
          <a:xfrm>
            <a:off x="6198332" y="3664773"/>
            <a:ext cx="713740" cy="236854"/>
            <a:chOff x="6198332" y="3664773"/>
            <a:chExt cx="713740" cy="236854"/>
          </a:xfrm>
        </p:grpSpPr>
        <p:sp>
          <p:nvSpPr>
            <p:cNvPr id="81" name="object 81"/>
            <p:cNvSpPr/>
            <p:nvPr/>
          </p:nvSpPr>
          <p:spPr>
            <a:xfrm>
              <a:off x="6216666" y="3836663"/>
              <a:ext cx="85725" cy="9525"/>
            </a:xfrm>
            <a:custGeom>
              <a:avLst/>
              <a:gdLst/>
              <a:ahLst/>
              <a:cxnLst/>
              <a:rect l="l" t="t" r="r" b="b"/>
              <a:pathLst>
                <a:path w="85725" h="9525">
                  <a:moveTo>
                    <a:pt x="0" y="9478"/>
                  </a:moveTo>
                  <a:lnTo>
                    <a:pt x="38877" y="2976"/>
                  </a:lnTo>
                  <a:lnTo>
                    <a:pt x="68843" y="952"/>
                  </a:lnTo>
                  <a:lnTo>
                    <a:pt x="85307" y="0"/>
                  </a:lnTo>
                </a:path>
              </a:pathLst>
            </a:custGeom>
            <a:ln w="3666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2" name="object 8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351886" y="3664773"/>
              <a:ext cx="383587" cy="236352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754690" y="3724173"/>
              <a:ext cx="157087" cy="158637"/>
            </a:xfrm>
            <a:prstGeom prst="rect">
              <a:avLst/>
            </a:prstGeom>
          </p:spPr>
        </p:pic>
      </p:grpSp>
      <p:grpSp>
        <p:nvGrpSpPr>
          <p:cNvPr id="84" name="object 84"/>
          <p:cNvGrpSpPr/>
          <p:nvPr/>
        </p:nvGrpSpPr>
        <p:grpSpPr>
          <a:xfrm>
            <a:off x="7013496" y="3561140"/>
            <a:ext cx="863600" cy="309880"/>
            <a:chOff x="7013496" y="3561140"/>
            <a:chExt cx="863600" cy="309880"/>
          </a:xfrm>
        </p:grpSpPr>
        <p:sp>
          <p:nvSpPr>
            <p:cNvPr id="85" name="object 85"/>
            <p:cNvSpPr/>
            <p:nvPr/>
          </p:nvSpPr>
          <p:spPr>
            <a:xfrm>
              <a:off x="7102604" y="3609807"/>
              <a:ext cx="20320" cy="243204"/>
            </a:xfrm>
            <a:custGeom>
              <a:avLst/>
              <a:gdLst/>
              <a:ahLst/>
              <a:cxnLst/>
              <a:rect l="l" t="t" r="r" b="b"/>
              <a:pathLst>
                <a:path w="20320" h="243204">
                  <a:moveTo>
                    <a:pt x="1263" y="12638"/>
                  </a:moveTo>
                  <a:lnTo>
                    <a:pt x="1263" y="6951"/>
                  </a:lnTo>
                  <a:lnTo>
                    <a:pt x="1263" y="1263"/>
                  </a:lnTo>
                  <a:lnTo>
                    <a:pt x="947" y="631"/>
                  </a:lnTo>
                  <a:lnTo>
                    <a:pt x="631" y="0"/>
                  </a:lnTo>
                  <a:lnTo>
                    <a:pt x="0" y="4423"/>
                  </a:lnTo>
                  <a:lnTo>
                    <a:pt x="0" y="17377"/>
                  </a:lnTo>
                  <a:lnTo>
                    <a:pt x="1066" y="57054"/>
                  </a:lnTo>
                  <a:lnTo>
                    <a:pt x="4225" y="103751"/>
                  </a:lnTo>
                  <a:lnTo>
                    <a:pt x="8970" y="152068"/>
                  </a:lnTo>
                  <a:lnTo>
                    <a:pt x="13902" y="197787"/>
                  </a:lnTo>
                  <a:lnTo>
                    <a:pt x="18957" y="239494"/>
                  </a:lnTo>
                  <a:lnTo>
                    <a:pt x="19589" y="242653"/>
                  </a:lnTo>
                  <a:lnTo>
                    <a:pt x="19905" y="242653"/>
                  </a:lnTo>
                  <a:lnTo>
                    <a:pt x="20220" y="242653"/>
                  </a:lnTo>
                  <a:lnTo>
                    <a:pt x="20220" y="239494"/>
                  </a:lnTo>
                  <a:lnTo>
                    <a:pt x="19273" y="233806"/>
                  </a:lnTo>
                  <a:lnTo>
                    <a:pt x="18325" y="228119"/>
                  </a:lnTo>
                  <a:lnTo>
                    <a:pt x="16429" y="219904"/>
                  </a:lnTo>
                  <a:lnTo>
                    <a:pt x="14534" y="211689"/>
                  </a:lnTo>
                </a:path>
              </a:pathLst>
            </a:custGeom>
            <a:ln w="3666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6" name="object 8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013496" y="3681835"/>
              <a:ext cx="219922" cy="70792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7201183" y="3602856"/>
              <a:ext cx="96520" cy="219710"/>
            </a:xfrm>
            <a:custGeom>
              <a:avLst/>
              <a:gdLst/>
              <a:ahLst/>
              <a:cxnLst/>
              <a:rect l="l" t="t" r="r" b="b"/>
              <a:pathLst>
                <a:path w="96520" h="219710">
                  <a:moveTo>
                    <a:pt x="1263" y="13902"/>
                  </a:moveTo>
                  <a:lnTo>
                    <a:pt x="1263" y="8214"/>
                  </a:lnTo>
                  <a:lnTo>
                    <a:pt x="1263" y="2527"/>
                  </a:lnTo>
                  <a:lnTo>
                    <a:pt x="947" y="1263"/>
                  </a:lnTo>
                  <a:lnTo>
                    <a:pt x="631" y="0"/>
                  </a:lnTo>
                  <a:lnTo>
                    <a:pt x="0" y="3159"/>
                  </a:lnTo>
                  <a:lnTo>
                    <a:pt x="315" y="13586"/>
                  </a:lnTo>
                  <a:lnTo>
                    <a:pt x="4423" y="61611"/>
                  </a:lnTo>
                  <a:lnTo>
                    <a:pt x="8846" y="92930"/>
                  </a:lnTo>
                  <a:lnTo>
                    <a:pt x="11177" y="109463"/>
                  </a:lnTo>
                  <a:lnTo>
                    <a:pt x="16192" y="159675"/>
                  </a:lnTo>
                  <a:lnTo>
                    <a:pt x="18325" y="199683"/>
                  </a:lnTo>
                  <a:lnTo>
                    <a:pt x="18325" y="203475"/>
                  </a:lnTo>
                  <a:lnTo>
                    <a:pt x="18009" y="207898"/>
                  </a:lnTo>
                  <a:lnTo>
                    <a:pt x="17693" y="212321"/>
                  </a:lnTo>
                  <a:lnTo>
                    <a:pt x="17061" y="217377"/>
                  </a:lnTo>
                  <a:lnTo>
                    <a:pt x="16745" y="218325"/>
                  </a:lnTo>
                  <a:lnTo>
                    <a:pt x="16429" y="219273"/>
                  </a:lnTo>
                  <a:lnTo>
                    <a:pt x="16429" y="216113"/>
                  </a:lnTo>
                  <a:lnTo>
                    <a:pt x="15797" y="205370"/>
                  </a:lnTo>
                  <a:lnTo>
                    <a:pt x="15259" y="196035"/>
                  </a:lnTo>
                  <a:lnTo>
                    <a:pt x="14810" y="184715"/>
                  </a:lnTo>
                  <a:lnTo>
                    <a:pt x="14775" y="172269"/>
                  </a:lnTo>
                  <a:lnTo>
                    <a:pt x="15481" y="159557"/>
                  </a:lnTo>
                  <a:lnTo>
                    <a:pt x="30015" y="117219"/>
                  </a:lnTo>
                  <a:lnTo>
                    <a:pt x="61611" y="100789"/>
                  </a:lnTo>
                  <a:lnTo>
                    <a:pt x="69006" y="101554"/>
                  </a:lnTo>
                  <a:lnTo>
                    <a:pt x="91745" y="133886"/>
                  </a:lnTo>
                  <a:lnTo>
                    <a:pt x="95892" y="176855"/>
                  </a:lnTo>
                  <a:lnTo>
                    <a:pt x="96030" y="187351"/>
                  </a:lnTo>
                  <a:lnTo>
                    <a:pt x="96050" y="197787"/>
                  </a:lnTo>
                </a:path>
              </a:pathLst>
            </a:custGeom>
            <a:ln w="3666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8" name="object 8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322500" y="3678044"/>
              <a:ext cx="249623" cy="167474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7607027" y="3579474"/>
              <a:ext cx="251460" cy="229870"/>
            </a:xfrm>
            <a:custGeom>
              <a:avLst/>
              <a:gdLst/>
              <a:ahLst/>
              <a:cxnLst/>
              <a:rect l="l" t="t" r="r" b="b"/>
              <a:pathLst>
                <a:path w="251459" h="229870">
                  <a:moveTo>
                    <a:pt x="76934" y="147235"/>
                  </a:moveTo>
                  <a:lnTo>
                    <a:pt x="76934" y="140916"/>
                  </a:lnTo>
                  <a:lnTo>
                    <a:pt x="76934" y="134597"/>
                  </a:lnTo>
                  <a:lnTo>
                    <a:pt x="73775" y="129541"/>
                  </a:lnTo>
                  <a:lnTo>
                    <a:pt x="70615" y="124486"/>
                  </a:lnTo>
                  <a:lnTo>
                    <a:pt x="64296" y="120694"/>
                  </a:lnTo>
                  <a:lnTo>
                    <a:pt x="55133" y="119746"/>
                  </a:lnTo>
                  <a:lnTo>
                    <a:pt x="47807" y="119628"/>
                  </a:lnTo>
                  <a:lnTo>
                    <a:pt x="39889" y="120931"/>
                  </a:lnTo>
                  <a:lnTo>
                    <a:pt x="6531" y="156017"/>
                  </a:lnTo>
                  <a:lnTo>
                    <a:pt x="0" y="184715"/>
                  </a:lnTo>
                  <a:lnTo>
                    <a:pt x="335" y="192984"/>
                  </a:lnTo>
                  <a:lnTo>
                    <a:pt x="21800" y="226880"/>
                  </a:lnTo>
                  <a:lnTo>
                    <a:pt x="34043" y="229339"/>
                  </a:lnTo>
                  <a:lnTo>
                    <a:pt x="40284" y="228435"/>
                  </a:lnTo>
                  <a:lnTo>
                    <a:pt x="68098" y="199194"/>
                  </a:lnTo>
                  <a:lnTo>
                    <a:pt x="82488" y="159907"/>
                  </a:lnTo>
                  <a:lnTo>
                    <a:pt x="85781" y="136492"/>
                  </a:lnTo>
                  <a:lnTo>
                    <a:pt x="85149" y="133333"/>
                  </a:lnTo>
                  <a:lnTo>
                    <a:pt x="83885" y="133333"/>
                  </a:lnTo>
                  <a:lnTo>
                    <a:pt x="82621" y="133333"/>
                  </a:lnTo>
                  <a:lnTo>
                    <a:pt x="80726" y="136492"/>
                  </a:lnTo>
                  <a:lnTo>
                    <a:pt x="79778" y="146603"/>
                  </a:lnTo>
                  <a:lnTo>
                    <a:pt x="79275" y="155326"/>
                  </a:lnTo>
                  <a:lnTo>
                    <a:pt x="79304" y="165679"/>
                  </a:lnTo>
                  <a:lnTo>
                    <a:pt x="87835" y="205054"/>
                  </a:lnTo>
                  <a:lnTo>
                    <a:pt x="111057" y="224960"/>
                  </a:lnTo>
                  <a:lnTo>
                    <a:pt x="118640" y="224644"/>
                  </a:lnTo>
                  <a:lnTo>
                    <a:pt x="126223" y="224328"/>
                  </a:lnTo>
                  <a:lnTo>
                    <a:pt x="153371" y="190318"/>
                  </a:lnTo>
                  <a:lnTo>
                    <a:pt x="160979" y="151105"/>
                  </a:lnTo>
                  <a:lnTo>
                    <a:pt x="164341" y="100320"/>
                  </a:lnTo>
                  <a:lnTo>
                    <a:pt x="165718" y="50868"/>
                  </a:lnTo>
                  <a:lnTo>
                    <a:pt x="165955" y="29067"/>
                  </a:lnTo>
                  <a:lnTo>
                    <a:pt x="165895" y="21277"/>
                  </a:lnTo>
                  <a:lnTo>
                    <a:pt x="164138" y="0"/>
                  </a:lnTo>
                  <a:lnTo>
                    <a:pt x="164138" y="4423"/>
                  </a:lnTo>
                  <a:lnTo>
                    <a:pt x="163822" y="17061"/>
                  </a:lnTo>
                  <a:lnTo>
                    <a:pt x="163551" y="27986"/>
                  </a:lnTo>
                  <a:lnTo>
                    <a:pt x="163309" y="41429"/>
                  </a:lnTo>
                  <a:lnTo>
                    <a:pt x="163245" y="56827"/>
                  </a:lnTo>
                  <a:lnTo>
                    <a:pt x="163506" y="73617"/>
                  </a:lnTo>
                  <a:lnTo>
                    <a:pt x="166527" y="126313"/>
                  </a:lnTo>
                  <a:lnTo>
                    <a:pt x="171089" y="169904"/>
                  </a:lnTo>
                  <a:lnTo>
                    <a:pt x="184359" y="206911"/>
                  </a:lnTo>
                  <a:lnTo>
                    <a:pt x="201421" y="221168"/>
                  </a:lnTo>
                  <a:lnTo>
                    <a:pt x="208372" y="221168"/>
                  </a:lnTo>
                  <a:lnTo>
                    <a:pt x="240283" y="195260"/>
                  </a:lnTo>
                  <a:lnTo>
                    <a:pt x="249392" y="177576"/>
                  </a:lnTo>
                  <a:lnTo>
                    <a:pt x="251342" y="171879"/>
                  </a:lnTo>
                </a:path>
              </a:pathLst>
            </a:custGeom>
            <a:ln w="3666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7701024" y="3637611"/>
              <a:ext cx="128905" cy="17145"/>
            </a:xfrm>
            <a:custGeom>
              <a:avLst/>
              <a:gdLst/>
              <a:ahLst/>
              <a:cxnLst/>
              <a:rect l="l" t="t" r="r" b="b"/>
              <a:pathLst>
                <a:path w="128904" h="17145">
                  <a:moveTo>
                    <a:pt x="0" y="17061"/>
                  </a:moveTo>
                  <a:lnTo>
                    <a:pt x="43967" y="9365"/>
                  </a:lnTo>
                  <a:lnTo>
                    <a:pt x="57820" y="9162"/>
                  </a:lnTo>
                  <a:lnTo>
                    <a:pt x="72615" y="8871"/>
                  </a:lnTo>
                  <a:lnTo>
                    <a:pt x="111848" y="7582"/>
                  </a:lnTo>
                  <a:lnTo>
                    <a:pt x="128278" y="3791"/>
                  </a:lnTo>
                  <a:lnTo>
                    <a:pt x="125750" y="1895"/>
                  </a:lnTo>
                  <a:lnTo>
                    <a:pt x="123222" y="0"/>
                  </a:lnTo>
                </a:path>
              </a:pathLst>
            </a:custGeom>
            <a:ln w="3666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1" name="object 91"/>
          <p:cNvGrpSpPr/>
          <p:nvPr/>
        </p:nvGrpSpPr>
        <p:grpSpPr>
          <a:xfrm>
            <a:off x="5568949" y="4167775"/>
            <a:ext cx="793115" cy="288925"/>
            <a:chOff x="5568949" y="4167775"/>
            <a:chExt cx="793115" cy="288925"/>
          </a:xfrm>
        </p:grpSpPr>
        <p:sp>
          <p:nvSpPr>
            <p:cNvPr id="92" name="object 92"/>
            <p:cNvSpPr/>
            <p:nvPr/>
          </p:nvSpPr>
          <p:spPr>
            <a:xfrm>
              <a:off x="5587284" y="4188636"/>
              <a:ext cx="121920" cy="250190"/>
            </a:xfrm>
            <a:custGeom>
              <a:avLst/>
              <a:gdLst/>
              <a:ahLst/>
              <a:cxnLst/>
              <a:rect l="l" t="t" r="r" b="b"/>
              <a:pathLst>
                <a:path w="121920" h="250189">
                  <a:moveTo>
                    <a:pt x="89099" y="15797"/>
                  </a:moveTo>
                  <a:lnTo>
                    <a:pt x="90363" y="10742"/>
                  </a:lnTo>
                  <a:lnTo>
                    <a:pt x="91626" y="5687"/>
                  </a:lnTo>
                  <a:lnTo>
                    <a:pt x="91626" y="5055"/>
                  </a:lnTo>
                  <a:lnTo>
                    <a:pt x="91626" y="4423"/>
                  </a:lnTo>
                  <a:lnTo>
                    <a:pt x="90363" y="8214"/>
                  </a:lnTo>
                  <a:lnTo>
                    <a:pt x="86571" y="20537"/>
                  </a:lnTo>
                  <a:lnTo>
                    <a:pt x="83268" y="31264"/>
                  </a:lnTo>
                  <a:lnTo>
                    <a:pt x="68562" y="75829"/>
                  </a:lnTo>
                  <a:lnTo>
                    <a:pt x="48790" y="126925"/>
                  </a:lnTo>
                  <a:lnTo>
                    <a:pt x="27882" y="177013"/>
                  </a:lnTo>
                  <a:lnTo>
                    <a:pt x="21711" y="191794"/>
                  </a:lnTo>
                  <a:lnTo>
                    <a:pt x="6476" y="231353"/>
                  </a:lnTo>
                  <a:lnTo>
                    <a:pt x="4423" y="237282"/>
                  </a:lnTo>
                  <a:lnTo>
                    <a:pt x="1895" y="244549"/>
                  </a:lnTo>
                  <a:lnTo>
                    <a:pt x="0" y="249604"/>
                  </a:lnTo>
                  <a:lnTo>
                    <a:pt x="315" y="249604"/>
                  </a:lnTo>
                  <a:lnTo>
                    <a:pt x="631" y="249604"/>
                  </a:lnTo>
                  <a:lnTo>
                    <a:pt x="16350" y="206318"/>
                  </a:lnTo>
                  <a:lnTo>
                    <a:pt x="31166" y="160125"/>
                  </a:lnTo>
                  <a:lnTo>
                    <a:pt x="36137" y="144668"/>
                  </a:lnTo>
                  <a:lnTo>
                    <a:pt x="52646" y="97452"/>
                  </a:lnTo>
                  <a:lnTo>
                    <a:pt x="70773" y="52132"/>
                  </a:lnTo>
                  <a:lnTo>
                    <a:pt x="88783" y="11690"/>
                  </a:lnTo>
                  <a:lnTo>
                    <a:pt x="94786" y="0"/>
                  </a:lnTo>
                  <a:lnTo>
                    <a:pt x="96366" y="947"/>
                  </a:lnTo>
                  <a:lnTo>
                    <a:pt x="97946" y="1895"/>
                  </a:lnTo>
                  <a:lnTo>
                    <a:pt x="103584" y="48701"/>
                  </a:lnTo>
                  <a:lnTo>
                    <a:pt x="104897" y="61927"/>
                  </a:lnTo>
                  <a:lnTo>
                    <a:pt x="106417" y="76100"/>
                  </a:lnTo>
                  <a:lnTo>
                    <a:pt x="108056" y="90955"/>
                  </a:lnTo>
                  <a:lnTo>
                    <a:pt x="109695" y="106225"/>
                  </a:lnTo>
                  <a:lnTo>
                    <a:pt x="113625" y="151698"/>
                  </a:lnTo>
                  <a:lnTo>
                    <a:pt x="115985" y="189247"/>
                  </a:lnTo>
                  <a:lnTo>
                    <a:pt x="116587" y="198814"/>
                  </a:lnTo>
                  <a:lnTo>
                    <a:pt x="121326" y="232543"/>
                  </a:lnTo>
                  <a:lnTo>
                    <a:pt x="121326" y="229383"/>
                  </a:lnTo>
                  <a:lnTo>
                    <a:pt x="121010" y="226540"/>
                  </a:lnTo>
                  <a:lnTo>
                    <a:pt x="120694" y="223696"/>
                  </a:lnTo>
                  <a:lnTo>
                    <a:pt x="120063" y="221168"/>
                  </a:lnTo>
                  <a:lnTo>
                    <a:pt x="119431" y="218641"/>
                  </a:lnTo>
                </a:path>
              </a:pathLst>
            </a:custGeom>
            <a:ln w="3666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5638468" y="4346615"/>
              <a:ext cx="47625" cy="7620"/>
            </a:xfrm>
            <a:custGeom>
              <a:avLst/>
              <a:gdLst/>
              <a:ahLst/>
              <a:cxnLst/>
              <a:rect l="l" t="t" r="r" b="b"/>
              <a:pathLst>
                <a:path w="47625" h="7620">
                  <a:moveTo>
                    <a:pt x="0" y="7582"/>
                  </a:moveTo>
                  <a:lnTo>
                    <a:pt x="11848" y="5687"/>
                  </a:lnTo>
                  <a:lnTo>
                    <a:pt x="23696" y="3791"/>
                  </a:lnTo>
                  <a:lnTo>
                    <a:pt x="35544" y="1895"/>
                  </a:lnTo>
                  <a:lnTo>
                    <a:pt x="47393" y="0"/>
                  </a:lnTo>
                </a:path>
              </a:pathLst>
            </a:custGeom>
            <a:ln w="3666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5767694" y="4186109"/>
              <a:ext cx="265430" cy="232410"/>
            </a:xfrm>
            <a:custGeom>
              <a:avLst/>
              <a:gdLst/>
              <a:ahLst/>
              <a:cxnLst/>
              <a:rect l="l" t="t" r="r" b="b"/>
              <a:pathLst>
                <a:path w="265429" h="232410">
                  <a:moveTo>
                    <a:pt x="88783" y="152922"/>
                  </a:moveTo>
                  <a:lnTo>
                    <a:pt x="88783" y="145339"/>
                  </a:lnTo>
                  <a:lnTo>
                    <a:pt x="88783" y="137756"/>
                  </a:lnTo>
                  <a:lnTo>
                    <a:pt x="86572" y="131121"/>
                  </a:lnTo>
                  <a:lnTo>
                    <a:pt x="48706" y="110115"/>
                  </a:lnTo>
                  <a:lnTo>
                    <a:pt x="10742" y="140284"/>
                  </a:lnTo>
                  <a:lnTo>
                    <a:pt x="0" y="188941"/>
                  </a:lnTo>
                  <a:lnTo>
                    <a:pt x="987" y="199599"/>
                  </a:lnTo>
                  <a:lnTo>
                    <a:pt x="24723" y="230568"/>
                  </a:lnTo>
                  <a:lnTo>
                    <a:pt x="39810" y="232227"/>
                  </a:lnTo>
                  <a:lnTo>
                    <a:pt x="47684" y="230701"/>
                  </a:lnTo>
                  <a:lnTo>
                    <a:pt x="79719" y="203993"/>
                  </a:lnTo>
                  <a:lnTo>
                    <a:pt x="100157" y="162716"/>
                  </a:lnTo>
                  <a:lnTo>
                    <a:pt x="110199" y="115175"/>
                  </a:lnTo>
                  <a:lnTo>
                    <a:pt x="112164" y="70260"/>
                  </a:lnTo>
                  <a:lnTo>
                    <a:pt x="108649" y="26856"/>
                  </a:lnTo>
                  <a:lnTo>
                    <a:pt x="98894" y="0"/>
                  </a:lnTo>
                  <a:lnTo>
                    <a:pt x="95734" y="631"/>
                  </a:lnTo>
                  <a:lnTo>
                    <a:pt x="89099" y="49920"/>
                  </a:lnTo>
                  <a:lnTo>
                    <a:pt x="93142" y="99995"/>
                  </a:lnTo>
                  <a:lnTo>
                    <a:pt x="102330" y="151974"/>
                  </a:lnTo>
                  <a:lnTo>
                    <a:pt x="115264" y="191266"/>
                  </a:lnTo>
                  <a:lnTo>
                    <a:pt x="150142" y="208994"/>
                  </a:lnTo>
                  <a:lnTo>
                    <a:pt x="177250" y="171563"/>
                  </a:lnTo>
                  <a:lnTo>
                    <a:pt x="186097" y="130489"/>
                  </a:lnTo>
                  <a:lnTo>
                    <a:pt x="198266" y="167875"/>
                  </a:lnTo>
                  <a:lnTo>
                    <a:pt x="224644" y="207266"/>
                  </a:lnTo>
                  <a:lnTo>
                    <a:pt x="243601" y="217377"/>
                  </a:lnTo>
                  <a:lnTo>
                    <a:pt x="246129" y="216113"/>
                  </a:lnTo>
                  <a:lnTo>
                    <a:pt x="257933" y="178124"/>
                  </a:lnTo>
                  <a:lnTo>
                    <a:pt x="263032" y="137243"/>
                  </a:lnTo>
                  <a:lnTo>
                    <a:pt x="264118" y="121578"/>
                  </a:lnTo>
                  <a:lnTo>
                    <a:pt x="265086" y="105528"/>
                  </a:lnTo>
                </a:path>
              </a:pathLst>
            </a:custGeom>
            <a:ln w="3666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6091386" y="4273312"/>
              <a:ext cx="252729" cy="115570"/>
            </a:xfrm>
            <a:custGeom>
              <a:avLst/>
              <a:gdLst/>
              <a:ahLst/>
              <a:cxnLst/>
              <a:rect l="l" t="t" r="r" b="b"/>
              <a:pathLst>
                <a:path w="252729" h="115570">
                  <a:moveTo>
                    <a:pt x="75992" y="41074"/>
                  </a:moveTo>
                  <a:lnTo>
                    <a:pt x="78519" y="34755"/>
                  </a:lnTo>
                  <a:lnTo>
                    <a:pt x="81047" y="28436"/>
                  </a:lnTo>
                  <a:lnTo>
                    <a:pt x="79151" y="22432"/>
                  </a:lnTo>
                  <a:lnTo>
                    <a:pt x="77255" y="16429"/>
                  </a:lnTo>
                  <a:lnTo>
                    <a:pt x="70936" y="10742"/>
                  </a:lnTo>
                  <a:lnTo>
                    <a:pt x="61142" y="8214"/>
                  </a:lnTo>
                  <a:lnTo>
                    <a:pt x="53238" y="6955"/>
                  </a:lnTo>
                  <a:lnTo>
                    <a:pt x="44593" y="7148"/>
                  </a:lnTo>
                  <a:lnTo>
                    <a:pt x="7963" y="36013"/>
                  </a:lnTo>
                  <a:lnTo>
                    <a:pt x="0" y="77275"/>
                  </a:lnTo>
                  <a:lnTo>
                    <a:pt x="1110" y="86255"/>
                  </a:lnTo>
                  <a:lnTo>
                    <a:pt x="27334" y="115007"/>
                  </a:lnTo>
                  <a:lnTo>
                    <a:pt x="35549" y="112479"/>
                  </a:lnTo>
                  <a:lnTo>
                    <a:pt x="65540" y="79423"/>
                  </a:lnTo>
                  <a:lnTo>
                    <a:pt x="77887" y="36018"/>
                  </a:lnTo>
                  <a:lnTo>
                    <a:pt x="77887" y="32859"/>
                  </a:lnTo>
                  <a:lnTo>
                    <a:pt x="77887" y="29383"/>
                  </a:lnTo>
                  <a:lnTo>
                    <a:pt x="77887" y="25908"/>
                  </a:lnTo>
                  <a:lnTo>
                    <a:pt x="77887" y="22116"/>
                  </a:lnTo>
                  <a:lnTo>
                    <a:pt x="76939" y="22748"/>
                  </a:lnTo>
                  <a:lnTo>
                    <a:pt x="75991" y="23380"/>
                  </a:lnTo>
                  <a:lnTo>
                    <a:pt x="74096" y="28435"/>
                  </a:lnTo>
                  <a:lnTo>
                    <a:pt x="73780" y="38862"/>
                  </a:lnTo>
                  <a:lnTo>
                    <a:pt x="73864" y="47561"/>
                  </a:lnTo>
                  <a:lnTo>
                    <a:pt x="83012" y="87193"/>
                  </a:lnTo>
                  <a:lnTo>
                    <a:pt x="110233" y="110979"/>
                  </a:lnTo>
                  <a:lnTo>
                    <a:pt x="116202" y="110564"/>
                  </a:lnTo>
                  <a:lnTo>
                    <a:pt x="146766" y="83412"/>
                  </a:lnTo>
                  <a:lnTo>
                    <a:pt x="157824" y="42654"/>
                  </a:lnTo>
                  <a:lnTo>
                    <a:pt x="157508" y="2527"/>
                  </a:lnTo>
                  <a:lnTo>
                    <a:pt x="155612" y="0"/>
                  </a:lnTo>
                  <a:lnTo>
                    <a:pt x="154664" y="1579"/>
                  </a:lnTo>
                  <a:lnTo>
                    <a:pt x="158535" y="43088"/>
                  </a:lnTo>
                  <a:lnTo>
                    <a:pt x="163738" y="74683"/>
                  </a:lnTo>
                  <a:lnTo>
                    <a:pt x="164933" y="81990"/>
                  </a:lnTo>
                  <a:lnTo>
                    <a:pt x="165891" y="88112"/>
                  </a:lnTo>
                  <a:lnTo>
                    <a:pt x="166671" y="93522"/>
                  </a:lnTo>
                  <a:lnTo>
                    <a:pt x="167619" y="100473"/>
                  </a:lnTo>
                  <a:lnTo>
                    <a:pt x="168251" y="106792"/>
                  </a:lnTo>
                  <a:lnTo>
                    <a:pt x="168251" y="107424"/>
                  </a:lnTo>
                  <a:lnTo>
                    <a:pt x="168251" y="108056"/>
                  </a:lnTo>
                  <a:lnTo>
                    <a:pt x="174792" y="60663"/>
                  </a:lnTo>
                  <a:lnTo>
                    <a:pt x="190841" y="23212"/>
                  </a:lnTo>
                  <a:lnTo>
                    <a:pt x="209325" y="8846"/>
                  </a:lnTo>
                  <a:lnTo>
                    <a:pt x="217540" y="12006"/>
                  </a:lnTo>
                  <a:lnTo>
                    <a:pt x="245122" y="42565"/>
                  </a:lnTo>
                  <a:lnTo>
                    <a:pt x="252295" y="78356"/>
                  </a:lnTo>
                  <a:lnTo>
                    <a:pt x="252295" y="85307"/>
                  </a:lnTo>
                  <a:lnTo>
                    <a:pt x="251663" y="91311"/>
                  </a:lnTo>
                  <a:lnTo>
                    <a:pt x="251031" y="97314"/>
                  </a:lnTo>
                  <a:lnTo>
                    <a:pt x="249767" y="102369"/>
                  </a:lnTo>
                  <a:lnTo>
                    <a:pt x="248819" y="104265"/>
                  </a:lnTo>
                  <a:lnTo>
                    <a:pt x="247871" y="106160"/>
                  </a:lnTo>
                  <a:lnTo>
                    <a:pt x="247239" y="104897"/>
                  </a:lnTo>
                  <a:lnTo>
                    <a:pt x="246607" y="103633"/>
                  </a:lnTo>
                </a:path>
              </a:pathLst>
            </a:custGeom>
            <a:ln w="3666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96" name="object 96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7654253" y="3516907"/>
            <a:ext cx="1833822" cy="1197489"/>
          </a:xfrm>
          <a:prstGeom prst="rect">
            <a:avLst/>
          </a:prstGeom>
        </p:spPr>
      </p:pic>
      <p:grpSp>
        <p:nvGrpSpPr>
          <p:cNvPr id="97" name="object 97"/>
          <p:cNvGrpSpPr/>
          <p:nvPr/>
        </p:nvGrpSpPr>
        <p:grpSpPr>
          <a:xfrm>
            <a:off x="6378743" y="4103319"/>
            <a:ext cx="452120" cy="318770"/>
            <a:chOff x="6378743" y="4103319"/>
            <a:chExt cx="452120" cy="318770"/>
          </a:xfrm>
        </p:grpSpPr>
        <p:pic>
          <p:nvPicPr>
            <p:cNvPr id="98" name="object 9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378743" y="4244867"/>
              <a:ext cx="250569" cy="156416"/>
            </a:xfrm>
            <a:prstGeom prst="rect">
              <a:avLst/>
            </a:prstGeom>
          </p:spPr>
        </p:pic>
        <p:sp>
          <p:nvSpPr>
            <p:cNvPr id="99" name="object 99"/>
            <p:cNvSpPr/>
            <p:nvPr/>
          </p:nvSpPr>
          <p:spPr>
            <a:xfrm>
              <a:off x="6656184" y="4121654"/>
              <a:ext cx="156210" cy="281940"/>
            </a:xfrm>
            <a:custGeom>
              <a:avLst/>
              <a:gdLst/>
              <a:ahLst/>
              <a:cxnLst/>
              <a:rect l="l" t="t" r="r" b="b"/>
              <a:pathLst>
                <a:path w="156209" h="281939">
                  <a:moveTo>
                    <a:pt x="89390" y="183254"/>
                  </a:moveTo>
                  <a:lnTo>
                    <a:pt x="66286" y="149604"/>
                  </a:lnTo>
                  <a:lnTo>
                    <a:pt x="26199" y="144391"/>
                  </a:lnTo>
                  <a:lnTo>
                    <a:pt x="4398" y="180726"/>
                  </a:lnTo>
                  <a:lnTo>
                    <a:pt x="0" y="219025"/>
                  </a:lnTo>
                  <a:lnTo>
                    <a:pt x="923" y="230015"/>
                  </a:lnTo>
                  <a:lnTo>
                    <a:pt x="25567" y="259715"/>
                  </a:lnTo>
                  <a:lnTo>
                    <a:pt x="58663" y="238654"/>
                  </a:lnTo>
                  <a:lnTo>
                    <a:pt x="79279" y="199999"/>
                  </a:lnTo>
                  <a:lnTo>
                    <a:pt x="93631" y="152413"/>
                  </a:lnTo>
                  <a:lnTo>
                    <a:pt x="100212" y="102922"/>
                  </a:lnTo>
                  <a:lnTo>
                    <a:pt x="99363" y="56669"/>
                  </a:lnTo>
                  <a:lnTo>
                    <a:pt x="90654" y="9478"/>
                  </a:lnTo>
                  <a:lnTo>
                    <a:pt x="82439" y="0"/>
                  </a:lnTo>
                  <a:lnTo>
                    <a:pt x="79279" y="631"/>
                  </a:lnTo>
                  <a:lnTo>
                    <a:pt x="64943" y="43147"/>
                  </a:lnTo>
                  <a:lnTo>
                    <a:pt x="63166" y="94154"/>
                  </a:lnTo>
                  <a:lnTo>
                    <a:pt x="71785" y="143562"/>
                  </a:lnTo>
                  <a:lnTo>
                    <a:pt x="83742" y="186926"/>
                  </a:lnTo>
                  <a:lnTo>
                    <a:pt x="96287" y="228554"/>
                  </a:lnTo>
                  <a:lnTo>
                    <a:pt x="109927" y="264454"/>
                  </a:lnTo>
                  <a:lnTo>
                    <a:pt x="127621" y="280884"/>
                  </a:lnTo>
                  <a:lnTo>
                    <a:pt x="133624" y="281831"/>
                  </a:lnTo>
                  <a:lnTo>
                    <a:pt x="153347" y="258081"/>
                  </a:lnTo>
                  <a:lnTo>
                    <a:pt x="155741" y="251500"/>
                  </a:lnTo>
                </a:path>
              </a:pathLst>
            </a:custGeom>
            <a:ln w="3666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0" name="object 100"/>
          <p:cNvGrpSpPr/>
          <p:nvPr/>
        </p:nvGrpSpPr>
        <p:grpSpPr>
          <a:xfrm>
            <a:off x="6958876" y="4101425"/>
            <a:ext cx="589915" cy="293370"/>
            <a:chOff x="6958876" y="4101425"/>
            <a:chExt cx="589915" cy="293370"/>
          </a:xfrm>
        </p:grpSpPr>
        <p:sp>
          <p:nvSpPr>
            <p:cNvPr id="101" name="object 101"/>
            <p:cNvSpPr/>
            <p:nvPr/>
          </p:nvSpPr>
          <p:spPr>
            <a:xfrm>
              <a:off x="6977210" y="4119759"/>
              <a:ext cx="553720" cy="256540"/>
            </a:xfrm>
            <a:custGeom>
              <a:avLst/>
              <a:gdLst/>
              <a:ahLst/>
              <a:cxnLst/>
              <a:rect l="l" t="t" r="r" b="b"/>
              <a:pathLst>
                <a:path w="553720" h="256539">
                  <a:moveTo>
                    <a:pt x="83056" y="152922"/>
                  </a:moveTo>
                  <a:lnTo>
                    <a:pt x="84320" y="148498"/>
                  </a:lnTo>
                  <a:lnTo>
                    <a:pt x="85584" y="144075"/>
                  </a:lnTo>
                  <a:lnTo>
                    <a:pt x="84636" y="140599"/>
                  </a:lnTo>
                  <a:lnTo>
                    <a:pt x="83688" y="137124"/>
                  </a:lnTo>
                  <a:lnTo>
                    <a:pt x="80529" y="134596"/>
                  </a:lnTo>
                  <a:lnTo>
                    <a:pt x="75473" y="132701"/>
                  </a:lnTo>
                  <a:lnTo>
                    <a:pt x="70418" y="130805"/>
                  </a:lnTo>
                  <a:lnTo>
                    <a:pt x="26500" y="144707"/>
                  </a:lnTo>
                  <a:lnTo>
                    <a:pt x="2804" y="183885"/>
                  </a:lnTo>
                  <a:lnTo>
                    <a:pt x="0" y="209280"/>
                  </a:lnTo>
                  <a:lnTo>
                    <a:pt x="1515" y="221252"/>
                  </a:lnTo>
                  <a:lnTo>
                    <a:pt x="31556" y="251184"/>
                  </a:lnTo>
                  <a:lnTo>
                    <a:pt x="38067" y="251564"/>
                  </a:lnTo>
                  <a:lnTo>
                    <a:pt x="44075" y="250196"/>
                  </a:lnTo>
                  <a:lnTo>
                    <a:pt x="75701" y="212153"/>
                  </a:lnTo>
                  <a:lnTo>
                    <a:pt x="95142" y="169628"/>
                  </a:lnTo>
                  <a:lnTo>
                    <a:pt x="111393" y="122249"/>
                  </a:lnTo>
                  <a:lnTo>
                    <a:pt x="122235" y="75197"/>
                  </a:lnTo>
                  <a:lnTo>
                    <a:pt x="125745" y="31876"/>
                  </a:lnTo>
                  <a:lnTo>
                    <a:pt x="125710" y="21168"/>
                  </a:lnTo>
                  <a:lnTo>
                    <a:pt x="125394" y="8846"/>
                  </a:lnTo>
                  <a:lnTo>
                    <a:pt x="124130" y="5055"/>
                  </a:lnTo>
                  <a:lnTo>
                    <a:pt x="121919" y="2843"/>
                  </a:lnTo>
                  <a:lnTo>
                    <a:pt x="119707" y="631"/>
                  </a:lnTo>
                  <a:lnTo>
                    <a:pt x="116547" y="0"/>
                  </a:lnTo>
                  <a:lnTo>
                    <a:pt x="114020" y="947"/>
                  </a:lnTo>
                  <a:lnTo>
                    <a:pt x="111492" y="1895"/>
                  </a:lnTo>
                  <a:lnTo>
                    <a:pt x="97235" y="48079"/>
                  </a:lnTo>
                  <a:lnTo>
                    <a:pt x="92140" y="95339"/>
                  </a:lnTo>
                  <a:lnTo>
                    <a:pt x="92081" y="112282"/>
                  </a:lnTo>
                  <a:lnTo>
                    <a:pt x="92851" y="129225"/>
                  </a:lnTo>
                  <a:lnTo>
                    <a:pt x="99338" y="177433"/>
                  </a:lnTo>
                  <a:lnTo>
                    <a:pt x="108728" y="218246"/>
                  </a:lnTo>
                  <a:lnTo>
                    <a:pt x="125394" y="254027"/>
                  </a:lnTo>
                  <a:lnTo>
                    <a:pt x="137287" y="256096"/>
                  </a:lnTo>
                  <a:lnTo>
                    <a:pt x="143048" y="255015"/>
                  </a:lnTo>
                  <a:lnTo>
                    <a:pt x="175231" y="220462"/>
                  </a:lnTo>
                  <a:lnTo>
                    <a:pt x="192016" y="176732"/>
                  </a:lnTo>
                  <a:lnTo>
                    <a:pt x="194904" y="166824"/>
                  </a:lnTo>
                  <a:lnTo>
                    <a:pt x="197778" y="157834"/>
                  </a:lnTo>
                  <a:lnTo>
                    <a:pt x="221445" y="127645"/>
                  </a:lnTo>
                  <a:lnTo>
                    <a:pt x="229660" y="129541"/>
                  </a:lnTo>
                  <a:lnTo>
                    <a:pt x="261887" y="151658"/>
                  </a:lnTo>
                  <a:lnTo>
                    <a:pt x="264730" y="154501"/>
                  </a:lnTo>
                  <a:lnTo>
                    <a:pt x="267574" y="157345"/>
                  </a:lnTo>
                  <a:lnTo>
                    <a:pt x="270102" y="159873"/>
                  </a:lnTo>
                  <a:lnTo>
                    <a:pt x="269786" y="161452"/>
                  </a:lnTo>
                  <a:lnTo>
                    <a:pt x="269470" y="163032"/>
                  </a:lnTo>
                  <a:lnTo>
                    <a:pt x="266310" y="163664"/>
                  </a:lnTo>
                  <a:lnTo>
                    <a:pt x="263466" y="162716"/>
                  </a:lnTo>
                  <a:lnTo>
                    <a:pt x="260623" y="161768"/>
                  </a:lnTo>
                  <a:lnTo>
                    <a:pt x="227132" y="133333"/>
                  </a:lnTo>
                  <a:lnTo>
                    <a:pt x="218917" y="128909"/>
                  </a:lnTo>
                  <a:lnTo>
                    <a:pt x="212598" y="129541"/>
                  </a:lnTo>
                  <a:lnTo>
                    <a:pt x="191636" y="171746"/>
                  </a:lnTo>
                  <a:lnTo>
                    <a:pt x="190955" y="182345"/>
                  </a:lnTo>
                  <a:lnTo>
                    <a:pt x="191459" y="193004"/>
                  </a:lnTo>
                  <a:lnTo>
                    <a:pt x="211334" y="231279"/>
                  </a:lnTo>
                  <a:lnTo>
                    <a:pt x="218285" y="236334"/>
                  </a:lnTo>
                  <a:lnTo>
                    <a:pt x="224604" y="236334"/>
                  </a:lnTo>
                  <a:lnTo>
                    <a:pt x="253356" y="206002"/>
                  </a:lnTo>
                  <a:lnTo>
                    <a:pt x="265363" y="167140"/>
                  </a:lnTo>
                  <a:lnTo>
                    <a:pt x="268838" y="145339"/>
                  </a:lnTo>
                  <a:lnTo>
                    <a:pt x="268838" y="139651"/>
                  </a:lnTo>
                  <a:lnTo>
                    <a:pt x="268522" y="138704"/>
                  </a:lnTo>
                  <a:lnTo>
                    <a:pt x="268206" y="137756"/>
                  </a:lnTo>
                  <a:lnTo>
                    <a:pt x="267574" y="141547"/>
                  </a:lnTo>
                  <a:lnTo>
                    <a:pt x="267574" y="154817"/>
                  </a:lnTo>
                  <a:lnTo>
                    <a:pt x="269174" y="194006"/>
                  </a:lnTo>
                  <a:lnTo>
                    <a:pt x="278687" y="234236"/>
                  </a:lnTo>
                  <a:lnTo>
                    <a:pt x="289691" y="245181"/>
                  </a:lnTo>
                  <a:lnTo>
                    <a:pt x="294746" y="243917"/>
                  </a:lnTo>
                  <a:lnTo>
                    <a:pt x="299802" y="242653"/>
                  </a:lnTo>
                  <a:lnTo>
                    <a:pt x="324525" y="210623"/>
                  </a:lnTo>
                  <a:lnTo>
                    <a:pt x="337756" y="171055"/>
                  </a:lnTo>
                  <a:lnTo>
                    <a:pt x="343087" y="124802"/>
                  </a:lnTo>
                  <a:lnTo>
                    <a:pt x="343561" y="91903"/>
                  </a:lnTo>
                  <a:lnTo>
                    <a:pt x="343354" y="76416"/>
                  </a:lnTo>
                  <a:lnTo>
                    <a:pt x="343087" y="62558"/>
                  </a:lnTo>
                  <a:lnTo>
                    <a:pt x="342914" y="50873"/>
                  </a:lnTo>
                  <a:lnTo>
                    <a:pt x="345299" y="8846"/>
                  </a:lnTo>
                  <a:lnTo>
                    <a:pt x="346563" y="4423"/>
                  </a:lnTo>
                  <a:lnTo>
                    <a:pt x="346563" y="7582"/>
                  </a:lnTo>
                  <a:lnTo>
                    <a:pt x="345931" y="18325"/>
                  </a:lnTo>
                  <a:lnTo>
                    <a:pt x="345373" y="27734"/>
                  </a:lnTo>
                  <a:lnTo>
                    <a:pt x="344786" y="39573"/>
                  </a:lnTo>
                  <a:lnTo>
                    <a:pt x="344376" y="53425"/>
                  </a:lnTo>
                  <a:lnTo>
                    <a:pt x="344351" y="68878"/>
                  </a:lnTo>
                  <a:lnTo>
                    <a:pt x="344879" y="85510"/>
                  </a:lnTo>
                  <a:lnTo>
                    <a:pt x="349722" y="138072"/>
                  </a:lnTo>
                  <a:lnTo>
                    <a:pt x="358564" y="185302"/>
                  </a:lnTo>
                  <a:lnTo>
                    <a:pt x="372708" y="222180"/>
                  </a:lnTo>
                  <a:lnTo>
                    <a:pt x="383214" y="231910"/>
                  </a:lnTo>
                  <a:lnTo>
                    <a:pt x="386057" y="231278"/>
                  </a:lnTo>
                  <a:lnTo>
                    <a:pt x="388901" y="230647"/>
                  </a:lnTo>
                  <a:lnTo>
                    <a:pt x="407271" y="189908"/>
                  </a:lnTo>
                  <a:lnTo>
                    <a:pt x="417144" y="144292"/>
                  </a:lnTo>
                  <a:lnTo>
                    <a:pt x="418601" y="135544"/>
                  </a:lnTo>
                  <a:lnTo>
                    <a:pt x="430607" y="112479"/>
                  </a:lnTo>
                  <a:lnTo>
                    <a:pt x="437558" y="113427"/>
                  </a:lnTo>
                  <a:lnTo>
                    <a:pt x="474920" y="131121"/>
                  </a:lnTo>
                  <a:lnTo>
                    <a:pt x="490007" y="151026"/>
                  </a:lnTo>
                  <a:lnTo>
                    <a:pt x="491270" y="154185"/>
                  </a:lnTo>
                  <a:lnTo>
                    <a:pt x="491902" y="157345"/>
                  </a:lnTo>
                  <a:lnTo>
                    <a:pt x="490639" y="157977"/>
                  </a:lnTo>
                  <a:lnTo>
                    <a:pt x="489375" y="158609"/>
                  </a:lnTo>
                  <a:lnTo>
                    <a:pt x="486215" y="156713"/>
                  </a:lnTo>
                  <a:lnTo>
                    <a:pt x="481476" y="150394"/>
                  </a:lnTo>
                  <a:lnTo>
                    <a:pt x="477655" y="144939"/>
                  </a:lnTo>
                  <a:lnTo>
                    <a:pt x="473419" y="138506"/>
                  </a:lnTo>
                  <a:lnTo>
                    <a:pt x="468946" y="131777"/>
                  </a:lnTo>
                  <a:lnTo>
                    <a:pt x="464414" y="125434"/>
                  </a:lnTo>
                  <a:lnTo>
                    <a:pt x="458411" y="117535"/>
                  </a:lnTo>
                  <a:lnTo>
                    <a:pt x="452724" y="112479"/>
                  </a:lnTo>
                  <a:lnTo>
                    <a:pt x="446721" y="109952"/>
                  </a:lnTo>
                  <a:lnTo>
                    <a:pt x="440717" y="107424"/>
                  </a:lnTo>
                  <a:lnTo>
                    <a:pt x="434398" y="107424"/>
                  </a:lnTo>
                  <a:lnTo>
                    <a:pt x="428395" y="111532"/>
                  </a:lnTo>
                  <a:lnTo>
                    <a:pt x="408846" y="155133"/>
                  </a:lnTo>
                  <a:lnTo>
                    <a:pt x="408248" y="165846"/>
                  </a:lnTo>
                  <a:lnTo>
                    <a:pt x="408806" y="176618"/>
                  </a:lnTo>
                  <a:lnTo>
                    <a:pt x="422076" y="212637"/>
                  </a:lnTo>
                  <a:lnTo>
                    <a:pt x="464651" y="210895"/>
                  </a:lnTo>
                  <a:lnTo>
                    <a:pt x="486240" y="171430"/>
                  </a:lnTo>
                  <a:lnTo>
                    <a:pt x="498221" y="130173"/>
                  </a:lnTo>
                  <a:lnTo>
                    <a:pt x="486615" y="173676"/>
                  </a:lnTo>
                  <a:lnTo>
                    <a:pt x="489320" y="212440"/>
                  </a:lnTo>
                  <a:lnTo>
                    <a:pt x="508964" y="231595"/>
                  </a:lnTo>
                  <a:lnTo>
                    <a:pt x="515614" y="231007"/>
                  </a:lnTo>
                  <a:lnTo>
                    <a:pt x="548774" y="211689"/>
                  </a:lnTo>
                  <a:lnTo>
                    <a:pt x="553198" y="206002"/>
                  </a:lnTo>
                </a:path>
              </a:pathLst>
            </a:custGeom>
            <a:ln w="3666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7276380" y="4181686"/>
              <a:ext cx="126364" cy="15240"/>
            </a:xfrm>
            <a:custGeom>
              <a:avLst/>
              <a:gdLst/>
              <a:ahLst/>
              <a:cxnLst/>
              <a:rect l="l" t="t" r="r" b="b"/>
              <a:pathLst>
                <a:path w="126365" h="15239">
                  <a:moveTo>
                    <a:pt x="9478" y="15165"/>
                  </a:moveTo>
                  <a:lnTo>
                    <a:pt x="5055" y="12638"/>
                  </a:lnTo>
                  <a:lnTo>
                    <a:pt x="631" y="10110"/>
                  </a:lnTo>
                  <a:lnTo>
                    <a:pt x="315" y="8846"/>
                  </a:lnTo>
                  <a:lnTo>
                    <a:pt x="0" y="7582"/>
                  </a:lnTo>
                  <a:lnTo>
                    <a:pt x="3791" y="7582"/>
                  </a:lnTo>
                  <a:lnTo>
                    <a:pt x="18009" y="7267"/>
                  </a:lnTo>
                  <a:lnTo>
                    <a:pt x="59863" y="6156"/>
                  </a:lnTo>
                  <a:lnTo>
                    <a:pt x="100898" y="4265"/>
                  </a:lnTo>
                  <a:lnTo>
                    <a:pt x="123854" y="1895"/>
                  </a:lnTo>
                  <a:lnTo>
                    <a:pt x="125749" y="1263"/>
                  </a:lnTo>
                  <a:lnTo>
                    <a:pt x="122590" y="631"/>
                  </a:lnTo>
                  <a:lnTo>
                    <a:pt x="119430" y="315"/>
                  </a:lnTo>
                  <a:lnTo>
                    <a:pt x="116271" y="0"/>
                  </a:lnTo>
                  <a:lnTo>
                    <a:pt x="113111" y="0"/>
                  </a:lnTo>
                  <a:lnTo>
                    <a:pt x="109952" y="0"/>
                  </a:lnTo>
                </a:path>
              </a:pathLst>
            </a:custGeom>
            <a:ln w="3666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3" name="object 103"/>
          <p:cNvGrpSpPr/>
          <p:nvPr/>
        </p:nvGrpSpPr>
        <p:grpSpPr>
          <a:xfrm>
            <a:off x="3028720" y="4718050"/>
            <a:ext cx="880744" cy="359410"/>
            <a:chOff x="3028720" y="4718050"/>
            <a:chExt cx="880744" cy="359410"/>
          </a:xfrm>
        </p:grpSpPr>
        <p:sp>
          <p:nvSpPr>
            <p:cNvPr id="104" name="object 104"/>
            <p:cNvSpPr/>
            <p:nvPr/>
          </p:nvSpPr>
          <p:spPr>
            <a:xfrm>
              <a:off x="3047055" y="4736384"/>
              <a:ext cx="142240" cy="323215"/>
            </a:xfrm>
            <a:custGeom>
              <a:avLst/>
              <a:gdLst/>
              <a:ahLst/>
              <a:cxnLst/>
              <a:rect l="l" t="t" r="r" b="b"/>
              <a:pathLst>
                <a:path w="142239" h="323214">
                  <a:moveTo>
                    <a:pt x="14609" y="64524"/>
                  </a:moveTo>
                  <a:lnTo>
                    <a:pt x="14609" y="53567"/>
                  </a:lnTo>
                  <a:lnTo>
                    <a:pt x="14609" y="42610"/>
                  </a:lnTo>
                  <a:lnTo>
                    <a:pt x="13391" y="40175"/>
                  </a:lnTo>
                  <a:lnTo>
                    <a:pt x="6676" y="94170"/>
                  </a:lnTo>
                  <a:lnTo>
                    <a:pt x="5345" y="154757"/>
                  </a:lnTo>
                  <a:lnTo>
                    <a:pt x="5478" y="186877"/>
                  </a:lnTo>
                  <a:lnTo>
                    <a:pt x="7532" y="244781"/>
                  </a:lnTo>
                  <a:lnTo>
                    <a:pt x="10957" y="288533"/>
                  </a:lnTo>
                  <a:lnTo>
                    <a:pt x="17044" y="322621"/>
                  </a:lnTo>
                  <a:lnTo>
                    <a:pt x="17719" y="321851"/>
                  </a:lnTo>
                  <a:lnTo>
                    <a:pt x="17881" y="317371"/>
                  </a:lnTo>
                  <a:lnTo>
                    <a:pt x="17472" y="308668"/>
                  </a:lnTo>
                  <a:lnTo>
                    <a:pt x="16435" y="295229"/>
                  </a:lnTo>
                  <a:lnTo>
                    <a:pt x="14751" y="276796"/>
                  </a:lnTo>
                  <a:lnTo>
                    <a:pt x="12554" y="254140"/>
                  </a:lnTo>
                  <a:lnTo>
                    <a:pt x="10015" y="228289"/>
                  </a:lnTo>
                  <a:lnTo>
                    <a:pt x="7304" y="200269"/>
                  </a:lnTo>
                  <a:lnTo>
                    <a:pt x="4622" y="171126"/>
                  </a:lnTo>
                  <a:lnTo>
                    <a:pt x="2282" y="141984"/>
                  </a:lnTo>
                  <a:lnTo>
                    <a:pt x="627" y="113982"/>
                  </a:lnTo>
                  <a:lnTo>
                    <a:pt x="0" y="88264"/>
                  </a:lnTo>
                  <a:lnTo>
                    <a:pt x="694" y="65779"/>
                  </a:lnTo>
                  <a:lnTo>
                    <a:pt x="11565" y="18870"/>
                  </a:lnTo>
                  <a:lnTo>
                    <a:pt x="45653" y="0"/>
                  </a:lnTo>
                  <a:lnTo>
                    <a:pt x="56487" y="970"/>
                  </a:lnTo>
                  <a:lnTo>
                    <a:pt x="92525" y="18261"/>
                  </a:lnTo>
                  <a:lnTo>
                    <a:pt x="128306" y="58665"/>
                  </a:lnTo>
                  <a:lnTo>
                    <a:pt x="141907" y="104167"/>
                  </a:lnTo>
                  <a:lnTo>
                    <a:pt x="139349" y="118006"/>
                  </a:lnTo>
                  <a:lnTo>
                    <a:pt x="112461" y="152864"/>
                  </a:lnTo>
                  <a:lnTo>
                    <a:pt x="75310" y="172381"/>
                  </a:lnTo>
                  <a:lnTo>
                    <a:pt x="34088" y="165571"/>
                  </a:lnTo>
                  <a:lnTo>
                    <a:pt x="29218" y="159484"/>
                  </a:lnTo>
                </a:path>
              </a:pathLst>
            </a:custGeom>
            <a:ln w="3666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/>
            <p:cNvSpPr/>
            <p:nvPr/>
          </p:nvSpPr>
          <p:spPr>
            <a:xfrm>
              <a:off x="3249150" y="4772299"/>
              <a:ext cx="123189" cy="267335"/>
            </a:xfrm>
            <a:custGeom>
              <a:avLst/>
              <a:gdLst/>
              <a:ahLst/>
              <a:cxnLst/>
              <a:rect l="l" t="t" r="r" b="b"/>
              <a:pathLst>
                <a:path w="123189" h="267335">
                  <a:moveTo>
                    <a:pt x="2435" y="21305"/>
                  </a:moveTo>
                  <a:lnTo>
                    <a:pt x="2435" y="11565"/>
                  </a:lnTo>
                  <a:lnTo>
                    <a:pt x="2435" y="1826"/>
                  </a:lnTo>
                  <a:lnTo>
                    <a:pt x="1826" y="0"/>
                  </a:lnTo>
                  <a:lnTo>
                    <a:pt x="1284" y="266"/>
                  </a:lnTo>
                  <a:lnTo>
                    <a:pt x="684" y="4413"/>
                  </a:lnTo>
                  <a:lnTo>
                    <a:pt x="199" y="13353"/>
                  </a:lnTo>
                  <a:lnTo>
                    <a:pt x="0" y="28001"/>
                  </a:lnTo>
                  <a:lnTo>
                    <a:pt x="237" y="48830"/>
                  </a:lnTo>
                  <a:lnTo>
                    <a:pt x="2311" y="103501"/>
                  </a:lnTo>
                  <a:lnTo>
                    <a:pt x="6819" y="164135"/>
                  </a:lnTo>
                  <a:lnTo>
                    <a:pt x="12393" y="217722"/>
                  </a:lnTo>
                  <a:lnTo>
                    <a:pt x="14609" y="238009"/>
                  </a:lnTo>
                  <a:lnTo>
                    <a:pt x="16017" y="252333"/>
                  </a:lnTo>
                  <a:lnTo>
                    <a:pt x="16740" y="261293"/>
                  </a:lnTo>
                  <a:lnTo>
                    <a:pt x="17006" y="265915"/>
                  </a:lnTo>
                  <a:lnTo>
                    <a:pt x="17044" y="267228"/>
                  </a:lnTo>
                  <a:lnTo>
                    <a:pt x="17044" y="261141"/>
                  </a:lnTo>
                  <a:lnTo>
                    <a:pt x="16435" y="244705"/>
                  </a:lnTo>
                  <a:lnTo>
                    <a:pt x="15912" y="230695"/>
                  </a:lnTo>
                  <a:lnTo>
                    <a:pt x="15446" y="214345"/>
                  </a:lnTo>
                  <a:lnTo>
                    <a:pt x="17224" y="166370"/>
                  </a:lnTo>
                  <a:lnTo>
                    <a:pt x="35267" y="127022"/>
                  </a:lnTo>
                  <a:lnTo>
                    <a:pt x="68823" y="114134"/>
                  </a:lnTo>
                  <a:lnTo>
                    <a:pt x="77155" y="116113"/>
                  </a:lnTo>
                  <a:lnTo>
                    <a:pt x="107667" y="150125"/>
                  </a:lnTo>
                  <a:lnTo>
                    <a:pt x="120907" y="192897"/>
                  </a:lnTo>
                  <a:lnTo>
                    <a:pt x="122961" y="232531"/>
                  </a:lnTo>
                  <a:lnTo>
                    <a:pt x="122933" y="243060"/>
                  </a:lnTo>
                  <a:lnTo>
                    <a:pt x="122733" y="251477"/>
                  </a:lnTo>
                  <a:lnTo>
                    <a:pt x="122191" y="257270"/>
                  </a:lnTo>
                  <a:lnTo>
                    <a:pt x="121135" y="259923"/>
                  </a:lnTo>
                  <a:lnTo>
                    <a:pt x="119309" y="261141"/>
                  </a:lnTo>
                  <a:lnTo>
                    <a:pt x="115657" y="252618"/>
                  </a:lnTo>
                  <a:lnTo>
                    <a:pt x="112004" y="244096"/>
                  </a:lnTo>
                </a:path>
              </a:pathLst>
            </a:custGeom>
            <a:ln w="3666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/>
            <p:cNvSpPr/>
            <p:nvPr/>
          </p:nvSpPr>
          <p:spPr>
            <a:xfrm>
              <a:off x="3441506" y="4877607"/>
              <a:ext cx="260985" cy="168275"/>
            </a:xfrm>
            <a:custGeom>
              <a:avLst/>
              <a:gdLst/>
              <a:ahLst/>
              <a:cxnLst/>
              <a:rect l="l" t="t" r="r" b="b"/>
              <a:pathLst>
                <a:path w="260985" h="168275">
                  <a:moveTo>
                    <a:pt x="113221" y="62089"/>
                  </a:moveTo>
                  <a:lnTo>
                    <a:pt x="98004" y="19479"/>
                  </a:lnTo>
                  <a:lnTo>
                    <a:pt x="64962" y="4841"/>
                  </a:lnTo>
                  <a:lnTo>
                    <a:pt x="51741" y="5478"/>
                  </a:lnTo>
                  <a:lnTo>
                    <a:pt x="16131" y="26964"/>
                  </a:lnTo>
                  <a:lnTo>
                    <a:pt x="0" y="73198"/>
                  </a:lnTo>
                  <a:lnTo>
                    <a:pt x="209" y="90680"/>
                  </a:lnTo>
                  <a:lnTo>
                    <a:pt x="15598" y="133462"/>
                  </a:lnTo>
                  <a:lnTo>
                    <a:pt x="54860" y="154158"/>
                  </a:lnTo>
                  <a:lnTo>
                    <a:pt x="65503" y="150258"/>
                  </a:lnTo>
                  <a:lnTo>
                    <a:pt x="95873" y="109113"/>
                  </a:lnTo>
                  <a:lnTo>
                    <a:pt x="114039" y="61728"/>
                  </a:lnTo>
                  <a:lnTo>
                    <a:pt x="116512" y="45330"/>
                  </a:lnTo>
                  <a:lnTo>
                    <a:pt x="116265" y="38958"/>
                  </a:lnTo>
                  <a:lnTo>
                    <a:pt x="115656" y="30436"/>
                  </a:lnTo>
                  <a:lnTo>
                    <a:pt x="114439" y="20696"/>
                  </a:lnTo>
                  <a:lnTo>
                    <a:pt x="112004" y="18261"/>
                  </a:lnTo>
                  <a:lnTo>
                    <a:pt x="109569" y="15826"/>
                  </a:lnTo>
                  <a:lnTo>
                    <a:pt x="105917" y="20696"/>
                  </a:lnTo>
                  <a:lnTo>
                    <a:pt x="103482" y="35305"/>
                  </a:lnTo>
                  <a:lnTo>
                    <a:pt x="101960" y="47889"/>
                  </a:lnTo>
                  <a:lnTo>
                    <a:pt x="101351" y="62926"/>
                  </a:lnTo>
                  <a:lnTo>
                    <a:pt x="102112" y="79219"/>
                  </a:lnTo>
                  <a:lnTo>
                    <a:pt x="115732" y="124483"/>
                  </a:lnTo>
                  <a:lnTo>
                    <a:pt x="146397" y="150658"/>
                  </a:lnTo>
                  <a:lnTo>
                    <a:pt x="154672" y="147862"/>
                  </a:lnTo>
                  <a:lnTo>
                    <a:pt x="184138" y="114135"/>
                  </a:lnTo>
                  <a:lnTo>
                    <a:pt x="209485" y="68081"/>
                  </a:lnTo>
                  <a:lnTo>
                    <a:pt x="221716" y="25509"/>
                  </a:lnTo>
                  <a:lnTo>
                    <a:pt x="216704" y="0"/>
                  </a:lnTo>
                  <a:lnTo>
                    <a:pt x="210617" y="0"/>
                  </a:lnTo>
                  <a:lnTo>
                    <a:pt x="203845" y="50295"/>
                  </a:lnTo>
                  <a:lnTo>
                    <a:pt x="220546" y="96929"/>
                  </a:lnTo>
                  <a:lnTo>
                    <a:pt x="248966" y="138788"/>
                  </a:lnTo>
                  <a:lnTo>
                    <a:pt x="255462" y="148432"/>
                  </a:lnTo>
                  <a:lnTo>
                    <a:pt x="259390" y="155680"/>
                  </a:lnTo>
                  <a:lnTo>
                    <a:pt x="260694" y="160873"/>
                  </a:lnTo>
                  <a:lnTo>
                    <a:pt x="259314" y="164354"/>
                  </a:lnTo>
                  <a:lnTo>
                    <a:pt x="255662" y="168006"/>
                  </a:lnTo>
                  <a:lnTo>
                    <a:pt x="244705" y="168006"/>
                  </a:lnTo>
                  <a:lnTo>
                    <a:pt x="236183" y="168006"/>
                  </a:lnTo>
                  <a:lnTo>
                    <a:pt x="227661" y="168006"/>
                  </a:lnTo>
                  <a:lnTo>
                    <a:pt x="221574" y="168006"/>
                  </a:lnTo>
                  <a:lnTo>
                    <a:pt x="214878" y="163137"/>
                  </a:lnTo>
                  <a:lnTo>
                    <a:pt x="209751" y="158647"/>
                  </a:lnTo>
                  <a:lnTo>
                    <a:pt x="204454" y="152788"/>
                  </a:lnTo>
                  <a:lnTo>
                    <a:pt x="199042" y="146016"/>
                  </a:lnTo>
                  <a:lnTo>
                    <a:pt x="193573" y="138788"/>
                  </a:lnTo>
                </a:path>
              </a:pathLst>
            </a:custGeom>
            <a:ln w="3666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7" name="object 10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748227" y="4869012"/>
              <a:ext cx="160847" cy="180013"/>
            </a:xfrm>
            <a:prstGeom prst="rect">
              <a:avLst/>
            </a:prstGeom>
          </p:spPr>
        </p:pic>
      </p:grpSp>
      <p:sp>
        <p:nvSpPr>
          <p:cNvPr id="108" name="object 108"/>
          <p:cNvSpPr/>
          <p:nvPr/>
        </p:nvSpPr>
        <p:spPr>
          <a:xfrm>
            <a:off x="4014920" y="4786900"/>
            <a:ext cx="153670" cy="234950"/>
          </a:xfrm>
          <a:custGeom>
            <a:avLst/>
            <a:gdLst/>
            <a:ahLst/>
            <a:cxnLst/>
            <a:rect l="l" t="t" r="r" b="b"/>
            <a:pathLst>
              <a:path w="153670" h="234950">
                <a:moveTo>
                  <a:pt x="47480" y="57837"/>
                </a:moveTo>
                <a:lnTo>
                  <a:pt x="31872" y="24824"/>
                </a:lnTo>
                <a:lnTo>
                  <a:pt x="33099" y="19716"/>
                </a:lnTo>
                <a:lnTo>
                  <a:pt x="73731" y="2216"/>
                </a:lnTo>
                <a:lnTo>
                  <a:pt x="90252" y="0"/>
                </a:lnTo>
                <a:lnTo>
                  <a:pt x="105917" y="9"/>
                </a:lnTo>
                <a:lnTo>
                  <a:pt x="119081" y="2862"/>
                </a:lnTo>
                <a:lnTo>
                  <a:pt x="129048" y="8683"/>
                </a:lnTo>
                <a:lnTo>
                  <a:pt x="135364" y="17472"/>
                </a:lnTo>
                <a:lnTo>
                  <a:pt x="137570" y="29227"/>
                </a:lnTo>
                <a:lnTo>
                  <a:pt x="135497" y="43685"/>
                </a:lnTo>
                <a:lnTo>
                  <a:pt x="114439" y="88882"/>
                </a:lnTo>
                <a:lnTo>
                  <a:pt x="86438" y="118709"/>
                </a:lnTo>
                <a:lnTo>
                  <a:pt x="79133" y="124797"/>
                </a:lnTo>
                <a:lnTo>
                  <a:pt x="74263" y="129666"/>
                </a:lnTo>
                <a:lnTo>
                  <a:pt x="74263" y="130275"/>
                </a:lnTo>
                <a:lnTo>
                  <a:pt x="74263" y="130884"/>
                </a:lnTo>
                <a:lnTo>
                  <a:pt x="117644" y="119137"/>
                </a:lnTo>
                <a:lnTo>
                  <a:pt x="126613" y="118709"/>
                </a:lnTo>
                <a:lnTo>
                  <a:pt x="137570" y="118709"/>
                </a:lnTo>
                <a:lnTo>
                  <a:pt x="153397" y="140899"/>
                </a:lnTo>
                <a:lnTo>
                  <a:pt x="152788" y="150363"/>
                </a:lnTo>
                <a:lnTo>
                  <a:pt x="142259" y="191195"/>
                </a:lnTo>
                <a:lnTo>
                  <a:pt x="121439" y="224170"/>
                </a:lnTo>
                <a:lnTo>
                  <a:pt x="88388" y="234851"/>
                </a:lnTo>
                <a:lnTo>
                  <a:pt x="74644" y="233834"/>
                </a:lnTo>
                <a:lnTo>
                  <a:pt x="34269" y="222049"/>
                </a:lnTo>
                <a:lnTo>
                  <a:pt x="3081" y="194029"/>
                </a:lnTo>
                <a:lnTo>
                  <a:pt x="114" y="176509"/>
                </a:lnTo>
                <a:lnTo>
                  <a:pt x="0" y="167407"/>
                </a:lnTo>
              </a:path>
            </a:pathLst>
          </a:custGeom>
          <a:ln w="36669">
            <a:solidFill>
              <a:srgbClr val="FC3142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09" name="object 109"/>
          <p:cNvGrpSpPr/>
          <p:nvPr/>
        </p:nvGrpSpPr>
        <p:grpSpPr>
          <a:xfrm>
            <a:off x="4340513" y="4709528"/>
            <a:ext cx="351790" cy="401955"/>
            <a:chOff x="4340513" y="4709528"/>
            <a:chExt cx="351790" cy="401955"/>
          </a:xfrm>
        </p:grpSpPr>
        <p:sp>
          <p:nvSpPr>
            <p:cNvPr id="110" name="object 110"/>
            <p:cNvSpPr/>
            <p:nvPr/>
          </p:nvSpPr>
          <p:spPr>
            <a:xfrm>
              <a:off x="4358847" y="4727862"/>
              <a:ext cx="149225" cy="365760"/>
            </a:xfrm>
            <a:custGeom>
              <a:avLst/>
              <a:gdLst/>
              <a:ahLst/>
              <a:cxnLst/>
              <a:rect l="l" t="t" r="r" b="b"/>
              <a:pathLst>
                <a:path w="149225" h="365760">
                  <a:moveTo>
                    <a:pt x="149136" y="0"/>
                  </a:moveTo>
                  <a:lnTo>
                    <a:pt x="102264" y="24348"/>
                  </a:lnTo>
                  <a:lnTo>
                    <a:pt x="68785" y="59045"/>
                  </a:lnTo>
                  <a:lnTo>
                    <a:pt x="35305" y="108352"/>
                  </a:lnTo>
                  <a:lnTo>
                    <a:pt x="10804" y="166104"/>
                  </a:lnTo>
                  <a:lnTo>
                    <a:pt x="0" y="223400"/>
                  </a:lnTo>
                  <a:lnTo>
                    <a:pt x="703" y="249080"/>
                  </a:lnTo>
                  <a:lnTo>
                    <a:pt x="12840" y="292908"/>
                  </a:lnTo>
                  <a:lnTo>
                    <a:pt x="35391" y="326673"/>
                  </a:lnTo>
                  <a:lnTo>
                    <a:pt x="73655" y="357318"/>
                  </a:lnTo>
                  <a:lnTo>
                    <a:pt x="98821" y="365108"/>
                  </a:lnTo>
                  <a:lnTo>
                    <a:pt x="105308" y="365232"/>
                  </a:lnTo>
                </a:path>
              </a:pathLst>
            </a:custGeom>
            <a:ln w="3666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1" name="object 11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531984" y="4774051"/>
              <a:ext cx="160058" cy="246382"/>
            </a:xfrm>
            <a:prstGeom prst="rect">
              <a:avLst/>
            </a:prstGeom>
          </p:spPr>
        </p:pic>
      </p:grpSp>
      <p:sp>
        <p:nvSpPr>
          <p:cNvPr id="112" name="object 112"/>
          <p:cNvSpPr/>
          <p:nvPr/>
        </p:nvSpPr>
        <p:spPr>
          <a:xfrm>
            <a:off x="4785560" y="4917783"/>
            <a:ext cx="62230" cy="3810"/>
          </a:xfrm>
          <a:custGeom>
            <a:avLst/>
            <a:gdLst/>
            <a:ahLst/>
            <a:cxnLst/>
            <a:rect l="l" t="t" r="r" b="b"/>
            <a:pathLst>
              <a:path w="62229" h="3810">
                <a:moveTo>
                  <a:pt x="0" y="3652"/>
                </a:moveTo>
                <a:lnTo>
                  <a:pt x="15522" y="2739"/>
                </a:lnTo>
                <a:lnTo>
                  <a:pt x="31044" y="1826"/>
                </a:lnTo>
                <a:lnTo>
                  <a:pt x="46566" y="913"/>
                </a:lnTo>
                <a:lnTo>
                  <a:pt x="62089" y="0"/>
                </a:lnTo>
              </a:path>
            </a:pathLst>
          </a:custGeom>
          <a:ln w="36669">
            <a:solidFill>
              <a:srgbClr val="FC314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4984736" y="4746125"/>
            <a:ext cx="20320" cy="238760"/>
          </a:xfrm>
          <a:custGeom>
            <a:avLst/>
            <a:gdLst/>
            <a:ahLst/>
            <a:cxnLst/>
            <a:rect l="l" t="t" r="r" b="b"/>
            <a:pathLst>
              <a:path w="20320" h="238760">
                <a:moveTo>
                  <a:pt x="12659" y="18261"/>
                </a:moveTo>
                <a:lnTo>
                  <a:pt x="11442" y="9739"/>
                </a:lnTo>
                <a:lnTo>
                  <a:pt x="10224" y="1217"/>
                </a:lnTo>
                <a:lnTo>
                  <a:pt x="8398" y="0"/>
                </a:lnTo>
                <a:lnTo>
                  <a:pt x="6933" y="580"/>
                </a:lnTo>
                <a:lnTo>
                  <a:pt x="1084" y="44731"/>
                </a:lnTo>
                <a:lnTo>
                  <a:pt x="0" y="92344"/>
                </a:lnTo>
                <a:lnTo>
                  <a:pt x="485" y="118091"/>
                </a:lnTo>
                <a:lnTo>
                  <a:pt x="1788" y="143068"/>
                </a:lnTo>
                <a:lnTo>
                  <a:pt x="3604" y="166332"/>
                </a:lnTo>
                <a:lnTo>
                  <a:pt x="5535" y="187086"/>
                </a:lnTo>
                <a:lnTo>
                  <a:pt x="7181" y="204530"/>
                </a:lnTo>
                <a:lnTo>
                  <a:pt x="8246" y="218045"/>
                </a:lnTo>
                <a:lnTo>
                  <a:pt x="8855" y="227737"/>
                </a:lnTo>
                <a:lnTo>
                  <a:pt x="9235" y="233891"/>
                </a:lnTo>
                <a:lnTo>
                  <a:pt x="9616" y="236792"/>
                </a:lnTo>
                <a:lnTo>
                  <a:pt x="10224" y="238618"/>
                </a:lnTo>
                <a:lnTo>
                  <a:pt x="11442" y="232531"/>
                </a:lnTo>
                <a:lnTo>
                  <a:pt x="13268" y="226444"/>
                </a:lnTo>
                <a:lnTo>
                  <a:pt x="15094" y="220356"/>
                </a:lnTo>
                <a:lnTo>
                  <a:pt x="17529" y="214269"/>
                </a:lnTo>
                <a:lnTo>
                  <a:pt x="19964" y="208182"/>
                </a:lnTo>
              </a:path>
            </a:pathLst>
          </a:custGeom>
          <a:ln w="36669">
            <a:solidFill>
              <a:srgbClr val="FC314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5103028" y="4742092"/>
            <a:ext cx="168910" cy="241935"/>
          </a:xfrm>
          <a:custGeom>
            <a:avLst/>
            <a:gdLst/>
            <a:ahLst/>
            <a:cxnLst/>
            <a:rect l="l" t="t" r="r" b="b"/>
            <a:pathLst>
              <a:path w="168910" h="241935">
                <a:moveTo>
                  <a:pt x="3937" y="44208"/>
                </a:moveTo>
                <a:lnTo>
                  <a:pt x="2168" y="36047"/>
                </a:lnTo>
                <a:lnTo>
                  <a:pt x="741" y="28229"/>
                </a:lnTo>
                <a:lnTo>
                  <a:pt x="0" y="21095"/>
                </a:lnTo>
                <a:lnTo>
                  <a:pt x="285" y="14989"/>
                </a:lnTo>
                <a:lnTo>
                  <a:pt x="34297" y="0"/>
                </a:lnTo>
                <a:lnTo>
                  <a:pt x="45986" y="2025"/>
                </a:lnTo>
                <a:lnTo>
                  <a:pt x="88930" y="28077"/>
                </a:lnTo>
                <a:lnTo>
                  <a:pt x="113507" y="61861"/>
                </a:lnTo>
                <a:lnTo>
                  <a:pt x="124007" y="104699"/>
                </a:lnTo>
                <a:lnTo>
                  <a:pt x="123950" y="127174"/>
                </a:lnTo>
                <a:lnTo>
                  <a:pt x="114924" y="168948"/>
                </a:lnTo>
                <a:lnTo>
                  <a:pt x="96073" y="202408"/>
                </a:lnTo>
                <a:lnTo>
                  <a:pt x="55602" y="232455"/>
                </a:lnTo>
                <a:lnTo>
                  <a:pt x="22161" y="239969"/>
                </a:lnTo>
                <a:lnTo>
                  <a:pt x="16111" y="238390"/>
                </a:lnTo>
                <a:lnTo>
                  <a:pt x="3937" y="196388"/>
                </a:lnTo>
                <a:lnTo>
                  <a:pt x="14894" y="158647"/>
                </a:lnTo>
                <a:lnTo>
                  <a:pt x="30112" y="140994"/>
                </a:lnTo>
                <a:lnTo>
                  <a:pt x="35591" y="137951"/>
                </a:lnTo>
                <a:lnTo>
                  <a:pt x="70735" y="162575"/>
                </a:lnTo>
                <a:lnTo>
                  <a:pt x="88977" y="186981"/>
                </a:lnTo>
                <a:lnTo>
                  <a:pt x="99278" y="200725"/>
                </a:lnTo>
                <a:lnTo>
                  <a:pt x="132938" y="231846"/>
                </a:lnTo>
                <a:lnTo>
                  <a:pt x="156431" y="239455"/>
                </a:lnTo>
                <a:lnTo>
                  <a:pt x="168292" y="241433"/>
                </a:lnTo>
              </a:path>
            </a:pathLst>
          </a:custGeom>
          <a:ln w="36669">
            <a:solidFill>
              <a:srgbClr val="FC3142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15" name="object 115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5431949" y="4778922"/>
            <a:ext cx="234503" cy="197371"/>
          </a:xfrm>
          <a:prstGeom prst="rect">
            <a:avLst/>
          </a:prstGeom>
        </p:spPr>
      </p:pic>
      <p:grpSp>
        <p:nvGrpSpPr>
          <p:cNvPr id="116" name="object 116"/>
          <p:cNvGrpSpPr/>
          <p:nvPr/>
        </p:nvGrpSpPr>
        <p:grpSpPr>
          <a:xfrm>
            <a:off x="5713787" y="4609698"/>
            <a:ext cx="884555" cy="422909"/>
            <a:chOff x="5713787" y="4609698"/>
            <a:chExt cx="884555" cy="422909"/>
          </a:xfrm>
        </p:grpSpPr>
        <p:pic>
          <p:nvPicPr>
            <p:cNvPr id="117" name="object 117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713787" y="4802053"/>
              <a:ext cx="128966" cy="174078"/>
            </a:xfrm>
            <a:prstGeom prst="rect">
              <a:avLst/>
            </a:prstGeom>
          </p:spPr>
        </p:pic>
        <p:sp>
          <p:nvSpPr>
            <p:cNvPr id="118" name="object 118"/>
            <p:cNvSpPr/>
            <p:nvPr/>
          </p:nvSpPr>
          <p:spPr>
            <a:xfrm>
              <a:off x="5892214" y="4643250"/>
              <a:ext cx="532765" cy="315595"/>
            </a:xfrm>
            <a:custGeom>
              <a:avLst/>
              <a:gdLst/>
              <a:ahLst/>
              <a:cxnLst/>
              <a:rect l="l" t="t" r="r" b="b"/>
              <a:pathLst>
                <a:path w="532764" h="315595">
                  <a:moveTo>
                    <a:pt x="0" y="175920"/>
                  </a:moveTo>
                  <a:lnTo>
                    <a:pt x="152" y="217009"/>
                  </a:lnTo>
                  <a:lnTo>
                    <a:pt x="2349" y="266838"/>
                  </a:lnTo>
                  <a:lnTo>
                    <a:pt x="10956" y="307403"/>
                  </a:lnTo>
                  <a:lnTo>
                    <a:pt x="16435" y="315317"/>
                  </a:lnTo>
                  <a:lnTo>
                    <a:pt x="17548" y="314375"/>
                  </a:lnTo>
                  <a:lnTo>
                    <a:pt x="18489" y="310067"/>
                  </a:lnTo>
                  <a:lnTo>
                    <a:pt x="19773" y="301535"/>
                  </a:lnTo>
                  <a:lnTo>
                    <a:pt x="21913" y="287924"/>
                  </a:lnTo>
                  <a:lnTo>
                    <a:pt x="29675" y="246684"/>
                  </a:lnTo>
                  <a:lnTo>
                    <a:pt x="40175" y="202704"/>
                  </a:lnTo>
                  <a:lnTo>
                    <a:pt x="56354" y="163156"/>
                  </a:lnTo>
                  <a:lnTo>
                    <a:pt x="74263" y="147919"/>
                  </a:lnTo>
                  <a:lnTo>
                    <a:pt x="81568" y="151571"/>
                  </a:lnTo>
                  <a:lnTo>
                    <a:pt x="104700" y="182007"/>
                  </a:lnTo>
                  <a:lnTo>
                    <a:pt x="118310" y="231057"/>
                  </a:lnTo>
                  <a:lnTo>
                    <a:pt x="124131" y="272288"/>
                  </a:lnTo>
                  <a:lnTo>
                    <a:pt x="124179" y="277576"/>
                  </a:lnTo>
                  <a:lnTo>
                    <a:pt x="124179" y="284272"/>
                  </a:lnTo>
                  <a:lnTo>
                    <a:pt x="124179" y="290359"/>
                  </a:lnTo>
                  <a:lnTo>
                    <a:pt x="127222" y="294620"/>
                  </a:lnTo>
                  <a:lnTo>
                    <a:pt x="130266" y="298881"/>
                  </a:lnTo>
                  <a:lnTo>
                    <a:pt x="136353" y="301316"/>
                  </a:lnTo>
                  <a:lnTo>
                    <a:pt x="177137" y="281228"/>
                  </a:lnTo>
                  <a:lnTo>
                    <a:pt x="201486" y="236183"/>
                  </a:lnTo>
                  <a:lnTo>
                    <a:pt x="207906" y="180200"/>
                  </a:lnTo>
                  <a:lnTo>
                    <a:pt x="206965" y="155832"/>
                  </a:lnTo>
                  <a:lnTo>
                    <a:pt x="200649" y="100439"/>
                  </a:lnTo>
                  <a:lnTo>
                    <a:pt x="192964" y="52350"/>
                  </a:lnTo>
                  <a:lnTo>
                    <a:pt x="186268" y="14609"/>
                  </a:lnTo>
                  <a:lnTo>
                    <a:pt x="185051" y="7913"/>
                  </a:lnTo>
                  <a:lnTo>
                    <a:pt x="183833" y="608"/>
                  </a:lnTo>
                  <a:lnTo>
                    <a:pt x="182616" y="0"/>
                  </a:lnTo>
                  <a:lnTo>
                    <a:pt x="181703" y="932"/>
                  </a:lnTo>
                  <a:lnTo>
                    <a:pt x="178117" y="45368"/>
                  </a:lnTo>
                  <a:lnTo>
                    <a:pt x="177670" y="68176"/>
                  </a:lnTo>
                  <a:lnTo>
                    <a:pt x="178022" y="93724"/>
                  </a:lnTo>
                  <a:lnTo>
                    <a:pt x="182616" y="147215"/>
                  </a:lnTo>
                  <a:lnTo>
                    <a:pt x="192584" y="196712"/>
                  </a:lnTo>
                  <a:lnTo>
                    <a:pt x="206175" y="235860"/>
                  </a:lnTo>
                  <a:lnTo>
                    <a:pt x="227661" y="270272"/>
                  </a:lnTo>
                  <a:lnTo>
                    <a:pt x="245038" y="279003"/>
                  </a:lnTo>
                  <a:lnTo>
                    <a:pt x="251401" y="277576"/>
                  </a:lnTo>
                  <a:lnTo>
                    <a:pt x="281228" y="248358"/>
                  </a:lnTo>
                  <a:lnTo>
                    <a:pt x="293470" y="188437"/>
                  </a:lnTo>
                  <a:lnTo>
                    <a:pt x="294012" y="161919"/>
                  </a:lnTo>
                  <a:lnTo>
                    <a:pt x="292633" y="133176"/>
                  </a:lnTo>
                  <a:lnTo>
                    <a:pt x="286222" y="76831"/>
                  </a:lnTo>
                  <a:lnTo>
                    <a:pt x="279032" y="36019"/>
                  </a:lnTo>
                  <a:lnTo>
                    <a:pt x="277804" y="87884"/>
                  </a:lnTo>
                  <a:lnTo>
                    <a:pt x="281010" y="111519"/>
                  </a:lnTo>
                  <a:lnTo>
                    <a:pt x="284272" y="136353"/>
                  </a:lnTo>
                  <a:lnTo>
                    <a:pt x="287344" y="161377"/>
                  </a:lnTo>
                  <a:lnTo>
                    <a:pt x="290131" y="185431"/>
                  </a:lnTo>
                  <a:lnTo>
                    <a:pt x="292575" y="207316"/>
                  </a:lnTo>
                  <a:lnTo>
                    <a:pt x="294620" y="225835"/>
                  </a:lnTo>
                  <a:lnTo>
                    <a:pt x="296237" y="240054"/>
                  </a:lnTo>
                  <a:lnTo>
                    <a:pt x="297512" y="250108"/>
                  </a:lnTo>
                  <a:lnTo>
                    <a:pt x="298558" y="256395"/>
                  </a:lnTo>
                  <a:lnTo>
                    <a:pt x="299490" y="259315"/>
                  </a:lnTo>
                  <a:lnTo>
                    <a:pt x="300508" y="259115"/>
                  </a:lnTo>
                  <a:lnTo>
                    <a:pt x="302153" y="255434"/>
                  </a:lnTo>
                  <a:lnTo>
                    <a:pt x="305054" y="247758"/>
                  </a:lnTo>
                  <a:lnTo>
                    <a:pt x="309838" y="235574"/>
                  </a:lnTo>
                  <a:lnTo>
                    <a:pt x="325209" y="199736"/>
                  </a:lnTo>
                  <a:lnTo>
                    <a:pt x="341492" y="164354"/>
                  </a:lnTo>
                  <a:lnTo>
                    <a:pt x="362797" y="129657"/>
                  </a:lnTo>
                  <a:lnTo>
                    <a:pt x="378624" y="118700"/>
                  </a:lnTo>
                  <a:lnTo>
                    <a:pt x="384711" y="119918"/>
                  </a:lnTo>
                  <a:lnTo>
                    <a:pt x="402183" y="166076"/>
                  </a:lnTo>
                  <a:lnTo>
                    <a:pt x="403657" y="183757"/>
                  </a:lnTo>
                  <a:lnTo>
                    <a:pt x="405246" y="202238"/>
                  </a:lnTo>
                  <a:lnTo>
                    <a:pt x="413017" y="247292"/>
                  </a:lnTo>
                  <a:lnTo>
                    <a:pt x="432191" y="275750"/>
                  </a:lnTo>
                  <a:lnTo>
                    <a:pt x="440713" y="275141"/>
                  </a:lnTo>
                  <a:lnTo>
                    <a:pt x="481650" y="251553"/>
                  </a:lnTo>
                  <a:lnTo>
                    <a:pt x="507673" y="211834"/>
                  </a:lnTo>
                  <a:lnTo>
                    <a:pt x="523680" y="162357"/>
                  </a:lnTo>
                  <a:lnTo>
                    <a:pt x="527760" y="123570"/>
                  </a:lnTo>
                  <a:lnTo>
                    <a:pt x="525934" y="122352"/>
                  </a:lnTo>
                  <a:lnTo>
                    <a:pt x="522282" y="127222"/>
                  </a:lnTo>
                  <a:lnTo>
                    <a:pt x="517336" y="169528"/>
                  </a:lnTo>
                  <a:lnTo>
                    <a:pt x="519894" y="218625"/>
                  </a:lnTo>
                  <a:lnTo>
                    <a:pt x="528369" y="257488"/>
                  </a:lnTo>
                  <a:lnTo>
                    <a:pt x="530804" y="266439"/>
                  </a:lnTo>
                  <a:lnTo>
                    <a:pt x="532326" y="273391"/>
                  </a:lnTo>
                  <a:lnTo>
                    <a:pt x="532478" y="278632"/>
                  </a:lnTo>
                  <a:lnTo>
                    <a:pt x="530804" y="282446"/>
                  </a:lnTo>
                  <a:lnTo>
                    <a:pt x="527151" y="286707"/>
                  </a:lnTo>
                  <a:lnTo>
                    <a:pt x="517412" y="287924"/>
                  </a:lnTo>
                  <a:lnTo>
                    <a:pt x="506455" y="286707"/>
                  </a:lnTo>
                  <a:lnTo>
                    <a:pt x="498028" y="285375"/>
                  </a:lnTo>
                  <a:lnTo>
                    <a:pt x="489259" y="283359"/>
                  </a:lnTo>
                  <a:lnTo>
                    <a:pt x="480261" y="280886"/>
                  </a:lnTo>
                  <a:lnTo>
                    <a:pt x="471149" y="278185"/>
                  </a:lnTo>
                </a:path>
              </a:pathLst>
            </a:custGeom>
            <a:ln w="3666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5983522" y="4751459"/>
              <a:ext cx="124460" cy="5715"/>
            </a:xfrm>
            <a:custGeom>
              <a:avLst/>
              <a:gdLst/>
              <a:ahLst/>
              <a:cxnLst/>
              <a:rect l="l" t="t" r="r" b="b"/>
              <a:pathLst>
                <a:path w="124460" h="5714">
                  <a:moveTo>
                    <a:pt x="0" y="5621"/>
                  </a:moveTo>
                  <a:lnTo>
                    <a:pt x="49458" y="2197"/>
                  </a:lnTo>
                  <a:lnTo>
                    <a:pt x="88873" y="142"/>
                  </a:lnTo>
                  <a:lnTo>
                    <a:pt x="102093" y="0"/>
                  </a:lnTo>
                  <a:lnTo>
                    <a:pt x="111548" y="370"/>
                  </a:lnTo>
                  <a:lnTo>
                    <a:pt x="118491" y="1084"/>
                  </a:lnTo>
                  <a:lnTo>
                    <a:pt x="124179" y="1968"/>
                  </a:lnTo>
                </a:path>
              </a:pathLst>
            </a:custGeom>
            <a:ln w="3666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6481456" y="4628032"/>
              <a:ext cx="99060" cy="386080"/>
            </a:xfrm>
            <a:custGeom>
              <a:avLst/>
              <a:gdLst/>
              <a:ahLst/>
              <a:cxnLst/>
              <a:rect l="l" t="t" r="r" b="b"/>
              <a:pathLst>
                <a:path w="99059" h="386079">
                  <a:moveTo>
                    <a:pt x="2435" y="12174"/>
                  </a:moveTo>
                  <a:lnTo>
                    <a:pt x="1217" y="6087"/>
                  </a:lnTo>
                  <a:lnTo>
                    <a:pt x="0" y="0"/>
                  </a:lnTo>
                  <a:lnTo>
                    <a:pt x="7304" y="7304"/>
                  </a:lnTo>
                  <a:lnTo>
                    <a:pt x="34525" y="42486"/>
                  </a:lnTo>
                  <a:lnTo>
                    <a:pt x="58037" y="79742"/>
                  </a:lnTo>
                  <a:lnTo>
                    <a:pt x="79304" y="122580"/>
                  </a:lnTo>
                  <a:lnTo>
                    <a:pt x="93790" y="169043"/>
                  </a:lnTo>
                  <a:lnTo>
                    <a:pt x="98527" y="216618"/>
                  </a:lnTo>
                  <a:lnTo>
                    <a:pt x="96786" y="239835"/>
                  </a:lnTo>
                  <a:lnTo>
                    <a:pt x="85677" y="282750"/>
                  </a:lnTo>
                  <a:lnTo>
                    <a:pt x="62536" y="328594"/>
                  </a:lnTo>
                  <a:lnTo>
                    <a:pt x="41393" y="354275"/>
                  </a:lnTo>
                  <a:lnTo>
                    <a:pt x="33974" y="362759"/>
                  </a:lnTo>
                  <a:lnTo>
                    <a:pt x="26783" y="371014"/>
                  </a:lnTo>
                  <a:lnTo>
                    <a:pt x="20506" y="377901"/>
                  </a:lnTo>
                  <a:lnTo>
                    <a:pt x="15826" y="382276"/>
                  </a:lnTo>
                  <a:lnTo>
                    <a:pt x="10957" y="385928"/>
                  </a:lnTo>
                  <a:lnTo>
                    <a:pt x="12174" y="379841"/>
                  </a:lnTo>
                  <a:lnTo>
                    <a:pt x="13392" y="373754"/>
                  </a:lnTo>
                </a:path>
              </a:pathLst>
            </a:custGeom>
            <a:ln w="3666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21" name="object 121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2835147" y="5217200"/>
            <a:ext cx="382422" cy="1280970"/>
          </a:xfrm>
          <a:prstGeom prst="rect">
            <a:avLst/>
          </a:prstGeom>
        </p:spPr>
      </p:pic>
      <p:grpSp>
        <p:nvGrpSpPr>
          <p:cNvPr id="122" name="object 122"/>
          <p:cNvGrpSpPr/>
          <p:nvPr/>
        </p:nvGrpSpPr>
        <p:grpSpPr>
          <a:xfrm>
            <a:off x="3340156" y="5169279"/>
            <a:ext cx="4445000" cy="1454150"/>
            <a:chOff x="3340156" y="5169279"/>
            <a:chExt cx="4445000" cy="1454150"/>
          </a:xfrm>
        </p:grpSpPr>
        <p:sp>
          <p:nvSpPr>
            <p:cNvPr id="123" name="object 123"/>
            <p:cNvSpPr/>
            <p:nvPr/>
          </p:nvSpPr>
          <p:spPr>
            <a:xfrm>
              <a:off x="3358490" y="5359195"/>
              <a:ext cx="147955" cy="289560"/>
            </a:xfrm>
            <a:custGeom>
              <a:avLst/>
              <a:gdLst/>
              <a:ahLst/>
              <a:cxnLst/>
              <a:rect l="l" t="t" r="r" b="b"/>
              <a:pathLst>
                <a:path w="147954" h="289560">
                  <a:moveTo>
                    <a:pt x="0" y="35499"/>
                  </a:moveTo>
                  <a:lnTo>
                    <a:pt x="986" y="27610"/>
                  </a:lnTo>
                  <a:lnTo>
                    <a:pt x="1972" y="19721"/>
                  </a:lnTo>
                  <a:lnTo>
                    <a:pt x="2958" y="19228"/>
                  </a:lnTo>
                  <a:lnTo>
                    <a:pt x="3721" y="20307"/>
                  </a:lnTo>
                  <a:lnTo>
                    <a:pt x="9483" y="59566"/>
                  </a:lnTo>
                  <a:lnTo>
                    <a:pt x="14398" y="100735"/>
                  </a:lnTo>
                  <a:lnTo>
                    <a:pt x="18797" y="149932"/>
                  </a:lnTo>
                  <a:lnTo>
                    <a:pt x="21755" y="198651"/>
                  </a:lnTo>
                  <a:lnTo>
                    <a:pt x="23604" y="249666"/>
                  </a:lnTo>
                  <a:lnTo>
                    <a:pt x="23858" y="260382"/>
                  </a:lnTo>
                  <a:lnTo>
                    <a:pt x="24159" y="269203"/>
                  </a:lnTo>
                  <a:lnTo>
                    <a:pt x="24652" y="280050"/>
                  </a:lnTo>
                  <a:lnTo>
                    <a:pt x="25638" y="287939"/>
                  </a:lnTo>
                  <a:lnTo>
                    <a:pt x="26131" y="289418"/>
                  </a:lnTo>
                  <a:lnTo>
                    <a:pt x="26409" y="289202"/>
                  </a:lnTo>
                  <a:lnTo>
                    <a:pt x="26501" y="285843"/>
                  </a:lnTo>
                  <a:lnTo>
                    <a:pt x="26409" y="278601"/>
                  </a:lnTo>
                  <a:lnTo>
                    <a:pt x="24960" y="229143"/>
                  </a:lnTo>
                  <a:lnTo>
                    <a:pt x="22680" y="181933"/>
                  </a:lnTo>
                  <a:lnTo>
                    <a:pt x="19167" y="135279"/>
                  </a:lnTo>
                  <a:lnTo>
                    <a:pt x="15284" y="92692"/>
                  </a:lnTo>
                  <a:lnTo>
                    <a:pt x="13528" y="73517"/>
                  </a:lnTo>
                  <a:lnTo>
                    <a:pt x="11956" y="56145"/>
                  </a:lnTo>
                  <a:lnTo>
                    <a:pt x="10569" y="40899"/>
                  </a:lnTo>
                  <a:lnTo>
                    <a:pt x="9368" y="28103"/>
                  </a:lnTo>
                  <a:lnTo>
                    <a:pt x="8381" y="17996"/>
                  </a:lnTo>
                  <a:lnTo>
                    <a:pt x="7765" y="10477"/>
                  </a:lnTo>
                  <a:lnTo>
                    <a:pt x="7703" y="5361"/>
                  </a:lnTo>
                  <a:lnTo>
                    <a:pt x="8381" y="2465"/>
                  </a:lnTo>
                  <a:lnTo>
                    <a:pt x="9860" y="0"/>
                  </a:lnTo>
                  <a:lnTo>
                    <a:pt x="13805" y="2958"/>
                  </a:lnTo>
                  <a:lnTo>
                    <a:pt x="29582" y="5916"/>
                  </a:lnTo>
                  <a:lnTo>
                    <a:pt x="76730" y="11948"/>
                  </a:lnTo>
                  <a:lnTo>
                    <a:pt x="116852" y="14606"/>
                  </a:lnTo>
                  <a:lnTo>
                    <a:pt x="132136" y="14791"/>
                  </a:lnTo>
                  <a:lnTo>
                    <a:pt x="140025" y="14791"/>
                  </a:lnTo>
                  <a:lnTo>
                    <a:pt x="143969" y="14791"/>
                  </a:lnTo>
                  <a:lnTo>
                    <a:pt x="147913" y="14791"/>
                  </a:lnTo>
                </a:path>
              </a:pathLst>
            </a:custGeom>
            <a:ln w="3666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3373282" y="5510067"/>
              <a:ext cx="62230" cy="3175"/>
            </a:xfrm>
            <a:custGeom>
              <a:avLst/>
              <a:gdLst/>
              <a:ahLst/>
              <a:cxnLst/>
              <a:rect l="l" t="t" r="r" b="b"/>
              <a:pathLst>
                <a:path w="62229" h="3175">
                  <a:moveTo>
                    <a:pt x="0" y="2958"/>
                  </a:moveTo>
                  <a:lnTo>
                    <a:pt x="15530" y="2218"/>
                  </a:lnTo>
                  <a:lnTo>
                    <a:pt x="31061" y="1479"/>
                  </a:lnTo>
                  <a:lnTo>
                    <a:pt x="46592" y="739"/>
                  </a:lnTo>
                  <a:lnTo>
                    <a:pt x="62123" y="0"/>
                  </a:lnTo>
                </a:path>
              </a:pathLst>
            </a:custGeom>
            <a:ln w="3666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5" name="object 12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490335" y="5475954"/>
              <a:ext cx="129068" cy="151055"/>
            </a:xfrm>
            <a:prstGeom prst="rect">
              <a:avLst/>
            </a:prstGeom>
          </p:spPr>
        </p:pic>
        <p:pic>
          <p:nvPicPr>
            <p:cNvPr id="126" name="object 126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389461" y="5169279"/>
              <a:ext cx="4395198" cy="1453684"/>
            </a:xfrm>
            <a:prstGeom prst="rect">
              <a:avLst/>
            </a:prstGeom>
          </p:spPr>
        </p:pic>
        <p:sp>
          <p:nvSpPr>
            <p:cNvPr id="127" name="object 127"/>
            <p:cNvSpPr/>
            <p:nvPr/>
          </p:nvSpPr>
          <p:spPr>
            <a:xfrm>
              <a:off x="4139477" y="6220053"/>
              <a:ext cx="47625" cy="3175"/>
            </a:xfrm>
            <a:custGeom>
              <a:avLst/>
              <a:gdLst/>
              <a:ahLst/>
              <a:cxnLst/>
              <a:rect l="l" t="t" r="r" b="b"/>
              <a:pathLst>
                <a:path w="47625" h="3175">
                  <a:moveTo>
                    <a:pt x="0" y="2958"/>
                  </a:moveTo>
                  <a:lnTo>
                    <a:pt x="11833" y="2218"/>
                  </a:lnTo>
                  <a:lnTo>
                    <a:pt x="23666" y="1479"/>
                  </a:lnTo>
                  <a:lnTo>
                    <a:pt x="35499" y="739"/>
                  </a:lnTo>
                  <a:lnTo>
                    <a:pt x="47332" y="0"/>
                  </a:lnTo>
                </a:path>
              </a:pathLst>
            </a:custGeom>
            <a:ln w="36669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8" name="object 128"/>
          <p:cNvGrpSpPr/>
          <p:nvPr/>
        </p:nvGrpSpPr>
        <p:grpSpPr>
          <a:xfrm>
            <a:off x="1403978" y="1902265"/>
            <a:ext cx="880744" cy="395605"/>
            <a:chOff x="1403978" y="1902265"/>
            <a:chExt cx="880744" cy="395605"/>
          </a:xfrm>
        </p:grpSpPr>
        <p:sp>
          <p:nvSpPr>
            <p:cNvPr id="129" name="object 129"/>
            <p:cNvSpPr/>
            <p:nvPr/>
          </p:nvSpPr>
          <p:spPr>
            <a:xfrm>
              <a:off x="1423384" y="1921670"/>
              <a:ext cx="150495" cy="356870"/>
            </a:xfrm>
            <a:custGeom>
              <a:avLst/>
              <a:gdLst/>
              <a:ahLst/>
              <a:cxnLst/>
              <a:rect l="l" t="t" r="r" b="b"/>
              <a:pathLst>
                <a:path w="150494" h="356869">
                  <a:moveTo>
                    <a:pt x="0" y="11353"/>
                  </a:moveTo>
                  <a:lnTo>
                    <a:pt x="1135" y="5676"/>
                  </a:lnTo>
                  <a:lnTo>
                    <a:pt x="2270" y="0"/>
                  </a:lnTo>
                  <a:lnTo>
                    <a:pt x="2838" y="1135"/>
                  </a:lnTo>
                  <a:lnTo>
                    <a:pt x="3175" y="3415"/>
                  </a:lnTo>
                  <a:lnTo>
                    <a:pt x="3406" y="9154"/>
                  </a:lnTo>
                  <a:lnTo>
                    <a:pt x="3636" y="19257"/>
                  </a:lnTo>
                  <a:lnTo>
                    <a:pt x="3973" y="34629"/>
                  </a:lnTo>
                  <a:lnTo>
                    <a:pt x="4506" y="55758"/>
                  </a:lnTo>
                  <a:lnTo>
                    <a:pt x="6209" y="110150"/>
                  </a:lnTo>
                  <a:lnTo>
                    <a:pt x="8746" y="170263"/>
                  </a:lnTo>
                  <a:lnTo>
                    <a:pt x="11690" y="227796"/>
                  </a:lnTo>
                  <a:lnTo>
                    <a:pt x="13056" y="254326"/>
                  </a:lnTo>
                  <a:lnTo>
                    <a:pt x="15185" y="300451"/>
                  </a:lnTo>
                  <a:lnTo>
                    <a:pt x="17030" y="350834"/>
                  </a:lnTo>
                  <a:lnTo>
                    <a:pt x="17030" y="356511"/>
                  </a:lnTo>
                  <a:lnTo>
                    <a:pt x="17030" y="355243"/>
                  </a:lnTo>
                  <a:lnTo>
                    <a:pt x="17030" y="350621"/>
                  </a:lnTo>
                  <a:lnTo>
                    <a:pt x="17030" y="341423"/>
                  </a:lnTo>
                  <a:lnTo>
                    <a:pt x="17030" y="326423"/>
                  </a:lnTo>
                  <a:lnTo>
                    <a:pt x="17021" y="304949"/>
                  </a:lnTo>
                  <a:lnTo>
                    <a:pt x="16791" y="249226"/>
                  </a:lnTo>
                  <a:lnTo>
                    <a:pt x="15930" y="190017"/>
                  </a:lnTo>
                  <a:lnTo>
                    <a:pt x="14227" y="136902"/>
                  </a:lnTo>
                  <a:lnTo>
                    <a:pt x="11690" y="92684"/>
                  </a:lnTo>
                  <a:lnTo>
                    <a:pt x="7379" y="45983"/>
                  </a:lnTo>
                  <a:lnTo>
                    <a:pt x="6253" y="35817"/>
                  </a:lnTo>
                  <a:lnTo>
                    <a:pt x="5605" y="28100"/>
                  </a:lnTo>
                  <a:lnTo>
                    <a:pt x="5703" y="22512"/>
                  </a:lnTo>
                  <a:lnTo>
                    <a:pt x="6812" y="18733"/>
                  </a:lnTo>
                  <a:lnTo>
                    <a:pt x="9331" y="16489"/>
                  </a:lnTo>
                  <a:lnTo>
                    <a:pt x="14192" y="15682"/>
                  </a:lnTo>
                  <a:lnTo>
                    <a:pt x="22459" y="16259"/>
                  </a:lnTo>
                  <a:lnTo>
                    <a:pt x="73445" y="25475"/>
                  </a:lnTo>
                  <a:lnTo>
                    <a:pt x="112971" y="35764"/>
                  </a:lnTo>
                  <a:lnTo>
                    <a:pt x="148168" y="61310"/>
                  </a:lnTo>
                  <a:lnTo>
                    <a:pt x="150110" y="69427"/>
                  </a:lnTo>
                  <a:lnTo>
                    <a:pt x="149658" y="78554"/>
                  </a:lnTo>
                  <a:lnTo>
                    <a:pt x="129460" y="113387"/>
                  </a:lnTo>
                  <a:lnTo>
                    <a:pt x="90263" y="149871"/>
                  </a:lnTo>
                  <a:lnTo>
                    <a:pt x="52795" y="169740"/>
                  </a:lnTo>
                  <a:lnTo>
                    <a:pt x="35197" y="173714"/>
                  </a:lnTo>
                  <a:lnTo>
                    <a:pt x="28952" y="172578"/>
                  </a:lnTo>
                  <a:lnTo>
                    <a:pt x="22707" y="171443"/>
                  </a:lnTo>
                  <a:lnTo>
                    <a:pt x="18166" y="168037"/>
                  </a:lnTo>
                  <a:lnTo>
                    <a:pt x="15895" y="162928"/>
                  </a:lnTo>
                  <a:lnTo>
                    <a:pt x="13624" y="157818"/>
                  </a:lnTo>
                  <a:lnTo>
                    <a:pt x="13624" y="151006"/>
                  </a:lnTo>
                  <a:lnTo>
                    <a:pt x="13624" y="144194"/>
                  </a:lnTo>
                </a:path>
              </a:pathLst>
            </a:custGeom>
            <a:ln w="38810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/>
            <p:cNvSpPr/>
            <p:nvPr/>
          </p:nvSpPr>
          <p:spPr>
            <a:xfrm>
              <a:off x="1617535" y="1947785"/>
              <a:ext cx="126364" cy="306705"/>
            </a:xfrm>
            <a:custGeom>
              <a:avLst/>
              <a:gdLst/>
              <a:ahLst/>
              <a:cxnLst/>
              <a:rect l="l" t="t" r="r" b="b"/>
              <a:pathLst>
                <a:path w="126364" h="306705">
                  <a:moveTo>
                    <a:pt x="0" y="15895"/>
                  </a:moveTo>
                  <a:lnTo>
                    <a:pt x="1135" y="7947"/>
                  </a:lnTo>
                  <a:lnTo>
                    <a:pt x="2270" y="0"/>
                  </a:lnTo>
                  <a:lnTo>
                    <a:pt x="2838" y="1135"/>
                  </a:lnTo>
                  <a:lnTo>
                    <a:pt x="3184" y="3725"/>
                  </a:lnTo>
                  <a:lnTo>
                    <a:pt x="3477" y="9934"/>
                  </a:lnTo>
                  <a:lnTo>
                    <a:pt x="3876" y="19975"/>
                  </a:lnTo>
                  <a:lnTo>
                    <a:pt x="4541" y="34061"/>
                  </a:lnTo>
                  <a:lnTo>
                    <a:pt x="5588" y="52263"/>
                  </a:lnTo>
                  <a:lnTo>
                    <a:pt x="6954" y="74084"/>
                  </a:lnTo>
                  <a:lnTo>
                    <a:pt x="8533" y="98885"/>
                  </a:lnTo>
                  <a:lnTo>
                    <a:pt x="10218" y="126028"/>
                  </a:lnTo>
                  <a:lnTo>
                    <a:pt x="13482" y="183436"/>
                  </a:lnTo>
                  <a:lnTo>
                    <a:pt x="15895" y="234457"/>
                  </a:lnTo>
                  <a:lnTo>
                    <a:pt x="16817" y="269086"/>
                  </a:lnTo>
                  <a:lnTo>
                    <a:pt x="16773" y="280919"/>
                  </a:lnTo>
                  <a:lnTo>
                    <a:pt x="16463" y="290091"/>
                  </a:lnTo>
                  <a:lnTo>
                    <a:pt x="15895" y="300877"/>
                  </a:lnTo>
                  <a:lnTo>
                    <a:pt x="14759" y="306554"/>
                  </a:lnTo>
                  <a:lnTo>
                    <a:pt x="14192" y="306554"/>
                  </a:lnTo>
                  <a:lnTo>
                    <a:pt x="13624" y="306554"/>
                  </a:lnTo>
                  <a:lnTo>
                    <a:pt x="13624" y="300877"/>
                  </a:lnTo>
                  <a:lnTo>
                    <a:pt x="14759" y="281576"/>
                  </a:lnTo>
                  <a:lnTo>
                    <a:pt x="20188" y="224017"/>
                  </a:lnTo>
                  <a:lnTo>
                    <a:pt x="28730" y="186035"/>
                  </a:lnTo>
                  <a:lnTo>
                    <a:pt x="50524" y="149871"/>
                  </a:lnTo>
                  <a:lnTo>
                    <a:pt x="79264" y="139572"/>
                  </a:lnTo>
                  <a:lnTo>
                    <a:pt x="87992" y="141355"/>
                  </a:lnTo>
                  <a:lnTo>
                    <a:pt x="111267" y="175985"/>
                  </a:lnTo>
                  <a:lnTo>
                    <a:pt x="121646" y="229632"/>
                  </a:lnTo>
                  <a:lnTo>
                    <a:pt x="125992" y="270310"/>
                  </a:lnTo>
                  <a:lnTo>
                    <a:pt x="126028" y="274763"/>
                  </a:lnTo>
                  <a:lnTo>
                    <a:pt x="126028" y="280440"/>
                  </a:lnTo>
                  <a:lnTo>
                    <a:pt x="126028" y="286117"/>
                  </a:lnTo>
                  <a:lnTo>
                    <a:pt x="125460" y="285549"/>
                  </a:lnTo>
                  <a:lnTo>
                    <a:pt x="124892" y="284982"/>
                  </a:lnTo>
                  <a:lnTo>
                    <a:pt x="123757" y="278169"/>
                  </a:lnTo>
                  <a:lnTo>
                    <a:pt x="122621" y="271357"/>
                  </a:lnTo>
                </a:path>
              </a:pathLst>
            </a:custGeom>
            <a:ln w="38810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1800332" y="2071542"/>
              <a:ext cx="274955" cy="165100"/>
            </a:xfrm>
            <a:custGeom>
              <a:avLst/>
              <a:gdLst/>
              <a:ahLst/>
              <a:cxnLst/>
              <a:rect l="l" t="t" r="r" b="b"/>
              <a:pathLst>
                <a:path w="274955" h="165100">
                  <a:moveTo>
                    <a:pt x="93101" y="52227"/>
                  </a:moveTo>
                  <a:lnTo>
                    <a:pt x="85384" y="13065"/>
                  </a:lnTo>
                  <a:lnTo>
                    <a:pt x="42009" y="11850"/>
                  </a:lnTo>
                  <a:lnTo>
                    <a:pt x="11096" y="48910"/>
                  </a:lnTo>
                  <a:lnTo>
                    <a:pt x="0" y="100481"/>
                  </a:lnTo>
                  <a:lnTo>
                    <a:pt x="2465" y="115011"/>
                  </a:lnTo>
                  <a:lnTo>
                    <a:pt x="35711" y="143333"/>
                  </a:lnTo>
                  <a:lnTo>
                    <a:pt x="76638" y="110123"/>
                  </a:lnTo>
                  <a:lnTo>
                    <a:pt x="91966" y="58472"/>
                  </a:lnTo>
                  <a:lnTo>
                    <a:pt x="94804" y="112403"/>
                  </a:lnTo>
                  <a:lnTo>
                    <a:pt x="115082" y="150882"/>
                  </a:lnTo>
                  <a:lnTo>
                    <a:pt x="131199" y="160958"/>
                  </a:lnTo>
                  <a:lnTo>
                    <a:pt x="139155" y="159947"/>
                  </a:lnTo>
                  <a:lnTo>
                    <a:pt x="164169" y="129212"/>
                  </a:lnTo>
                  <a:lnTo>
                    <a:pt x="180136" y="92223"/>
                  </a:lnTo>
                  <a:lnTo>
                    <a:pt x="192803" y="46692"/>
                  </a:lnTo>
                  <a:lnTo>
                    <a:pt x="195286" y="4541"/>
                  </a:lnTo>
                  <a:lnTo>
                    <a:pt x="193015" y="0"/>
                  </a:lnTo>
                  <a:lnTo>
                    <a:pt x="190745" y="5676"/>
                  </a:lnTo>
                  <a:lnTo>
                    <a:pt x="199899" y="42789"/>
                  </a:lnTo>
                  <a:lnTo>
                    <a:pt x="223733" y="85703"/>
                  </a:lnTo>
                  <a:lnTo>
                    <a:pt x="253191" y="120351"/>
                  </a:lnTo>
                  <a:lnTo>
                    <a:pt x="259675" y="127704"/>
                  </a:lnTo>
                  <a:lnTo>
                    <a:pt x="274763" y="152141"/>
                  </a:lnTo>
                  <a:lnTo>
                    <a:pt x="273060" y="155548"/>
                  </a:lnTo>
                  <a:lnTo>
                    <a:pt x="228878" y="164906"/>
                  </a:lnTo>
                  <a:lnTo>
                    <a:pt x="220832" y="164631"/>
                  </a:lnTo>
                  <a:lnTo>
                    <a:pt x="211182" y="163495"/>
                  </a:lnTo>
                  <a:lnTo>
                    <a:pt x="206640" y="158954"/>
                  </a:lnTo>
                  <a:lnTo>
                    <a:pt x="204369" y="153845"/>
                  </a:lnTo>
                  <a:lnTo>
                    <a:pt x="202099" y="148735"/>
                  </a:lnTo>
                  <a:lnTo>
                    <a:pt x="202099" y="143058"/>
                  </a:lnTo>
                  <a:lnTo>
                    <a:pt x="202099" y="137381"/>
                  </a:lnTo>
                </a:path>
              </a:pathLst>
            </a:custGeom>
            <a:ln w="38810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2" name="object 132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105320" y="2053271"/>
              <a:ext cx="178791" cy="195955"/>
            </a:xfrm>
            <a:prstGeom prst="rect">
              <a:avLst/>
            </a:prstGeom>
          </p:spPr>
        </p:pic>
      </p:grpSp>
      <p:grpSp>
        <p:nvGrpSpPr>
          <p:cNvPr id="133" name="object 133"/>
          <p:cNvGrpSpPr/>
          <p:nvPr/>
        </p:nvGrpSpPr>
        <p:grpSpPr>
          <a:xfrm>
            <a:off x="2397423" y="1917026"/>
            <a:ext cx="208279" cy="288925"/>
            <a:chOff x="2397423" y="1917026"/>
            <a:chExt cx="208279" cy="288925"/>
          </a:xfrm>
        </p:grpSpPr>
        <p:sp>
          <p:nvSpPr>
            <p:cNvPr id="134" name="object 134"/>
            <p:cNvSpPr/>
            <p:nvPr/>
          </p:nvSpPr>
          <p:spPr>
            <a:xfrm>
              <a:off x="2450622" y="1936431"/>
              <a:ext cx="77470" cy="228600"/>
            </a:xfrm>
            <a:custGeom>
              <a:avLst/>
              <a:gdLst/>
              <a:ahLst/>
              <a:cxnLst/>
              <a:rect l="l" t="t" r="r" b="b"/>
              <a:pathLst>
                <a:path w="77469" h="228600">
                  <a:moveTo>
                    <a:pt x="0" y="99331"/>
                  </a:moveTo>
                  <a:lnTo>
                    <a:pt x="0" y="94211"/>
                  </a:lnTo>
                  <a:lnTo>
                    <a:pt x="0" y="89090"/>
                  </a:lnTo>
                  <a:lnTo>
                    <a:pt x="7680" y="78850"/>
                  </a:lnTo>
                  <a:lnTo>
                    <a:pt x="14696" y="70338"/>
                  </a:lnTo>
                  <a:lnTo>
                    <a:pt x="23488" y="60674"/>
                  </a:lnTo>
                  <a:lnTo>
                    <a:pt x="32953" y="50625"/>
                  </a:lnTo>
                  <a:lnTo>
                    <a:pt x="41985" y="40961"/>
                  </a:lnTo>
                  <a:lnTo>
                    <a:pt x="71682" y="5120"/>
                  </a:lnTo>
                  <a:lnTo>
                    <a:pt x="75778" y="0"/>
                  </a:lnTo>
                  <a:lnTo>
                    <a:pt x="76802" y="512"/>
                  </a:lnTo>
                  <a:lnTo>
                    <a:pt x="77042" y="2056"/>
                  </a:lnTo>
                  <a:lnTo>
                    <a:pt x="76418" y="6336"/>
                  </a:lnTo>
                  <a:lnTo>
                    <a:pt x="75218" y="13976"/>
                  </a:lnTo>
                  <a:lnTo>
                    <a:pt x="73730" y="25600"/>
                  </a:lnTo>
                  <a:lnTo>
                    <a:pt x="69770" y="84354"/>
                  </a:lnTo>
                  <a:lnTo>
                    <a:pt x="68994" y="136100"/>
                  </a:lnTo>
                  <a:lnTo>
                    <a:pt x="69250" y="162053"/>
                  </a:lnTo>
                  <a:lnTo>
                    <a:pt x="69698" y="185318"/>
                  </a:lnTo>
                  <a:lnTo>
                    <a:pt x="70146" y="203782"/>
                  </a:lnTo>
                  <a:lnTo>
                    <a:pt x="70658" y="224263"/>
                  </a:lnTo>
                  <a:lnTo>
                    <a:pt x="70658" y="226311"/>
                  </a:lnTo>
                  <a:lnTo>
                    <a:pt x="70658" y="228359"/>
                  </a:lnTo>
                </a:path>
              </a:pathLst>
            </a:custGeom>
            <a:ln w="38810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2416829" y="2174007"/>
              <a:ext cx="169545" cy="12700"/>
            </a:xfrm>
            <a:custGeom>
              <a:avLst/>
              <a:gdLst/>
              <a:ahLst/>
              <a:cxnLst/>
              <a:rect l="l" t="t" r="r" b="b"/>
              <a:pathLst>
                <a:path w="169544" h="12700">
                  <a:moveTo>
                    <a:pt x="30721" y="9216"/>
                  </a:moveTo>
                  <a:lnTo>
                    <a:pt x="24576" y="9216"/>
                  </a:lnTo>
                  <a:lnTo>
                    <a:pt x="18432" y="9216"/>
                  </a:lnTo>
                  <a:lnTo>
                    <a:pt x="12288" y="9728"/>
                  </a:lnTo>
                  <a:lnTo>
                    <a:pt x="6144" y="10240"/>
                  </a:lnTo>
                  <a:lnTo>
                    <a:pt x="0" y="11264"/>
                  </a:lnTo>
                  <a:lnTo>
                    <a:pt x="0" y="11776"/>
                  </a:lnTo>
                  <a:lnTo>
                    <a:pt x="0" y="12288"/>
                  </a:lnTo>
                  <a:lnTo>
                    <a:pt x="6144" y="12288"/>
                  </a:lnTo>
                  <a:lnTo>
                    <a:pt x="24576" y="11264"/>
                  </a:lnTo>
                  <a:lnTo>
                    <a:pt x="79658" y="7664"/>
                  </a:lnTo>
                  <a:lnTo>
                    <a:pt x="118635" y="4608"/>
                  </a:lnTo>
                  <a:lnTo>
                    <a:pt x="152765" y="1536"/>
                  </a:lnTo>
                  <a:lnTo>
                    <a:pt x="168965" y="0"/>
                  </a:lnTo>
                </a:path>
              </a:pathLst>
            </a:custGeom>
            <a:ln w="38810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6" name="object 136"/>
          <p:cNvGrpSpPr/>
          <p:nvPr/>
        </p:nvGrpSpPr>
        <p:grpSpPr>
          <a:xfrm>
            <a:off x="2835454" y="1838175"/>
            <a:ext cx="1257935" cy="401320"/>
            <a:chOff x="2835454" y="1838175"/>
            <a:chExt cx="1257935" cy="401320"/>
          </a:xfrm>
        </p:grpSpPr>
        <p:sp>
          <p:nvSpPr>
            <p:cNvPr id="137" name="object 137"/>
            <p:cNvSpPr/>
            <p:nvPr/>
          </p:nvSpPr>
          <p:spPr>
            <a:xfrm>
              <a:off x="2854859" y="1860797"/>
              <a:ext cx="136525" cy="359410"/>
            </a:xfrm>
            <a:custGeom>
              <a:avLst/>
              <a:gdLst/>
              <a:ahLst/>
              <a:cxnLst/>
              <a:rect l="l" t="t" r="r" b="b"/>
              <a:pathLst>
                <a:path w="136525" h="359410">
                  <a:moveTo>
                    <a:pt x="121092" y="12144"/>
                  </a:moveTo>
                  <a:lnTo>
                    <a:pt x="118019" y="7024"/>
                  </a:lnTo>
                  <a:lnTo>
                    <a:pt x="114947" y="1904"/>
                  </a:lnTo>
                  <a:lnTo>
                    <a:pt x="110851" y="368"/>
                  </a:lnTo>
                  <a:lnTo>
                    <a:pt x="79914" y="25240"/>
                  </a:lnTo>
                  <a:lnTo>
                    <a:pt x="55801" y="59113"/>
                  </a:lnTo>
                  <a:lnTo>
                    <a:pt x="31441" y="104963"/>
                  </a:lnTo>
                  <a:lnTo>
                    <a:pt x="12016" y="157221"/>
                  </a:lnTo>
                  <a:lnTo>
                    <a:pt x="1344" y="207758"/>
                  </a:lnTo>
                  <a:lnTo>
                    <a:pt x="0" y="230967"/>
                  </a:lnTo>
                  <a:lnTo>
                    <a:pt x="1344" y="252928"/>
                  </a:lnTo>
                  <a:lnTo>
                    <a:pt x="12032" y="293545"/>
                  </a:lnTo>
                  <a:lnTo>
                    <a:pt x="31873" y="327498"/>
                  </a:lnTo>
                  <a:lnTo>
                    <a:pt x="71746" y="355771"/>
                  </a:lnTo>
                  <a:lnTo>
                    <a:pt x="98051" y="359292"/>
                  </a:lnTo>
                  <a:lnTo>
                    <a:pt x="109163" y="357467"/>
                  </a:lnTo>
                  <a:lnTo>
                    <a:pt x="118979" y="353915"/>
                  </a:lnTo>
                  <a:lnTo>
                    <a:pt x="127932" y="349211"/>
                  </a:lnTo>
                  <a:lnTo>
                    <a:pt x="136452" y="343931"/>
                  </a:lnTo>
                </a:path>
              </a:pathLst>
            </a:custGeom>
            <a:ln w="38810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/>
            <p:cNvSpPr/>
            <p:nvPr/>
          </p:nvSpPr>
          <p:spPr>
            <a:xfrm>
              <a:off x="2971487" y="1874990"/>
              <a:ext cx="993775" cy="301625"/>
            </a:xfrm>
            <a:custGeom>
              <a:avLst/>
              <a:gdLst/>
              <a:ahLst/>
              <a:cxnLst/>
              <a:rect l="l" t="t" r="r" b="b"/>
              <a:pathLst>
                <a:path w="993775" h="301625">
                  <a:moveTo>
                    <a:pt x="99699" y="105475"/>
                  </a:moveTo>
                  <a:lnTo>
                    <a:pt x="82802" y="68610"/>
                  </a:lnTo>
                  <a:lnTo>
                    <a:pt x="73970" y="67482"/>
                  </a:lnTo>
                  <a:lnTo>
                    <a:pt x="63986" y="68802"/>
                  </a:lnTo>
                  <a:lnTo>
                    <a:pt x="23664" y="100803"/>
                  </a:lnTo>
                  <a:lnTo>
                    <a:pt x="4192" y="148620"/>
                  </a:lnTo>
                  <a:lnTo>
                    <a:pt x="0" y="185438"/>
                  </a:lnTo>
                  <a:lnTo>
                    <a:pt x="880" y="203270"/>
                  </a:lnTo>
                  <a:lnTo>
                    <a:pt x="14200" y="247552"/>
                  </a:lnTo>
                  <a:lnTo>
                    <a:pt x="42881" y="274905"/>
                  </a:lnTo>
                  <a:lnTo>
                    <a:pt x="50545" y="276489"/>
                  </a:lnTo>
                  <a:lnTo>
                    <a:pt x="58218" y="276473"/>
                  </a:lnTo>
                  <a:lnTo>
                    <a:pt x="94643" y="250888"/>
                  </a:lnTo>
                  <a:lnTo>
                    <a:pt x="112947" y="214855"/>
                  </a:lnTo>
                  <a:lnTo>
                    <a:pt x="118131" y="189446"/>
                  </a:lnTo>
                  <a:lnTo>
                    <a:pt x="118131" y="181254"/>
                  </a:lnTo>
                  <a:lnTo>
                    <a:pt x="116595" y="179206"/>
                  </a:lnTo>
                  <a:lnTo>
                    <a:pt x="115059" y="177157"/>
                  </a:lnTo>
                  <a:lnTo>
                    <a:pt x="111987" y="181254"/>
                  </a:lnTo>
                  <a:lnTo>
                    <a:pt x="110451" y="191494"/>
                  </a:lnTo>
                  <a:lnTo>
                    <a:pt x="109611" y="200198"/>
                  </a:lnTo>
                  <a:lnTo>
                    <a:pt x="109491" y="210439"/>
                  </a:lnTo>
                  <a:lnTo>
                    <a:pt x="110235" y="221447"/>
                  </a:lnTo>
                  <a:lnTo>
                    <a:pt x="122572" y="259960"/>
                  </a:lnTo>
                  <a:lnTo>
                    <a:pt x="160117" y="267272"/>
                  </a:lnTo>
                  <a:lnTo>
                    <a:pt x="182134" y="227335"/>
                  </a:lnTo>
                  <a:lnTo>
                    <a:pt x="189302" y="182790"/>
                  </a:lnTo>
                  <a:lnTo>
                    <a:pt x="192374" y="222279"/>
                  </a:lnTo>
                  <a:lnTo>
                    <a:pt x="207671" y="263344"/>
                  </a:lnTo>
                  <a:lnTo>
                    <a:pt x="233767" y="279057"/>
                  </a:lnTo>
                  <a:lnTo>
                    <a:pt x="241144" y="277321"/>
                  </a:lnTo>
                  <a:lnTo>
                    <a:pt x="271097" y="242952"/>
                  </a:lnTo>
                  <a:lnTo>
                    <a:pt x="284913" y="202638"/>
                  </a:lnTo>
                  <a:lnTo>
                    <a:pt x="284025" y="161797"/>
                  </a:lnTo>
                  <a:lnTo>
                    <a:pt x="272761" y="151557"/>
                  </a:lnTo>
                  <a:lnTo>
                    <a:pt x="267640" y="151557"/>
                  </a:lnTo>
                  <a:lnTo>
                    <a:pt x="263496" y="193326"/>
                  </a:lnTo>
                  <a:lnTo>
                    <a:pt x="299050" y="218871"/>
                  </a:lnTo>
                  <a:lnTo>
                    <a:pt x="340219" y="197382"/>
                  </a:lnTo>
                  <a:lnTo>
                    <a:pt x="359804" y="166917"/>
                  </a:lnTo>
                  <a:lnTo>
                    <a:pt x="359804" y="161285"/>
                  </a:lnTo>
                  <a:lnTo>
                    <a:pt x="359804" y="155653"/>
                  </a:lnTo>
                  <a:lnTo>
                    <a:pt x="358780" y="150533"/>
                  </a:lnTo>
                  <a:lnTo>
                    <a:pt x="356731" y="150021"/>
                  </a:lnTo>
                  <a:lnTo>
                    <a:pt x="354683" y="149509"/>
                  </a:lnTo>
                  <a:lnTo>
                    <a:pt x="351611" y="153605"/>
                  </a:lnTo>
                  <a:lnTo>
                    <a:pt x="349563" y="167429"/>
                  </a:lnTo>
                  <a:lnTo>
                    <a:pt x="348259" y="179430"/>
                  </a:lnTo>
                  <a:lnTo>
                    <a:pt x="347579" y="193926"/>
                  </a:lnTo>
                  <a:lnTo>
                    <a:pt x="347763" y="209767"/>
                  </a:lnTo>
                  <a:lnTo>
                    <a:pt x="355004" y="254856"/>
                  </a:lnTo>
                  <a:lnTo>
                    <a:pt x="372092" y="293897"/>
                  </a:lnTo>
                  <a:lnTo>
                    <a:pt x="388476" y="301066"/>
                  </a:lnTo>
                  <a:lnTo>
                    <a:pt x="397181" y="296969"/>
                  </a:lnTo>
                  <a:lnTo>
                    <a:pt x="426878" y="268297"/>
                  </a:lnTo>
                  <a:lnTo>
                    <a:pt x="445311" y="226607"/>
                  </a:lnTo>
                  <a:lnTo>
                    <a:pt x="453887" y="183302"/>
                  </a:lnTo>
                  <a:lnTo>
                    <a:pt x="454591" y="171285"/>
                  </a:lnTo>
                  <a:lnTo>
                    <a:pt x="454527" y="161285"/>
                  </a:lnTo>
                  <a:lnTo>
                    <a:pt x="454015" y="149509"/>
                  </a:lnTo>
                  <a:lnTo>
                    <a:pt x="451967" y="144388"/>
                  </a:lnTo>
                  <a:lnTo>
                    <a:pt x="448383" y="142852"/>
                  </a:lnTo>
                  <a:lnTo>
                    <a:pt x="444798" y="141316"/>
                  </a:lnTo>
                  <a:lnTo>
                    <a:pt x="439678" y="143364"/>
                  </a:lnTo>
                  <a:lnTo>
                    <a:pt x="436094" y="146948"/>
                  </a:lnTo>
                  <a:lnTo>
                    <a:pt x="432510" y="150533"/>
                  </a:lnTo>
                  <a:lnTo>
                    <a:pt x="430462" y="155653"/>
                  </a:lnTo>
                  <a:lnTo>
                    <a:pt x="429950" y="163333"/>
                  </a:lnTo>
                  <a:lnTo>
                    <a:pt x="429438" y="171013"/>
                  </a:lnTo>
                  <a:lnTo>
                    <a:pt x="430462" y="181254"/>
                  </a:lnTo>
                  <a:lnTo>
                    <a:pt x="432510" y="188422"/>
                  </a:lnTo>
                  <a:lnTo>
                    <a:pt x="434558" y="195590"/>
                  </a:lnTo>
                  <a:lnTo>
                    <a:pt x="472615" y="206646"/>
                  </a:lnTo>
                  <a:lnTo>
                    <a:pt x="482688" y="205830"/>
                  </a:lnTo>
                  <a:lnTo>
                    <a:pt x="522857" y="185902"/>
                  </a:lnTo>
                  <a:lnTo>
                    <a:pt x="534913" y="162821"/>
                  </a:lnTo>
                  <a:lnTo>
                    <a:pt x="533889" y="155653"/>
                  </a:lnTo>
                  <a:lnTo>
                    <a:pt x="533377" y="154629"/>
                  </a:lnTo>
                  <a:lnTo>
                    <a:pt x="532865" y="153605"/>
                  </a:lnTo>
                  <a:lnTo>
                    <a:pt x="532865" y="158725"/>
                  </a:lnTo>
                  <a:lnTo>
                    <a:pt x="533377" y="176133"/>
                  </a:lnTo>
                  <a:lnTo>
                    <a:pt x="536473" y="226967"/>
                  </a:lnTo>
                  <a:lnTo>
                    <a:pt x="547010" y="268041"/>
                  </a:lnTo>
                  <a:lnTo>
                    <a:pt x="569731" y="288777"/>
                  </a:lnTo>
                  <a:lnTo>
                    <a:pt x="577411" y="287753"/>
                  </a:lnTo>
                  <a:lnTo>
                    <a:pt x="614308" y="266408"/>
                  </a:lnTo>
                  <a:lnTo>
                    <a:pt x="639365" y="230407"/>
                  </a:lnTo>
                  <a:lnTo>
                    <a:pt x="653838" y="185118"/>
                  </a:lnTo>
                  <a:lnTo>
                    <a:pt x="658374" y="155781"/>
                  </a:lnTo>
                  <a:lnTo>
                    <a:pt x="658350" y="150373"/>
                  </a:lnTo>
                  <a:lnTo>
                    <a:pt x="657798" y="145924"/>
                  </a:lnTo>
                  <a:lnTo>
                    <a:pt x="656774" y="140292"/>
                  </a:lnTo>
                  <a:lnTo>
                    <a:pt x="654726" y="135172"/>
                  </a:lnTo>
                  <a:lnTo>
                    <a:pt x="651141" y="132100"/>
                  </a:lnTo>
                  <a:lnTo>
                    <a:pt x="647557" y="129028"/>
                  </a:lnTo>
                  <a:lnTo>
                    <a:pt x="642437" y="128004"/>
                  </a:lnTo>
                  <a:lnTo>
                    <a:pt x="637317" y="129028"/>
                  </a:lnTo>
                  <a:lnTo>
                    <a:pt x="632197" y="130052"/>
                  </a:lnTo>
                  <a:lnTo>
                    <a:pt x="613444" y="170757"/>
                  </a:lnTo>
                  <a:lnTo>
                    <a:pt x="609668" y="200198"/>
                  </a:lnTo>
                  <a:lnTo>
                    <a:pt x="610796" y="213743"/>
                  </a:lnTo>
                  <a:lnTo>
                    <a:pt x="635397" y="255384"/>
                  </a:lnTo>
                  <a:lnTo>
                    <a:pt x="676598" y="272513"/>
                  </a:lnTo>
                  <a:lnTo>
                    <a:pt x="686215" y="271305"/>
                  </a:lnTo>
                  <a:lnTo>
                    <a:pt x="721224" y="242632"/>
                  </a:lnTo>
                  <a:lnTo>
                    <a:pt x="739224" y="203014"/>
                  </a:lnTo>
                  <a:lnTo>
                    <a:pt x="744841" y="163845"/>
                  </a:lnTo>
                  <a:lnTo>
                    <a:pt x="744841" y="207879"/>
                  </a:lnTo>
                  <a:lnTo>
                    <a:pt x="752009" y="252936"/>
                  </a:lnTo>
                  <a:lnTo>
                    <a:pt x="753033" y="259080"/>
                  </a:lnTo>
                  <a:lnTo>
                    <a:pt x="753545" y="259592"/>
                  </a:lnTo>
                  <a:lnTo>
                    <a:pt x="754057" y="260104"/>
                  </a:lnTo>
                  <a:lnTo>
                    <a:pt x="754057" y="254984"/>
                  </a:lnTo>
                  <a:lnTo>
                    <a:pt x="758665" y="237576"/>
                  </a:lnTo>
                  <a:lnTo>
                    <a:pt x="773569" y="187822"/>
                  </a:lnTo>
                  <a:lnTo>
                    <a:pt x="788786" y="147565"/>
                  </a:lnTo>
                  <a:lnTo>
                    <a:pt x="803723" y="132100"/>
                  </a:lnTo>
                  <a:lnTo>
                    <a:pt x="808331" y="130052"/>
                  </a:lnTo>
                  <a:lnTo>
                    <a:pt x="813451" y="130052"/>
                  </a:lnTo>
                  <a:lnTo>
                    <a:pt x="817547" y="133124"/>
                  </a:lnTo>
                  <a:lnTo>
                    <a:pt x="831060" y="170701"/>
                  </a:lnTo>
                  <a:lnTo>
                    <a:pt x="839051" y="215559"/>
                  </a:lnTo>
                  <a:lnTo>
                    <a:pt x="841196" y="227791"/>
                  </a:lnTo>
                  <a:lnTo>
                    <a:pt x="859020" y="263688"/>
                  </a:lnTo>
                  <a:lnTo>
                    <a:pt x="863628" y="265224"/>
                  </a:lnTo>
                  <a:lnTo>
                    <a:pt x="868749" y="265224"/>
                  </a:lnTo>
                  <a:lnTo>
                    <a:pt x="898182" y="239944"/>
                  </a:lnTo>
                  <a:lnTo>
                    <a:pt x="916046" y="202310"/>
                  </a:lnTo>
                  <a:lnTo>
                    <a:pt x="922838" y="145052"/>
                  </a:lnTo>
                  <a:lnTo>
                    <a:pt x="922574" y="122692"/>
                  </a:lnTo>
                  <a:lnTo>
                    <a:pt x="921638" y="100811"/>
                  </a:lnTo>
                  <a:lnTo>
                    <a:pt x="920463" y="80898"/>
                  </a:lnTo>
                  <a:lnTo>
                    <a:pt x="919407" y="64130"/>
                  </a:lnTo>
                  <a:lnTo>
                    <a:pt x="918542" y="50433"/>
                  </a:lnTo>
                  <a:lnTo>
                    <a:pt x="917870" y="39425"/>
                  </a:lnTo>
                  <a:lnTo>
                    <a:pt x="917390" y="30721"/>
                  </a:lnTo>
                  <a:lnTo>
                    <a:pt x="916878" y="20480"/>
                  </a:lnTo>
                  <a:lnTo>
                    <a:pt x="916878" y="15360"/>
                  </a:lnTo>
                  <a:lnTo>
                    <a:pt x="916878" y="10240"/>
                  </a:lnTo>
                  <a:lnTo>
                    <a:pt x="916878" y="5120"/>
                  </a:lnTo>
                  <a:lnTo>
                    <a:pt x="916878" y="0"/>
                  </a:lnTo>
                  <a:lnTo>
                    <a:pt x="914830" y="3072"/>
                  </a:lnTo>
                  <a:lnTo>
                    <a:pt x="904518" y="52945"/>
                  </a:lnTo>
                  <a:lnTo>
                    <a:pt x="903606" y="93171"/>
                  </a:lnTo>
                  <a:lnTo>
                    <a:pt x="904590" y="116739"/>
                  </a:lnTo>
                  <a:lnTo>
                    <a:pt x="909454" y="167173"/>
                  </a:lnTo>
                  <a:lnTo>
                    <a:pt x="915854" y="209927"/>
                  </a:lnTo>
                  <a:lnTo>
                    <a:pt x="930191" y="249864"/>
                  </a:lnTo>
                  <a:lnTo>
                    <a:pt x="934287" y="252936"/>
                  </a:lnTo>
                  <a:lnTo>
                    <a:pt x="941967" y="250888"/>
                  </a:lnTo>
                  <a:lnTo>
                    <a:pt x="976688" y="223223"/>
                  </a:lnTo>
                  <a:lnTo>
                    <a:pt x="988272" y="204502"/>
                  </a:lnTo>
                  <a:lnTo>
                    <a:pt x="993681" y="194566"/>
                  </a:lnTo>
                </a:path>
              </a:pathLst>
            </a:custGeom>
            <a:ln w="38810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3835116" y="1965104"/>
              <a:ext cx="93345" cy="12700"/>
            </a:xfrm>
            <a:custGeom>
              <a:avLst/>
              <a:gdLst/>
              <a:ahLst/>
              <a:cxnLst/>
              <a:rect l="l" t="t" r="r" b="b"/>
              <a:pathLst>
                <a:path w="93345" h="12700">
                  <a:moveTo>
                    <a:pt x="10240" y="12288"/>
                  </a:moveTo>
                  <a:lnTo>
                    <a:pt x="5120" y="8192"/>
                  </a:lnTo>
                  <a:lnTo>
                    <a:pt x="0" y="4096"/>
                  </a:lnTo>
                  <a:lnTo>
                    <a:pt x="0" y="2048"/>
                  </a:lnTo>
                  <a:lnTo>
                    <a:pt x="0" y="0"/>
                  </a:lnTo>
                  <a:lnTo>
                    <a:pt x="5120" y="0"/>
                  </a:lnTo>
                  <a:lnTo>
                    <a:pt x="21504" y="1024"/>
                  </a:lnTo>
                  <a:lnTo>
                    <a:pt x="35729" y="1968"/>
                  </a:lnTo>
                  <a:lnTo>
                    <a:pt x="53121" y="3200"/>
                  </a:lnTo>
                  <a:lnTo>
                    <a:pt x="72626" y="4624"/>
                  </a:lnTo>
                  <a:lnTo>
                    <a:pt x="93187" y="6144"/>
                  </a:lnTo>
                </a:path>
              </a:pathLst>
            </a:custGeom>
            <a:ln w="38810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3980529" y="1857580"/>
              <a:ext cx="93345" cy="320040"/>
            </a:xfrm>
            <a:custGeom>
              <a:avLst/>
              <a:gdLst/>
              <a:ahLst/>
              <a:cxnLst/>
              <a:rect l="l" t="t" r="r" b="b"/>
              <a:pathLst>
                <a:path w="93345" h="320039">
                  <a:moveTo>
                    <a:pt x="3072" y="0"/>
                  </a:moveTo>
                  <a:lnTo>
                    <a:pt x="35329" y="37801"/>
                  </a:lnTo>
                  <a:lnTo>
                    <a:pt x="56745" y="72314"/>
                  </a:lnTo>
                  <a:lnTo>
                    <a:pt x="75962" y="114027"/>
                  </a:lnTo>
                  <a:lnTo>
                    <a:pt x="88914" y="155381"/>
                  </a:lnTo>
                  <a:lnTo>
                    <a:pt x="93106" y="193494"/>
                  </a:lnTo>
                  <a:lnTo>
                    <a:pt x="91650" y="211975"/>
                  </a:lnTo>
                  <a:lnTo>
                    <a:pt x="72570" y="264464"/>
                  </a:lnTo>
                  <a:lnTo>
                    <a:pt x="33025" y="301770"/>
                  </a:lnTo>
                  <a:lnTo>
                    <a:pt x="16800" y="310946"/>
                  </a:lnTo>
                  <a:lnTo>
                    <a:pt x="0" y="319498"/>
                  </a:lnTo>
                </a:path>
              </a:pathLst>
            </a:custGeom>
            <a:ln w="38810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41" name="object 141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463503" y="2416435"/>
            <a:ext cx="417704" cy="1893656"/>
          </a:xfrm>
          <a:prstGeom prst="rect">
            <a:avLst/>
          </a:prstGeom>
        </p:spPr>
      </p:pic>
      <p:grpSp>
        <p:nvGrpSpPr>
          <p:cNvPr id="142" name="object 142"/>
          <p:cNvGrpSpPr/>
          <p:nvPr/>
        </p:nvGrpSpPr>
        <p:grpSpPr>
          <a:xfrm>
            <a:off x="2030219" y="2625683"/>
            <a:ext cx="725805" cy="304165"/>
            <a:chOff x="2030219" y="2625683"/>
            <a:chExt cx="725805" cy="304165"/>
          </a:xfrm>
        </p:grpSpPr>
        <p:sp>
          <p:nvSpPr>
            <p:cNvPr id="143" name="object 143"/>
            <p:cNvSpPr/>
            <p:nvPr/>
          </p:nvSpPr>
          <p:spPr>
            <a:xfrm>
              <a:off x="2049600" y="2645063"/>
              <a:ext cx="157480" cy="265430"/>
            </a:xfrm>
            <a:custGeom>
              <a:avLst/>
              <a:gdLst/>
              <a:ahLst/>
              <a:cxnLst/>
              <a:rect l="l" t="t" r="r" b="b"/>
              <a:pathLst>
                <a:path w="157480" h="265430">
                  <a:moveTo>
                    <a:pt x="13936" y="48129"/>
                  </a:moveTo>
                  <a:lnTo>
                    <a:pt x="11888" y="41985"/>
                  </a:lnTo>
                  <a:lnTo>
                    <a:pt x="9840" y="35841"/>
                  </a:lnTo>
                  <a:lnTo>
                    <a:pt x="8816" y="35329"/>
                  </a:lnTo>
                  <a:lnTo>
                    <a:pt x="8224" y="36217"/>
                  </a:lnTo>
                  <a:lnTo>
                    <a:pt x="7920" y="40513"/>
                  </a:lnTo>
                  <a:lnTo>
                    <a:pt x="7808" y="49513"/>
                  </a:lnTo>
                  <a:lnTo>
                    <a:pt x="7792" y="64514"/>
                  </a:lnTo>
                  <a:lnTo>
                    <a:pt x="7792" y="85978"/>
                  </a:lnTo>
                  <a:lnTo>
                    <a:pt x="7792" y="111043"/>
                  </a:lnTo>
                  <a:lnTo>
                    <a:pt x="7792" y="136012"/>
                  </a:lnTo>
                  <a:lnTo>
                    <a:pt x="7792" y="157189"/>
                  </a:lnTo>
                  <a:lnTo>
                    <a:pt x="7776" y="171501"/>
                  </a:lnTo>
                  <a:lnTo>
                    <a:pt x="7664" y="178373"/>
                  </a:lnTo>
                  <a:lnTo>
                    <a:pt x="7360" y="177853"/>
                  </a:lnTo>
                  <a:lnTo>
                    <a:pt x="6768" y="169989"/>
                  </a:lnTo>
                  <a:lnTo>
                    <a:pt x="3384" y="114043"/>
                  </a:lnTo>
                  <a:lnTo>
                    <a:pt x="1120" y="73754"/>
                  </a:lnTo>
                  <a:lnTo>
                    <a:pt x="0" y="44361"/>
                  </a:lnTo>
                  <a:lnTo>
                    <a:pt x="112" y="33793"/>
                  </a:lnTo>
                  <a:lnTo>
                    <a:pt x="24176" y="4096"/>
                  </a:lnTo>
                  <a:lnTo>
                    <a:pt x="44657" y="0"/>
                  </a:lnTo>
                  <a:lnTo>
                    <a:pt x="56690" y="16"/>
                  </a:lnTo>
                  <a:lnTo>
                    <a:pt x="95859" y="10240"/>
                  </a:lnTo>
                  <a:lnTo>
                    <a:pt x="130276" y="34937"/>
                  </a:lnTo>
                  <a:lnTo>
                    <a:pt x="143988" y="63810"/>
                  </a:lnTo>
                  <a:lnTo>
                    <a:pt x="142452" y="73994"/>
                  </a:lnTo>
                  <a:lnTo>
                    <a:pt x="120692" y="109315"/>
                  </a:lnTo>
                  <a:lnTo>
                    <a:pt x="88571" y="141164"/>
                  </a:lnTo>
                  <a:lnTo>
                    <a:pt x="52849" y="164869"/>
                  </a:lnTo>
                  <a:lnTo>
                    <a:pt x="44145" y="167429"/>
                  </a:lnTo>
                  <a:lnTo>
                    <a:pt x="42609" y="166917"/>
                  </a:lnTo>
                  <a:lnTo>
                    <a:pt x="83570" y="150469"/>
                  </a:lnTo>
                  <a:lnTo>
                    <a:pt x="97379" y="148556"/>
                  </a:lnTo>
                  <a:lnTo>
                    <a:pt x="110707" y="148996"/>
                  </a:lnTo>
                  <a:lnTo>
                    <a:pt x="147572" y="175109"/>
                  </a:lnTo>
                  <a:lnTo>
                    <a:pt x="156861" y="203190"/>
                  </a:lnTo>
                  <a:lnTo>
                    <a:pt x="156277" y="211975"/>
                  </a:lnTo>
                  <a:lnTo>
                    <a:pt x="125660" y="247536"/>
                  </a:lnTo>
                  <a:lnTo>
                    <a:pt x="78506" y="264464"/>
                  </a:lnTo>
                  <a:lnTo>
                    <a:pt x="66610" y="265288"/>
                  </a:lnTo>
                  <a:lnTo>
                    <a:pt x="55385" y="264672"/>
                  </a:lnTo>
                  <a:lnTo>
                    <a:pt x="18544" y="243208"/>
                  </a:lnTo>
                  <a:lnTo>
                    <a:pt x="14008" y="221679"/>
                  </a:lnTo>
                  <a:lnTo>
                    <a:pt x="13936" y="214023"/>
                  </a:lnTo>
                </a:path>
              </a:pathLst>
            </a:custGeom>
            <a:ln w="38761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2063536" y="2788428"/>
              <a:ext cx="6350" cy="106680"/>
            </a:xfrm>
            <a:custGeom>
              <a:avLst/>
              <a:gdLst/>
              <a:ahLst/>
              <a:cxnLst/>
              <a:rect l="l" t="t" r="r" b="b"/>
              <a:pathLst>
                <a:path w="6350" h="106680">
                  <a:moveTo>
                    <a:pt x="6144" y="0"/>
                  </a:moveTo>
                  <a:lnTo>
                    <a:pt x="3200" y="43073"/>
                  </a:lnTo>
                  <a:lnTo>
                    <a:pt x="432" y="88674"/>
                  </a:lnTo>
                  <a:lnTo>
                    <a:pt x="0" y="103939"/>
                  </a:lnTo>
                  <a:lnTo>
                    <a:pt x="0" y="106499"/>
                  </a:lnTo>
                  <a:lnTo>
                    <a:pt x="0" y="105475"/>
                  </a:lnTo>
                  <a:lnTo>
                    <a:pt x="0" y="104451"/>
                  </a:lnTo>
                </a:path>
              </a:pathLst>
            </a:custGeom>
            <a:ln w="38761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/>
            <p:cNvSpPr/>
            <p:nvPr/>
          </p:nvSpPr>
          <p:spPr>
            <a:xfrm>
              <a:off x="2257079" y="2772043"/>
              <a:ext cx="231775" cy="134620"/>
            </a:xfrm>
            <a:custGeom>
              <a:avLst/>
              <a:gdLst/>
              <a:ahLst/>
              <a:cxnLst/>
              <a:rect l="l" t="t" r="r" b="b"/>
              <a:pathLst>
                <a:path w="231775" h="134619">
                  <a:moveTo>
                    <a:pt x="92163" y="44033"/>
                  </a:moveTo>
                  <a:lnTo>
                    <a:pt x="72898" y="5120"/>
                  </a:lnTo>
                  <a:lnTo>
                    <a:pt x="56321" y="1024"/>
                  </a:lnTo>
                  <a:lnTo>
                    <a:pt x="46809" y="2248"/>
                  </a:lnTo>
                  <a:lnTo>
                    <a:pt x="11592" y="38441"/>
                  </a:lnTo>
                  <a:lnTo>
                    <a:pt x="0" y="87042"/>
                  </a:lnTo>
                  <a:lnTo>
                    <a:pt x="351" y="99227"/>
                  </a:lnTo>
                  <a:lnTo>
                    <a:pt x="29504" y="124996"/>
                  </a:lnTo>
                  <a:lnTo>
                    <a:pt x="38585" y="123276"/>
                  </a:lnTo>
                  <a:lnTo>
                    <a:pt x="70226" y="81546"/>
                  </a:lnTo>
                  <a:lnTo>
                    <a:pt x="81242" y="38289"/>
                  </a:lnTo>
                  <a:lnTo>
                    <a:pt x="75266" y="15872"/>
                  </a:lnTo>
                  <a:lnTo>
                    <a:pt x="73730" y="15360"/>
                  </a:lnTo>
                  <a:lnTo>
                    <a:pt x="73730" y="20480"/>
                  </a:lnTo>
                  <a:lnTo>
                    <a:pt x="74242" y="35841"/>
                  </a:lnTo>
                  <a:lnTo>
                    <a:pt x="77338" y="80554"/>
                  </a:lnTo>
                  <a:lnTo>
                    <a:pt x="88258" y="118851"/>
                  </a:lnTo>
                  <a:lnTo>
                    <a:pt x="108611" y="130596"/>
                  </a:lnTo>
                  <a:lnTo>
                    <a:pt x="117123" y="127492"/>
                  </a:lnTo>
                  <a:lnTo>
                    <a:pt x="145276" y="94763"/>
                  </a:lnTo>
                  <a:lnTo>
                    <a:pt x="168965" y="46593"/>
                  </a:lnTo>
                  <a:lnTo>
                    <a:pt x="180230" y="3072"/>
                  </a:lnTo>
                  <a:lnTo>
                    <a:pt x="179717" y="1536"/>
                  </a:lnTo>
                  <a:lnTo>
                    <a:pt x="179205" y="0"/>
                  </a:lnTo>
                  <a:lnTo>
                    <a:pt x="177157" y="5120"/>
                  </a:lnTo>
                  <a:lnTo>
                    <a:pt x="176133" y="15872"/>
                  </a:lnTo>
                  <a:lnTo>
                    <a:pt x="175629" y="24880"/>
                  </a:lnTo>
                  <a:lnTo>
                    <a:pt x="175941" y="35329"/>
                  </a:lnTo>
                  <a:lnTo>
                    <a:pt x="192390" y="78594"/>
                  </a:lnTo>
                  <a:lnTo>
                    <a:pt x="221823" y="108691"/>
                  </a:lnTo>
                  <a:lnTo>
                    <a:pt x="225287" y="112131"/>
                  </a:lnTo>
                  <a:lnTo>
                    <a:pt x="229383" y="116739"/>
                  </a:lnTo>
                  <a:lnTo>
                    <a:pt x="231431" y="121860"/>
                  </a:lnTo>
                  <a:lnTo>
                    <a:pt x="229895" y="125444"/>
                  </a:lnTo>
                  <a:lnTo>
                    <a:pt x="199366" y="134084"/>
                  </a:lnTo>
                  <a:lnTo>
                    <a:pt x="190846" y="133692"/>
                  </a:lnTo>
                  <a:lnTo>
                    <a:pt x="155653" y="115715"/>
                  </a:lnTo>
                  <a:lnTo>
                    <a:pt x="150533" y="109571"/>
                  </a:lnTo>
                  <a:lnTo>
                    <a:pt x="150533" y="104451"/>
                  </a:lnTo>
                  <a:lnTo>
                    <a:pt x="150533" y="99331"/>
                  </a:lnTo>
                </a:path>
              </a:pathLst>
            </a:custGeom>
            <a:ln w="38761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/>
            <p:cNvSpPr/>
            <p:nvPr/>
          </p:nvSpPr>
          <p:spPr>
            <a:xfrm>
              <a:off x="2542785" y="2759755"/>
              <a:ext cx="6350" cy="143510"/>
            </a:xfrm>
            <a:custGeom>
              <a:avLst/>
              <a:gdLst/>
              <a:ahLst/>
              <a:cxnLst/>
              <a:rect l="l" t="t" r="r" b="b"/>
              <a:pathLst>
                <a:path w="6350" h="143510">
                  <a:moveTo>
                    <a:pt x="0" y="16384"/>
                  </a:moveTo>
                  <a:lnTo>
                    <a:pt x="1024" y="9216"/>
                  </a:lnTo>
                  <a:lnTo>
                    <a:pt x="2048" y="2048"/>
                  </a:lnTo>
                  <a:lnTo>
                    <a:pt x="2048" y="1024"/>
                  </a:lnTo>
                  <a:lnTo>
                    <a:pt x="128" y="55105"/>
                  </a:lnTo>
                  <a:lnTo>
                    <a:pt x="224" y="73146"/>
                  </a:lnTo>
                  <a:lnTo>
                    <a:pt x="1600" y="113219"/>
                  </a:lnTo>
                  <a:lnTo>
                    <a:pt x="5632" y="142852"/>
                  </a:lnTo>
                  <a:lnTo>
                    <a:pt x="6144" y="143364"/>
                  </a:lnTo>
                  <a:lnTo>
                    <a:pt x="6144" y="138244"/>
                  </a:lnTo>
                  <a:lnTo>
                    <a:pt x="6144" y="132612"/>
                  </a:lnTo>
                  <a:lnTo>
                    <a:pt x="6144" y="126980"/>
                  </a:lnTo>
                  <a:lnTo>
                    <a:pt x="6144" y="120836"/>
                  </a:lnTo>
                  <a:lnTo>
                    <a:pt x="6144" y="114691"/>
                  </a:lnTo>
                </a:path>
              </a:pathLst>
            </a:custGeom>
            <a:ln w="38761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2542785" y="2696265"/>
              <a:ext cx="3175" cy="6350"/>
            </a:xfrm>
            <a:custGeom>
              <a:avLst/>
              <a:gdLst/>
              <a:ahLst/>
              <a:cxnLst/>
              <a:rect l="l" t="t" r="r" b="b"/>
              <a:pathLst>
                <a:path w="3175" h="6350">
                  <a:moveTo>
                    <a:pt x="0" y="6144"/>
                  </a:moveTo>
                  <a:lnTo>
                    <a:pt x="1024" y="4096"/>
                  </a:lnTo>
                  <a:lnTo>
                    <a:pt x="2048" y="2048"/>
                  </a:lnTo>
                  <a:lnTo>
                    <a:pt x="3072" y="0"/>
                  </a:lnTo>
                </a:path>
              </a:pathLst>
            </a:custGeom>
            <a:ln w="38761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8" name="object 148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2589918" y="2736030"/>
              <a:ext cx="165789" cy="162269"/>
            </a:xfrm>
            <a:prstGeom prst="rect">
              <a:avLst/>
            </a:prstGeom>
          </p:spPr>
        </p:pic>
      </p:grpSp>
      <p:grpSp>
        <p:nvGrpSpPr>
          <p:cNvPr id="149" name="object 149"/>
          <p:cNvGrpSpPr/>
          <p:nvPr/>
        </p:nvGrpSpPr>
        <p:grpSpPr>
          <a:xfrm>
            <a:off x="2864408" y="2616978"/>
            <a:ext cx="656590" cy="252095"/>
            <a:chOff x="2864408" y="2616978"/>
            <a:chExt cx="656590" cy="252095"/>
          </a:xfrm>
        </p:grpSpPr>
        <p:pic>
          <p:nvPicPr>
            <p:cNvPr id="150" name="object 150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2864408" y="2623306"/>
              <a:ext cx="155501" cy="245432"/>
            </a:xfrm>
            <a:prstGeom prst="rect">
              <a:avLst/>
            </a:prstGeom>
          </p:spPr>
        </p:pic>
        <p:pic>
          <p:nvPicPr>
            <p:cNvPr id="151" name="object 151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039517" y="2616978"/>
              <a:ext cx="481144" cy="235952"/>
            </a:xfrm>
            <a:prstGeom prst="rect">
              <a:avLst/>
            </a:prstGeom>
          </p:spPr>
        </p:pic>
      </p:grpSp>
      <p:grpSp>
        <p:nvGrpSpPr>
          <p:cNvPr id="152" name="object 152"/>
          <p:cNvGrpSpPr/>
          <p:nvPr/>
        </p:nvGrpSpPr>
        <p:grpSpPr>
          <a:xfrm>
            <a:off x="1993978" y="3068065"/>
            <a:ext cx="829310" cy="438150"/>
            <a:chOff x="1993978" y="3068065"/>
            <a:chExt cx="829310" cy="438150"/>
          </a:xfrm>
        </p:grpSpPr>
        <p:pic>
          <p:nvPicPr>
            <p:cNvPr id="153" name="object 153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993978" y="3147940"/>
              <a:ext cx="194414" cy="243567"/>
            </a:xfrm>
            <a:prstGeom prst="rect">
              <a:avLst/>
            </a:prstGeom>
          </p:spPr>
        </p:pic>
        <p:sp>
          <p:nvSpPr>
            <p:cNvPr id="154" name="object 154"/>
            <p:cNvSpPr/>
            <p:nvPr/>
          </p:nvSpPr>
          <p:spPr>
            <a:xfrm>
              <a:off x="2204853" y="3219546"/>
              <a:ext cx="283210" cy="267335"/>
            </a:xfrm>
            <a:custGeom>
              <a:avLst/>
              <a:gdLst/>
              <a:ahLst/>
              <a:cxnLst/>
              <a:rect l="l" t="t" r="r" b="b"/>
              <a:pathLst>
                <a:path w="283210" h="267335">
                  <a:moveTo>
                    <a:pt x="3071" y="35841"/>
                  </a:moveTo>
                  <a:lnTo>
                    <a:pt x="2047" y="26624"/>
                  </a:lnTo>
                  <a:lnTo>
                    <a:pt x="1023" y="17408"/>
                  </a:lnTo>
                  <a:lnTo>
                    <a:pt x="511" y="16384"/>
                  </a:lnTo>
                  <a:lnTo>
                    <a:pt x="0" y="15360"/>
                  </a:lnTo>
                  <a:lnTo>
                    <a:pt x="0" y="22528"/>
                  </a:lnTo>
                  <a:lnTo>
                    <a:pt x="4672" y="68290"/>
                  </a:lnTo>
                  <a:lnTo>
                    <a:pt x="8192" y="98819"/>
                  </a:lnTo>
                  <a:lnTo>
                    <a:pt x="9552" y="110923"/>
                  </a:lnTo>
                  <a:lnTo>
                    <a:pt x="10624" y="120771"/>
                  </a:lnTo>
                  <a:lnTo>
                    <a:pt x="11504" y="128988"/>
                  </a:lnTo>
                  <a:lnTo>
                    <a:pt x="12288" y="136196"/>
                  </a:lnTo>
                  <a:lnTo>
                    <a:pt x="13312" y="145412"/>
                  </a:lnTo>
                  <a:lnTo>
                    <a:pt x="14336" y="153605"/>
                  </a:lnTo>
                  <a:lnTo>
                    <a:pt x="14848" y="155141"/>
                  </a:lnTo>
                  <a:lnTo>
                    <a:pt x="15360" y="156677"/>
                  </a:lnTo>
                  <a:lnTo>
                    <a:pt x="15360" y="151557"/>
                  </a:lnTo>
                  <a:lnTo>
                    <a:pt x="15872" y="134660"/>
                  </a:lnTo>
                  <a:lnTo>
                    <a:pt x="18752" y="85626"/>
                  </a:lnTo>
                  <a:lnTo>
                    <a:pt x="28224" y="46721"/>
                  </a:lnTo>
                  <a:lnTo>
                    <a:pt x="67586" y="26112"/>
                  </a:lnTo>
                  <a:lnTo>
                    <a:pt x="75242" y="27040"/>
                  </a:lnTo>
                  <a:lnTo>
                    <a:pt x="108483" y="58241"/>
                  </a:lnTo>
                  <a:lnTo>
                    <a:pt x="119275" y="95099"/>
                  </a:lnTo>
                  <a:lnTo>
                    <a:pt x="122884" y="139268"/>
                  </a:lnTo>
                  <a:lnTo>
                    <a:pt x="122884" y="144388"/>
                  </a:lnTo>
                  <a:lnTo>
                    <a:pt x="125444" y="147972"/>
                  </a:lnTo>
                  <a:lnTo>
                    <a:pt x="128004" y="151556"/>
                  </a:lnTo>
                  <a:lnTo>
                    <a:pt x="133124" y="153605"/>
                  </a:lnTo>
                  <a:lnTo>
                    <a:pt x="137732" y="153093"/>
                  </a:lnTo>
                  <a:lnTo>
                    <a:pt x="165509" y="113155"/>
                  </a:lnTo>
                  <a:lnTo>
                    <a:pt x="177117" y="67882"/>
                  </a:lnTo>
                  <a:lnTo>
                    <a:pt x="172037" y="19456"/>
                  </a:lnTo>
                  <a:lnTo>
                    <a:pt x="168965" y="15360"/>
                  </a:lnTo>
                  <a:lnTo>
                    <a:pt x="167429" y="15872"/>
                  </a:lnTo>
                  <a:lnTo>
                    <a:pt x="170949" y="63746"/>
                  </a:lnTo>
                  <a:lnTo>
                    <a:pt x="177157" y="102403"/>
                  </a:lnTo>
                  <a:lnTo>
                    <a:pt x="185734" y="147716"/>
                  </a:lnTo>
                  <a:lnTo>
                    <a:pt x="189974" y="170373"/>
                  </a:lnTo>
                  <a:lnTo>
                    <a:pt x="196078" y="210118"/>
                  </a:lnTo>
                  <a:lnTo>
                    <a:pt x="199174" y="249864"/>
                  </a:lnTo>
                  <a:lnTo>
                    <a:pt x="199686" y="262152"/>
                  </a:lnTo>
                  <a:lnTo>
                    <a:pt x="199686" y="267272"/>
                  </a:lnTo>
                  <a:lnTo>
                    <a:pt x="199686" y="262152"/>
                  </a:lnTo>
                  <a:lnTo>
                    <a:pt x="198150" y="245768"/>
                  </a:lnTo>
                  <a:lnTo>
                    <a:pt x="196734" y="231511"/>
                  </a:lnTo>
                  <a:lnTo>
                    <a:pt x="194886" y="213895"/>
                  </a:lnTo>
                  <a:lnTo>
                    <a:pt x="192750" y="193782"/>
                  </a:lnTo>
                  <a:lnTo>
                    <a:pt x="190470" y="172037"/>
                  </a:lnTo>
                  <a:lnTo>
                    <a:pt x="186054" y="126916"/>
                  </a:lnTo>
                  <a:lnTo>
                    <a:pt x="182790" y="84482"/>
                  </a:lnTo>
                  <a:lnTo>
                    <a:pt x="181638" y="49793"/>
                  </a:lnTo>
                  <a:lnTo>
                    <a:pt x="181926" y="36097"/>
                  </a:lnTo>
                  <a:lnTo>
                    <a:pt x="182790" y="25088"/>
                  </a:lnTo>
                  <a:lnTo>
                    <a:pt x="184326" y="12288"/>
                  </a:lnTo>
                  <a:lnTo>
                    <a:pt x="187398" y="7168"/>
                  </a:lnTo>
                  <a:lnTo>
                    <a:pt x="191494" y="4096"/>
                  </a:lnTo>
                  <a:lnTo>
                    <a:pt x="195590" y="1023"/>
                  </a:lnTo>
                  <a:lnTo>
                    <a:pt x="239392" y="12056"/>
                  </a:lnTo>
                  <a:lnTo>
                    <a:pt x="272969" y="41825"/>
                  </a:lnTo>
                  <a:lnTo>
                    <a:pt x="282953" y="67970"/>
                  </a:lnTo>
                  <a:lnTo>
                    <a:pt x="282705" y="76322"/>
                  </a:lnTo>
                  <a:lnTo>
                    <a:pt x="253960" y="112643"/>
                  </a:lnTo>
                  <a:lnTo>
                    <a:pt x="211975" y="125956"/>
                  </a:lnTo>
                  <a:lnTo>
                    <a:pt x="200710" y="128004"/>
                  </a:lnTo>
                  <a:lnTo>
                    <a:pt x="195590" y="128004"/>
                  </a:lnTo>
                  <a:lnTo>
                    <a:pt x="192518" y="125444"/>
                  </a:lnTo>
                  <a:lnTo>
                    <a:pt x="189446" y="122884"/>
                  </a:lnTo>
                  <a:lnTo>
                    <a:pt x="188422" y="117763"/>
                  </a:lnTo>
                  <a:lnTo>
                    <a:pt x="188934" y="112643"/>
                  </a:lnTo>
                  <a:lnTo>
                    <a:pt x="189446" y="107523"/>
                  </a:lnTo>
                  <a:lnTo>
                    <a:pt x="191494" y="102403"/>
                  </a:lnTo>
                  <a:lnTo>
                    <a:pt x="193542" y="97283"/>
                  </a:lnTo>
                </a:path>
              </a:pathLst>
            </a:custGeom>
            <a:ln w="38761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2546120" y="3087445"/>
              <a:ext cx="257810" cy="262255"/>
            </a:xfrm>
            <a:custGeom>
              <a:avLst/>
              <a:gdLst/>
              <a:ahLst/>
              <a:cxnLst/>
              <a:rect l="l" t="t" r="r" b="b"/>
              <a:pathLst>
                <a:path w="257810" h="262254">
                  <a:moveTo>
                    <a:pt x="5880" y="152581"/>
                  </a:moveTo>
                  <a:lnTo>
                    <a:pt x="4856" y="144388"/>
                  </a:lnTo>
                  <a:lnTo>
                    <a:pt x="3832" y="136196"/>
                  </a:lnTo>
                  <a:lnTo>
                    <a:pt x="2808" y="134660"/>
                  </a:lnTo>
                  <a:lnTo>
                    <a:pt x="1784" y="133124"/>
                  </a:lnTo>
                  <a:lnTo>
                    <a:pt x="760" y="138244"/>
                  </a:lnTo>
                  <a:lnTo>
                    <a:pt x="248" y="155653"/>
                  </a:lnTo>
                  <a:lnTo>
                    <a:pt x="0" y="170677"/>
                  </a:lnTo>
                  <a:lnTo>
                    <a:pt x="184" y="188294"/>
                  </a:lnTo>
                  <a:lnTo>
                    <a:pt x="5688" y="236912"/>
                  </a:lnTo>
                  <a:lnTo>
                    <a:pt x="28688" y="261728"/>
                  </a:lnTo>
                  <a:lnTo>
                    <a:pt x="37049" y="260936"/>
                  </a:lnTo>
                  <a:lnTo>
                    <a:pt x="74234" y="222407"/>
                  </a:lnTo>
                  <a:lnTo>
                    <a:pt x="92147" y="176870"/>
                  </a:lnTo>
                  <a:lnTo>
                    <a:pt x="94435" y="153829"/>
                  </a:lnTo>
                  <a:lnTo>
                    <a:pt x="93947" y="144900"/>
                  </a:lnTo>
                  <a:lnTo>
                    <a:pt x="92923" y="134148"/>
                  </a:lnTo>
                  <a:lnTo>
                    <a:pt x="90875" y="128004"/>
                  </a:lnTo>
                  <a:lnTo>
                    <a:pt x="89338" y="127492"/>
                  </a:lnTo>
                  <a:lnTo>
                    <a:pt x="87802" y="126980"/>
                  </a:lnTo>
                  <a:lnTo>
                    <a:pt x="86778" y="132100"/>
                  </a:lnTo>
                  <a:lnTo>
                    <a:pt x="86778" y="146948"/>
                  </a:lnTo>
                  <a:lnTo>
                    <a:pt x="89154" y="190078"/>
                  </a:lnTo>
                  <a:lnTo>
                    <a:pt x="98235" y="228039"/>
                  </a:lnTo>
                  <a:lnTo>
                    <a:pt x="124668" y="258056"/>
                  </a:lnTo>
                  <a:lnTo>
                    <a:pt x="129788" y="259080"/>
                  </a:lnTo>
                  <a:lnTo>
                    <a:pt x="134908" y="258056"/>
                  </a:lnTo>
                  <a:lnTo>
                    <a:pt x="160765" y="216391"/>
                  </a:lnTo>
                  <a:lnTo>
                    <a:pt x="168701" y="177670"/>
                  </a:lnTo>
                  <a:lnTo>
                    <a:pt x="172797" y="128068"/>
                  </a:lnTo>
                  <a:lnTo>
                    <a:pt x="173821" y="78850"/>
                  </a:lnTo>
                  <a:lnTo>
                    <a:pt x="173629" y="58290"/>
                  </a:lnTo>
                  <a:lnTo>
                    <a:pt x="170749" y="16384"/>
                  </a:lnTo>
                  <a:lnTo>
                    <a:pt x="165629" y="0"/>
                  </a:lnTo>
                  <a:lnTo>
                    <a:pt x="164093" y="512"/>
                  </a:lnTo>
                  <a:lnTo>
                    <a:pt x="162557" y="1024"/>
                  </a:lnTo>
                  <a:lnTo>
                    <a:pt x="162557" y="6144"/>
                  </a:lnTo>
                  <a:lnTo>
                    <a:pt x="162045" y="25088"/>
                  </a:lnTo>
                  <a:lnTo>
                    <a:pt x="161605" y="41673"/>
                  </a:lnTo>
                  <a:lnTo>
                    <a:pt x="161213" y="62146"/>
                  </a:lnTo>
                  <a:lnTo>
                    <a:pt x="161109" y="85210"/>
                  </a:lnTo>
                  <a:lnTo>
                    <a:pt x="161533" y="109571"/>
                  </a:lnTo>
                  <a:lnTo>
                    <a:pt x="164349" y="157189"/>
                  </a:lnTo>
                  <a:lnTo>
                    <a:pt x="168701" y="195590"/>
                  </a:lnTo>
                  <a:lnTo>
                    <a:pt x="183038" y="235527"/>
                  </a:lnTo>
                  <a:lnTo>
                    <a:pt x="188158" y="238600"/>
                  </a:lnTo>
                  <a:lnTo>
                    <a:pt x="198398" y="237576"/>
                  </a:lnTo>
                  <a:lnTo>
                    <a:pt x="234751" y="222215"/>
                  </a:lnTo>
                  <a:lnTo>
                    <a:pt x="253112" y="196294"/>
                  </a:lnTo>
                  <a:lnTo>
                    <a:pt x="257792" y="186374"/>
                  </a:lnTo>
                </a:path>
              </a:pathLst>
            </a:custGeom>
            <a:ln w="38761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2665668" y="3154007"/>
              <a:ext cx="113664" cy="12700"/>
            </a:xfrm>
            <a:custGeom>
              <a:avLst/>
              <a:gdLst/>
              <a:ahLst/>
              <a:cxnLst/>
              <a:rect l="l" t="t" r="r" b="b"/>
              <a:pathLst>
                <a:path w="113664" h="12700">
                  <a:moveTo>
                    <a:pt x="0" y="12288"/>
                  </a:moveTo>
                  <a:lnTo>
                    <a:pt x="51049" y="5808"/>
                  </a:lnTo>
                  <a:lnTo>
                    <a:pt x="91587" y="1664"/>
                  </a:lnTo>
                  <a:lnTo>
                    <a:pt x="102843" y="784"/>
                  </a:lnTo>
                  <a:lnTo>
                    <a:pt x="113667" y="0"/>
                  </a:lnTo>
                </a:path>
              </a:pathLst>
            </a:custGeom>
            <a:ln w="38761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7" name="object 157"/>
          <p:cNvGrpSpPr/>
          <p:nvPr/>
        </p:nvGrpSpPr>
        <p:grpSpPr>
          <a:xfrm>
            <a:off x="2979099" y="2953374"/>
            <a:ext cx="1537335" cy="377190"/>
            <a:chOff x="2979099" y="2953374"/>
            <a:chExt cx="1537335" cy="377190"/>
          </a:xfrm>
        </p:grpSpPr>
        <p:pic>
          <p:nvPicPr>
            <p:cNvPr id="158" name="object 158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2979099" y="3124387"/>
              <a:ext cx="157548" cy="205166"/>
            </a:xfrm>
            <a:prstGeom prst="rect">
              <a:avLst/>
            </a:prstGeom>
          </p:spPr>
        </p:pic>
        <p:sp>
          <p:nvSpPr>
            <p:cNvPr id="159" name="object 159"/>
            <p:cNvSpPr/>
            <p:nvPr/>
          </p:nvSpPr>
          <p:spPr>
            <a:xfrm>
              <a:off x="3185527" y="2972754"/>
              <a:ext cx="1311275" cy="338455"/>
            </a:xfrm>
            <a:custGeom>
              <a:avLst/>
              <a:gdLst/>
              <a:ahLst/>
              <a:cxnLst/>
              <a:rect l="l" t="t" r="r" b="b"/>
              <a:pathLst>
                <a:path w="1311275" h="338454">
                  <a:moveTo>
                    <a:pt x="82274" y="218119"/>
                  </a:moveTo>
                  <a:lnTo>
                    <a:pt x="82274" y="212999"/>
                  </a:lnTo>
                  <a:lnTo>
                    <a:pt x="82274" y="207878"/>
                  </a:lnTo>
                  <a:lnTo>
                    <a:pt x="78690" y="201222"/>
                  </a:lnTo>
                  <a:lnTo>
                    <a:pt x="49529" y="182982"/>
                  </a:lnTo>
                  <a:lnTo>
                    <a:pt x="40737" y="184454"/>
                  </a:lnTo>
                  <a:lnTo>
                    <a:pt x="9504" y="216135"/>
                  </a:lnTo>
                  <a:lnTo>
                    <a:pt x="0" y="258408"/>
                  </a:lnTo>
                  <a:lnTo>
                    <a:pt x="352" y="272905"/>
                  </a:lnTo>
                  <a:lnTo>
                    <a:pt x="15008" y="318218"/>
                  </a:lnTo>
                  <a:lnTo>
                    <a:pt x="34145" y="334859"/>
                  </a:lnTo>
                  <a:lnTo>
                    <a:pt x="41313" y="334859"/>
                  </a:lnTo>
                  <a:lnTo>
                    <a:pt x="72546" y="298506"/>
                  </a:lnTo>
                  <a:lnTo>
                    <a:pt x="87667" y="251704"/>
                  </a:lnTo>
                  <a:lnTo>
                    <a:pt x="94075" y="215983"/>
                  </a:lnTo>
                  <a:lnTo>
                    <a:pt x="93539" y="211975"/>
                  </a:lnTo>
                  <a:lnTo>
                    <a:pt x="92515" y="206854"/>
                  </a:lnTo>
                  <a:lnTo>
                    <a:pt x="90467" y="201734"/>
                  </a:lnTo>
                  <a:lnTo>
                    <a:pt x="89442" y="201734"/>
                  </a:lnTo>
                  <a:lnTo>
                    <a:pt x="88418" y="201734"/>
                  </a:lnTo>
                  <a:lnTo>
                    <a:pt x="88418" y="206854"/>
                  </a:lnTo>
                  <a:lnTo>
                    <a:pt x="90467" y="220679"/>
                  </a:lnTo>
                  <a:lnTo>
                    <a:pt x="98963" y="261504"/>
                  </a:lnTo>
                  <a:lnTo>
                    <a:pt x="116132" y="302922"/>
                  </a:lnTo>
                  <a:lnTo>
                    <a:pt x="141668" y="334859"/>
                  </a:lnTo>
                  <a:lnTo>
                    <a:pt x="146789" y="336395"/>
                  </a:lnTo>
                  <a:lnTo>
                    <a:pt x="151909" y="337931"/>
                  </a:lnTo>
                  <a:lnTo>
                    <a:pt x="157029" y="337931"/>
                  </a:lnTo>
                  <a:lnTo>
                    <a:pt x="163173" y="333323"/>
                  </a:lnTo>
                  <a:lnTo>
                    <a:pt x="184678" y="298506"/>
                  </a:lnTo>
                  <a:lnTo>
                    <a:pt x="197094" y="259784"/>
                  </a:lnTo>
                  <a:lnTo>
                    <a:pt x="207207" y="212999"/>
                  </a:lnTo>
                  <a:lnTo>
                    <a:pt x="212263" y="166021"/>
                  </a:lnTo>
                  <a:lnTo>
                    <a:pt x="213863" y="119811"/>
                  </a:lnTo>
                  <a:lnTo>
                    <a:pt x="214135" y="96971"/>
                  </a:lnTo>
                  <a:lnTo>
                    <a:pt x="214119" y="75330"/>
                  </a:lnTo>
                  <a:lnTo>
                    <a:pt x="211415" y="29224"/>
                  </a:lnTo>
                  <a:lnTo>
                    <a:pt x="192358" y="4608"/>
                  </a:lnTo>
                  <a:lnTo>
                    <a:pt x="187750" y="3072"/>
                  </a:lnTo>
                  <a:lnTo>
                    <a:pt x="182630" y="3072"/>
                  </a:lnTo>
                  <a:lnTo>
                    <a:pt x="177510" y="10240"/>
                  </a:lnTo>
                  <a:lnTo>
                    <a:pt x="163685" y="53249"/>
                  </a:lnTo>
                  <a:lnTo>
                    <a:pt x="159941" y="112003"/>
                  </a:lnTo>
                  <a:lnTo>
                    <a:pt x="161637" y="135172"/>
                  </a:lnTo>
                  <a:lnTo>
                    <a:pt x="170597" y="184006"/>
                  </a:lnTo>
                  <a:lnTo>
                    <a:pt x="184166" y="230919"/>
                  </a:lnTo>
                  <a:lnTo>
                    <a:pt x="199142" y="270089"/>
                  </a:lnTo>
                  <a:lnTo>
                    <a:pt x="222999" y="308098"/>
                  </a:lnTo>
                  <a:lnTo>
                    <a:pt x="254312" y="325643"/>
                  </a:lnTo>
                  <a:lnTo>
                    <a:pt x="260456" y="325643"/>
                  </a:lnTo>
                  <a:lnTo>
                    <a:pt x="280057" y="292593"/>
                  </a:lnTo>
                  <a:lnTo>
                    <a:pt x="289129" y="247304"/>
                  </a:lnTo>
                  <a:lnTo>
                    <a:pt x="293017" y="205038"/>
                  </a:lnTo>
                  <a:lnTo>
                    <a:pt x="293225" y="194566"/>
                  </a:lnTo>
                  <a:lnTo>
                    <a:pt x="293225" y="182278"/>
                  </a:lnTo>
                  <a:lnTo>
                    <a:pt x="292201" y="177157"/>
                  </a:lnTo>
                  <a:lnTo>
                    <a:pt x="291177" y="177157"/>
                  </a:lnTo>
                  <a:lnTo>
                    <a:pt x="290153" y="177157"/>
                  </a:lnTo>
                  <a:lnTo>
                    <a:pt x="289129" y="182278"/>
                  </a:lnTo>
                  <a:lnTo>
                    <a:pt x="290153" y="199174"/>
                  </a:lnTo>
                  <a:lnTo>
                    <a:pt x="291289" y="213751"/>
                  </a:lnTo>
                  <a:lnTo>
                    <a:pt x="298346" y="265736"/>
                  </a:lnTo>
                  <a:lnTo>
                    <a:pt x="313194" y="308746"/>
                  </a:lnTo>
                  <a:lnTo>
                    <a:pt x="330603" y="322570"/>
                  </a:lnTo>
                  <a:lnTo>
                    <a:pt x="336235" y="323594"/>
                  </a:lnTo>
                  <a:lnTo>
                    <a:pt x="363180" y="290889"/>
                  </a:lnTo>
                  <a:lnTo>
                    <a:pt x="379868" y="251384"/>
                  </a:lnTo>
                  <a:lnTo>
                    <a:pt x="386924" y="213511"/>
                  </a:lnTo>
                  <a:lnTo>
                    <a:pt x="388941" y="201950"/>
                  </a:lnTo>
                  <a:lnTo>
                    <a:pt x="399725" y="164869"/>
                  </a:lnTo>
                  <a:lnTo>
                    <a:pt x="417918" y="158613"/>
                  </a:lnTo>
                  <a:lnTo>
                    <a:pt x="425582" y="159237"/>
                  </a:lnTo>
                  <a:lnTo>
                    <a:pt x="465839" y="178374"/>
                  </a:lnTo>
                  <a:lnTo>
                    <a:pt x="499056" y="204806"/>
                  </a:lnTo>
                  <a:lnTo>
                    <a:pt x="507249" y="219143"/>
                  </a:lnTo>
                  <a:lnTo>
                    <a:pt x="505713" y="220679"/>
                  </a:lnTo>
                  <a:lnTo>
                    <a:pt x="504176" y="222215"/>
                  </a:lnTo>
                  <a:lnTo>
                    <a:pt x="499056" y="220167"/>
                  </a:lnTo>
                  <a:lnTo>
                    <a:pt x="491888" y="211463"/>
                  </a:lnTo>
                  <a:lnTo>
                    <a:pt x="486176" y="203854"/>
                  </a:lnTo>
                  <a:lnTo>
                    <a:pt x="479984" y="194758"/>
                  </a:lnTo>
                  <a:lnTo>
                    <a:pt x="473600" y="185182"/>
                  </a:lnTo>
                  <a:lnTo>
                    <a:pt x="467311" y="176133"/>
                  </a:lnTo>
                  <a:lnTo>
                    <a:pt x="437614" y="149509"/>
                  </a:lnTo>
                  <a:lnTo>
                    <a:pt x="405701" y="180550"/>
                  </a:lnTo>
                  <a:lnTo>
                    <a:pt x="393581" y="229063"/>
                  </a:lnTo>
                  <a:lnTo>
                    <a:pt x="392109" y="247344"/>
                  </a:lnTo>
                  <a:lnTo>
                    <a:pt x="392557" y="264712"/>
                  </a:lnTo>
                  <a:lnTo>
                    <a:pt x="405589" y="304746"/>
                  </a:lnTo>
                  <a:lnTo>
                    <a:pt x="436142" y="328555"/>
                  </a:lnTo>
                  <a:lnTo>
                    <a:pt x="444271" y="329227"/>
                  </a:lnTo>
                  <a:lnTo>
                    <a:pt x="452239" y="327715"/>
                  </a:lnTo>
                  <a:lnTo>
                    <a:pt x="482152" y="292073"/>
                  </a:lnTo>
                  <a:lnTo>
                    <a:pt x="494936" y="254632"/>
                  </a:lnTo>
                  <a:lnTo>
                    <a:pt x="504144" y="208774"/>
                  </a:lnTo>
                  <a:lnTo>
                    <a:pt x="509585" y="159877"/>
                  </a:lnTo>
                  <a:lnTo>
                    <a:pt x="512697" y="113979"/>
                  </a:lnTo>
                  <a:lnTo>
                    <a:pt x="514441" y="75498"/>
                  </a:lnTo>
                  <a:lnTo>
                    <a:pt x="515249" y="36673"/>
                  </a:lnTo>
                  <a:lnTo>
                    <a:pt x="515001" y="28296"/>
                  </a:lnTo>
                  <a:lnTo>
                    <a:pt x="514417" y="21504"/>
                  </a:lnTo>
                  <a:lnTo>
                    <a:pt x="513393" y="13312"/>
                  </a:lnTo>
                  <a:lnTo>
                    <a:pt x="511345" y="8192"/>
                  </a:lnTo>
                  <a:lnTo>
                    <a:pt x="508785" y="8704"/>
                  </a:lnTo>
                  <a:lnTo>
                    <a:pt x="506225" y="9216"/>
                  </a:lnTo>
                  <a:lnTo>
                    <a:pt x="503153" y="15360"/>
                  </a:lnTo>
                  <a:lnTo>
                    <a:pt x="502129" y="32769"/>
                  </a:lnTo>
                  <a:lnTo>
                    <a:pt x="501760" y="47857"/>
                  </a:lnTo>
                  <a:lnTo>
                    <a:pt x="502256" y="66690"/>
                  </a:lnTo>
                  <a:lnTo>
                    <a:pt x="506225" y="113667"/>
                  </a:lnTo>
                  <a:lnTo>
                    <a:pt x="514161" y="168709"/>
                  </a:lnTo>
                  <a:lnTo>
                    <a:pt x="523633" y="222215"/>
                  </a:lnTo>
                  <a:lnTo>
                    <a:pt x="532145" y="265096"/>
                  </a:lnTo>
                  <a:lnTo>
                    <a:pt x="542906" y="304810"/>
                  </a:lnTo>
                  <a:lnTo>
                    <a:pt x="560498" y="322570"/>
                  </a:lnTo>
                  <a:lnTo>
                    <a:pt x="568690" y="322570"/>
                  </a:lnTo>
                  <a:lnTo>
                    <a:pt x="594668" y="294113"/>
                  </a:lnTo>
                  <a:lnTo>
                    <a:pt x="608884" y="250376"/>
                  </a:lnTo>
                  <a:lnTo>
                    <a:pt x="612740" y="234087"/>
                  </a:lnTo>
                  <a:lnTo>
                    <a:pt x="616308" y="219143"/>
                  </a:lnTo>
                  <a:lnTo>
                    <a:pt x="631669" y="181766"/>
                  </a:lnTo>
                  <a:lnTo>
                    <a:pt x="651397" y="171397"/>
                  </a:lnTo>
                  <a:lnTo>
                    <a:pt x="660342" y="171525"/>
                  </a:lnTo>
                  <a:lnTo>
                    <a:pt x="700791" y="187398"/>
                  </a:lnTo>
                  <a:lnTo>
                    <a:pt x="726392" y="219143"/>
                  </a:lnTo>
                  <a:lnTo>
                    <a:pt x="724344" y="219655"/>
                  </a:lnTo>
                  <a:lnTo>
                    <a:pt x="722296" y="220167"/>
                  </a:lnTo>
                  <a:lnTo>
                    <a:pt x="717176" y="216071"/>
                  </a:lnTo>
                  <a:lnTo>
                    <a:pt x="710520" y="207366"/>
                  </a:lnTo>
                  <a:lnTo>
                    <a:pt x="705255" y="200102"/>
                  </a:lnTo>
                  <a:lnTo>
                    <a:pt x="699511" y="191878"/>
                  </a:lnTo>
                  <a:lnTo>
                    <a:pt x="693383" y="183462"/>
                  </a:lnTo>
                  <a:lnTo>
                    <a:pt x="661878" y="156677"/>
                  </a:lnTo>
                  <a:lnTo>
                    <a:pt x="654709" y="153605"/>
                  </a:lnTo>
                  <a:lnTo>
                    <a:pt x="649589" y="153605"/>
                  </a:lnTo>
                  <a:lnTo>
                    <a:pt x="623117" y="189150"/>
                  </a:lnTo>
                  <a:lnTo>
                    <a:pt x="611956" y="228999"/>
                  </a:lnTo>
                  <a:lnTo>
                    <a:pt x="611796" y="243064"/>
                  </a:lnTo>
                  <a:lnTo>
                    <a:pt x="613748" y="257032"/>
                  </a:lnTo>
                  <a:lnTo>
                    <a:pt x="629661" y="294185"/>
                  </a:lnTo>
                  <a:lnTo>
                    <a:pt x="653686" y="317962"/>
                  </a:lnTo>
                  <a:lnTo>
                    <a:pt x="658806" y="319498"/>
                  </a:lnTo>
                  <a:lnTo>
                    <a:pt x="663926" y="319498"/>
                  </a:lnTo>
                  <a:lnTo>
                    <a:pt x="670070" y="315914"/>
                  </a:lnTo>
                  <a:lnTo>
                    <a:pt x="693919" y="276025"/>
                  </a:lnTo>
                  <a:lnTo>
                    <a:pt x="703351" y="232967"/>
                  </a:lnTo>
                  <a:lnTo>
                    <a:pt x="705912" y="201734"/>
                  </a:lnTo>
                  <a:lnTo>
                    <a:pt x="705912" y="193542"/>
                  </a:lnTo>
                  <a:lnTo>
                    <a:pt x="705912" y="184326"/>
                  </a:lnTo>
                  <a:lnTo>
                    <a:pt x="705399" y="182278"/>
                  </a:lnTo>
                  <a:lnTo>
                    <a:pt x="704887" y="180230"/>
                  </a:lnTo>
                  <a:lnTo>
                    <a:pt x="703863" y="185350"/>
                  </a:lnTo>
                  <a:lnTo>
                    <a:pt x="706423" y="236871"/>
                  </a:lnTo>
                  <a:lnTo>
                    <a:pt x="715455" y="285921"/>
                  </a:lnTo>
                  <a:lnTo>
                    <a:pt x="744376" y="313738"/>
                  </a:lnTo>
                  <a:lnTo>
                    <a:pt x="751025" y="313642"/>
                  </a:lnTo>
                  <a:lnTo>
                    <a:pt x="783226" y="280073"/>
                  </a:lnTo>
                  <a:lnTo>
                    <a:pt x="796090" y="242184"/>
                  </a:lnTo>
                  <a:lnTo>
                    <a:pt x="806266" y="192006"/>
                  </a:lnTo>
                  <a:lnTo>
                    <a:pt x="811323" y="135876"/>
                  </a:lnTo>
                  <a:lnTo>
                    <a:pt x="812923" y="83970"/>
                  </a:lnTo>
                  <a:lnTo>
                    <a:pt x="813243" y="45185"/>
                  </a:lnTo>
                  <a:lnTo>
                    <a:pt x="812995" y="30833"/>
                  </a:lnTo>
                  <a:lnTo>
                    <a:pt x="812411" y="19456"/>
                  </a:lnTo>
                  <a:lnTo>
                    <a:pt x="811387" y="6144"/>
                  </a:lnTo>
                  <a:lnTo>
                    <a:pt x="809339" y="0"/>
                  </a:lnTo>
                  <a:lnTo>
                    <a:pt x="806779" y="0"/>
                  </a:lnTo>
                  <a:lnTo>
                    <a:pt x="804218" y="0"/>
                  </a:lnTo>
                  <a:lnTo>
                    <a:pt x="797763" y="37601"/>
                  </a:lnTo>
                  <a:lnTo>
                    <a:pt x="796434" y="75746"/>
                  </a:lnTo>
                  <a:lnTo>
                    <a:pt x="796538" y="97795"/>
                  </a:lnTo>
                  <a:lnTo>
                    <a:pt x="798458" y="144388"/>
                  </a:lnTo>
                  <a:lnTo>
                    <a:pt x="802682" y="190982"/>
                  </a:lnTo>
                  <a:lnTo>
                    <a:pt x="809147" y="233543"/>
                  </a:lnTo>
                  <a:lnTo>
                    <a:pt x="822315" y="279449"/>
                  </a:lnTo>
                  <a:lnTo>
                    <a:pt x="848892" y="304330"/>
                  </a:lnTo>
                  <a:lnTo>
                    <a:pt x="854572" y="303570"/>
                  </a:lnTo>
                  <a:lnTo>
                    <a:pt x="885117" y="263688"/>
                  </a:lnTo>
                  <a:lnTo>
                    <a:pt x="897790" y="215663"/>
                  </a:lnTo>
                  <a:lnTo>
                    <a:pt x="903678" y="177925"/>
                  </a:lnTo>
                  <a:lnTo>
                    <a:pt x="904574" y="162821"/>
                  </a:lnTo>
                  <a:lnTo>
                    <a:pt x="904574" y="154629"/>
                  </a:lnTo>
                  <a:lnTo>
                    <a:pt x="903550" y="149509"/>
                  </a:lnTo>
                  <a:lnTo>
                    <a:pt x="902014" y="149509"/>
                  </a:lnTo>
                  <a:lnTo>
                    <a:pt x="900478" y="149509"/>
                  </a:lnTo>
                  <a:lnTo>
                    <a:pt x="895230" y="204870"/>
                  </a:lnTo>
                  <a:lnTo>
                    <a:pt x="895166" y="223519"/>
                  </a:lnTo>
                  <a:lnTo>
                    <a:pt x="895870" y="241160"/>
                  </a:lnTo>
                  <a:lnTo>
                    <a:pt x="902998" y="279249"/>
                  </a:lnTo>
                  <a:lnTo>
                    <a:pt x="929151" y="310282"/>
                  </a:lnTo>
                  <a:lnTo>
                    <a:pt x="934271" y="310282"/>
                  </a:lnTo>
                  <a:lnTo>
                    <a:pt x="964480" y="271881"/>
                  </a:lnTo>
                  <a:lnTo>
                    <a:pt x="982984" y="218743"/>
                  </a:lnTo>
                  <a:lnTo>
                    <a:pt x="993641" y="178934"/>
                  </a:lnTo>
                  <a:lnTo>
                    <a:pt x="994689" y="168965"/>
                  </a:lnTo>
                  <a:lnTo>
                    <a:pt x="994689" y="162821"/>
                  </a:lnTo>
                  <a:lnTo>
                    <a:pt x="993665" y="162309"/>
                  </a:lnTo>
                  <a:lnTo>
                    <a:pt x="992641" y="161797"/>
                  </a:lnTo>
                  <a:lnTo>
                    <a:pt x="990593" y="166917"/>
                  </a:lnTo>
                  <a:lnTo>
                    <a:pt x="989057" y="182790"/>
                  </a:lnTo>
                  <a:lnTo>
                    <a:pt x="988041" y="196486"/>
                  </a:lnTo>
                  <a:lnTo>
                    <a:pt x="987457" y="212871"/>
                  </a:lnTo>
                  <a:lnTo>
                    <a:pt x="987545" y="230599"/>
                  </a:lnTo>
                  <a:lnTo>
                    <a:pt x="993921" y="279625"/>
                  </a:lnTo>
                  <a:lnTo>
                    <a:pt x="1018434" y="312714"/>
                  </a:lnTo>
                  <a:lnTo>
                    <a:pt x="1027306" y="313178"/>
                  </a:lnTo>
                  <a:lnTo>
                    <a:pt x="1037186" y="310282"/>
                  </a:lnTo>
                  <a:lnTo>
                    <a:pt x="1068507" y="283497"/>
                  </a:lnTo>
                  <a:lnTo>
                    <a:pt x="1084996" y="241096"/>
                  </a:lnTo>
                  <a:lnTo>
                    <a:pt x="1085036" y="226063"/>
                  </a:lnTo>
                  <a:lnTo>
                    <a:pt x="1082244" y="211463"/>
                  </a:lnTo>
                  <a:lnTo>
                    <a:pt x="1059851" y="174237"/>
                  </a:lnTo>
                  <a:lnTo>
                    <a:pt x="1021114" y="147949"/>
                  </a:lnTo>
                  <a:lnTo>
                    <a:pt x="1001857" y="144388"/>
                  </a:lnTo>
                  <a:lnTo>
                    <a:pt x="993665" y="147461"/>
                  </a:lnTo>
                  <a:lnTo>
                    <a:pt x="1039234" y="148805"/>
                  </a:lnTo>
                  <a:lnTo>
                    <a:pt x="1057363" y="146876"/>
                  </a:lnTo>
                  <a:lnTo>
                    <a:pt x="1077124" y="144900"/>
                  </a:lnTo>
                  <a:lnTo>
                    <a:pt x="1097725" y="143100"/>
                  </a:lnTo>
                  <a:lnTo>
                    <a:pt x="1117893" y="141636"/>
                  </a:lnTo>
                  <a:lnTo>
                    <a:pt x="1136238" y="140652"/>
                  </a:lnTo>
                  <a:lnTo>
                    <a:pt x="1151366" y="140292"/>
                  </a:lnTo>
                  <a:lnTo>
                    <a:pt x="1162295" y="140660"/>
                  </a:lnTo>
                  <a:lnTo>
                    <a:pt x="1186583" y="171597"/>
                  </a:lnTo>
                  <a:lnTo>
                    <a:pt x="1186311" y="182342"/>
                  </a:lnTo>
                  <a:lnTo>
                    <a:pt x="1182447" y="222919"/>
                  </a:lnTo>
                  <a:lnTo>
                    <a:pt x="1178879" y="251016"/>
                  </a:lnTo>
                  <a:lnTo>
                    <a:pt x="1177479" y="262664"/>
                  </a:lnTo>
                  <a:lnTo>
                    <a:pt x="1176575" y="271705"/>
                  </a:lnTo>
                  <a:lnTo>
                    <a:pt x="1176007" y="278537"/>
                  </a:lnTo>
                  <a:lnTo>
                    <a:pt x="1175535" y="283833"/>
                  </a:lnTo>
                  <a:lnTo>
                    <a:pt x="1174919" y="288265"/>
                  </a:lnTo>
                  <a:lnTo>
                    <a:pt x="1173895" y="293897"/>
                  </a:lnTo>
                  <a:lnTo>
                    <a:pt x="1171847" y="299018"/>
                  </a:lnTo>
                  <a:lnTo>
                    <a:pt x="1170823" y="298506"/>
                  </a:lnTo>
                  <a:lnTo>
                    <a:pt x="1169799" y="297993"/>
                  </a:lnTo>
                  <a:lnTo>
                    <a:pt x="1169799" y="291849"/>
                  </a:lnTo>
                  <a:lnTo>
                    <a:pt x="1173383" y="276489"/>
                  </a:lnTo>
                  <a:lnTo>
                    <a:pt x="1186631" y="229831"/>
                  </a:lnTo>
                  <a:lnTo>
                    <a:pt x="1199584" y="191750"/>
                  </a:lnTo>
                  <a:lnTo>
                    <a:pt x="1218953" y="143364"/>
                  </a:lnTo>
                  <a:lnTo>
                    <a:pt x="1239433" y="119811"/>
                  </a:lnTo>
                  <a:lnTo>
                    <a:pt x="1244553" y="119811"/>
                  </a:lnTo>
                  <a:lnTo>
                    <a:pt x="1257258" y="163405"/>
                  </a:lnTo>
                  <a:lnTo>
                    <a:pt x="1257098" y="180166"/>
                  </a:lnTo>
                  <a:lnTo>
                    <a:pt x="1255058" y="228087"/>
                  </a:lnTo>
                  <a:lnTo>
                    <a:pt x="1253730" y="249304"/>
                  </a:lnTo>
                  <a:lnTo>
                    <a:pt x="1253258" y="257032"/>
                  </a:lnTo>
                  <a:lnTo>
                    <a:pt x="1252746" y="266248"/>
                  </a:lnTo>
                  <a:lnTo>
                    <a:pt x="1252746" y="271369"/>
                  </a:lnTo>
                  <a:lnTo>
                    <a:pt x="1255306" y="274441"/>
                  </a:lnTo>
                  <a:lnTo>
                    <a:pt x="1257866" y="277513"/>
                  </a:lnTo>
                  <a:lnTo>
                    <a:pt x="1262986" y="278537"/>
                  </a:lnTo>
                  <a:lnTo>
                    <a:pt x="1272714" y="274441"/>
                  </a:lnTo>
                  <a:lnTo>
                    <a:pt x="1280803" y="270489"/>
                  </a:lnTo>
                  <a:lnTo>
                    <a:pt x="1290187" y="265096"/>
                  </a:lnTo>
                  <a:lnTo>
                    <a:pt x="1300435" y="258744"/>
                  </a:lnTo>
                  <a:lnTo>
                    <a:pt x="1311115" y="251912"/>
                  </a:lnTo>
                </a:path>
              </a:pathLst>
            </a:custGeom>
            <a:ln w="38761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0" name="object 160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905850" y="2981022"/>
              <a:ext cx="244591" cy="86891"/>
            </a:xfrm>
            <a:prstGeom prst="rect">
              <a:avLst/>
            </a:prstGeom>
          </p:spPr>
        </p:pic>
        <p:sp>
          <p:nvSpPr>
            <p:cNvPr id="161" name="object 161"/>
            <p:cNvSpPr/>
            <p:nvPr/>
          </p:nvSpPr>
          <p:spPr>
            <a:xfrm>
              <a:off x="3492065" y="3003474"/>
              <a:ext cx="0" cy="6350"/>
            </a:xfrm>
            <a:custGeom>
              <a:avLst/>
              <a:gdLst/>
              <a:ahLst/>
              <a:cxnLst/>
              <a:rect l="l" t="t" r="r" b="b"/>
              <a:pathLst>
                <a:path w="0" h="6350">
                  <a:moveTo>
                    <a:pt x="0" y="6144"/>
                  </a:moveTo>
                  <a:lnTo>
                    <a:pt x="0" y="4096"/>
                  </a:lnTo>
                  <a:lnTo>
                    <a:pt x="0" y="2048"/>
                  </a:lnTo>
                  <a:lnTo>
                    <a:pt x="0" y="0"/>
                  </a:lnTo>
                </a:path>
              </a:pathLst>
            </a:custGeom>
            <a:ln w="38761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2" name="object 162"/>
          <p:cNvGrpSpPr/>
          <p:nvPr/>
        </p:nvGrpSpPr>
        <p:grpSpPr>
          <a:xfrm>
            <a:off x="1956233" y="3539633"/>
            <a:ext cx="3091815" cy="1109980"/>
            <a:chOff x="1956233" y="3539633"/>
            <a:chExt cx="3091815" cy="1109980"/>
          </a:xfrm>
        </p:grpSpPr>
        <p:sp>
          <p:nvSpPr>
            <p:cNvPr id="163" name="object 163"/>
            <p:cNvSpPr/>
            <p:nvPr/>
          </p:nvSpPr>
          <p:spPr>
            <a:xfrm>
              <a:off x="2005887" y="3587175"/>
              <a:ext cx="149860" cy="309880"/>
            </a:xfrm>
            <a:custGeom>
              <a:avLst/>
              <a:gdLst/>
              <a:ahLst/>
              <a:cxnLst/>
              <a:rect l="l" t="t" r="r" b="b"/>
              <a:pathLst>
                <a:path w="149860" h="309879">
                  <a:moveTo>
                    <a:pt x="94515" y="43009"/>
                  </a:moveTo>
                  <a:lnTo>
                    <a:pt x="96563" y="34817"/>
                  </a:lnTo>
                  <a:lnTo>
                    <a:pt x="98611" y="26624"/>
                  </a:lnTo>
                  <a:lnTo>
                    <a:pt x="98611" y="26112"/>
                  </a:lnTo>
                  <a:lnTo>
                    <a:pt x="98171" y="27296"/>
                  </a:lnTo>
                  <a:lnTo>
                    <a:pt x="96627" y="32129"/>
                  </a:lnTo>
                  <a:lnTo>
                    <a:pt x="93643" y="41377"/>
                  </a:lnTo>
                  <a:lnTo>
                    <a:pt x="73906" y="99971"/>
                  </a:lnTo>
                  <a:lnTo>
                    <a:pt x="55089" y="154117"/>
                  </a:lnTo>
                  <a:lnTo>
                    <a:pt x="36785" y="205639"/>
                  </a:lnTo>
                  <a:lnTo>
                    <a:pt x="28880" y="227919"/>
                  </a:lnTo>
                  <a:lnTo>
                    <a:pt x="22320" y="246792"/>
                  </a:lnTo>
                  <a:lnTo>
                    <a:pt x="17352" y="261728"/>
                  </a:lnTo>
                  <a:lnTo>
                    <a:pt x="13680" y="273353"/>
                  </a:lnTo>
                  <a:lnTo>
                    <a:pt x="10872" y="282577"/>
                  </a:lnTo>
                  <a:lnTo>
                    <a:pt x="8496" y="290313"/>
                  </a:lnTo>
                  <a:lnTo>
                    <a:pt x="5424" y="300042"/>
                  </a:lnTo>
                  <a:lnTo>
                    <a:pt x="2352" y="308234"/>
                  </a:lnTo>
                  <a:lnTo>
                    <a:pt x="816" y="309770"/>
                  </a:lnTo>
                  <a:lnTo>
                    <a:pt x="0" y="309562"/>
                  </a:lnTo>
                  <a:lnTo>
                    <a:pt x="8176" y="270609"/>
                  </a:lnTo>
                  <a:lnTo>
                    <a:pt x="21168" y="225823"/>
                  </a:lnTo>
                  <a:lnTo>
                    <a:pt x="38737" y="172397"/>
                  </a:lnTo>
                  <a:lnTo>
                    <a:pt x="58578" y="118395"/>
                  </a:lnTo>
                  <a:lnTo>
                    <a:pt x="77682" y="71722"/>
                  </a:lnTo>
                  <a:lnTo>
                    <a:pt x="93747" y="36601"/>
                  </a:lnTo>
                  <a:lnTo>
                    <a:pt x="112027" y="2168"/>
                  </a:lnTo>
                  <a:lnTo>
                    <a:pt x="116019" y="0"/>
                  </a:lnTo>
                  <a:lnTo>
                    <a:pt x="116019" y="6144"/>
                  </a:lnTo>
                  <a:lnTo>
                    <a:pt x="116531" y="23552"/>
                  </a:lnTo>
                  <a:lnTo>
                    <a:pt x="119412" y="77410"/>
                  </a:lnTo>
                  <a:lnTo>
                    <a:pt x="124756" y="121747"/>
                  </a:lnTo>
                  <a:lnTo>
                    <a:pt x="132308" y="166581"/>
                  </a:lnTo>
                  <a:lnTo>
                    <a:pt x="135988" y="188422"/>
                  </a:lnTo>
                  <a:lnTo>
                    <a:pt x="139164" y="209422"/>
                  </a:lnTo>
                  <a:lnTo>
                    <a:pt x="141812" y="228935"/>
                  </a:lnTo>
                  <a:lnTo>
                    <a:pt x="143980" y="246240"/>
                  </a:lnTo>
                  <a:lnTo>
                    <a:pt x="145716" y="260616"/>
                  </a:lnTo>
                  <a:lnTo>
                    <a:pt x="147764" y="277513"/>
                  </a:lnTo>
                  <a:lnTo>
                    <a:pt x="148789" y="284681"/>
                  </a:lnTo>
                  <a:lnTo>
                    <a:pt x="149301" y="285705"/>
                  </a:lnTo>
                  <a:lnTo>
                    <a:pt x="149813" y="286729"/>
                  </a:lnTo>
                  <a:lnTo>
                    <a:pt x="149813" y="281609"/>
                  </a:lnTo>
                  <a:lnTo>
                    <a:pt x="148276" y="273417"/>
                  </a:lnTo>
                  <a:lnTo>
                    <a:pt x="146860" y="266745"/>
                  </a:lnTo>
                  <a:lnTo>
                    <a:pt x="145012" y="259208"/>
                  </a:lnTo>
                  <a:lnTo>
                    <a:pt x="142876" y="251096"/>
                  </a:lnTo>
                  <a:lnTo>
                    <a:pt x="140596" y="242696"/>
                  </a:lnTo>
                </a:path>
              </a:pathLst>
            </a:custGeom>
            <a:ln w="38761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2054320" y="3777645"/>
              <a:ext cx="74295" cy="15875"/>
            </a:xfrm>
            <a:custGeom>
              <a:avLst/>
              <a:gdLst/>
              <a:ahLst/>
              <a:cxnLst/>
              <a:rect l="l" t="t" r="r" b="b"/>
              <a:pathLst>
                <a:path w="74294" h="15875">
                  <a:moveTo>
                    <a:pt x="0" y="15360"/>
                  </a:moveTo>
                  <a:lnTo>
                    <a:pt x="3072" y="10240"/>
                  </a:lnTo>
                  <a:lnTo>
                    <a:pt x="6144" y="5120"/>
                  </a:lnTo>
                  <a:lnTo>
                    <a:pt x="18432" y="2560"/>
                  </a:lnTo>
                  <a:lnTo>
                    <a:pt x="29232" y="1080"/>
                  </a:lnTo>
                  <a:lnTo>
                    <a:pt x="42625" y="320"/>
                  </a:lnTo>
                  <a:lnTo>
                    <a:pt x="57745" y="40"/>
                  </a:lnTo>
                  <a:lnTo>
                    <a:pt x="73730" y="0"/>
                  </a:lnTo>
                </a:path>
              </a:pathLst>
            </a:custGeom>
            <a:ln w="38761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5" name="object 165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2214978" y="3700918"/>
              <a:ext cx="199726" cy="196462"/>
            </a:xfrm>
            <a:prstGeom prst="rect">
              <a:avLst/>
            </a:prstGeom>
          </p:spPr>
        </p:pic>
        <p:sp>
          <p:nvSpPr>
            <p:cNvPr id="166" name="object 166"/>
            <p:cNvSpPr/>
            <p:nvPr/>
          </p:nvSpPr>
          <p:spPr>
            <a:xfrm>
              <a:off x="2429141" y="3559014"/>
              <a:ext cx="412115" cy="306705"/>
            </a:xfrm>
            <a:custGeom>
              <a:avLst/>
              <a:gdLst/>
              <a:ahLst/>
              <a:cxnLst/>
              <a:rect l="l" t="t" r="r" b="b"/>
              <a:pathLst>
                <a:path w="412114" h="306704">
                  <a:moveTo>
                    <a:pt x="104427" y="227847"/>
                  </a:moveTo>
                  <a:lnTo>
                    <a:pt x="97875" y="185006"/>
                  </a:lnTo>
                  <a:lnTo>
                    <a:pt x="63466" y="155141"/>
                  </a:lnTo>
                  <a:lnTo>
                    <a:pt x="26088" y="168965"/>
                  </a:lnTo>
                  <a:lnTo>
                    <a:pt x="4560" y="207126"/>
                  </a:lnTo>
                  <a:lnTo>
                    <a:pt x="0" y="239880"/>
                  </a:lnTo>
                  <a:lnTo>
                    <a:pt x="1448" y="256136"/>
                  </a:lnTo>
                  <a:lnTo>
                    <a:pt x="18024" y="293225"/>
                  </a:lnTo>
                  <a:lnTo>
                    <a:pt x="53081" y="306410"/>
                  </a:lnTo>
                  <a:lnTo>
                    <a:pt x="61162" y="304522"/>
                  </a:lnTo>
                  <a:lnTo>
                    <a:pt x="90091" y="268489"/>
                  </a:lnTo>
                  <a:lnTo>
                    <a:pt x="100843" y="229895"/>
                  </a:lnTo>
                  <a:lnTo>
                    <a:pt x="106923" y="178566"/>
                  </a:lnTo>
                  <a:lnTo>
                    <a:pt x="109547" y="126468"/>
                  </a:lnTo>
                  <a:lnTo>
                    <a:pt x="110443" y="85570"/>
                  </a:lnTo>
                  <a:lnTo>
                    <a:pt x="110315" y="40129"/>
                  </a:lnTo>
                  <a:lnTo>
                    <a:pt x="91242" y="87106"/>
                  </a:lnTo>
                  <a:lnTo>
                    <a:pt x="93675" y="138244"/>
                  </a:lnTo>
                  <a:lnTo>
                    <a:pt x="101803" y="192902"/>
                  </a:lnTo>
                  <a:lnTo>
                    <a:pt x="112619" y="240648"/>
                  </a:lnTo>
                  <a:lnTo>
                    <a:pt x="128532" y="284209"/>
                  </a:lnTo>
                  <a:lnTo>
                    <a:pt x="167917" y="300042"/>
                  </a:lnTo>
                  <a:lnTo>
                    <a:pt x="205806" y="265736"/>
                  </a:lnTo>
                  <a:lnTo>
                    <a:pt x="218119" y="222679"/>
                  </a:lnTo>
                  <a:lnTo>
                    <a:pt x="220279" y="181622"/>
                  </a:lnTo>
                  <a:lnTo>
                    <a:pt x="210927" y="220487"/>
                  </a:lnTo>
                  <a:lnTo>
                    <a:pt x="221303" y="268224"/>
                  </a:lnTo>
                  <a:lnTo>
                    <a:pt x="255280" y="296586"/>
                  </a:lnTo>
                  <a:lnTo>
                    <a:pt x="291313" y="268617"/>
                  </a:lnTo>
                  <a:lnTo>
                    <a:pt x="306162" y="233480"/>
                  </a:lnTo>
                  <a:lnTo>
                    <a:pt x="315634" y="188422"/>
                  </a:lnTo>
                  <a:lnTo>
                    <a:pt x="320498" y="137220"/>
                  </a:lnTo>
                  <a:lnTo>
                    <a:pt x="322290" y="85250"/>
                  </a:lnTo>
                  <a:lnTo>
                    <a:pt x="322546" y="44033"/>
                  </a:lnTo>
                  <a:lnTo>
                    <a:pt x="318450" y="512"/>
                  </a:lnTo>
                  <a:lnTo>
                    <a:pt x="316402" y="0"/>
                  </a:lnTo>
                  <a:lnTo>
                    <a:pt x="314874" y="816"/>
                  </a:lnTo>
                  <a:lnTo>
                    <a:pt x="309738" y="42081"/>
                  </a:lnTo>
                  <a:lnTo>
                    <a:pt x="308826" y="87650"/>
                  </a:lnTo>
                  <a:lnTo>
                    <a:pt x="310362" y="137244"/>
                  </a:lnTo>
                  <a:lnTo>
                    <a:pt x="314346" y="182990"/>
                  </a:lnTo>
                  <a:lnTo>
                    <a:pt x="319698" y="221343"/>
                  </a:lnTo>
                  <a:lnTo>
                    <a:pt x="329203" y="263176"/>
                  </a:lnTo>
                  <a:lnTo>
                    <a:pt x="349923" y="298146"/>
                  </a:lnTo>
                  <a:lnTo>
                    <a:pt x="389108" y="274121"/>
                  </a:lnTo>
                  <a:lnTo>
                    <a:pt x="400181" y="260704"/>
                  </a:lnTo>
                  <a:lnTo>
                    <a:pt x="411637" y="246280"/>
                  </a:lnTo>
                </a:path>
              </a:pathLst>
            </a:custGeom>
            <a:ln w="38761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2699462" y="3676266"/>
              <a:ext cx="111125" cy="6350"/>
            </a:xfrm>
            <a:custGeom>
              <a:avLst/>
              <a:gdLst/>
              <a:ahLst/>
              <a:cxnLst/>
              <a:rect l="l" t="t" r="r" b="b"/>
              <a:pathLst>
                <a:path w="111125" h="6350">
                  <a:moveTo>
                    <a:pt x="0" y="6144"/>
                  </a:moveTo>
                  <a:lnTo>
                    <a:pt x="43137" y="3200"/>
                  </a:lnTo>
                  <a:lnTo>
                    <a:pt x="89714" y="432"/>
                  </a:lnTo>
                  <a:lnTo>
                    <a:pt x="105043" y="16"/>
                  </a:lnTo>
                  <a:lnTo>
                    <a:pt x="110595" y="0"/>
                  </a:lnTo>
                </a:path>
              </a:pathLst>
            </a:custGeom>
            <a:ln w="38761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2628803" y="3605607"/>
              <a:ext cx="3175" cy="12700"/>
            </a:xfrm>
            <a:custGeom>
              <a:avLst/>
              <a:gdLst/>
              <a:ahLst/>
              <a:cxnLst/>
              <a:rect l="l" t="t" r="r" b="b"/>
              <a:pathLst>
                <a:path w="3175" h="12700">
                  <a:moveTo>
                    <a:pt x="0" y="0"/>
                  </a:moveTo>
                  <a:lnTo>
                    <a:pt x="1024" y="4096"/>
                  </a:lnTo>
                  <a:lnTo>
                    <a:pt x="2048" y="8192"/>
                  </a:lnTo>
                  <a:lnTo>
                    <a:pt x="3072" y="12288"/>
                  </a:lnTo>
                </a:path>
              </a:pathLst>
            </a:custGeom>
            <a:ln w="38761">
              <a:solidFill>
                <a:srgbClr val="0042A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9" name="object 169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956233" y="3541169"/>
              <a:ext cx="3091263" cy="110785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56071" y="1336826"/>
            <a:ext cx="412115" cy="165735"/>
          </a:xfrm>
          <a:custGeom>
            <a:avLst/>
            <a:gdLst/>
            <a:ahLst/>
            <a:cxnLst/>
            <a:rect l="l" t="t" r="r" b="b"/>
            <a:pathLst>
              <a:path w="412114" h="165734">
                <a:moveTo>
                  <a:pt x="14796" y="45489"/>
                </a:moveTo>
                <a:lnTo>
                  <a:pt x="0" y="72627"/>
                </a:lnTo>
                <a:lnTo>
                  <a:pt x="1058" y="87182"/>
                </a:lnTo>
                <a:lnTo>
                  <a:pt x="12147" y="128132"/>
                </a:lnTo>
                <a:lnTo>
                  <a:pt x="34762" y="159147"/>
                </a:lnTo>
                <a:lnTo>
                  <a:pt x="50981" y="165415"/>
                </a:lnTo>
                <a:lnTo>
                  <a:pt x="56150" y="164381"/>
                </a:lnTo>
                <a:lnTo>
                  <a:pt x="78378" y="125095"/>
                </a:lnTo>
                <a:lnTo>
                  <a:pt x="84702" y="79008"/>
                </a:lnTo>
                <a:lnTo>
                  <a:pt x="77538" y="40578"/>
                </a:lnTo>
                <a:lnTo>
                  <a:pt x="45109" y="12309"/>
                </a:lnTo>
                <a:lnTo>
                  <a:pt x="30304" y="8270"/>
                </a:lnTo>
                <a:lnTo>
                  <a:pt x="24101" y="8270"/>
                </a:lnTo>
                <a:lnTo>
                  <a:pt x="78830" y="11178"/>
                </a:lnTo>
                <a:lnTo>
                  <a:pt x="98271" y="9086"/>
                </a:lnTo>
                <a:lnTo>
                  <a:pt x="116113" y="7236"/>
                </a:lnTo>
                <a:lnTo>
                  <a:pt x="157467" y="7753"/>
                </a:lnTo>
                <a:lnTo>
                  <a:pt x="177174" y="52402"/>
                </a:lnTo>
                <a:lnTo>
                  <a:pt x="176981" y="94176"/>
                </a:lnTo>
                <a:lnTo>
                  <a:pt x="171941" y="140602"/>
                </a:lnTo>
                <a:lnTo>
                  <a:pt x="170907" y="148873"/>
                </a:lnTo>
                <a:lnTo>
                  <a:pt x="170390" y="148873"/>
                </a:lnTo>
                <a:lnTo>
                  <a:pt x="172861" y="109345"/>
                </a:lnTo>
                <a:lnTo>
                  <a:pt x="179694" y="61513"/>
                </a:lnTo>
                <a:lnTo>
                  <a:pt x="191584" y="21193"/>
                </a:lnTo>
                <a:lnTo>
                  <a:pt x="214328" y="0"/>
                </a:lnTo>
                <a:lnTo>
                  <a:pt x="219497" y="1033"/>
                </a:lnTo>
                <a:lnTo>
                  <a:pt x="224667" y="2067"/>
                </a:lnTo>
                <a:lnTo>
                  <a:pt x="245764" y="39310"/>
                </a:lnTo>
                <a:lnTo>
                  <a:pt x="251805" y="85356"/>
                </a:lnTo>
                <a:lnTo>
                  <a:pt x="253614" y="115273"/>
                </a:lnTo>
                <a:lnTo>
                  <a:pt x="254648" y="131298"/>
                </a:lnTo>
                <a:lnTo>
                  <a:pt x="255682" y="136467"/>
                </a:lnTo>
                <a:lnTo>
                  <a:pt x="258784" y="140085"/>
                </a:lnTo>
                <a:lnTo>
                  <a:pt x="261885" y="143704"/>
                </a:lnTo>
                <a:lnTo>
                  <a:pt x="267054" y="145772"/>
                </a:lnTo>
                <a:lnTo>
                  <a:pt x="272224" y="145255"/>
                </a:lnTo>
                <a:lnTo>
                  <a:pt x="277393" y="144738"/>
                </a:lnTo>
                <a:lnTo>
                  <a:pt x="306211" y="112365"/>
                </a:lnTo>
                <a:lnTo>
                  <a:pt x="325281" y="68710"/>
                </a:lnTo>
                <a:lnTo>
                  <a:pt x="332186" y="24295"/>
                </a:lnTo>
                <a:lnTo>
                  <a:pt x="333220" y="9304"/>
                </a:lnTo>
                <a:lnTo>
                  <a:pt x="332186" y="4135"/>
                </a:lnTo>
                <a:lnTo>
                  <a:pt x="329085" y="3101"/>
                </a:lnTo>
                <a:lnTo>
                  <a:pt x="325983" y="2067"/>
                </a:lnTo>
                <a:lnTo>
                  <a:pt x="320814" y="5169"/>
                </a:lnTo>
                <a:lnTo>
                  <a:pt x="318230" y="9304"/>
                </a:lnTo>
                <a:lnTo>
                  <a:pt x="315645" y="13439"/>
                </a:lnTo>
                <a:lnTo>
                  <a:pt x="315645" y="18609"/>
                </a:lnTo>
                <a:lnTo>
                  <a:pt x="322882" y="32049"/>
                </a:lnTo>
                <a:lnTo>
                  <a:pt x="348324" y="70794"/>
                </a:lnTo>
                <a:lnTo>
                  <a:pt x="380066" y="106421"/>
                </a:lnTo>
                <a:lnTo>
                  <a:pt x="396802" y="121993"/>
                </a:lnTo>
                <a:lnTo>
                  <a:pt x="405589" y="130264"/>
                </a:lnTo>
                <a:lnTo>
                  <a:pt x="408691" y="134399"/>
                </a:lnTo>
                <a:lnTo>
                  <a:pt x="410242" y="139052"/>
                </a:lnTo>
                <a:lnTo>
                  <a:pt x="411793" y="143704"/>
                </a:lnTo>
                <a:lnTo>
                  <a:pt x="411793" y="148873"/>
                </a:lnTo>
                <a:lnTo>
                  <a:pt x="408174" y="151975"/>
                </a:lnTo>
                <a:lnTo>
                  <a:pt x="404556" y="155076"/>
                </a:lnTo>
                <a:lnTo>
                  <a:pt x="397319" y="156110"/>
                </a:lnTo>
                <a:lnTo>
                  <a:pt x="387497" y="155076"/>
                </a:lnTo>
                <a:lnTo>
                  <a:pt x="379743" y="153929"/>
                </a:lnTo>
                <a:lnTo>
                  <a:pt x="342525" y="137501"/>
                </a:lnTo>
                <a:lnTo>
                  <a:pt x="337356" y="132332"/>
                </a:lnTo>
              </a:path>
            </a:pathLst>
          </a:custGeom>
          <a:ln w="367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3032481" y="1167510"/>
            <a:ext cx="274955" cy="334010"/>
            <a:chOff x="3032481" y="1167510"/>
            <a:chExt cx="274955" cy="334010"/>
          </a:xfrm>
        </p:grpSpPr>
        <p:sp>
          <p:nvSpPr>
            <p:cNvPr id="4" name="object 4"/>
            <p:cNvSpPr/>
            <p:nvPr/>
          </p:nvSpPr>
          <p:spPr>
            <a:xfrm>
              <a:off x="3106941" y="1185885"/>
              <a:ext cx="18415" cy="297180"/>
            </a:xfrm>
            <a:custGeom>
              <a:avLst/>
              <a:gdLst/>
              <a:ahLst/>
              <a:cxnLst/>
              <a:rect l="l" t="t" r="r" b="b"/>
              <a:pathLst>
                <a:path w="18414" h="297180">
                  <a:moveTo>
                    <a:pt x="9046" y="25846"/>
                  </a:moveTo>
                  <a:lnTo>
                    <a:pt x="8012" y="20676"/>
                  </a:lnTo>
                  <a:lnTo>
                    <a:pt x="6978" y="15507"/>
                  </a:lnTo>
                  <a:lnTo>
                    <a:pt x="5427" y="10338"/>
                  </a:lnTo>
                  <a:lnTo>
                    <a:pt x="3877" y="5169"/>
                  </a:lnTo>
                  <a:lnTo>
                    <a:pt x="1809" y="0"/>
                  </a:lnTo>
                  <a:lnTo>
                    <a:pt x="775" y="1550"/>
                  </a:lnTo>
                  <a:lnTo>
                    <a:pt x="193" y="4086"/>
                  </a:lnTo>
                  <a:lnTo>
                    <a:pt x="0" y="9821"/>
                  </a:lnTo>
                  <a:lnTo>
                    <a:pt x="193" y="19433"/>
                  </a:lnTo>
                  <a:lnTo>
                    <a:pt x="2972" y="75212"/>
                  </a:lnTo>
                  <a:lnTo>
                    <a:pt x="5944" y="124578"/>
                  </a:lnTo>
                  <a:lnTo>
                    <a:pt x="8981" y="170713"/>
                  </a:lnTo>
                  <a:lnTo>
                    <a:pt x="10378" y="191745"/>
                  </a:lnTo>
                  <a:lnTo>
                    <a:pt x="11630" y="211421"/>
                  </a:lnTo>
                  <a:lnTo>
                    <a:pt x="12705" y="229682"/>
                  </a:lnTo>
                  <a:lnTo>
                    <a:pt x="13633" y="246248"/>
                  </a:lnTo>
                  <a:lnTo>
                    <a:pt x="14465" y="260779"/>
                  </a:lnTo>
                  <a:lnTo>
                    <a:pt x="18350" y="296713"/>
                  </a:lnTo>
                  <a:lnTo>
                    <a:pt x="18350" y="291543"/>
                  </a:lnTo>
                  <a:lnTo>
                    <a:pt x="18350" y="283273"/>
                  </a:lnTo>
                  <a:lnTo>
                    <a:pt x="18350" y="276537"/>
                  </a:lnTo>
                  <a:lnTo>
                    <a:pt x="18350" y="268928"/>
                  </a:lnTo>
                  <a:lnTo>
                    <a:pt x="18350" y="260738"/>
                  </a:lnTo>
                  <a:lnTo>
                    <a:pt x="18350" y="252257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32481" y="1300876"/>
              <a:ext cx="274647" cy="180866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3488656" y="1150969"/>
            <a:ext cx="1149985" cy="332740"/>
            <a:chOff x="3488656" y="1150969"/>
            <a:chExt cx="1149985" cy="332740"/>
          </a:xfrm>
        </p:grpSpPr>
        <p:sp>
          <p:nvSpPr>
            <p:cNvPr id="7" name="object 7"/>
            <p:cNvSpPr/>
            <p:nvPr/>
          </p:nvSpPr>
          <p:spPr>
            <a:xfrm>
              <a:off x="3507031" y="1177098"/>
              <a:ext cx="518159" cy="288290"/>
            </a:xfrm>
            <a:custGeom>
              <a:avLst/>
              <a:gdLst/>
              <a:ahLst/>
              <a:cxnLst/>
              <a:rect l="l" t="t" r="r" b="b"/>
              <a:pathLst>
                <a:path w="518160" h="288290">
                  <a:moveTo>
                    <a:pt x="123810" y="62547"/>
                  </a:moveTo>
                  <a:lnTo>
                    <a:pt x="110290" y="23948"/>
                  </a:lnTo>
                  <a:lnTo>
                    <a:pt x="89694" y="0"/>
                  </a:lnTo>
                  <a:lnTo>
                    <a:pt x="83692" y="185"/>
                  </a:lnTo>
                  <a:lnTo>
                    <a:pt x="49131" y="21177"/>
                  </a:lnTo>
                  <a:lnTo>
                    <a:pt x="19909" y="66682"/>
                  </a:lnTo>
                  <a:lnTo>
                    <a:pt x="7051" y="109522"/>
                  </a:lnTo>
                  <a:lnTo>
                    <a:pt x="783" y="155076"/>
                  </a:lnTo>
                  <a:lnTo>
                    <a:pt x="0" y="176456"/>
                  </a:lnTo>
                  <a:lnTo>
                    <a:pt x="718" y="196236"/>
                  </a:lnTo>
                  <a:lnTo>
                    <a:pt x="11404" y="243615"/>
                  </a:lnTo>
                  <a:lnTo>
                    <a:pt x="43695" y="276529"/>
                  </a:lnTo>
                  <a:lnTo>
                    <a:pt x="87844" y="267361"/>
                  </a:lnTo>
                  <a:lnTo>
                    <a:pt x="115539" y="232614"/>
                  </a:lnTo>
                  <a:lnTo>
                    <a:pt x="131047" y="193845"/>
                  </a:lnTo>
                  <a:lnTo>
                    <a:pt x="128462" y="235716"/>
                  </a:lnTo>
                  <a:lnTo>
                    <a:pt x="154309" y="277070"/>
                  </a:lnTo>
                  <a:lnTo>
                    <a:pt x="183676" y="288046"/>
                  </a:lnTo>
                  <a:lnTo>
                    <a:pt x="193595" y="285857"/>
                  </a:lnTo>
                  <a:lnTo>
                    <a:pt x="224093" y="250707"/>
                  </a:lnTo>
                  <a:lnTo>
                    <a:pt x="229391" y="227122"/>
                  </a:lnTo>
                  <a:lnTo>
                    <a:pt x="228891" y="215596"/>
                  </a:lnTo>
                  <a:lnTo>
                    <a:pt x="206461" y="178313"/>
                  </a:lnTo>
                  <a:lnTo>
                    <a:pt x="171852" y="161740"/>
                  </a:lnTo>
                  <a:lnTo>
                    <a:pt x="137767" y="166448"/>
                  </a:lnTo>
                  <a:lnTo>
                    <a:pt x="138284" y="167999"/>
                  </a:lnTo>
                  <a:lnTo>
                    <a:pt x="143453" y="167999"/>
                  </a:lnTo>
                  <a:lnTo>
                    <a:pt x="162579" y="164898"/>
                  </a:lnTo>
                  <a:lnTo>
                    <a:pt x="179105" y="162087"/>
                  </a:lnTo>
                  <a:lnTo>
                    <a:pt x="198247" y="158695"/>
                  </a:lnTo>
                  <a:lnTo>
                    <a:pt x="217389" y="155302"/>
                  </a:lnTo>
                  <a:lnTo>
                    <a:pt x="259066" y="150093"/>
                  </a:lnTo>
                  <a:lnTo>
                    <a:pt x="281794" y="187061"/>
                  </a:lnTo>
                  <a:lnTo>
                    <a:pt x="289419" y="229384"/>
                  </a:lnTo>
                  <a:lnTo>
                    <a:pt x="287158" y="264147"/>
                  </a:lnTo>
                  <a:lnTo>
                    <a:pt x="286124" y="257944"/>
                  </a:lnTo>
                  <a:lnTo>
                    <a:pt x="298078" y="209676"/>
                  </a:lnTo>
                  <a:lnTo>
                    <a:pt x="316081" y="165003"/>
                  </a:lnTo>
                  <a:lnTo>
                    <a:pt x="345053" y="135950"/>
                  </a:lnTo>
                  <a:lnTo>
                    <a:pt x="350222" y="134916"/>
                  </a:lnTo>
                  <a:lnTo>
                    <a:pt x="355391" y="133882"/>
                  </a:lnTo>
                  <a:lnTo>
                    <a:pt x="360560" y="133882"/>
                  </a:lnTo>
                  <a:lnTo>
                    <a:pt x="364696" y="136984"/>
                  </a:lnTo>
                  <a:lnTo>
                    <a:pt x="376351" y="177829"/>
                  </a:lnTo>
                  <a:lnTo>
                    <a:pt x="380204" y="224861"/>
                  </a:lnTo>
                  <a:lnTo>
                    <a:pt x="380825" y="235304"/>
                  </a:lnTo>
                  <a:lnTo>
                    <a:pt x="381302" y="242501"/>
                  </a:lnTo>
                  <a:lnTo>
                    <a:pt x="400880" y="266214"/>
                  </a:lnTo>
                  <a:lnTo>
                    <a:pt x="407083" y="262596"/>
                  </a:lnTo>
                  <a:lnTo>
                    <a:pt x="433140" y="218520"/>
                  </a:lnTo>
                  <a:lnTo>
                    <a:pt x="446370" y="172651"/>
                  </a:lnTo>
                  <a:lnTo>
                    <a:pt x="451539" y="144221"/>
                  </a:lnTo>
                  <a:lnTo>
                    <a:pt x="451539" y="136984"/>
                  </a:lnTo>
                  <a:lnTo>
                    <a:pt x="450505" y="127679"/>
                  </a:lnTo>
                  <a:lnTo>
                    <a:pt x="449988" y="127679"/>
                  </a:lnTo>
                  <a:lnTo>
                    <a:pt x="449471" y="127679"/>
                  </a:lnTo>
                  <a:lnTo>
                    <a:pt x="449471" y="136984"/>
                  </a:lnTo>
                  <a:lnTo>
                    <a:pt x="452573" y="150941"/>
                  </a:lnTo>
                  <a:lnTo>
                    <a:pt x="472216" y="198498"/>
                  </a:lnTo>
                  <a:lnTo>
                    <a:pt x="505816" y="232614"/>
                  </a:lnTo>
                  <a:lnTo>
                    <a:pt x="514603" y="240368"/>
                  </a:lnTo>
                  <a:lnTo>
                    <a:pt x="517705" y="244504"/>
                  </a:lnTo>
                  <a:lnTo>
                    <a:pt x="515637" y="248122"/>
                  </a:lnTo>
                  <a:lnTo>
                    <a:pt x="513570" y="251740"/>
                  </a:lnTo>
                  <a:lnTo>
                    <a:pt x="470665" y="257944"/>
                  </a:lnTo>
                  <a:lnTo>
                    <a:pt x="462911" y="257944"/>
                  </a:lnTo>
                  <a:lnTo>
                    <a:pt x="457742" y="257944"/>
                  </a:lnTo>
                  <a:lnTo>
                    <a:pt x="453606" y="255359"/>
                  </a:lnTo>
                  <a:lnTo>
                    <a:pt x="449471" y="252774"/>
                  </a:lnTo>
                  <a:lnTo>
                    <a:pt x="446370" y="247605"/>
                  </a:lnTo>
                  <a:lnTo>
                    <a:pt x="443268" y="242436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058853" y="1306845"/>
              <a:ext cx="12700" cy="126364"/>
            </a:xfrm>
            <a:custGeom>
              <a:avLst/>
              <a:gdLst/>
              <a:ahLst/>
              <a:cxnLst/>
              <a:rect l="l" t="t" r="r" b="b"/>
              <a:pathLst>
                <a:path w="12700" h="126365">
                  <a:moveTo>
                    <a:pt x="3101" y="13439"/>
                  </a:moveTo>
                  <a:lnTo>
                    <a:pt x="2067" y="7236"/>
                  </a:lnTo>
                  <a:lnTo>
                    <a:pt x="1033" y="1033"/>
                  </a:lnTo>
                  <a:lnTo>
                    <a:pt x="516" y="516"/>
                  </a:lnTo>
                  <a:lnTo>
                    <a:pt x="0" y="0"/>
                  </a:lnTo>
                  <a:lnTo>
                    <a:pt x="0" y="5169"/>
                  </a:lnTo>
                  <a:lnTo>
                    <a:pt x="3230" y="55633"/>
                  </a:lnTo>
                  <a:lnTo>
                    <a:pt x="7737" y="103772"/>
                  </a:lnTo>
                  <a:lnTo>
                    <a:pt x="12406" y="126128"/>
                  </a:lnTo>
                  <a:lnTo>
                    <a:pt x="12406" y="120959"/>
                  </a:lnTo>
                  <a:lnTo>
                    <a:pt x="12406" y="115790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062989" y="1208629"/>
              <a:ext cx="5715" cy="19050"/>
            </a:xfrm>
            <a:custGeom>
              <a:avLst/>
              <a:gdLst/>
              <a:ahLst/>
              <a:cxnLst/>
              <a:rect l="l" t="t" r="r" b="b"/>
              <a:pathLst>
                <a:path w="5714" h="19050">
                  <a:moveTo>
                    <a:pt x="2067" y="12406"/>
                  </a:moveTo>
                  <a:lnTo>
                    <a:pt x="1033" y="6203"/>
                  </a:lnTo>
                  <a:lnTo>
                    <a:pt x="0" y="0"/>
                  </a:lnTo>
                  <a:lnTo>
                    <a:pt x="516" y="1033"/>
                  </a:lnTo>
                  <a:lnTo>
                    <a:pt x="1033" y="2067"/>
                  </a:lnTo>
                  <a:lnTo>
                    <a:pt x="3101" y="10338"/>
                  </a:lnTo>
                  <a:lnTo>
                    <a:pt x="5169" y="18609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137207" y="1169344"/>
              <a:ext cx="483234" cy="267970"/>
            </a:xfrm>
            <a:custGeom>
              <a:avLst/>
              <a:gdLst/>
              <a:ahLst/>
              <a:cxnLst/>
              <a:rect l="l" t="t" r="r" b="b"/>
              <a:pathLst>
                <a:path w="483235" h="267969">
                  <a:moveTo>
                    <a:pt x="95331" y="194362"/>
                  </a:moveTo>
                  <a:lnTo>
                    <a:pt x="85275" y="149891"/>
                  </a:lnTo>
                  <a:lnTo>
                    <a:pt x="45141" y="129868"/>
                  </a:lnTo>
                  <a:lnTo>
                    <a:pt x="7123" y="165851"/>
                  </a:lnTo>
                  <a:lnTo>
                    <a:pt x="0" y="199871"/>
                  </a:lnTo>
                  <a:lnTo>
                    <a:pt x="218" y="216590"/>
                  </a:lnTo>
                  <a:lnTo>
                    <a:pt x="16428" y="253590"/>
                  </a:lnTo>
                  <a:lnTo>
                    <a:pt x="51845" y="264987"/>
                  </a:lnTo>
                  <a:lnTo>
                    <a:pt x="64889" y="262200"/>
                  </a:lnTo>
                  <a:lnTo>
                    <a:pt x="94039" y="232356"/>
                  </a:lnTo>
                  <a:lnTo>
                    <a:pt x="103602" y="194879"/>
                  </a:lnTo>
                  <a:lnTo>
                    <a:pt x="107091" y="146418"/>
                  </a:lnTo>
                  <a:lnTo>
                    <a:pt x="107236" y="121605"/>
                  </a:lnTo>
                  <a:lnTo>
                    <a:pt x="106703" y="98732"/>
                  </a:lnTo>
                  <a:lnTo>
                    <a:pt x="103287" y="50028"/>
                  </a:lnTo>
                  <a:lnTo>
                    <a:pt x="97399" y="16541"/>
                  </a:lnTo>
                  <a:lnTo>
                    <a:pt x="95331" y="10338"/>
                  </a:lnTo>
                  <a:lnTo>
                    <a:pt x="92230" y="3101"/>
                  </a:lnTo>
                  <a:lnTo>
                    <a:pt x="89128" y="1550"/>
                  </a:lnTo>
                  <a:lnTo>
                    <a:pt x="86027" y="0"/>
                  </a:lnTo>
                  <a:lnTo>
                    <a:pt x="82925" y="4135"/>
                  </a:lnTo>
                  <a:lnTo>
                    <a:pt x="80857" y="18092"/>
                  </a:lnTo>
                  <a:lnTo>
                    <a:pt x="79541" y="30320"/>
                  </a:lnTo>
                  <a:lnTo>
                    <a:pt x="78854" y="45747"/>
                  </a:lnTo>
                  <a:lnTo>
                    <a:pt x="79040" y="63888"/>
                  </a:lnTo>
                  <a:lnTo>
                    <a:pt x="82925" y="106332"/>
                  </a:lnTo>
                  <a:lnTo>
                    <a:pt x="91390" y="152806"/>
                  </a:lnTo>
                  <a:lnTo>
                    <a:pt x="103012" y="197536"/>
                  </a:lnTo>
                  <a:lnTo>
                    <a:pt x="117599" y="234706"/>
                  </a:lnTo>
                  <a:lnTo>
                    <a:pt x="146959" y="264987"/>
                  </a:lnTo>
                  <a:lnTo>
                    <a:pt x="158404" y="267902"/>
                  </a:lnTo>
                  <a:lnTo>
                    <a:pt x="170285" y="267765"/>
                  </a:lnTo>
                  <a:lnTo>
                    <a:pt x="205468" y="249592"/>
                  </a:lnTo>
                  <a:lnTo>
                    <a:pt x="232316" y="201987"/>
                  </a:lnTo>
                  <a:lnTo>
                    <a:pt x="245303" y="152572"/>
                  </a:lnTo>
                  <a:lnTo>
                    <a:pt x="236968" y="108553"/>
                  </a:lnTo>
                  <a:lnTo>
                    <a:pt x="200783" y="127679"/>
                  </a:lnTo>
                  <a:lnTo>
                    <a:pt x="195404" y="176165"/>
                  </a:lnTo>
                  <a:lnTo>
                    <a:pt x="211380" y="227122"/>
                  </a:lnTo>
                  <a:lnTo>
                    <a:pt x="244625" y="259955"/>
                  </a:lnTo>
                  <a:lnTo>
                    <a:pt x="291778" y="260884"/>
                  </a:lnTo>
                  <a:lnTo>
                    <a:pt x="320709" y="227445"/>
                  </a:lnTo>
                  <a:lnTo>
                    <a:pt x="336992" y="174816"/>
                  </a:lnTo>
                  <a:lnTo>
                    <a:pt x="340126" y="143986"/>
                  </a:lnTo>
                  <a:lnTo>
                    <a:pt x="339577" y="132267"/>
                  </a:lnTo>
                  <a:lnTo>
                    <a:pt x="319675" y="102350"/>
                  </a:lnTo>
                  <a:lnTo>
                    <a:pt x="314506" y="102350"/>
                  </a:lnTo>
                  <a:lnTo>
                    <a:pt x="305024" y="134585"/>
                  </a:lnTo>
                  <a:lnTo>
                    <a:pt x="305718" y="143187"/>
                  </a:lnTo>
                  <a:lnTo>
                    <a:pt x="323625" y="184024"/>
                  </a:lnTo>
                  <a:lnTo>
                    <a:pt x="344488" y="193328"/>
                  </a:lnTo>
                  <a:lnTo>
                    <a:pt x="352411" y="193304"/>
                  </a:lnTo>
                  <a:lnTo>
                    <a:pt x="392561" y="166125"/>
                  </a:lnTo>
                  <a:lnTo>
                    <a:pt x="412721" y="132848"/>
                  </a:lnTo>
                  <a:lnTo>
                    <a:pt x="422026" y="107519"/>
                  </a:lnTo>
                  <a:lnTo>
                    <a:pt x="422543" y="108036"/>
                  </a:lnTo>
                  <a:lnTo>
                    <a:pt x="422664" y="109781"/>
                  </a:lnTo>
                  <a:lnTo>
                    <a:pt x="422349" y="114627"/>
                  </a:lnTo>
                  <a:lnTo>
                    <a:pt x="421743" y="123156"/>
                  </a:lnTo>
                  <a:lnTo>
                    <a:pt x="420992" y="135950"/>
                  </a:lnTo>
                  <a:lnTo>
                    <a:pt x="420241" y="153097"/>
                  </a:lnTo>
                  <a:lnTo>
                    <a:pt x="419635" y="172716"/>
                  </a:lnTo>
                  <a:lnTo>
                    <a:pt x="419320" y="192432"/>
                  </a:lnTo>
                  <a:lnTo>
                    <a:pt x="419441" y="209870"/>
                  </a:lnTo>
                  <a:lnTo>
                    <a:pt x="427195" y="252257"/>
                  </a:lnTo>
                  <a:lnTo>
                    <a:pt x="443623" y="259478"/>
                  </a:lnTo>
                  <a:lnTo>
                    <a:pt x="450586" y="258719"/>
                  </a:lnTo>
                  <a:lnTo>
                    <a:pt x="479097" y="240069"/>
                  </a:lnTo>
                  <a:lnTo>
                    <a:pt x="483023" y="234682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4682495" y="1223338"/>
            <a:ext cx="79375" cy="165100"/>
            <a:chOff x="4682495" y="1223338"/>
            <a:chExt cx="79375" cy="165100"/>
          </a:xfrm>
        </p:grpSpPr>
        <p:sp>
          <p:nvSpPr>
            <p:cNvPr id="12" name="object 12"/>
            <p:cNvSpPr/>
            <p:nvPr/>
          </p:nvSpPr>
          <p:spPr>
            <a:xfrm>
              <a:off x="4722581" y="1241713"/>
              <a:ext cx="19685" cy="35560"/>
            </a:xfrm>
            <a:custGeom>
              <a:avLst/>
              <a:gdLst/>
              <a:ahLst/>
              <a:cxnLst/>
              <a:rect l="l" t="t" r="r" b="b"/>
              <a:pathLst>
                <a:path w="19685" h="35559">
                  <a:moveTo>
                    <a:pt x="15507" y="13439"/>
                  </a:moveTo>
                  <a:lnTo>
                    <a:pt x="15507" y="8270"/>
                  </a:lnTo>
                  <a:lnTo>
                    <a:pt x="15507" y="3101"/>
                  </a:lnTo>
                  <a:lnTo>
                    <a:pt x="12923" y="1550"/>
                  </a:lnTo>
                  <a:lnTo>
                    <a:pt x="10338" y="0"/>
                  </a:lnTo>
                  <a:lnTo>
                    <a:pt x="5169" y="2067"/>
                  </a:lnTo>
                  <a:lnTo>
                    <a:pt x="2584" y="5686"/>
                  </a:lnTo>
                  <a:lnTo>
                    <a:pt x="0" y="9304"/>
                  </a:lnTo>
                  <a:lnTo>
                    <a:pt x="0" y="14473"/>
                  </a:lnTo>
                  <a:lnTo>
                    <a:pt x="0" y="19643"/>
                  </a:lnTo>
                  <a:lnTo>
                    <a:pt x="0" y="24812"/>
                  </a:lnTo>
                  <a:lnTo>
                    <a:pt x="0" y="29981"/>
                  </a:lnTo>
                  <a:lnTo>
                    <a:pt x="2584" y="32566"/>
                  </a:lnTo>
                  <a:lnTo>
                    <a:pt x="5169" y="35150"/>
                  </a:lnTo>
                  <a:lnTo>
                    <a:pt x="10338" y="35150"/>
                  </a:lnTo>
                  <a:lnTo>
                    <a:pt x="13956" y="30498"/>
                  </a:lnTo>
                  <a:lnTo>
                    <a:pt x="17575" y="25846"/>
                  </a:lnTo>
                  <a:lnTo>
                    <a:pt x="19643" y="16541"/>
                  </a:lnTo>
                  <a:lnTo>
                    <a:pt x="17058" y="11889"/>
                  </a:lnTo>
                  <a:lnTo>
                    <a:pt x="14473" y="7236"/>
                  </a:lnTo>
                  <a:lnTo>
                    <a:pt x="7236" y="7236"/>
                  </a:lnTo>
                  <a:lnTo>
                    <a:pt x="0" y="7236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700870" y="1345097"/>
              <a:ext cx="42545" cy="25400"/>
            </a:xfrm>
            <a:custGeom>
              <a:avLst/>
              <a:gdLst/>
              <a:ahLst/>
              <a:cxnLst/>
              <a:rect l="l" t="t" r="r" b="b"/>
              <a:pathLst>
                <a:path w="42545" h="25400">
                  <a:moveTo>
                    <a:pt x="24812" y="3101"/>
                  </a:moveTo>
                  <a:lnTo>
                    <a:pt x="22744" y="8270"/>
                  </a:lnTo>
                  <a:lnTo>
                    <a:pt x="20677" y="13439"/>
                  </a:lnTo>
                  <a:lnTo>
                    <a:pt x="21710" y="17575"/>
                  </a:lnTo>
                  <a:lnTo>
                    <a:pt x="22744" y="21710"/>
                  </a:lnTo>
                  <a:lnTo>
                    <a:pt x="26880" y="24812"/>
                  </a:lnTo>
                  <a:lnTo>
                    <a:pt x="30498" y="24295"/>
                  </a:lnTo>
                  <a:lnTo>
                    <a:pt x="34116" y="23778"/>
                  </a:lnTo>
                  <a:lnTo>
                    <a:pt x="37218" y="19643"/>
                  </a:lnTo>
                  <a:lnTo>
                    <a:pt x="39286" y="14990"/>
                  </a:lnTo>
                  <a:lnTo>
                    <a:pt x="41353" y="10338"/>
                  </a:lnTo>
                  <a:lnTo>
                    <a:pt x="42387" y="5169"/>
                  </a:lnTo>
                  <a:lnTo>
                    <a:pt x="40319" y="2584"/>
                  </a:lnTo>
                  <a:lnTo>
                    <a:pt x="38252" y="0"/>
                  </a:lnTo>
                  <a:lnTo>
                    <a:pt x="33083" y="0"/>
                  </a:lnTo>
                  <a:lnTo>
                    <a:pt x="25846" y="2584"/>
                  </a:lnTo>
                  <a:lnTo>
                    <a:pt x="20063" y="4967"/>
                  </a:lnTo>
                  <a:lnTo>
                    <a:pt x="13698" y="8076"/>
                  </a:lnTo>
                  <a:lnTo>
                    <a:pt x="6946" y="11671"/>
                  </a:lnTo>
                  <a:lnTo>
                    <a:pt x="0" y="15507"/>
                  </a:lnTo>
                </a:path>
              </a:pathLst>
            </a:custGeom>
            <a:ln w="36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/>
          <p:nvPr/>
        </p:nvSpPr>
        <p:spPr>
          <a:xfrm>
            <a:off x="1729602" y="2111175"/>
            <a:ext cx="114935" cy="22225"/>
          </a:xfrm>
          <a:custGeom>
            <a:avLst/>
            <a:gdLst/>
            <a:ahLst/>
            <a:cxnLst/>
            <a:rect l="l" t="t" r="r" b="b"/>
            <a:pathLst>
              <a:path w="114935" h="22225">
                <a:moveTo>
                  <a:pt x="0" y="21710"/>
                </a:moveTo>
                <a:lnTo>
                  <a:pt x="47944" y="14150"/>
                </a:lnTo>
                <a:lnTo>
                  <a:pt x="85809" y="7753"/>
                </a:lnTo>
                <a:lnTo>
                  <a:pt x="114756" y="0"/>
                </a:lnTo>
                <a:lnTo>
                  <a:pt x="111655" y="0"/>
                </a:lnTo>
                <a:lnTo>
                  <a:pt x="108553" y="0"/>
                </a:lnTo>
              </a:path>
            </a:pathLst>
          </a:custGeom>
          <a:ln w="36749">
            <a:solidFill>
              <a:srgbClr val="FC3142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5" name="object 15"/>
          <p:cNvGrpSpPr/>
          <p:nvPr/>
        </p:nvGrpSpPr>
        <p:grpSpPr>
          <a:xfrm>
            <a:off x="1962356" y="1951975"/>
            <a:ext cx="490220" cy="283845"/>
            <a:chOff x="1962356" y="1951975"/>
            <a:chExt cx="490220" cy="283845"/>
          </a:xfrm>
        </p:grpSpPr>
        <p:sp>
          <p:nvSpPr>
            <p:cNvPr id="16" name="object 16"/>
            <p:cNvSpPr/>
            <p:nvPr/>
          </p:nvSpPr>
          <p:spPr>
            <a:xfrm>
              <a:off x="1980731" y="1970350"/>
              <a:ext cx="10795" cy="247015"/>
            </a:xfrm>
            <a:custGeom>
              <a:avLst/>
              <a:gdLst/>
              <a:ahLst/>
              <a:cxnLst/>
              <a:rect l="l" t="t" r="r" b="b"/>
              <a:pathLst>
                <a:path w="10794" h="247014">
                  <a:moveTo>
                    <a:pt x="5831" y="9195"/>
                  </a:moveTo>
                  <a:lnTo>
                    <a:pt x="5064" y="4597"/>
                  </a:lnTo>
                  <a:lnTo>
                    <a:pt x="4298" y="0"/>
                  </a:lnTo>
                  <a:lnTo>
                    <a:pt x="3149" y="0"/>
                  </a:lnTo>
                  <a:lnTo>
                    <a:pt x="1999" y="0"/>
                  </a:lnTo>
                  <a:lnTo>
                    <a:pt x="466" y="4597"/>
                  </a:lnTo>
                  <a:lnTo>
                    <a:pt x="83" y="18775"/>
                  </a:lnTo>
                  <a:lnTo>
                    <a:pt x="0" y="31066"/>
                  </a:lnTo>
                  <a:lnTo>
                    <a:pt x="275" y="46123"/>
                  </a:lnTo>
                  <a:lnTo>
                    <a:pt x="838" y="63120"/>
                  </a:lnTo>
                  <a:lnTo>
                    <a:pt x="1616" y="81231"/>
                  </a:lnTo>
                  <a:lnTo>
                    <a:pt x="2538" y="99772"/>
                  </a:lnTo>
                  <a:lnTo>
                    <a:pt x="3532" y="118637"/>
                  </a:lnTo>
                  <a:lnTo>
                    <a:pt x="4526" y="137861"/>
                  </a:lnTo>
                  <a:lnTo>
                    <a:pt x="6238" y="177321"/>
                  </a:lnTo>
                  <a:lnTo>
                    <a:pt x="7747" y="227216"/>
                  </a:lnTo>
                  <a:lnTo>
                    <a:pt x="8130" y="242926"/>
                  </a:lnTo>
                  <a:lnTo>
                    <a:pt x="8130" y="246758"/>
                  </a:lnTo>
                  <a:lnTo>
                    <a:pt x="8513" y="244842"/>
                  </a:lnTo>
                  <a:lnTo>
                    <a:pt x="8896" y="242926"/>
                  </a:lnTo>
                  <a:lnTo>
                    <a:pt x="9663" y="235263"/>
                  </a:lnTo>
                  <a:lnTo>
                    <a:pt x="10429" y="227600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988861" y="1977246"/>
              <a:ext cx="124460" cy="232410"/>
            </a:xfrm>
            <a:custGeom>
              <a:avLst/>
              <a:gdLst/>
              <a:ahLst/>
              <a:cxnLst/>
              <a:rect l="l" t="t" r="r" b="b"/>
              <a:pathLst>
                <a:path w="124460" h="232410">
                  <a:moveTo>
                    <a:pt x="0" y="142537"/>
                  </a:moveTo>
                  <a:lnTo>
                    <a:pt x="47895" y="131042"/>
                  </a:lnTo>
                  <a:lnTo>
                    <a:pt x="73998" y="125438"/>
                  </a:lnTo>
                  <a:lnTo>
                    <a:pt x="85882" y="122906"/>
                  </a:lnTo>
                  <a:lnTo>
                    <a:pt x="116482" y="107286"/>
                  </a:lnTo>
                  <a:lnTo>
                    <a:pt x="114566" y="100389"/>
                  </a:lnTo>
                  <a:lnTo>
                    <a:pt x="112698" y="94623"/>
                  </a:lnTo>
                  <a:lnTo>
                    <a:pt x="110255" y="87601"/>
                  </a:lnTo>
                  <a:lnTo>
                    <a:pt x="107669" y="79213"/>
                  </a:lnTo>
                  <a:lnTo>
                    <a:pt x="101760" y="34383"/>
                  </a:lnTo>
                  <a:lnTo>
                    <a:pt x="101155" y="23756"/>
                  </a:lnTo>
                  <a:lnTo>
                    <a:pt x="100389" y="10728"/>
                  </a:lnTo>
                  <a:lnTo>
                    <a:pt x="99622" y="3065"/>
                  </a:lnTo>
                  <a:lnTo>
                    <a:pt x="99239" y="1532"/>
                  </a:lnTo>
                  <a:lnTo>
                    <a:pt x="98856" y="0"/>
                  </a:lnTo>
                  <a:lnTo>
                    <a:pt x="98856" y="4597"/>
                  </a:lnTo>
                  <a:lnTo>
                    <a:pt x="101071" y="56846"/>
                  </a:lnTo>
                  <a:lnTo>
                    <a:pt x="105801" y="109489"/>
                  </a:lnTo>
                  <a:lnTo>
                    <a:pt x="107747" y="128204"/>
                  </a:lnTo>
                  <a:lnTo>
                    <a:pt x="109585" y="147135"/>
                  </a:lnTo>
                  <a:lnTo>
                    <a:pt x="111171" y="165940"/>
                  </a:lnTo>
                  <a:lnTo>
                    <a:pt x="112506" y="183775"/>
                  </a:lnTo>
                  <a:lnTo>
                    <a:pt x="113626" y="199671"/>
                  </a:lnTo>
                  <a:lnTo>
                    <a:pt x="114566" y="212656"/>
                  </a:lnTo>
                  <a:lnTo>
                    <a:pt x="115715" y="227600"/>
                  </a:lnTo>
                  <a:lnTo>
                    <a:pt x="116482" y="232198"/>
                  </a:lnTo>
                  <a:lnTo>
                    <a:pt x="117248" y="232198"/>
                  </a:lnTo>
                  <a:lnTo>
                    <a:pt x="118014" y="232198"/>
                  </a:lnTo>
                  <a:lnTo>
                    <a:pt x="118781" y="227600"/>
                  </a:lnTo>
                  <a:lnTo>
                    <a:pt x="119930" y="221469"/>
                  </a:lnTo>
                  <a:lnTo>
                    <a:pt x="121080" y="215338"/>
                  </a:lnTo>
                  <a:lnTo>
                    <a:pt x="122612" y="207675"/>
                  </a:lnTo>
                  <a:lnTo>
                    <a:pt x="124145" y="200012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45641" y="2042402"/>
              <a:ext cx="306719" cy="176222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2563644" y="1935115"/>
            <a:ext cx="402590" cy="276860"/>
            <a:chOff x="2563644" y="1935115"/>
            <a:chExt cx="402590" cy="276860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63644" y="2035504"/>
              <a:ext cx="186687" cy="17622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796573" y="2080701"/>
              <a:ext cx="8890" cy="97155"/>
            </a:xfrm>
            <a:custGeom>
              <a:avLst/>
              <a:gdLst/>
              <a:ahLst/>
              <a:cxnLst/>
              <a:rect l="l" t="t" r="r" b="b"/>
              <a:pathLst>
                <a:path w="8889" h="97155">
                  <a:moveTo>
                    <a:pt x="1532" y="0"/>
                  </a:moveTo>
                  <a:lnTo>
                    <a:pt x="766" y="4597"/>
                  </a:lnTo>
                  <a:lnTo>
                    <a:pt x="0" y="9195"/>
                  </a:lnTo>
                  <a:lnTo>
                    <a:pt x="766" y="22606"/>
                  </a:lnTo>
                  <a:lnTo>
                    <a:pt x="4107" y="60701"/>
                  </a:lnTo>
                  <a:lnTo>
                    <a:pt x="8429" y="96557"/>
                  </a:lnTo>
                  <a:lnTo>
                    <a:pt x="8429" y="91959"/>
                  </a:lnTo>
                  <a:lnTo>
                    <a:pt x="8429" y="87744"/>
                  </a:lnTo>
                  <a:lnTo>
                    <a:pt x="8429" y="83530"/>
                  </a:lnTo>
                  <a:lnTo>
                    <a:pt x="8429" y="79698"/>
                  </a:lnTo>
                  <a:lnTo>
                    <a:pt x="8429" y="75866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771285" y="1980312"/>
              <a:ext cx="8890" cy="13335"/>
            </a:xfrm>
            <a:custGeom>
              <a:avLst/>
              <a:gdLst/>
              <a:ahLst/>
              <a:cxnLst/>
              <a:rect l="l" t="t" r="r" b="b"/>
              <a:pathLst>
                <a:path w="8889" h="13335">
                  <a:moveTo>
                    <a:pt x="6130" y="13027"/>
                  </a:moveTo>
                  <a:lnTo>
                    <a:pt x="3065" y="7663"/>
                  </a:lnTo>
                  <a:lnTo>
                    <a:pt x="0" y="2298"/>
                  </a:lnTo>
                  <a:lnTo>
                    <a:pt x="383" y="1149"/>
                  </a:lnTo>
                  <a:lnTo>
                    <a:pt x="766" y="0"/>
                  </a:lnTo>
                  <a:lnTo>
                    <a:pt x="4597" y="3065"/>
                  </a:lnTo>
                  <a:lnTo>
                    <a:pt x="8429" y="6130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862478" y="1964218"/>
              <a:ext cx="16510" cy="190500"/>
            </a:xfrm>
            <a:custGeom>
              <a:avLst/>
              <a:gdLst/>
              <a:ahLst/>
              <a:cxnLst/>
              <a:rect l="l" t="t" r="r" b="b"/>
              <a:pathLst>
                <a:path w="16510" h="190500">
                  <a:moveTo>
                    <a:pt x="2299" y="13027"/>
                  </a:moveTo>
                  <a:lnTo>
                    <a:pt x="1532" y="6896"/>
                  </a:lnTo>
                  <a:lnTo>
                    <a:pt x="766" y="766"/>
                  </a:lnTo>
                  <a:lnTo>
                    <a:pt x="383" y="383"/>
                  </a:lnTo>
                  <a:lnTo>
                    <a:pt x="0" y="0"/>
                  </a:lnTo>
                  <a:lnTo>
                    <a:pt x="0" y="5364"/>
                  </a:lnTo>
                  <a:lnTo>
                    <a:pt x="3592" y="51104"/>
                  </a:lnTo>
                  <a:lnTo>
                    <a:pt x="8609" y="108292"/>
                  </a:lnTo>
                  <a:lnTo>
                    <a:pt x="13027" y="157864"/>
                  </a:lnTo>
                  <a:lnTo>
                    <a:pt x="15506" y="184158"/>
                  </a:lnTo>
                  <a:lnTo>
                    <a:pt x="16093" y="190049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936189" y="1953490"/>
              <a:ext cx="11430" cy="219710"/>
            </a:xfrm>
            <a:custGeom>
              <a:avLst/>
              <a:gdLst/>
              <a:ahLst/>
              <a:cxnLst/>
              <a:rect l="l" t="t" r="r" b="b"/>
              <a:pathLst>
                <a:path w="11430" h="219710">
                  <a:moveTo>
                    <a:pt x="4454" y="12261"/>
                  </a:moveTo>
                  <a:lnTo>
                    <a:pt x="3688" y="6896"/>
                  </a:lnTo>
                  <a:lnTo>
                    <a:pt x="2921" y="1532"/>
                  </a:lnTo>
                  <a:lnTo>
                    <a:pt x="2155" y="766"/>
                  </a:lnTo>
                  <a:lnTo>
                    <a:pt x="1388" y="0"/>
                  </a:lnTo>
                  <a:lnTo>
                    <a:pt x="622" y="3831"/>
                  </a:lnTo>
                  <a:lnTo>
                    <a:pt x="239" y="19541"/>
                  </a:lnTo>
                  <a:lnTo>
                    <a:pt x="29" y="33353"/>
                  </a:lnTo>
                  <a:lnTo>
                    <a:pt x="0" y="50434"/>
                  </a:lnTo>
                  <a:lnTo>
                    <a:pt x="185" y="69598"/>
                  </a:lnTo>
                  <a:lnTo>
                    <a:pt x="622" y="89660"/>
                  </a:lnTo>
                  <a:lnTo>
                    <a:pt x="1317" y="109531"/>
                  </a:lnTo>
                  <a:lnTo>
                    <a:pt x="2155" y="128504"/>
                  </a:lnTo>
                  <a:lnTo>
                    <a:pt x="2993" y="145968"/>
                  </a:lnTo>
                  <a:lnTo>
                    <a:pt x="3688" y="161312"/>
                  </a:lnTo>
                  <a:lnTo>
                    <a:pt x="4143" y="174106"/>
                  </a:lnTo>
                  <a:lnTo>
                    <a:pt x="4454" y="184637"/>
                  </a:lnTo>
                  <a:lnTo>
                    <a:pt x="4765" y="193372"/>
                  </a:lnTo>
                  <a:lnTo>
                    <a:pt x="5220" y="200778"/>
                  </a:lnTo>
                  <a:lnTo>
                    <a:pt x="5987" y="209974"/>
                  </a:lnTo>
                  <a:lnTo>
                    <a:pt x="7519" y="216871"/>
                  </a:lnTo>
                  <a:lnTo>
                    <a:pt x="8669" y="218021"/>
                  </a:lnTo>
                  <a:lnTo>
                    <a:pt x="9818" y="219170"/>
                  </a:lnTo>
                  <a:lnTo>
                    <a:pt x="10584" y="214572"/>
                  </a:lnTo>
                  <a:lnTo>
                    <a:pt x="11351" y="209974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/>
          <p:cNvGrpSpPr/>
          <p:nvPr/>
        </p:nvGrpSpPr>
        <p:grpSpPr>
          <a:xfrm>
            <a:off x="3082432" y="1943592"/>
            <a:ext cx="607695" cy="232410"/>
            <a:chOff x="3082432" y="1943592"/>
            <a:chExt cx="607695" cy="232410"/>
          </a:xfrm>
        </p:grpSpPr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82432" y="1958872"/>
              <a:ext cx="400001" cy="21683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10811" y="1943592"/>
              <a:ext cx="179287" cy="213724"/>
            </a:xfrm>
            <a:prstGeom prst="rect">
              <a:avLst/>
            </a:prstGeom>
          </p:spPr>
        </p:pic>
      </p:grpSp>
      <p:grpSp>
        <p:nvGrpSpPr>
          <p:cNvPr id="28" name="object 28"/>
          <p:cNvGrpSpPr/>
          <p:nvPr/>
        </p:nvGrpSpPr>
        <p:grpSpPr>
          <a:xfrm>
            <a:off x="6559094" y="1704705"/>
            <a:ext cx="269875" cy="260985"/>
            <a:chOff x="6559094" y="1704705"/>
            <a:chExt cx="269875" cy="260985"/>
          </a:xfrm>
        </p:grpSpPr>
        <p:sp>
          <p:nvSpPr>
            <p:cNvPr id="29" name="object 29"/>
            <p:cNvSpPr/>
            <p:nvPr/>
          </p:nvSpPr>
          <p:spPr>
            <a:xfrm>
              <a:off x="6577469" y="1723080"/>
              <a:ext cx="138430" cy="224154"/>
            </a:xfrm>
            <a:custGeom>
              <a:avLst/>
              <a:gdLst/>
              <a:ahLst/>
              <a:cxnLst/>
              <a:rect l="l" t="t" r="r" b="b"/>
              <a:pathLst>
                <a:path w="138429" h="224155">
                  <a:moveTo>
                    <a:pt x="92369" y="26299"/>
                  </a:moveTo>
                  <a:lnTo>
                    <a:pt x="93010" y="23092"/>
                  </a:lnTo>
                  <a:lnTo>
                    <a:pt x="93652" y="19884"/>
                  </a:lnTo>
                  <a:lnTo>
                    <a:pt x="93972" y="16677"/>
                  </a:lnTo>
                  <a:lnTo>
                    <a:pt x="94293" y="13470"/>
                  </a:lnTo>
                  <a:lnTo>
                    <a:pt x="94293" y="10263"/>
                  </a:lnTo>
                  <a:lnTo>
                    <a:pt x="93010" y="11866"/>
                  </a:lnTo>
                  <a:lnTo>
                    <a:pt x="91727" y="13470"/>
                  </a:lnTo>
                  <a:lnTo>
                    <a:pt x="89161" y="19884"/>
                  </a:lnTo>
                  <a:lnTo>
                    <a:pt x="83388" y="34638"/>
                  </a:lnTo>
                  <a:lnTo>
                    <a:pt x="78507" y="47131"/>
                  </a:lnTo>
                  <a:lnTo>
                    <a:pt x="72724" y="61940"/>
                  </a:lnTo>
                  <a:lnTo>
                    <a:pt x="66340" y="78252"/>
                  </a:lnTo>
                  <a:lnTo>
                    <a:pt x="46345" y="128811"/>
                  </a:lnTo>
                  <a:lnTo>
                    <a:pt x="28479" y="173497"/>
                  </a:lnTo>
                  <a:lnTo>
                    <a:pt x="11546" y="213603"/>
                  </a:lnTo>
                  <a:lnTo>
                    <a:pt x="7376" y="218734"/>
                  </a:lnTo>
                  <a:lnTo>
                    <a:pt x="5131" y="221300"/>
                  </a:lnTo>
                  <a:lnTo>
                    <a:pt x="2565" y="223866"/>
                  </a:lnTo>
                  <a:lnTo>
                    <a:pt x="1282" y="223225"/>
                  </a:lnTo>
                  <a:lnTo>
                    <a:pt x="0" y="222583"/>
                  </a:lnTo>
                  <a:lnTo>
                    <a:pt x="0" y="218734"/>
                  </a:lnTo>
                  <a:lnTo>
                    <a:pt x="4169" y="205905"/>
                  </a:lnTo>
                  <a:lnTo>
                    <a:pt x="18963" y="165539"/>
                  </a:lnTo>
                  <a:lnTo>
                    <a:pt x="38527" y="116142"/>
                  </a:lnTo>
                  <a:lnTo>
                    <a:pt x="58667" y="71481"/>
                  </a:lnTo>
                  <a:lnTo>
                    <a:pt x="77295" y="37204"/>
                  </a:lnTo>
                  <a:lnTo>
                    <a:pt x="98783" y="2565"/>
                  </a:lnTo>
                  <a:lnTo>
                    <a:pt x="101349" y="0"/>
                  </a:lnTo>
                  <a:lnTo>
                    <a:pt x="102632" y="1603"/>
                  </a:lnTo>
                  <a:lnTo>
                    <a:pt x="103915" y="3207"/>
                  </a:lnTo>
                  <a:lnTo>
                    <a:pt x="103915" y="8980"/>
                  </a:lnTo>
                  <a:lnTo>
                    <a:pt x="105518" y="21488"/>
                  </a:lnTo>
                  <a:lnTo>
                    <a:pt x="111697" y="59374"/>
                  </a:lnTo>
                  <a:lnTo>
                    <a:pt x="122116" y="109648"/>
                  </a:lnTo>
                  <a:lnTo>
                    <a:pt x="125734" y="126380"/>
                  </a:lnTo>
                  <a:lnTo>
                    <a:pt x="133422" y="166376"/>
                  </a:lnTo>
                  <a:lnTo>
                    <a:pt x="135987" y="182813"/>
                  </a:lnTo>
                  <a:lnTo>
                    <a:pt x="137270" y="191152"/>
                  </a:lnTo>
                  <a:lnTo>
                    <a:pt x="137912" y="194359"/>
                  </a:lnTo>
                  <a:lnTo>
                    <a:pt x="137591" y="192756"/>
                  </a:lnTo>
                  <a:lnTo>
                    <a:pt x="137270" y="191152"/>
                  </a:lnTo>
                  <a:lnTo>
                    <a:pt x="135987" y="184737"/>
                  </a:lnTo>
                  <a:lnTo>
                    <a:pt x="134704" y="178323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6615957" y="1857143"/>
              <a:ext cx="66040" cy="6350"/>
            </a:xfrm>
            <a:custGeom>
              <a:avLst/>
              <a:gdLst/>
              <a:ahLst/>
              <a:cxnLst/>
              <a:rect l="l" t="t" r="r" b="b"/>
              <a:pathLst>
                <a:path w="66040" h="6350">
                  <a:moveTo>
                    <a:pt x="0" y="5773"/>
                  </a:moveTo>
                  <a:lnTo>
                    <a:pt x="45542" y="962"/>
                  </a:lnTo>
                  <a:lnTo>
                    <a:pt x="56447" y="0"/>
                  </a:lnTo>
                  <a:lnTo>
                    <a:pt x="60937" y="0"/>
                  </a:lnTo>
                  <a:lnTo>
                    <a:pt x="65427" y="0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6792997" y="1733985"/>
              <a:ext cx="17780" cy="189230"/>
            </a:xfrm>
            <a:custGeom>
              <a:avLst/>
              <a:gdLst/>
              <a:ahLst/>
              <a:cxnLst/>
              <a:rect l="l" t="t" r="r" b="b"/>
              <a:pathLst>
                <a:path w="17779" h="189230">
                  <a:moveTo>
                    <a:pt x="0" y="0"/>
                  </a:moveTo>
                  <a:lnTo>
                    <a:pt x="2565" y="39770"/>
                  </a:lnTo>
                  <a:lnTo>
                    <a:pt x="4810" y="67993"/>
                  </a:lnTo>
                  <a:lnTo>
                    <a:pt x="5993" y="83789"/>
                  </a:lnTo>
                  <a:lnTo>
                    <a:pt x="7055" y="100066"/>
                  </a:lnTo>
                  <a:lnTo>
                    <a:pt x="7907" y="116298"/>
                  </a:lnTo>
                  <a:lnTo>
                    <a:pt x="8578" y="131778"/>
                  </a:lnTo>
                  <a:lnTo>
                    <a:pt x="9130" y="145754"/>
                  </a:lnTo>
                  <a:lnTo>
                    <a:pt x="9621" y="157476"/>
                  </a:lnTo>
                  <a:lnTo>
                    <a:pt x="10262" y="171267"/>
                  </a:lnTo>
                  <a:lnTo>
                    <a:pt x="10904" y="177040"/>
                  </a:lnTo>
                  <a:lnTo>
                    <a:pt x="11545" y="181530"/>
                  </a:lnTo>
                  <a:lnTo>
                    <a:pt x="12187" y="186020"/>
                  </a:lnTo>
                  <a:lnTo>
                    <a:pt x="12828" y="189228"/>
                  </a:lnTo>
                  <a:lnTo>
                    <a:pt x="13470" y="189228"/>
                  </a:lnTo>
                  <a:lnTo>
                    <a:pt x="14111" y="189228"/>
                  </a:lnTo>
                  <a:lnTo>
                    <a:pt x="14753" y="186020"/>
                  </a:lnTo>
                  <a:lnTo>
                    <a:pt x="15394" y="182813"/>
                  </a:lnTo>
                  <a:lnTo>
                    <a:pt x="16035" y="179606"/>
                  </a:lnTo>
                  <a:lnTo>
                    <a:pt x="16677" y="176399"/>
                  </a:lnTo>
                  <a:lnTo>
                    <a:pt x="17318" y="173191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/>
          <p:nvPr/>
        </p:nvSpPr>
        <p:spPr>
          <a:xfrm>
            <a:off x="1666048" y="2645309"/>
            <a:ext cx="220345" cy="22860"/>
          </a:xfrm>
          <a:custGeom>
            <a:avLst/>
            <a:gdLst/>
            <a:ahLst/>
            <a:cxnLst/>
            <a:rect l="l" t="t" r="r" b="b"/>
            <a:pathLst>
              <a:path w="220344" h="22860">
                <a:moveTo>
                  <a:pt x="12009" y="5003"/>
                </a:moveTo>
                <a:lnTo>
                  <a:pt x="6004" y="8006"/>
                </a:lnTo>
                <a:lnTo>
                  <a:pt x="0" y="11008"/>
                </a:lnTo>
                <a:lnTo>
                  <a:pt x="0" y="13010"/>
                </a:lnTo>
                <a:lnTo>
                  <a:pt x="0" y="15011"/>
                </a:lnTo>
                <a:lnTo>
                  <a:pt x="6004" y="16012"/>
                </a:lnTo>
                <a:lnTo>
                  <a:pt x="57169" y="13760"/>
                </a:lnTo>
                <a:lnTo>
                  <a:pt x="100577" y="10508"/>
                </a:lnTo>
                <a:lnTo>
                  <a:pt x="145612" y="6630"/>
                </a:lnTo>
                <a:lnTo>
                  <a:pt x="165455" y="4878"/>
                </a:lnTo>
                <a:lnTo>
                  <a:pt x="181640" y="3502"/>
                </a:lnTo>
                <a:lnTo>
                  <a:pt x="193203" y="2634"/>
                </a:lnTo>
                <a:lnTo>
                  <a:pt x="200967" y="2189"/>
                </a:lnTo>
                <a:lnTo>
                  <a:pt x="206197" y="2024"/>
                </a:lnTo>
                <a:lnTo>
                  <a:pt x="210161" y="2001"/>
                </a:lnTo>
                <a:lnTo>
                  <a:pt x="215165" y="2001"/>
                </a:lnTo>
                <a:lnTo>
                  <a:pt x="220169" y="2001"/>
                </a:lnTo>
                <a:lnTo>
                  <a:pt x="220169" y="1501"/>
                </a:lnTo>
                <a:lnTo>
                  <a:pt x="220169" y="1000"/>
                </a:lnTo>
                <a:lnTo>
                  <a:pt x="215165" y="0"/>
                </a:lnTo>
                <a:lnTo>
                  <a:pt x="162124" y="2314"/>
                </a:lnTo>
                <a:lnTo>
                  <a:pt x="118091" y="6004"/>
                </a:lnTo>
                <a:lnTo>
                  <a:pt x="75120" y="11008"/>
                </a:lnTo>
                <a:lnTo>
                  <a:pt x="24018" y="19014"/>
                </a:lnTo>
                <a:lnTo>
                  <a:pt x="18013" y="21016"/>
                </a:lnTo>
                <a:lnTo>
                  <a:pt x="18514" y="22016"/>
                </a:lnTo>
                <a:lnTo>
                  <a:pt x="20195" y="22564"/>
                </a:lnTo>
                <a:lnTo>
                  <a:pt x="24831" y="22642"/>
                </a:lnTo>
                <a:lnTo>
                  <a:pt x="32939" y="22157"/>
                </a:lnTo>
                <a:lnTo>
                  <a:pt x="45034" y="21016"/>
                </a:lnTo>
                <a:lnTo>
                  <a:pt x="61219" y="19194"/>
                </a:lnTo>
                <a:lnTo>
                  <a:pt x="79936" y="16950"/>
                </a:lnTo>
                <a:lnTo>
                  <a:pt x="99217" y="14612"/>
                </a:lnTo>
                <a:lnTo>
                  <a:pt x="117090" y="12509"/>
                </a:lnTo>
                <a:lnTo>
                  <a:pt x="131992" y="10891"/>
                </a:lnTo>
                <a:lnTo>
                  <a:pt x="143986" y="9694"/>
                </a:lnTo>
                <a:lnTo>
                  <a:pt x="153540" y="8780"/>
                </a:lnTo>
                <a:lnTo>
                  <a:pt x="161124" y="8006"/>
                </a:lnTo>
                <a:lnTo>
                  <a:pt x="170131" y="7005"/>
                </a:lnTo>
                <a:lnTo>
                  <a:pt x="175135" y="6004"/>
                </a:lnTo>
                <a:lnTo>
                  <a:pt x="175135" y="6505"/>
                </a:lnTo>
                <a:lnTo>
                  <a:pt x="175135" y="7005"/>
                </a:lnTo>
                <a:lnTo>
                  <a:pt x="170131" y="9006"/>
                </a:lnTo>
                <a:lnTo>
                  <a:pt x="167629" y="10007"/>
                </a:lnTo>
                <a:lnTo>
                  <a:pt x="165127" y="11008"/>
                </a:lnTo>
              </a:path>
            </a:pathLst>
          </a:custGeom>
          <a:ln w="36749">
            <a:solidFill>
              <a:srgbClr val="FC3142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3" name="object 33"/>
          <p:cNvGrpSpPr/>
          <p:nvPr/>
        </p:nvGrpSpPr>
        <p:grpSpPr>
          <a:xfrm>
            <a:off x="1962916" y="2423778"/>
            <a:ext cx="823594" cy="385445"/>
            <a:chOff x="1962916" y="2423778"/>
            <a:chExt cx="823594" cy="385445"/>
          </a:xfrm>
        </p:grpSpPr>
        <p:sp>
          <p:nvSpPr>
            <p:cNvPr id="34" name="object 34"/>
            <p:cNvSpPr/>
            <p:nvPr/>
          </p:nvSpPr>
          <p:spPr>
            <a:xfrm>
              <a:off x="1981291" y="2493192"/>
              <a:ext cx="249554" cy="297815"/>
            </a:xfrm>
            <a:custGeom>
              <a:avLst/>
              <a:gdLst/>
              <a:ahLst/>
              <a:cxnLst/>
              <a:rect l="l" t="t" r="r" b="b"/>
              <a:pathLst>
                <a:path w="249555" h="297814">
                  <a:moveTo>
                    <a:pt x="0" y="43033"/>
                  </a:moveTo>
                  <a:lnTo>
                    <a:pt x="0" y="43033"/>
                  </a:lnTo>
                  <a:lnTo>
                    <a:pt x="0" y="0"/>
                  </a:lnTo>
                  <a:lnTo>
                    <a:pt x="500" y="1000"/>
                  </a:lnTo>
                  <a:lnTo>
                    <a:pt x="1008" y="2947"/>
                  </a:lnTo>
                  <a:lnTo>
                    <a:pt x="1938" y="7568"/>
                  </a:lnTo>
                  <a:lnTo>
                    <a:pt x="3526" y="15285"/>
                  </a:lnTo>
                  <a:lnTo>
                    <a:pt x="14010" y="59608"/>
                  </a:lnTo>
                  <a:lnTo>
                    <a:pt x="25019" y="102078"/>
                  </a:lnTo>
                  <a:lnTo>
                    <a:pt x="37654" y="148301"/>
                  </a:lnTo>
                  <a:lnTo>
                    <a:pt x="51039" y="195650"/>
                  </a:lnTo>
                  <a:lnTo>
                    <a:pt x="64174" y="240935"/>
                  </a:lnTo>
                  <a:lnTo>
                    <a:pt x="81062" y="293225"/>
                  </a:lnTo>
                  <a:lnTo>
                    <a:pt x="84064" y="297229"/>
                  </a:lnTo>
                  <a:lnTo>
                    <a:pt x="85566" y="296728"/>
                  </a:lnTo>
                  <a:lnTo>
                    <a:pt x="87067" y="296228"/>
                  </a:lnTo>
                  <a:lnTo>
                    <a:pt x="87067" y="291224"/>
                  </a:lnTo>
                  <a:lnTo>
                    <a:pt x="88067" y="272209"/>
                  </a:lnTo>
                  <a:lnTo>
                    <a:pt x="92008" y="212116"/>
                  </a:lnTo>
                  <a:lnTo>
                    <a:pt x="96480" y="164501"/>
                  </a:lnTo>
                  <a:lnTo>
                    <a:pt x="101672" y="122844"/>
                  </a:lnTo>
                  <a:lnTo>
                    <a:pt x="109991" y="83439"/>
                  </a:lnTo>
                  <a:lnTo>
                    <a:pt x="119091" y="73056"/>
                  </a:lnTo>
                  <a:lnTo>
                    <a:pt x="122594" y="73556"/>
                  </a:lnTo>
                  <a:lnTo>
                    <a:pt x="143970" y="106253"/>
                  </a:lnTo>
                  <a:lnTo>
                    <a:pt x="161452" y="141624"/>
                  </a:lnTo>
                  <a:lnTo>
                    <a:pt x="180811" y="183289"/>
                  </a:lnTo>
                  <a:lnTo>
                    <a:pt x="198293" y="222429"/>
                  </a:lnTo>
                  <a:lnTo>
                    <a:pt x="205158" y="237683"/>
                  </a:lnTo>
                  <a:lnTo>
                    <a:pt x="225173" y="271208"/>
                  </a:lnTo>
                  <a:lnTo>
                    <a:pt x="231178" y="277213"/>
                  </a:lnTo>
                  <a:lnTo>
                    <a:pt x="234180" y="276713"/>
                  </a:lnTo>
                  <a:lnTo>
                    <a:pt x="238136" y="223336"/>
                  </a:lnTo>
                  <a:lnTo>
                    <a:pt x="239231" y="168622"/>
                  </a:lnTo>
                  <a:lnTo>
                    <a:pt x="239958" y="110577"/>
                  </a:lnTo>
                  <a:lnTo>
                    <a:pt x="239997" y="84252"/>
                  </a:lnTo>
                  <a:lnTo>
                    <a:pt x="239755" y="61211"/>
                  </a:lnTo>
                  <a:lnTo>
                    <a:pt x="237245" y="20203"/>
                  </a:lnTo>
                  <a:lnTo>
                    <a:pt x="235681" y="14010"/>
                  </a:lnTo>
                  <a:lnTo>
                    <a:pt x="235181" y="14010"/>
                  </a:lnTo>
                  <a:lnTo>
                    <a:pt x="236182" y="21016"/>
                  </a:lnTo>
                  <a:lnTo>
                    <a:pt x="238683" y="28021"/>
                  </a:lnTo>
                  <a:lnTo>
                    <a:pt x="241185" y="35026"/>
                  </a:lnTo>
                  <a:lnTo>
                    <a:pt x="245188" y="42032"/>
                  </a:lnTo>
                  <a:lnTo>
                    <a:pt x="249192" y="49037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2284524" y="2505202"/>
              <a:ext cx="138430" cy="248285"/>
            </a:xfrm>
            <a:custGeom>
              <a:avLst/>
              <a:gdLst/>
              <a:ahLst/>
              <a:cxnLst/>
              <a:rect l="l" t="t" r="r" b="b"/>
              <a:pathLst>
                <a:path w="138430" h="248285">
                  <a:moveTo>
                    <a:pt x="3002" y="28021"/>
                  </a:moveTo>
                  <a:lnTo>
                    <a:pt x="3002" y="23017"/>
                  </a:lnTo>
                  <a:lnTo>
                    <a:pt x="3002" y="18013"/>
                  </a:lnTo>
                  <a:lnTo>
                    <a:pt x="2501" y="12509"/>
                  </a:lnTo>
                  <a:lnTo>
                    <a:pt x="2001" y="7005"/>
                  </a:lnTo>
                  <a:lnTo>
                    <a:pt x="1000" y="1000"/>
                  </a:lnTo>
                  <a:lnTo>
                    <a:pt x="500" y="500"/>
                  </a:lnTo>
                  <a:lnTo>
                    <a:pt x="0" y="0"/>
                  </a:lnTo>
                  <a:lnTo>
                    <a:pt x="0" y="5003"/>
                  </a:lnTo>
                  <a:lnTo>
                    <a:pt x="6379" y="47911"/>
                  </a:lnTo>
                  <a:lnTo>
                    <a:pt x="13010" y="87567"/>
                  </a:lnTo>
                  <a:lnTo>
                    <a:pt x="16895" y="110514"/>
                  </a:lnTo>
                  <a:lnTo>
                    <a:pt x="20828" y="134165"/>
                  </a:lnTo>
                  <a:lnTo>
                    <a:pt x="27521" y="178137"/>
                  </a:lnTo>
                  <a:lnTo>
                    <a:pt x="32024" y="222749"/>
                  </a:lnTo>
                  <a:lnTo>
                    <a:pt x="33025" y="243187"/>
                  </a:lnTo>
                  <a:lnTo>
                    <a:pt x="33025" y="248191"/>
                  </a:lnTo>
                  <a:lnTo>
                    <a:pt x="32525" y="248191"/>
                  </a:lnTo>
                  <a:lnTo>
                    <a:pt x="32024" y="248191"/>
                  </a:lnTo>
                  <a:lnTo>
                    <a:pt x="39655" y="192523"/>
                  </a:lnTo>
                  <a:lnTo>
                    <a:pt x="49538" y="155619"/>
                  </a:lnTo>
                  <a:lnTo>
                    <a:pt x="67692" y="117410"/>
                  </a:lnTo>
                  <a:lnTo>
                    <a:pt x="87067" y="101077"/>
                  </a:lnTo>
                  <a:lnTo>
                    <a:pt x="94572" y="104580"/>
                  </a:lnTo>
                  <a:lnTo>
                    <a:pt x="123915" y="147254"/>
                  </a:lnTo>
                  <a:lnTo>
                    <a:pt x="135104" y="192148"/>
                  </a:lnTo>
                  <a:lnTo>
                    <a:pt x="138106" y="221170"/>
                  </a:lnTo>
                  <a:lnTo>
                    <a:pt x="138106" y="228175"/>
                  </a:lnTo>
                  <a:lnTo>
                    <a:pt x="138106" y="236182"/>
                  </a:lnTo>
                  <a:lnTo>
                    <a:pt x="138106" y="237683"/>
                  </a:lnTo>
                  <a:lnTo>
                    <a:pt x="138106" y="239184"/>
                  </a:lnTo>
                  <a:lnTo>
                    <a:pt x="138106" y="234180"/>
                  </a:lnTo>
                  <a:lnTo>
                    <a:pt x="138106" y="229176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2462661" y="2442153"/>
              <a:ext cx="305435" cy="299085"/>
            </a:xfrm>
            <a:custGeom>
              <a:avLst/>
              <a:gdLst/>
              <a:ahLst/>
              <a:cxnLst/>
              <a:rect l="l" t="t" r="r" b="b"/>
              <a:pathLst>
                <a:path w="305435" h="299085">
                  <a:moveTo>
                    <a:pt x="104080" y="211162"/>
                  </a:moveTo>
                  <a:lnTo>
                    <a:pt x="78560" y="171632"/>
                  </a:lnTo>
                  <a:lnTo>
                    <a:pt x="47536" y="158622"/>
                  </a:lnTo>
                  <a:lnTo>
                    <a:pt x="39757" y="159920"/>
                  </a:lnTo>
                  <a:lnTo>
                    <a:pt x="11540" y="191092"/>
                  </a:lnTo>
                  <a:lnTo>
                    <a:pt x="0" y="237182"/>
                  </a:lnTo>
                  <a:lnTo>
                    <a:pt x="484" y="251420"/>
                  </a:lnTo>
                  <a:lnTo>
                    <a:pt x="19405" y="290567"/>
                  </a:lnTo>
                  <a:lnTo>
                    <a:pt x="44033" y="298730"/>
                  </a:lnTo>
                  <a:lnTo>
                    <a:pt x="54252" y="297291"/>
                  </a:lnTo>
                  <a:lnTo>
                    <a:pt x="94275" y="267377"/>
                  </a:lnTo>
                  <a:lnTo>
                    <a:pt x="111586" y="228676"/>
                  </a:lnTo>
                  <a:lnTo>
                    <a:pt x="115808" y="200740"/>
                  </a:lnTo>
                  <a:lnTo>
                    <a:pt x="115589" y="193148"/>
                  </a:lnTo>
                  <a:lnTo>
                    <a:pt x="115088" y="183141"/>
                  </a:lnTo>
                  <a:lnTo>
                    <a:pt x="114087" y="173133"/>
                  </a:lnTo>
                  <a:lnTo>
                    <a:pt x="113087" y="171131"/>
                  </a:lnTo>
                  <a:lnTo>
                    <a:pt x="112086" y="169130"/>
                  </a:lnTo>
                  <a:lnTo>
                    <a:pt x="111085" y="175134"/>
                  </a:lnTo>
                  <a:lnTo>
                    <a:pt x="111586" y="190146"/>
                  </a:lnTo>
                  <a:lnTo>
                    <a:pt x="112258" y="202859"/>
                  </a:lnTo>
                  <a:lnTo>
                    <a:pt x="118591" y="247190"/>
                  </a:lnTo>
                  <a:lnTo>
                    <a:pt x="138606" y="284218"/>
                  </a:lnTo>
                  <a:lnTo>
                    <a:pt x="160068" y="290903"/>
                  </a:lnTo>
                  <a:lnTo>
                    <a:pt x="168129" y="288722"/>
                  </a:lnTo>
                  <a:lnTo>
                    <a:pt x="198653" y="253695"/>
                  </a:lnTo>
                  <a:lnTo>
                    <a:pt x="208997" y="196909"/>
                  </a:lnTo>
                  <a:lnTo>
                    <a:pt x="210568" y="147660"/>
                  </a:lnTo>
                  <a:lnTo>
                    <a:pt x="209880" y="96715"/>
                  </a:lnTo>
                  <a:lnTo>
                    <a:pt x="208410" y="54862"/>
                  </a:lnTo>
                  <a:lnTo>
                    <a:pt x="206158" y="16512"/>
                  </a:lnTo>
                  <a:lnTo>
                    <a:pt x="204157" y="0"/>
                  </a:lnTo>
                  <a:lnTo>
                    <a:pt x="203156" y="0"/>
                  </a:lnTo>
                  <a:lnTo>
                    <a:pt x="201366" y="44503"/>
                  </a:lnTo>
                  <a:lnTo>
                    <a:pt x="203477" y="92727"/>
                  </a:lnTo>
                  <a:lnTo>
                    <a:pt x="208731" y="144900"/>
                  </a:lnTo>
                  <a:lnTo>
                    <a:pt x="217128" y="192202"/>
                  </a:lnTo>
                  <a:lnTo>
                    <a:pt x="227605" y="230404"/>
                  </a:lnTo>
                  <a:lnTo>
                    <a:pt x="245689" y="267205"/>
                  </a:lnTo>
                  <a:lnTo>
                    <a:pt x="285282" y="277651"/>
                  </a:lnTo>
                  <a:lnTo>
                    <a:pt x="303679" y="241873"/>
                  </a:lnTo>
                  <a:lnTo>
                    <a:pt x="305235" y="232178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2614779" y="2545233"/>
              <a:ext cx="134620" cy="21590"/>
            </a:xfrm>
            <a:custGeom>
              <a:avLst/>
              <a:gdLst/>
              <a:ahLst/>
              <a:cxnLst/>
              <a:rect l="l" t="t" r="r" b="b"/>
              <a:pathLst>
                <a:path w="134619" h="21589">
                  <a:moveTo>
                    <a:pt x="6004" y="21016"/>
                  </a:moveTo>
                  <a:lnTo>
                    <a:pt x="3002" y="15011"/>
                  </a:lnTo>
                  <a:lnTo>
                    <a:pt x="0" y="9006"/>
                  </a:lnTo>
                  <a:lnTo>
                    <a:pt x="2001" y="5504"/>
                  </a:lnTo>
                  <a:lnTo>
                    <a:pt x="49968" y="211"/>
                  </a:lnTo>
                  <a:lnTo>
                    <a:pt x="90921" y="7"/>
                  </a:lnTo>
                  <a:lnTo>
                    <a:pt x="108583" y="0"/>
                  </a:lnTo>
                  <a:lnTo>
                    <a:pt x="121374" y="7"/>
                  </a:lnTo>
                  <a:lnTo>
                    <a:pt x="129474" y="62"/>
                  </a:lnTo>
                  <a:lnTo>
                    <a:pt x="133634" y="211"/>
                  </a:lnTo>
                  <a:lnTo>
                    <a:pt x="134603" y="500"/>
                  </a:lnTo>
                  <a:lnTo>
                    <a:pt x="134103" y="1000"/>
                  </a:lnTo>
                  <a:lnTo>
                    <a:pt x="127097" y="2001"/>
                  </a:lnTo>
                  <a:lnTo>
                    <a:pt x="120092" y="3002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8" name="object 38"/>
          <p:cNvGrpSpPr/>
          <p:nvPr/>
        </p:nvGrpSpPr>
        <p:grpSpPr>
          <a:xfrm>
            <a:off x="2890255" y="2399760"/>
            <a:ext cx="643890" cy="329565"/>
            <a:chOff x="2890255" y="2399760"/>
            <a:chExt cx="643890" cy="329565"/>
          </a:xfrm>
        </p:grpSpPr>
        <p:sp>
          <p:nvSpPr>
            <p:cNvPr id="39" name="object 39"/>
            <p:cNvSpPr/>
            <p:nvPr/>
          </p:nvSpPr>
          <p:spPr>
            <a:xfrm>
              <a:off x="2908630" y="2436149"/>
              <a:ext cx="168910" cy="274320"/>
            </a:xfrm>
            <a:custGeom>
              <a:avLst/>
              <a:gdLst/>
              <a:ahLst/>
              <a:cxnLst/>
              <a:rect l="l" t="t" r="r" b="b"/>
              <a:pathLst>
                <a:path w="168910" h="274319">
                  <a:moveTo>
                    <a:pt x="102454" y="166127"/>
                  </a:moveTo>
                  <a:lnTo>
                    <a:pt x="83626" y="127848"/>
                  </a:lnTo>
                  <a:lnTo>
                    <a:pt x="39655" y="125823"/>
                  </a:lnTo>
                  <a:lnTo>
                    <a:pt x="7239" y="163758"/>
                  </a:lnTo>
                  <a:lnTo>
                    <a:pt x="0" y="209223"/>
                  </a:lnTo>
                  <a:lnTo>
                    <a:pt x="1188" y="224227"/>
                  </a:lnTo>
                  <a:lnTo>
                    <a:pt x="19921" y="264703"/>
                  </a:lnTo>
                  <a:lnTo>
                    <a:pt x="47286" y="274211"/>
                  </a:lnTo>
                  <a:lnTo>
                    <a:pt x="58013" y="273226"/>
                  </a:lnTo>
                  <a:lnTo>
                    <a:pt x="98833" y="242405"/>
                  </a:lnTo>
                  <a:lnTo>
                    <a:pt x="116339" y="190709"/>
                  </a:lnTo>
                  <a:lnTo>
                    <a:pt x="119466" y="148114"/>
                  </a:lnTo>
                  <a:lnTo>
                    <a:pt x="118786" y="126441"/>
                  </a:lnTo>
                  <a:lnTo>
                    <a:pt x="114611" y="85346"/>
                  </a:lnTo>
                  <a:lnTo>
                    <a:pt x="107019" y="37028"/>
                  </a:lnTo>
                  <a:lnTo>
                    <a:pt x="96449" y="0"/>
                  </a:lnTo>
                  <a:lnTo>
                    <a:pt x="93446" y="0"/>
                  </a:lnTo>
                  <a:lnTo>
                    <a:pt x="90444" y="0"/>
                  </a:lnTo>
                  <a:lnTo>
                    <a:pt x="87442" y="5003"/>
                  </a:lnTo>
                  <a:lnTo>
                    <a:pt x="85440" y="20015"/>
                  </a:lnTo>
                  <a:lnTo>
                    <a:pt x="84189" y="33041"/>
                  </a:lnTo>
                  <a:lnTo>
                    <a:pt x="83689" y="49162"/>
                  </a:lnTo>
                  <a:lnTo>
                    <a:pt x="84314" y="67724"/>
                  </a:lnTo>
                  <a:lnTo>
                    <a:pt x="90288" y="109498"/>
                  </a:lnTo>
                  <a:lnTo>
                    <a:pt x="101359" y="152171"/>
                  </a:lnTo>
                  <a:lnTo>
                    <a:pt x="113266" y="188825"/>
                  </a:lnTo>
                  <a:lnTo>
                    <a:pt x="127973" y="227175"/>
                  </a:lnTo>
                  <a:lnTo>
                    <a:pt x="151491" y="262202"/>
                  </a:lnTo>
                  <a:lnTo>
                    <a:pt x="155995" y="259700"/>
                  </a:lnTo>
                  <a:lnTo>
                    <a:pt x="160498" y="257198"/>
                  </a:lnTo>
                  <a:lnTo>
                    <a:pt x="164501" y="249192"/>
                  </a:lnTo>
                  <a:lnTo>
                    <a:pt x="168504" y="241185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3123608" y="2418135"/>
              <a:ext cx="392430" cy="259715"/>
            </a:xfrm>
            <a:custGeom>
              <a:avLst/>
              <a:gdLst/>
              <a:ahLst/>
              <a:cxnLst/>
              <a:rect l="l" t="t" r="r" b="b"/>
              <a:pathLst>
                <a:path w="392429" h="259714">
                  <a:moveTo>
                    <a:pt x="82626" y="181139"/>
                  </a:moveTo>
                  <a:lnTo>
                    <a:pt x="66613" y="145612"/>
                  </a:lnTo>
                  <a:lnTo>
                    <a:pt x="43322" y="133720"/>
                  </a:lnTo>
                  <a:lnTo>
                    <a:pt x="34088" y="136104"/>
                  </a:lnTo>
                  <a:lnTo>
                    <a:pt x="8475" y="165658"/>
                  </a:lnTo>
                  <a:lnTo>
                    <a:pt x="0" y="210474"/>
                  </a:lnTo>
                  <a:lnTo>
                    <a:pt x="1868" y="224540"/>
                  </a:lnTo>
                  <a:lnTo>
                    <a:pt x="25199" y="256244"/>
                  </a:lnTo>
                  <a:lnTo>
                    <a:pt x="34088" y="256697"/>
                  </a:lnTo>
                  <a:lnTo>
                    <a:pt x="43822" y="254039"/>
                  </a:lnTo>
                  <a:lnTo>
                    <a:pt x="78224" y="219106"/>
                  </a:lnTo>
                  <a:lnTo>
                    <a:pt x="91633" y="170130"/>
                  </a:lnTo>
                  <a:lnTo>
                    <a:pt x="91633" y="162124"/>
                  </a:lnTo>
                  <a:lnTo>
                    <a:pt x="90131" y="160623"/>
                  </a:lnTo>
                  <a:lnTo>
                    <a:pt x="88630" y="159122"/>
                  </a:lnTo>
                  <a:lnTo>
                    <a:pt x="85628" y="164126"/>
                  </a:lnTo>
                  <a:lnTo>
                    <a:pt x="84127" y="175635"/>
                  </a:lnTo>
                  <a:lnTo>
                    <a:pt x="83329" y="185345"/>
                  </a:lnTo>
                  <a:lnTo>
                    <a:pt x="83376" y="196651"/>
                  </a:lnTo>
                  <a:lnTo>
                    <a:pt x="96887" y="241436"/>
                  </a:lnTo>
                  <a:lnTo>
                    <a:pt x="119240" y="257393"/>
                  </a:lnTo>
                  <a:lnTo>
                    <a:pt x="127473" y="257135"/>
                  </a:lnTo>
                  <a:lnTo>
                    <a:pt x="153743" y="224235"/>
                  </a:lnTo>
                  <a:lnTo>
                    <a:pt x="159529" y="168668"/>
                  </a:lnTo>
                  <a:lnTo>
                    <a:pt x="158559" y="146049"/>
                  </a:lnTo>
                  <a:lnTo>
                    <a:pt x="154181" y="99076"/>
                  </a:lnTo>
                  <a:lnTo>
                    <a:pt x="148802" y="55292"/>
                  </a:lnTo>
                  <a:lnTo>
                    <a:pt x="141671" y="5003"/>
                  </a:lnTo>
                  <a:lnTo>
                    <a:pt x="140670" y="0"/>
                  </a:lnTo>
                  <a:lnTo>
                    <a:pt x="139670" y="0"/>
                  </a:lnTo>
                  <a:lnTo>
                    <a:pt x="138669" y="0"/>
                  </a:lnTo>
                  <a:lnTo>
                    <a:pt x="141718" y="42595"/>
                  </a:lnTo>
                  <a:lnTo>
                    <a:pt x="148817" y="88630"/>
                  </a:lnTo>
                  <a:lnTo>
                    <a:pt x="159247" y="139279"/>
                  </a:lnTo>
                  <a:lnTo>
                    <a:pt x="171131" y="185158"/>
                  </a:lnTo>
                  <a:lnTo>
                    <a:pt x="185893" y="231803"/>
                  </a:lnTo>
                  <a:lnTo>
                    <a:pt x="201717" y="259199"/>
                  </a:lnTo>
                  <a:lnTo>
                    <a:pt x="205720" y="259199"/>
                  </a:lnTo>
                  <a:lnTo>
                    <a:pt x="209723" y="259199"/>
                  </a:lnTo>
                  <a:lnTo>
                    <a:pt x="232741" y="226236"/>
                  </a:lnTo>
                  <a:lnTo>
                    <a:pt x="249473" y="180904"/>
                  </a:lnTo>
                  <a:lnTo>
                    <a:pt x="258761" y="134603"/>
                  </a:lnTo>
                  <a:lnTo>
                    <a:pt x="260904" y="124783"/>
                  </a:lnTo>
                  <a:lnTo>
                    <a:pt x="289191" y="103040"/>
                  </a:lnTo>
                  <a:lnTo>
                    <a:pt x="297791" y="104080"/>
                  </a:lnTo>
                  <a:lnTo>
                    <a:pt x="332318" y="125096"/>
                  </a:lnTo>
                  <a:lnTo>
                    <a:pt x="346829" y="150115"/>
                  </a:lnTo>
                  <a:lnTo>
                    <a:pt x="346829" y="155119"/>
                  </a:lnTo>
                  <a:lnTo>
                    <a:pt x="344828" y="155619"/>
                  </a:lnTo>
                  <a:lnTo>
                    <a:pt x="342826" y="156120"/>
                  </a:lnTo>
                  <a:lnTo>
                    <a:pt x="338823" y="152117"/>
                  </a:lnTo>
                  <a:lnTo>
                    <a:pt x="332818" y="143610"/>
                  </a:lnTo>
                  <a:lnTo>
                    <a:pt x="328002" y="136526"/>
                  </a:lnTo>
                  <a:lnTo>
                    <a:pt x="322811" y="128599"/>
                  </a:lnTo>
                  <a:lnTo>
                    <a:pt x="317619" y="120671"/>
                  </a:lnTo>
                  <a:lnTo>
                    <a:pt x="286783" y="95073"/>
                  </a:lnTo>
                  <a:lnTo>
                    <a:pt x="280778" y="99576"/>
                  </a:lnTo>
                  <a:lnTo>
                    <a:pt x="261216" y="144017"/>
                  </a:lnTo>
                  <a:lnTo>
                    <a:pt x="257933" y="173664"/>
                  </a:lnTo>
                  <a:lnTo>
                    <a:pt x="258261" y="187644"/>
                  </a:lnTo>
                  <a:lnTo>
                    <a:pt x="270770" y="224673"/>
                  </a:lnTo>
                  <a:lnTo>
                    <a:pt x="292530" y="237479"/>
                  </a:lnTo>
                  <a:lnTo>
                    <a:pt x="298980" y="237432"/>
                  </a:lnTo>
                  <a:lnTo>
                    <a:pt x="332818" y="203156"/>
                  </a:lnTo>
                  <a:lnTo>
                    <a:pt x="340911" y="158966"/>
                  </a:lnTo>
                  <a:lnTo>
                    <a:pt x="343827" y="119592"/>
                  </a:lnTo>
                  <a:lnTo>
                    <a:pt x="343827" y="113087"/>
                  </a:lnTo>
                  <a:lnTo>
                    <a:pt x="343827" y="105080"/>
                  </a:lnTo>
                  <a:lnTo>
                    <a:pt x="343327" y="103579"/>
                  </a:lnTo>
                  <a:lnTo>
                    <a:pt x="342826" y="102078"/>
                  </a:lnTo>
                  <a:lnTo>
                    <a:pt x="341825" y="107082"/>
                  </a:lnTo>
                  <a:lnTo>
                    <a:pt x="340825" y="123094"/>
                  </a:lnTo>
                  <a:lnTo>
                    <a:pt x="340113" y="136886"/>
                  </a:lnTo>
                  <a:lnTo>
                    <a:pt x="339636" y="153117"/>
                  </a:lnTo>
                  <a:lnTo>
                    <a:pt x="339628" y="170099"/>
                  </a:lnTo>
                  <a:lnTo>
                    <a:pt x="340324" y="186143"/>
                  </a:lnTo>
                  <a:lnTo>
                    <a:pt x="351333" y="226174"/>
                  </a:lnTo>
                  <a:lnTo>
                    <a:pt x="363842" y="234180"/>
                  </a:lnTo>
                  <a:lnTo>
                    <a:pt x="370848" y="230177"/>
                  </a:lnTo>
                  <a:lnTo>
                    <a:pt x="376102" y="226314"/>
                  </a:lnTo>
                  <a:lnTo>
                    <a:pt x="381356" y="221045"/>
                  </a:lnTo>
                  <a:lnTo>
                    <a:pt x="386610" y="214837"/>
                  </a:lnTo>
                  <a:lnTo>
                    <a:pt x="391864" y="208160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3215241" y="2480182"/>
              <a:ext cx="136525" cy="11430"/>
            </a:xfrm>
            <a:custGeom>
              <a:avLst/>
              <a:gdLst/>
              <a:ahLst/>
              <a:cxnLst/>
              <a:rect l="l" t="t" r="r" b="b"/>
              <a:pathLst>
                <a:path w="136525" h="11430">
                  <a:moveTo>
                    <a:pt x="0" y="11008"/>
                  </a:moveTo>
                  <a:lnTo>
                    <a:pt x="41031" y="6692"/>
                  </a:lnTo>
                  <a:lnTo>
                    <a:pt x="89654" y="2627"/>
                  </a:lnTo>
                  <a:lnTo>
                    <a:pt x="109904" y="1813"/>
                  </a:lnTo>
                  <a:lnTo>
                    <a:pt x="117590" y="1501"/>
                  </a:lnTo>
                  <a:lnTo>
                    <a:pt x="127097" y="1000"/>
                  </a:lnTo>
                  <a:lnTo>
                    <a:pt x="134103" y="0"/>
                  </a:lnTo>
                  <a:lnTo>
                    <a:pt x="135104" y="0"/>
                  </a:lnTo>
                  <a:lnTo>
                    <a:pt x="136104" y="0"/>
                  </a:lnTo>
                  <a:lnTo>
                    <a:pt x="131100" y="1000"/>
                  </a:lnTo>
                  <a:lnTo>
                    <a:pt x="126097" y="2001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/>
          <p:nvPr/>
        </p:nvSpPr>
        <p:spPr>
          <a:xfrm>
            <a:off x="1651547" y="3166027"/>
            <a:ext cx="247015" cy="24765"/>
          </a:xfrm>
          <a:custGeom>
            <a:avLst/>
            <a:gdLst/>
            <a:ahLst/>
            <a:cxnLst/>
            <a:rect l="l" t="t" r="r" b="b"/>
            <a:pathLst>
              <a:path w="247014" h="24764">
                <a:moveTo>
                  <a:pt x="0" y="24464"/>
                </a:moveTo>
                <a:lnTo>
                  <a:pt x="50094" y="23299"/>
                </a:lnTo>
                <a:lnTo>
                  <a:pt x="94244" y="19203"/>
                </a:lnTo>
                <a:lnTo>
                  <a:pt x="133790" y="13979"/>
                </a:lnTo>
                <a:lnTo>
                  <a:pt x="146391" y="12232"/>
                </a:lnTo>
                <a:lnTo>
                  <a:pt x="189927" y="7099"/>
                </a:lnTo>
                <a:lnTo>
                  <a:pt x="231247" y="2912"/>
                </a:lnTo>
                <a:lnTo>
                  <a:pt x="237072" y="2329"/>
                </a:lnTo>
                <a:lnTo>
                  <a:pt x="240567" y="1747"/>
                </a:lnTo>
                <a:lnTo>
                  <a:pt x="244062" y="1164"/>
                </a:lnTo>
                <a:lnTo>
                  <a:pt x="245227" y="582"/>
                </a:lnTo>
                <a:lnTo>
                  <a:pt x="246392" y="0"/>
                </a:lnTo>
              </a:path>
            </a:pathLst>
          </a:custGeom>
          <a:ln w="36749">
            <a:solidFill>
              <a:srgbClr val="FC314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013272" y="3034966"/>
            <a:ext cx="229235" cy="267970"/>
          </a:xfrm>
          <a:custGeom>
            <a:avLst/>
            <a:gdLst/>
            <a:ahLst/>
            <a:cxnLst/>
            <a:rect l="l" t="t" r="r" b="b"/>
            <a:pathLst>
              <a:path w="229235" h="267970">
                <a:moveTo>
                  <a:pt x="1747" y="6989"/>
                </a:moveTo>
                <a:lnTo>
                  <a:pt x="1164" y="3494"/>
                </a:lnTo>
                <a:lnTo>
                  <a:pt x="582" y="0"/>
                </a:lnTo>
                <a:lnTo>
                  <a:pt x="291" y="0"/>
                </a:lnTo>
                <a:lnTo>
                  <a:pt x="0" y="0"/>
                </a:lnTo>
                <a:lnTo>
                  <a:pt x="0" y="3494"/>
                </a:lnTo>
                <a:lnTo>
                  <a:pt x="2912" y="14270"/>
                </a:lnTo>
                <a:lnTo>
                  <a:pt x="5606" y="23636"/>
                </a:lnTo>
                <a:lnTo>
                  <a:pt x="9174" y="35240"/>
                </a:lnTo>
                <a:lnTo>
                  <a:pt x="13397" y="48592"/>
                </a:lnTo>
                <a:lnTo>
                  <a:pt x="18057" y="63199"/>
                </a:lnTo>
                <a:lnTo>
                  <a:pt x="22949" y="78626"/>
                </a:lnTo>
                <a:lnTo>
                  <a:pt x="37570" y="127856"/>
                </a:lnTo>
                <a:lnTo>
                  <a:pt x="49734" y="177822"/>
                </a:lnTo>
                <a:lnTo>
                  <a:pt x="58285" y="222474"/>
                </a:lnTo>
                <a:lnTo>
                  <a:pt x="60337" y="234428"/>
                </a:lnTo>
                <a:lnTo>
                  <a:pt x="62034" y="244062"/>
                </a:lnTo>
                <a:lnTo>
                  <a:pt x="68733" y="267944"/>
                </a:lnTo>
                <a:lnTo>
                  <a:pt x="69898" y="267362"/>
                </a:lnTo>
                <a:lnTo>
                  <a:pt x="80492" y="230519"/>
                </a:lnTo>
                <a:lnTo>
                  <a:pt x="89184" y="188698"/>
                </a:lnTo>
                <a:lnTo>
                  <a:pt x="95819" y="145039"/>
                </a:lnTo>
                <a:lnTo>
                  <a:pt x="97725" y="131464"/>
                </a:lnTo>
                <a:lnTo>
                  <a:pt x="99496" y="119009"/>
                </a:lnTo>
                <a:lnTo>
                  <a:pt x="106595" y="82422"/>
                </a:lnTo>
                <a:lnTo>
                  <a:pt x="107760" y="79218"/>
                </a:lnTo>
                <a:lnTo>
                  <a:pt x="108925" y="76305"/>
                </a:lnTo>
                <a:lnTo>
                  <a:pt x="111255" y="76014"/>
                </a:lnTo>
                <a:lnTo>
                  <a:pt x="113585" y="75723"/>
                </a:lnTo>
                <a:lnTo>
                  <a:pt x="144220" y="116734"/>
                </a:lnTo>
                <a:lnTo>
                  <a:pt x="167465" y="157016"/>
                </a:lnTo>
                <a:lnTo>
                  <a:pt x="186846" y="193927"/>
                </a:lnTo>
                <a:lnTo>
                  <a:pt x="191747" y="203397"/>
                </a:lnTo>
                <a:lnTo>
                  <a:pt x="195938" y="211283"/>
                </a:lnTo>
                <a:lnTo>
                  <a:pt x="199502" y="217559"/>
                </a:lnTo>
                <a:lnTo>
                  <a:pt x="203870" y="224840"/>
                </a:lnTo>
                <a:lnTo>
                  <a:pt x="206783" y="227752"/>
                </a:lnTo>
                <a:lnTo>
                  <a:pt x="208530" y="227752"/>
                </a:lnTo>
                <a:lnTo>
                  <a:pt x="210278" y="227752"/>
                </a:lnTo>
                <a:lnTo>
                  <a:pt x="213190" y="189454"/>
                </a:lnTo>
                <a:lnTo>
                  <a:pt x="215270" y="144943"/>
                </a:lnTo>
                <a:lnTo>
                  <a:pt x="215920" y="130076"/>
                </a:lnTo>
                <a:lnTo>
                  <a:pt x="219343" y="83732"/>
                </a:lnTo>
                <a:lnTo>
                  <a:pt x="224257" y="43104"/>
                </a:lnTo>
                <a:lnTo>
                  <a:pt x="226587" y="27377"/>
                </a:lnTo>
                <a:lnTo>
                  <a:pt x="226587" y="23299"/>
                </a:lnTo>
                <a:lnTo>
                  <a:pt x="226587" y="19222"/>
                </a:lnTo>
                <a:lnTo>
                  <a:pt x="226005" y="13979"/>
                </a:lnTo>
                <a:lnTo>
                  <a:pt x="225714" y="13106"/>
                </a:lnTo>
                <a:lnTo>
                  <a:pt x="225422" y="12232"/>
                </a:lnTo>
                <a:lnTo>
                  <a:pt x="225422" y="15727"/>
                </a:lnTo>
                <a:lnTo>
                  <a:pt x="226005" y="18930"/>
                </a:lnTo>
                <a:lnTo>
                  <a:pt x="226587" y="22134"/>
                </a:lnTo>
                <a:lnTo>
                  <a:pt x="227752" y="25046"/>
                </a:lnTo>
                <a:lnTo>
                  <a:pt x="228917" y="27959"/>
                </a:lnTo>
              </a:path>
            </a:pathLst>
          </a:custGeom>
          <a:ln w="36749">
            <a:solidFill>
              <a:srgbClr val="FC3142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4" name="object 44"/>
          <p:cNvGrpSpPr/>
          <p:nvPr/>
        </p:nvGrpSpPr>
        <p:grpSpPr>
          <a:xfrm>
            <a:off x="2270996" y="3039308"/>
            <a:ext cx="270510" cy="220345"/>
            <a:chOff x="2270996" y="3039308"/>
            <a:chExt cx="270510" cy="220345"/>
          </a:xfrm>
        </p:grpSpPr>
        <p:pic>
          <p:nvPicPr>
            <p:cNvPr id="45" name="object 4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25564" y="3088237"/>
              <a:ext cx="115936" cy="160528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270996" y="3039308"/>
              <a:ext cx="131113" cy="220233"/>
            </a:xfrm>
            <a:prstGeom prst="rect">
              <a:avLst/>
            </a:prstGeom>
          </p:spPr>
        </p:pic>
      </p:grpSp>
      <p:grpSp>
        <p:nvGrpSpPr>
          <p:cNvPr id="47" name="object 47"/>
          <p:cNvGrpSpPr/>
          <p:nvPr/>
        </p:nvGrpSpPr>
        <p:grpSpPr>
          <a:xfrm>
            <a:off x="2643206" y="2893687"/>
            <a:ext cx="919480" cy="340995"/>
            <a:chOff x="2643206" y="2893687"/>
            <a:chExt cx="919480" cy="340995"/>
          </a:xfrm>
        </p:grpSpPr>
        <p:pic>
          <p:nvPicPr>
            <p:cNvPr id="48" name="object 4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43206" y="3058531"/>
              <a:ext cx="193439" cy="175964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2855550" y="3010501"/>
              <a:ext cx="222250" cy="180975"/>
            </a:xfrm>
            <a:custGeom>
              <a:avLst/>
              <a:gdLst/>
              <a:ahLst/>
              <a:cxnLst/>
              <a:rect l="l" t="t" r="r" b="b"/>
              <a:pathLst>
                <a:path w="222250" h="180975">
                  <a:moveTo>
                    <a:pt x="0" y="0"/>
                  </a:moveTo>
                  <a:lnTo>
                    <a:pt x="12232" y="43795"/>
                  </a:lnTo>
                  <a:lnTo>
                    <a:pt x="19904" y="89025"/>
                  </a:lnTo>
                  <a:lnTo>
                    <a:pt x="23590" y="130186"/>
                  </a:lnTo>
                  <a:lnTo>
                    <a:pt x="24282" y="152757"/>
                  </a:lnTo>
                  <a:lnTo>
                    <a:pt x="24205" y="161886"/>
                  </a:lnTo>
                  <a:lnTo>
                    <a:pt x="23882" y="169212"/>
                  </a:lnTo>
                  <a:lnTo>
                    <a:pt x="23299" y="177658"/>
                  </a:lnTo>
                  <a:lnTo>
                    <a:pt x="22134" y="180571"/>
                  </a:lnTo>
                  <a:lnTo>
                    <a:pt x="21260" y="180571"/>
                  </a:lnTo>
                  <a:lnTo>
                    <a:pt x="20387" y="180571"/>
                  </a:lnTo>
                  <a:lnTo>
                    <a:pt x="24523" y="138067"/>
                  </a:lnTo>
                  <a:lnTo>
                    <a:pt x="42862" y="93507"/>
                  </a:lnTo>
                  <a:lnTo>
                    <a:pt x="66417" y="78094"/>
                  </a:lnTo>
                  <a:lnTo>
                    <a:pt x="71354" y="79800"/>
                  </a:lnTo>
                  <a:lnTo>
                    <a:pt x="87227" y="125671"/>
                  </a:lnTo>
                  <a:lnTo>
                    <a:pt x="88347" y="136538"/>
                  </a:lnTo>
                  <a:lnTo>
                    <a:pt x="89411" y="146204"/>
                  </a:lnTo>
                  <a:lnTo>
                    <a:pt x="90868" y="157854"/>
                  </a:lnTo>
                  <a:lnTo>
                    <a:pt x="92615" y="163679"/>
                  </a:lnTo>
                  <a:lnTo>
                    <a:pt x="94654" y="167465"/>
                  </a:lnTo>
                  <a:lnTo>
                    <a:pt x="96693" y="171251"/>
                  </a:lnTo>
                  <a:lnTo>
                    <a:pt x="99023" y="172998"/>
                  </a:lnTo>
                  <a:lnTo>
                    <a:pt x="103682" y="172998"/>
                  </a:lnTo>
                  <a:lnTo>
                    <a:pt x="108342" y="172998"/>
                  </a:lnTo>
                  <a:lnTo>
                    <a:pt x="143151" y="142391"/>
                  </a:lnTo>
                  <a:lnTo>
                    <a:pt x="159310" y="105430"/>
                  </a:lnTo>
                  <a:lnTo>
                    <a:pt x="160766" y="97858"/>
                  </a:lnTo>
                  <a:lnTo>
                    <a:pt x="160766" y="92615"/>
                  </a:lnTo>
                  <a:lnTo>
                    <a:pt x="160184" y="91450"/>
                  </a:lnTo>
                  <a:lnTo>
                    <a:pt x="159601" y="90285"/>
                  </a:lnTo>
                  <a:lnTo>
                    <a:pt x="158436" y="93198"/>
                  </a:lnTo>
                  <a:lnTo>
                    <a:pt x="157854" y="100770"/>
                  </a:lnTo>
                  <a:lnTo>
                    <a:pt x="157563" y="107241"/>
                  </a:lnTo>
                  <a:lnTo>
                    <a:pt x="157708" y="114968"/>
                  </a:lnTo>
                  <a:lnTo>
                    <a:pt x="171037" y="155856"/>
                  </a:lnTo>
                  <a:lnTo>
                    <a:pt x="194059" y="169217"/>
                  </a:lnTo>
                  <a:lnTo>
                    <a:pt x="200084" y="168339"/>
                  </a:lnTo>
                  <a:lnTo>
                    <a:pt x="221855" y="132406"/>
                  </a:lnTo>
                  <a:lnTo>
                    <a:pt x="221345" y="123027"/>
                  </a:lnTo>
                  <a:lnTo>
                    <a:pt x="204890" y="85648"/>
                  </a:lnTo>
                  <a:lnTo>
                    <a:pt x="167174" y="66403"/>
                  </a:lnTo>
                  <a:lnTo>
                    <a:pt x="164844" y="68151"/>
                  </a:lnTo>
                  <a:lnTo>
                    <a:pt x="164261" y="103100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3139804" y="2912062"/>
              <a:ext cx="404495" cy="262890"/>
            </a:xfrm>
            <a:custGeom>
              <a:avLst/>
              <a:gdLst/>
              <a:ahLst/>
              <a:cxnLst/>
              <a:rect l="l" t="t" r="r" b="b"/>
              <a:pathLst>
                <a:path w="404495" h="262889">
                  <a:moveTo>
                    <a:pt x="9319" y="177076"/>
                  </a:moveTo>
                  <a:lnTo>
                    <a:pt x="6989" y="170668"/>
                  </a:lnTo>
                  <a:lnTo>
                    <a:pt x="4659" y="164261"/>
                  </a:lnTo>
                  <a:lnTo>
                    <a:pt x="2912" y="163096"/>
                  </a:lnTo>
                  <a:lnTo>
                    <a:pt x="1164" y="161931"/>
                  </a:lnTo>
                  <a:lnTo>
                    <a:pt x="0" y="166009"/>
                  </a:lnTo>
                  <a:lnTo>
                    <a:pt x="291" y="177367"/>
                  </a:lnTo>
                  <a:lnTo>
                    <a:pt x="5824" y="221345"/>
                  </a:lnTo>
                  <a:lnTo>
                    <a:pt x="23881" y="256877"/>
                  </a:lnTo>
                  <a:lnTo>
                    <a:pt x="32036" y="261245"/>
                  </a:lnTo>
                  <a:lnTo>
                    <a:pt x="36114" y="262702"/>
                  </a:lnTo>
                  <a:lnTo>
                    <a:pt x="40191" y="262702"/>
                  </a:lnTo>
                  <a:lnTo>
                    <a:pt x="46016" y="258333"/>
                  </a:lnTo>
                  <a:lnTo>
                    <a:pt x="69839" y="223311"/>
                  </a:lnTo>
                  <a:lnTo>
                    <a:pt x="82130" y="185231"/>
                  </a:lnTo>
                  <a:lnTo>
                    <a:pt x="85625" y="159601"/>
                  </a:lnTo>
                  <a:lnTo>
                    <a:pt x="85625" y="156980"/>
                  </a:lnTo>
                  <a:lnTo>
                    <a:pt x="85625" y="154359"/>
                  </a:lnTo>
                  <a:lnTo>
                    <a:pt x="91778" y="199670"/>
                  </a:lnTo>
                  <a:lnTo>
                    <a:pt x="107887" y="238920"/>
                  </a:lnTo>
                  <a:lnTo>
                    <a:pt x="123887" y="250797"/>
                  </a:lnTo>
                  <a:lnTo>
                    <a:pt x="129589" y="250547"/>
                  </a:lnTo>
                  <a:lnTo>
                    <a:pt x="158728" y="216394"/>
                  </a:lnTo>
                  <a:lnTo>
                    <a:pt x="173267" y="172161"/>
                  </a:lnTo>
                  <a:lnTo>
                    <a:pt x="182755" y="126581"/>
                  </a:lnTo>
                  <a:lnTo>
                    <a:pt x="186355" y="83450"/>
                  </a:lnTo>
                  <a:lnTo>
                    <a:pt x="181153" y="33201"/>
                  </a:lnTo>
                  <a:lnTo>
                    <a:pt x="166009" y="23299"/>
                  </a:lnTo>
                  <a:lnTo>
                    <a:pt x="160184" y="25046"/>
                  </a:lnTo>
                  <a:lnTo>
                    <a:pt x="143292" y="64364"/>
                  </a:lnTo>
                  <a:lnTo>
                    <a:pt x="144029" y="104993"/>
                  </a:lnTo>
                  <a:lnTo>
                    <a:pt x="152830" y="151446"/>
                  </a:lnTo>
                  <a:lnTo>
                    <a:pt x="164630" y="194004"/>
                  </a:lnTo>
                  <a:lnTo>
                    <a:pt x="182719" y="232398"/>
                  </a:lnTo>
                  <a:lnTo>
                    <a:pt x="223356" y="234838"/>
                  </a:lnTo>
                  <a:lnTo>
                    <a:pt x="239803" y="190983"/>
                  </a:lnTo>
                  <a:lnTo>
                    <a:pt x="241828" y="179997"/>
                  </a:lnTo>
                  <a:lnTo>
                    <a:pt x="243771" y="169503"/>
                  </a:lnTo>
                  <a:lnTo>
                    <a:pt x="258042" y="132807"/>
                  </a:lnTo>
                  <a:lnTo>
                    <a:pt x="263867" y="130477"/>
                  </a:lnTo>
                  <a:lnTo>
                    <a:pt x="271439" y="131059"/>
                  </a:lnTo>
                  <a:lnTo>
                    <a:pt x="306789" y="149226"/>
                  </a:lnTo>
                  <a:lnTo>
                    <a:pt x="320368" y="170086"/>
                  </a:lnTo>
                  <a:lnTo>
                    <a:pt x="319785" y="172416"/>
                  </a:lnTo>
                  <a:lnTo>
                    <a:pt x="319203" y="174746"/>
                  </a:lnTo>
                  <a:lnTo>
                    <a:pt x="316290" y="174163"/>
                  </a:lnTo>
                  <a:lnTo>
                    <a:pt x="313378" y="170960"/>
                  </a:lnTo>
                  <a:lnTo>
                    <a:pt x="310465" y="167756"/>
                  </a:lnTo>
                  <a:lnTo>
                    <a:pt x="307553" y="161931"/>
                  </a:lnTo>
                  <a:lnTo>
                    <a:pt x="302602" y="154068"/>
                  </a:lnTo>
                  <a:lnTo>
                    <a:pt x="277264" y="124652"/>
                  </a:lnTo>
                  <a:lnTo>
                    <a:pt x="247557" y="149990"/>
                  </a:lnTo>
                  <a:lnTo>
                    <a:pt x="243420" y="183083"/>
                  </a:lnTo>
                  <a:lnTo>
                    <a:pt x="244936" y="194842"/>
                  </a:lnTo>
                  <a:lnTo>
                    <a:pt x="263867" y="232121"/>
                  </a:lnTo>
                  <a:lnTo>
                    <a:pt x="278429" y="241732"/>
                  </a:lnTo>
                  <a:lnTo>
                    <a:pt x="285419" y="239111"/>
                  </a:lnTo>
                  <a:lnTo>
                    <a:pt x="310479" y="207738"/>
                  </a:lnTo>
                  <a:lnTo>
                    <a:pt x="321824" y="170960"/>
                  </a:lnTo>
                  <a:lnTo>
                    <a:pt x="327517" y="129143"/>
                  </a:lnTo>
                  <a:lnTo>
                    <a:pt x="329906" y="83040"/>
                  </a:lnTo>
                  <a:lnTo>
                    <a:pt x="330853" y="53880"/>
                  </a:lnTo>
                  <a:lnTo>
                    <a:pt x="331262" y="41379"/>
                  </a:lnTo>
                  <a:lnTo>
                    <a:pt x="331508" y="30544"/>
                  </a:lnTo>
                  <a:lnTo>
                    <a:pt x="331426" y="21401"/>
                  </a:lnTo>
                  <a:lnTo>
                    <a:pt x="330853" y="13979"/>
                  </a:lnTo>
                  <a:lnTo>
                    <a:pt x="329688" y="5242"/>
                  </a:lnTo>
                  <a:lnTo>
                    <a:pt x="326775" y="1164"/>
                  </a:lnTo>
                  <a:lnTo>
                    <a:pt x="324737" y="582"/>
                  </a:lnTo>
                  <a:lnTo>
                    <a:pt x="322698" y="0"/>
                  </a:lnTo>
                  <a:lnTo>
                    <a:pt x="318115" y="51622"/>
                  </a:lnTo>
                  <a:lnTo>
                    <a:pt x="317710" y="85079"/>
                  </a:lnTo>
                  <a:lnTo>
                    <a:pt x="318111" y="102736"/>
                  </a:lnTo>
                  <a:lnTo>
                    <a:pt x="322994" y="152962"/>
                  </a:lnTo>
                  <a:lnTo>
                    <a:pt x="333765" y="193385"/>
                  </a:lnTo>
                  <a:lnTo>
                    <a:pt x="352987" y="230082"/>
                  </a:lnTo>
                  <a:lnTo>
                    <a:pt x="380364" y="243479"/>
                  </a:lnTo>
                  <a:lnTo>
                    <a:pt x="389684" y="241732"/>
                  </a:lnTo>
                  <a:lnTo>
                    <a:pt x="395218" y="238819"/>
                  </a:lnTo>
                  <a:lnTo>
                    <a:pt x="400751" y="235907"/>
                  </a:lnTo>
                  <a:lnTo>
                    <a:pt x="402499" y="231830"/>
                  </a:lnTo>
                  <a:lnTo>
                    <a:pt x="404246" y="227752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/>
          <p:cNvSpPr/>
          <p:nvPr/>
        </p:nvSpPr>
        <p:spPr>
          <a:xfrm>
            <a:off x="1610772" y="3637842"/>
            <a:ext cx="304800" cy="28575"/>
          </a:xfrm>
          <a:custGeom>
            <a:avLst/>
            <a:gdLst/>
            <a:ahLst/>
            <a:cxnLst/>
            <a:rect l="l" t="t" r="r" b="b"/>
            <a:pathLst>
              <a:path w="304800" h="28575">
                <a:moveTo>
                  <a:pt x="5824" y="26211"/>
                </a:moveTo>
                <a:lnTo>
                  <a:pt x="2912" y="25629"/>
                </a:lnTo>
                <a:lnTo>
                  <a:pt x="0" y="25046"/>
                </a:lnTo>
                <a:lnTo>
                  <a:pt x="0" y="25337"/>
                </a:lnTo>
                <a:lnTo>
                  <a:pt x="0" y="25629"/>
                </a:lnTo>
                <a:lnTo>
                  <a:pt x="2912" y="26794"/>
                </a:lnTo>
                <a:lnTo>
                  <a:pt x="12814" y="27667"/>
                </a:lnTo>
                <a:lnTo>
                  <a:pt x="21483" y="28245"/>
                </a:lnTo>
                <a:lnTo>
                  <a:pt x="32364" y="28578"/>
                </a:lnTo>
                <a:lnTo>
                  <a:pt x="45047" y="28528"/>
                </a:lnTo>
                <a:lnTo>
                  <a:pt x="89812" y="25192"/>
                </a:lnTo>
                <a:lnTo>
                  <a:pt x="121157" y="21551"/>
                </a:lnTo>
                <a:lnTo>
                  <a:pt x="136142" y="19900"/>
                </a:lnTo>
                <a:lnTo>
                  <a:pt x="150609" y="18384"/>
                </a:lnTo>
                <a:lnTo>
                  <a:pt x="164693" y="16923"/>
                </a:lnTo>
                <a:lnTo>
                  <a:pt x="178532" y="15435"/>
                </a:lnTo>
                <a:lnTo>
                  <a:pt x="218956" y="10480"/>
                </a:lnTo>
                <a:lnTo>
                  <a:pt x="255967" y="5351"/>
                </a:lnTo>
                <a:lnTo>
                  <a:pt x="266765" y="3863"/>
                </a:lnTo>
                <a:lnTo>
                  <a:pt x="276390" y="2621"/>
                </a:lnTo>
                <a:lnTo>
                  <a:pt x="284695" y="1679"/>
                </a:lnTo>
                <a:lnTo>
                  <a:pt x="291935" y="982"/>
                </a:lnTo>
                <a:lnTo>
                  <a:pt x="298465" y="450"/>
                </a:lnTo>
                <a:lnTo>
                  <a:pt x="304641" y="0"/>
                </a:lnTo>
              </a:path>
            </a:pathLst>
          </a:custGeom>
          <a:ln w="36749">
            <a:solidFill>
              <a:srgbClr val="FC3142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2" name="object 52"/>
          <p:cNvGrpSpPr/>
          <p:nvPr/>
        </p:nvGrpSpPr>
        <p:grpSpPr>
          <a:xfrm>
            <a:off x="2031594" y="3512871"/>
            <a:ext cx="501015" cy="315595"/>
            <a:chOff x="2031594" y="3512871"/>
            <a:chExt cx="501015" cy="315595"/>
          </a:xfrm>
        </p:grpSpPr>
        <p:sp>
          <p:nvSpPr>
            <p:cNvPr id="53" name="object 53"/>
            <p:cNvSpPr/>
            <p:nvPr/>
          </p:nvSpPr>
          <p:spPr>
            <a:xfrm>
              <a:off x="2049969" y="3531246"/>
              <a:ext cx="10160" cy="278765"/>
            </a:xfrm>
            <a:custGeom>
              <a:avLst/>
              <a:gdLst/>
              <a:ahLst/>
              <a:cxnLst/>
              <a:rect l="l" t="t" r="r" b="b"/>
              <a:pathLst>
                <a:path w="10160" h="278764">
                  <a:moveTo>
                    <a:pt x="0" y="17474"/>
                  </a:moveTo>
                  <a:lnTo>
                    <a:pt x="582" y="13979"/>
                  </a:lnTo>
                  <a:lnTo>
                    <a:pt x="1164" y="10484"/>
                  </a:lnTo>
                  <a:lnTo>
                    <a:pt x="1456" y="6989"/>
                  </a:lnTo>
                  <a:lnTo>
                    <a:pt x="1747" y="3494"/>
                  </a:lnTo>
                  <a:lnTo>
                    <a:pt x="1747" y="0"/>
                  </a:lnTo>
                  <a:lnTo>
                    <a:pt x="1747" y="11941"/>
                  </a:lnTo>
                  <a:lnTo>
                    <a:pt x="1993" y="57361"/>
                  </a:lnTo>
                  <a:lnTo>
                    <a:pt x="3567" y="112383"/>
                  </a:lnTo>
                  <a:lnTo>
                    <a:pt x="6111" y="163246"/>
                  </a:lnTo>
                  <a:lnTo>
                    <a:pt x="6953" y="179806"/>
                  </a:lnTo>
                  <a:lnTo>
                    <a:pt x="9042" y="227420"/>
                  </a:lnTo>
                  <a:lnTo>
                    <a:pt x="9902" y="264158"/>
                  </a:lnTo>
                  <a:lnTo>
                    <a:pt x="9902" y="275516"/>
                  </a:lnTo>
                  <a:lnTo>
                    <a:pt x="9319" y="278429"/>
                  </a:lnTo>
                  <a:lnTo>
                    <a:pt x="9028" y="278429"/>
                  </a:lnTo>
                  <a:lnTo>
                    <a:pt x="8737" y="278429"/>
                  </a:lnTo>
                  <a:lnTo>
                    <a:pt x="8737" y="275516"/>
                  </a:lnTo>
                  <a:lnTo>
                    <a:pt x="8446" y="271148"/>
                  </a:lnTo>
                  <a:lnTo>
                    <a:pt x="8154" y="266779"/>
                  </a:lnTo>
                  <a:lnTo>
                    <a:pt x="7572" y="260954"/>
                  </a:lnTo>
                  <a:lnTo>
                    <a:pt x="6989" y="255129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2058706" y="3655316"/>
              <a:ext cx="98425" cy="24765"/>
            </a:xfrm>
            <a:custGeom>
              <a:avLst/>
              <a:gdLst/>
              <a:ahLst/>
              <a:cxnLst/>
              <a:rect l="l" t="t" r="r" b="b"/>
              <a:pathLst>
                <a:path w="98425" h="24764">
                  <a:moveTo>
                    <a:pt x="0" y="24464"/>
                  </a:moveTo>
                  <a:lnTo>
                    <a:pt x="40059" y="14862"/>
                  </a:lnTo>
                  <a:lnTo>
                    <a:pt x="49802" y="13979"/>
                  </a:lnTo>
                  <a:lnTo>
                    <a:pt x="58708" y="13087"/>
                  </a:lnTo>
                  <a:lnTo>
                    <a:pt x="92615" y="3494"/>
                  </a:lnTo>
                  <a:lnTo>
                    <a:pt x="97858" y="0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2151322" y="3546390"/>
              <a:ext cx="22860" cy="231140"/>
            </a:xfrm>
            <a:custGeom>
              <a:avLst/>
              <a:gdLst/>
              <a:ahLst/>
              <a:cxnLst/>
              <a:rect l="l" t="t" r="r" b="b"/>
              <a:pathLst>
                <a:path w="22860" h="231139">
                  <a:moveTo>
                    <a:pt x="1747" y="7572"/>
                  </a:moveTo>
                  <a:lnTo>
                    <a:pt x="1164" y="4077"/>
                  </a:lnTo>
                  <a:lnTo>
                    <a:pt x="582" y="582"/>
                  </a:lnTo>
                  <a:lnTo>
                    <a:pt x="291" y="291"/>
                  </a:lnTo>
                  <a:lnTo>
                    <a:pt x="0" y="0"/>
                  </a:lnTo>
                  <a:lnTo>
                    <a:pt x="0" y="2912"/>
                  </a:lnTo>
                  <a:lnTo>
                    <a:pt x="4068" y="55532"/>
                  </a:lnTo>
                  <a:lnTo>
                    <a:pt x="8664" y="103610"/>
                  </a:lnTo>
                  <a:lnTo>
                    <a:pt x="10120" y="119400"/>
                  </a:lnTo>
                  <a:lnTo>
                    <a:pt x="12960" y="165499"/>
                  </a:lnTo>
                  <a:lnTo>
                    <a:pt x="13979" y="201540"/>
                  </a:lnTo>
                  <a:lnTo>
                    <a:pt x="13979" y="205035"/>
                  </a:lnTo>
                  <a:lnTo>
                    <a:pt x="14562" y="211151"/>
                  </a:lnTo>
                  <a:lnTo>
                    <a:pt x="15144" y="217268"/>
                  </a:lnTo>
                  <a:lnTo>
                    <a:pt x="16309" y="226005"/>
                  </a:lnTo>
                  <a:lnTo>
                    <a:pt x="16892" y="228335"/>
                  </a:lnTo>
                  <a:lnTo>
                    <a:pt x="17474" y="230665"/>
                  </a:lnTo>
                  <a:lnTo>
                    <a:pt x="17474" y="226587"/>
                  </a:lnTo>
                  <a:lnTo>
                    <a:pt x="18348" y="221345"/>
                  </a:lnTo>
                  <a:lnTo>
                    <a:pt x="19222" y="216103"/>
                  </a:lnTo>
                  <a:lnTo>
                    <a:pt x="20969" y="209695"/>
                  </a:lnTo>
                  <a:lnTo>
                    <a:pt x="22717" y="203288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05466" y="3622961"/>
              <a:ext cx="120446" cy="158781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48180" y="3596749"/>
              <a:ext cx="184114" cy="173052"/>
            </a:xfrm>
            <a:prstGeom prst="rect">
              <a:avLst/>
            </a:prstGeom>
          </p:spPr>
        </p:pic>
      </p:grpSp>
      <p:grpSp>
        <p:nvGrpSpPr>
          <p:cNvPr id="58" name="object 58"/>
          <p:cNvGrpSpPr/>
          <p:nvPr/>
        </p:nvGrpSpPr>
        <p:grpSpPr>
          <a:xfrm>
            <a:off x="2634864" y="3453457"/>
            <a:ext cx="421005" cy="286385"/>
            <a:chOff x="2634864" y="3453457"/>
            <a:chExt cx="421005" cy="286385"/>
          </a:xfrm>
        </p:grpSpPr>
        <p:pic>
          <p:nvPicPr>
            <p:cNvPr id="59" name="object 5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634864" y="3576944"/>
              <a:ext cx="187432" cy="162276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2866034" y="3590077"/>
              <a:ext cx="15875" cy="120014"/>
            </a:xfrm>
            <a:custGeom>
              <a:avLst/>
              <a:gdLst/>
              <a:ahLst/>
              <a:cxnLst/>
              <a:rect l="l" t="t" r="r" b="b"/>
              <a:pathLst>
                <a:path w="15875" h="120014">
                  <a:moveTo>
                    <a:pt x="0" y="12814"/>
                  </a:moveTo>
                  <a:lnTo>
                    <a:pt x="1164" y="6989"/>
                  </a:lnTo>
                  <a:lnTo>
                    <a:pt x="2329" y="1164"/>
                  </a:lnTo>
                  <a:lnTo>
                    <a:pt x="2912" y="582"/>
                  </a:lnTo>
                  <a:lnTo>
                    <a:pt x="3494" y="0"/>
                  </a:lnTo>
                  <a:lnTo>
                    <a:pt x="3494" y="4659"/>
                  </a:lnTo>
                  <a:lnTo>
                    <a:pt x="4077" y="16309"/>
                  </a:lnTo>
                  <a:lnTo>
                    <a:pt x="6698" y="60287"/>
                  </a:lnTo>
                  <a:lnTo>
                    <a:pt x="9902" y="101935"/>
                  </a:lnTo>
                  <a:lnTo>
                    <a:pt x="11941" y="116206"/>
                  </a:lnTo>
                  <a:lnTo>
                    <a:pt x="12814" y="119992"/>
                  </a:lnTo>
                  <a:lnTo>
                    <a:pt x="13397" y="117080"/>
                  </a:lnTo>
                  <a:lnTo>
                    <a:pt x="13979" y="113293"/>
                  </a:lnTo>
                  <a:lnTo>
                    <a:pt x="14562" y="109507"/>
                  </a:lnTo>
                  <a:lnTo>
                    <a:pt x="15144" y="104847"/>
                  </a:lnTo>
                  <a:lnTo>
                    <a:pt x="15727" y="100187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2857296" y="3518431"/>
              <a:ext cx="3810" cy="7620"/>
            </a:xfrm>
            <a:custGeom>
              <a:avLst/>
              <a:gdLst/>
              <a:ahLst/>
              <a:cxnLst/>
              <a:rect l="l" t="t" r="r" b="b"/>
              <a:pathLst>
                <a:path w="3810" h="7620">
                  <a:moveTo>
                    <a:pt x="3494" y="5824"/>
                  </a:moveTo>
                  <a:lnTo>
                    <a:pt x="1747" y="2912"/>
                  </a:lnTo>
                  <a:lnTo>
                    <a:pt x="0" y="0"/>
                  </a:lnTo>
                  <a:lnTo>
                    <a:pt x="0" y="291"/>
                  </a:lnTo>
                  <a:lnTo>
                    <a:pt x="0" y="582"/>
                  </a:lnTo>
                  <a:lnTo>
                    <a:pt x="1747" y="4077"/>
                  </a:lnTo>
                  <a:lnTo>
                    <a:pt x="3494" y="7572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2930691" y="3475327"/>
              <a:ext cx="36830" cy="229870"/>
            </a:xfrm>
            <a:custGeom>
              <a:avLst/>
              <a:gdLst/>
              <a:ahLst/>
              <a:cxnLst/>
              <a:rect l="l" t="t" r="r" b="b"/>
              <a:pathLst>
                <a:path w="36830" h="229870">
                  <a:moveTo>
                    <a:pt x="0" y="10484"/>
                  </a:moveTo>
                  <a:lnTo>
                    <a:pt x="1747" y="5824"/>
                  </a:lnTo>
                  <a:lnTo>
                    <a:pt x="3494" y="1164"/>
                  </a:lnTo>
                  <a:lnTo>
                    <a:pt x="4659" y="582"/>
                  </a:lnTo>
                  <a:lnTo>
                    <a:pt x="10807" y="51677"/>
                  </a:lnTo>
                  <a:lnTo>
                    <a:pt x="13943" y="96146"/>
                  </a:lnTo>
                  <a:lnTo>
                    <a:pt x="15727" y="126108"/>
                  </a:lnTo>
                  <a:lnTo>
                    <a:pt x="16614" y="141148"/>
                  </a:lnTo>
                  <a:lnTo>
                    <a:pt x="20095" y="181736"/>
                  </a:lnTo>
                  <a:lnTo>
                    <a:pt x="30871" y="221928"/>
                  </a:lnTo>
                  <a:lnTo>
                    <a:pt x="35240" y="228335"/>
                  </a:lnTo>
                  <a:lnTo>
                    <a:pt x="36696" y="229500"/>
                  </a:lnTo>
                  <a:lnTo>
                    <a:pt x="36696" y="226587"/>
                  </a:lnTo>
                  <a:lnTo>
                    <a:pt x="36405" y="223384"/>
                  </a:lnTo>
                  <a:lnTo>
                    <a:pt x="36114" y="220180"/>
                  </a:lnTo>
                  <a:lnTo>
                    <a:pt x="35531" y="216685"/>
                  </a:lnTo>
                  <a:lnTo>
                    <a:pt x="34949" y="213190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3007579" y="3471832"/>
              <a:ext cx="29845" cy="225425"/>
            </a:xfrm>
            <a:custGeom>
              <a:avLst/>
              <a:gdLst/>
              <a:ahLst/>
              <a:cxnLst/>
              <a:rect l="l" t="t" r="r" b="b"/>
              <a:pathLst>
                <a:path w="29844" h="225425">
                  <a:moveTo>
                    <a:pt x="0" y="0"/>
                  </a:moveTo>
                  <a:lnTo>
                    <a:pt x="2989" y="49434"/>
                  </a:lnTo>
                  <a:lnTo>
                    <a:pt x="7863" y="96838"/>
                  </a:lnTo>
                  <a:lnTo>
                    <a:pt x="9692" y="112138"/>
                  </a:lnTo>
                  <a:lnTo>
                    <a:pt x="11358" y="127273"/>
                  </a:lnTo>
                  <a:lnTo>
                    <a:pt x="12741" y="142218"/>
                  </a:lnTo>
                  <a:lnTo>
                    <a:pt x="13906" y="156616"/>
                  </a:lnTo>
                  <a:lnTo>
                    <a:pt x="14962" y="170032"/>
                  </a:lnTo>
                  <a:lnTo>
                    <a:pt x="16018" y="182027"/>
                  </a:lnTo>
                  <a:lnTo>
                    <a:pt x="22716" y="220763"/>
                  </a:lnTo>
                  <a:lnTo>
                    <a:pt x="24464" y="224840"/>
                  </a:lnTo>
                  <a:lnTo>
                    <a:pt x="25920" y="224840"/>
                  </a:lnTo>
                  <a:lnTo>
                    <a:pt x="27376" y="224840"/>
                  </a:lnTo>
                  <a:lnTo>
                    <a:pt x="28541" y="220763"/>
                  </a:lnTo>
                  <a:lnTo>
                    <a:pt x="29706" y="216685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4" name="object 64"/>
          <p:cNvGrpSpPr/>
          <p:nvPr/>
        </p:nvGrpSpPr>
        <p:grpSpPr>
          <a:xfrm>
            <a:off x="1567752" y="1198744"/>
            <a:ext cx="6326505" cy="2460625"/>
            <a:chOff x="1567752" y="1198744"/>
            <a:chExt cx="6326505" cy="2460625"/>
          </a:xfrm>
        </p:grpSpPr>
        <p:sp>
          <p:nvSpPr>
            <p:cNvPr id="65" name="object 65"/>
            <p:cNvSpPr/>
            <p:nvPr/>
          </p:nvSpPr>
          <p:spPr>
            <a:xfrm>
              <a:off x="3754620" y="3393779"/>
              <a:ext cx="154940" cy="221615"/>
            </a:xfrm>
            <a:custGeom>
              <a:avLst/>
              <a:gdLst/>
              <a:ahLst/>
              <a:cxnLst/>
              <a:rect l="l" t="t" r="r" b="b"/>
              <a:pathLst>
                <a:path w="154939" h="221614">
                  <a:moveTo>
                    <a:pt x="83004" y="137467"/>
                  </a:moveTo>
                  <a:lnTo>
                    <a:pt x="79509" y="131059"/>
                  </a:lnTo>
                  <a:lnTo>
                    <a:pt x="76014" y="124652"/>
                  </a:lnTo>
                  <a:lnTo>
                    <a:pt x="68442" y="121157"/>
                  </a:lnTo>
                  <a:lnTo>
                    <a:pt x="30007" y="127282"/>
                  </a:lnTo>
                  <a:lnTo>
                    <a:pt x="5037" y="161308"/>
                  </a:lnTo>
                  <a:lnTo>
                    <a:pt x="0" y="190182"/>
                  </a:lnTo>
                  <a:lnTo>
                    <a:pt x="1465" y="198105"/>
                  </a:lnTo>
                  <a:lnTo>
                    <a:pt x="39513" y="221204"/>
                  </a:lnTo>
                  <a:lnTo>
                    <a:pt x="48055" y="220471"/>
                  </a:lnTo>
                  <a:lnTo>
                    <a:pt x="83036" y="191260"/>
                  </a:lnTo>
                  <a:lnTo>
                    <a:pt x="98149" y="154359"/>
                  </a:lnTo>
                  <a:lnTo>
                    <a:pt x="106627" y="109839"/>
                  </a:lnTo>
                  <a:lnTo>
                    <a:pt x="110781" y="65602"/>
                  </a:lnTo>
                  <a:lnTo>
                    <a:pt x="112529" y="21442"/>
                  </a:lnTo>
                  <a:lnTo>
                    <a:pt x="112333" y="14311"/>
                  </a:lnTo>
                  <a:lnTo>
                    <a:pt x="111837" y="8737"/>
                  </a:lnTo>
                  <a:lnTo>
                    <a:pt x="110963" y="2329"/>
                  </a:lnTo>
                  <a:lnTo>
                    <a:pt x="109216" y="0"/>
                  </a:lnTo>
                  <a:lnTo>
                    <a:pt x="107468" y="1456"/>
                  </a:lnTo>
                  <a:lnTo>
                    <a:pt x="105721" y="2912"/>
                  </a:lnTo>
                  <a:lnTo>
                    <a:pt x="98003" y="45798"/>
                  </a:lnTo>
                  <a:lnTo>
                    <a:pt x="94690" y="91450"/>
                  </a:lnTo>
                  <a:lnTo>
                    <a:pt x="94799" y="106668"/>
                  </a:lnTo>
                  <a:lnTo>
                    <a:pt x="99054" y="149890"/>
                  </a:lnTo>
                  <a:lnTo>
                    <a:pt x="113316" y="194523"/>
                  </a:lnTo>
                  <a:lnTo>
                    <a:pt x="134263" y="214938"/>
                  </a:lnTo>
                  <a:lnTo>
                    <a:pt x="140088" y="213773"/>
                  </a:lnTo>
                  <a:lnTo>
                    <a:pt x="144457" y="210860"/>
                  </a:lnTo>
                  <a:lnTo>
                    <a:pt x="148825" y="207948"/>
                  </a:lnTo>
                  <a:lnTo>
                    <a:pt x="151738" y="203288"/>
                  </a:lnTo>
                  <a:lnTo>
                    <a:pt x="154650" y="198628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6" name="object 6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921371" y="3470072"/>
              <a:ext cx="126849" cy="150585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567752" y="1198744"/>
              <a:ext cx="6326390" cy="2460384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077027" y="3372491"/>
              <a:ext cx="191372" cy="237125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4313599" y="3354170"/>
              <a:ext cx="210820" cy="231140"/>
            </a:xfrm>
            <a:custGeom>
              <a:avLst/>
              <a:gdLst/>
              <a:ahLst/>
              <a:cxnLst/>
              <a:rect l="l" t="t" r="r" b="b"/>
              <a:pathLst>
                <a:path w="210820" h="231139">
                  <a:moveTo>
                    <a:pt x="46517" y="140379"/>
                  </a:moveTo>
                  <a:lnTo>
                    <a:pt x="42439" y="134554"/>
                  </a:lnTo>
                  <a:lnTo>
                    <a:pt x="38362" y="128729"/>
                  </a:lnTo>
                  <a:lnTo>
                    <a:pt x="33411" y="125526"/>
                  </a:lnTo>
                  <a:lnTo>
                    <a:pt x="28459" y="122322"/>
                  </a:lnTo>
                  <a:lnTo>
                    <a:pt x="864" y="160948"/>
                  </a:lnTo>
                  <a:lnTo>
                    <a:pt x="0" y="172775"/>
                  </a:lnTo>
                  <a:lnTo>
                    <a:pt x="500" y="184357"/>
                  </a:lnTo>
                  <a:lnTo>
                    <a:pt x="20013" y="218724"/>
                  </a:lnTo>
                  <a:lnTo>
                    <a:pt x="63991" y="230665"/>
                  </a:lnTo>
                  <a:lnTo>
                    <a:pt x="76151" y="229914"/>
                  </a:lnTo>
                  <a:lnTo>
                    <a:pt x="116169" y="213222"/>
                  </a:lnTo>
                  <a:lnTo>
                    <a:pt x="135760" y="174236"/>
                  </a:lnTo>
                  <a:lnTo>
                    <a:pt x="143501" y="131642"/>
                  </a:lnTo>
                  <a:lnTo>
                    <a:pt x="148047" y="87450"/>
                  </a:lnTo>
                  <a:lnTo>
                    <a:pt x="150381" y="46125"/>
                  </a:lnTo>
                  <a:lnTo>
                    <a:pt x="151364" y="13979"/>
                  </a:lnTo>
                  <a:lnTo>
                    <a:pt x="151364" y="9902"/>
                  </a:lnTo>
                  <a:lnTo>
                    <a:pt x="151073" y="6407"/>
                  </a:lnTo>
                  <a:lnTo>
                    <a:pt x="150782" y="2912"/>
                  </a:lnTo>
                  <a:lnTo>
                    <a:pt x="150200" y="0"/>
                  </a:lnTo>
                  <a:lnTo>
                    <a:pt x="149035" y="1164"/>
                  </a:lnTo>
                  <a:lnTo>
                    <a:pt x="147869" y="2329"/>
                  </a:lnTo>
                  <a:lnTo>
                    <a:pt x="142773" y="47035"/>
                  </a:lnTo>
                  <a:lnTo>
                    <a:pt x="141699" y="95218"/>
                  </a:lnTo>
                  <a:lnTo>
                    <a:pt x="141972" y="111182"/>
                  </a:lnTo>
                  <a:lnTo>
                    <a:pt x="144766" y="154932"/>
                  </a:lnTo>
                  <a:lnTo>
                    <a:pt x="154177" y="196580"/>
                  </a:lnTo>
                  <a:lnTo>
                    <a:pt x="172334" y="215520"/>
                  </a:lnTo>
                  <a:lnTo>
                    <a:pt x="179324" y="215520"/>
                  </a:lnTo>
                  <a:lnTo>
                    <a:pt x="205536" y="187269"/>
                  </a:lnTo>
                  <a:lnTo>
                    <a:pt x="210196" y="175911"/>
                  </a:lnTo>
                  <a:lnTo>
                    <a:pt x="210778" y="171833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4397978" y="3414749"/>
              <a:ext cx="137160" cy="12065"/>
            </a:xfrm>
            <a:custGeom>
              <a:avLst/>
              <a:gdLst/>
              <a:ahLst/>
              <a:cxnLst/>
              <a:rect l="l" t="t" r="r" b="b"/>
              <a:pathLst>
                <a:path w="137160" h="12064">
                  <a:moveTo>
                    <a:pt x="5824" y="11649"/>
                  </a:moveTo>
                  <a:lnTo>
                    <a:pt x="2912" y="11067"/>
                  </a:lnTo>
                  <a:lnTo>
                    <a:pt x="0" y="10484"/>
                  </a:lnTo>
                  <a:lnTo>
                    <a:pt x="0" y="10193"/>
                  </a:lnTo>
                  <a:lnTo>
                    <a:pt x="0" y="9902"/>
                  </a:lnTo>
                  <a:lnTo>
                    <a:pt x="2912" y="9902"/>
                  </a:lnTo>
                  <a:lnTo>
                    <a:pt x="15144" y="9611"/>
                  </a:lnTo>
                  <a:lnTo>
                    <a:pt x="53479" y="8587"/>
                  </a:lnTo>
                  <a:lnTo>
                    <a:pt x="94654" y="7281"/>
                  </a:lnTo>
                  <a:lnTo>
                    <a:pt x="133389" y="2912"/>
                  </a:lnTo>
                  <a:lnTo>
                    <a:pt x="136884" y="1164"/>
                  </a:lnTo>
                  <a:lnTo>
                    <a:pt x="136302" y="582"/>
                  </a:lnTo>
                  <a:lnTo>
                    <a:pt x="135719" y="0"/>
                  </a:lnTo>
                  <a:lnTo>
                    <a:pt x="131059" y="582"/>
                  </a:lnTo>
                  <a:lnTo>
                    <a:pt x="126399" y="1164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4702873" y="3445621"/>
              <a:ext cx="262255" cy="132715"/>
            </a:xfrm>
            <a:custGeom>
              <a:avLst/>
              <a:gdLst/>
              <a:ahLst/>
              <a:cxnLst/>
              <a:rect l="l" t="t" r="r" b="b"/>
              <a:pathLst>
                <a:path w="262254" h="132714">
                  <a:moveTo>
                    <a:pt x="92360" y="26211"/>
                  </a:moveTo>
                  <a:lnTo>
                    <a:pt x="94108" y="23299"/>
                  </a:lnTo>
                  <a:lnTo>
                    <a:pt x="95855" y="20387"/>
                  </a:lnTo>
                  <a:lnTo>
                    <a:pt x="95855" y="17765"/>
                  </a:lnTo>
                  <a:lnTo>
                    <a:pt x="95855" y="15144"/>
                  </a:lnTo>
                  <a:lnTo>
                    <a:pt x="65001" y="5770"/>
                  </a:lnTo>
                  <a:lnTo>
                    <a:pt x="56246" y="6116"/>
                  </a:lnTo>
                  <a:lnTo>
                    <a:pt x="17028" y="34207"/>
                  </a:lnTo>
                  <a:lnTo>
                    <a:pt x="350" y="80274"/>
                  </a:lnTo>
                  <a:lnTo>
                    <a:pt x="0" y="91159"/>
                  </a:lnTo>
                  <a:lnTo>
                    <a:pt x="1342" y="101170"/>
                  </a:lnTo>
                  <a:lnTo>
                    <a:pt x="30908" y="131351"/>
                  </a:lnTo>
                  <a:lnTo>
                    <a:pt x="39659" y="132388"/>
                  </a:lnTo>
                  <a:lnTo>
                    <a:pt x="48710" y="131569"/>
                  </a:lnTo>
                  <a:lnTo>
                    <a:pt x="83004" y="109908"/>
                  </a:lnTo>
                  <a:lnTo>
                    <a:pt x="103027" y="64110"/>
                  </a:lnTo>
                  <a:lnTo>
                    <a:pt x="106922" y="20969"/>
                  </a:lnTo>
                  <a:lnTo>
                    <a:pt x="104010" y="64656"/>
                  </a:lnTo>
                  <a:lnTo>
                    <a:pt x="117990" y="100770"/>
                  </a:lnTo>
                  <a:lnTo>
                    <a:pt x="124397" y="105430"/>
                  </a:lnTo>
                  <a:lnTo>
                    <a:pt x="127892" y="107177"/>
                  </a:lnTo>
                  <a:lnTo>
                    <a:pt x="155560" y="80965"/>
                  </a:lnTo>
                  <a:lnTo>
                    <a:pt x="167501" y="43977"/>
                  </a:lnTo>
                  <a:lnTo>
                    <a:pt x="170163" y="20673"/>
                  </a:lnTo>
                  <a:lnTo>
                    <a:pt x="170122" y="14562"/>
                  </a:lnTo>
                  <a:lnTo>
                    <a:pt x="169831" y="6989"/>
                  </a:lnTo>
                  <a:lnTo>
                    <a:pt x="168666" y="1747"/>
                  </a:lnTo>
                  <a:lnTo>
                    <a:pt x="168084" y="873"/>
                  </a:lnTo>
                  <a:lnTo>
                    <a:pt x="167501" y="0"/>
                  </a:lnTo>
                  <a:lnTo>
                    <a:pt x="167501" y="3494"/>
                  </a:lnTo>
                  <a:lnTo>
                    <a:pt x="168375" y="13105"/>
                  </a:lnTo>
                  <a:lnTo>
                    <a:pt x="169171" y="21356"/>
                  </a:lnTo>
                  <a:lnTo>
                    <a:pt x="170159" y="31272"/>
                  </a:lnTo>
                  <a:lnTo>
                    <a:pt x="171201" y="42225"/>
                  </a:lnTo>
                  <a:lnTo>
                    <a:pt x="173922" y="84838"/>
                  </a:lnTo>
                  <a:lnTo>
                    <a:pt x="174491" y="102517"/>
                  </a:lnTo>
                  <a:lnTo>
                    <a:pt x="174491" y="107177"/>
                  </a:lnTo>
                  <a:lnTo>
                    <a:pt x="174491" y="102517"/>
                  </a:lnTo>
                  <a:lnTo>
                    <a:pt x="176821" y="91159"/>
                  </a:lnTo>
                  <a:lnTo>
                    <a:pt x="190801" y="46599"/>
                  </a:lnTo>
                  <a:lnTo>
                    <a:pt x="214974" y="12523"/>
                  </a:lnTo>
                  <a:lnTo>
                    <a:pt x="229245" y="4659"/>
                  </a:lnTo>
                  <a:lnTo>
                    <a:pt x="235652" y="8737"/>
                  </a:lnTo>
                  <a:lnTo>
                    <a:pt x="255193" y="41770"/>
                  </a:lnTo>
                  <a:lnTo>
                    <a:pt x="260918" y="82749"/>
                  </a:lnTo>
                  <a:lnTo>
                    <a:pt x="261418" y="89525"/>
                  </a:lnTo>
                  <a:lnTo>
                    <a:pt x="261864" y="96110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5020403" y="3322133"/>
              <a:ext cx="154305" cy="222250"/>
            </a:xfrm>
            <a:custGeom>
              <a:avLst/>
              <a:gdLst/>
              <a:ahLst/>
              <a:cxnLst/>
              <a:rect l="l" t="t" r="r" b="b"/>
              <a:pathLst>
                <a:path w="154304" h="222250">
                  <a:moveTo>
                    <a:pt x="71900" y="158436"/>
                  </a:moveTo>
                  <a:lnTo>
                    <a:pt x="51049" y="122085"/>
                  </a:lnTo>
                  <a:lnTo>
                    <a:pt x="10348" y="137185"/>
                  </a:lnTo>
                  <a:lnTo>
                    <a:pt x="204" y="178892"/>
                  </a:lnTo>
                  <a:lnTo>
                    <a:pt x="0" y="187451"/>
                  </a:lnTo>
                  <a:lnTo>
                    <a:pt x="723" y="194974"/>
                  </a:lnTo>
                  <a:lnTo>
                    <a:pt x="33638" y="222146"/>
                  </a:lnTo>
                  <a:lnTo>
                    <a:pt x="42025" y="221718"/>
                  </a:lnTo>
                  <a:lnTo>
                    <a:pt x="73939" y="191929"/>
                  </a:lnTo>
                  <a:lnTo>
                    <a:pt x="85489" y="153185"/>
                  </a:lnTo>
                  <a:lnTo>
                    <a:pt x="93525" y="107796"/>
                  </a:lnTo>
                  <a:lnTo>
                    <a:pt x="98581" y="62913"/>
                  </a:lnTo>
                  <a:lnTo>
                    <a:pt x="99737" y="36965"/>
                  </a:lnTo>
                  <a:lnTo>
                    <a:pt x="99277" y="26503"/>
                  </a:lnTo>
                  <a:lnTo>
                    <a:pt x="98112" y="13979"/>
                  </a:lnTo>
                  <a:lnTo>
                    <a:pt x="94617" y="7572"/>
                  </a:lnTo>
                  <a:lnTo>
                    <a:pt x="91414" y="4077"/>
                  </a:lnTo>
                  <a:lnTo>
                    <a:pt x="88210" y="582"/>
                  </a:lnTo>
                  <a:lnTo>
                    <a:pt x="74804" y="43677"/>
                  </a:lnTo>
                  <a:lnTo>
                    <a:pt x="73102" y="71099"/>
                  </a:lnTo>
                  <a:lnTo>
                    <a:pt x="73211" y="86281"/>
                  </a:lnTo>
                  <a:lnTo>
                    <a:pt x="77461" y="133767"/>
                  </a:lnTo>
                  <a:lnTo>
                    <a:pt x="87045" y="175911"/>
                  </a:lnTo>
                  <a:lnTo>
                    <a:pt x="111582" y="212571"/>
                  </a:lnTo>
                  <a:lnTo>
                    <a:pt x="123341" y="216066"/>
                  </a:lnTo>
                  <a:lnTo>
                    <a:pt x="129275" y="215520"/>
                  </a:lnTo>
                  <a:lnTo>
                    <a:pt x="153449" y="200958"/>
                  </a:lnTo>
                  <a:lnTo>
                    <a:pt x="154031" y="200375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3" name="object 73"/>
          <p:cNvSpPr/>
          <p:nvPr/>
        </p:nvSpPr>
        <p:spPr>
          <a:xfrm>
            <a:off x="1590386" y="4237221"/>
            <a:ext cx="262255" cy="26670"/>
          </a:xfrm>
          <a:custGeom>
            <a:avLst/>
            <a:gdLst/>
            <a:ahLst/>
            <a:cxnLst/>
            <a:rect l="l" t="t" r="r" b="b"/>
            <a:pathLst>
              <a:path w="262255" h="26670">
                <a:moveTo>
                  <a:pt x="6989" y="19222"/>
                </a:moveTo>
                <a:lnTo>
                  <a:pt x="3494" y="21552"/>
                </a:lnTo>
                <a:lnTo>
                  <a:pt x="0" y="23881"/>
                </a:lnTo>
                <a:lnTo>
                  <a:pt x="582" y="25046"/>
                </a:lnTo>
                <a:lnTo>
                  <a:pt x="1164" y="26211"/>
                </a:lnTo>
                <a:lnTo>
                  <a:pt x="5824" y="26211"/>
                </a:lnTo>
                <a:lnTo>
                  <a:pt x="56847" y="23213"/>
                </a:lnTo>
                <a:lnTo>
                  <a:pt x="104993" y="18239"/>
                </a:lnTo>
                <a:lnTo>
                  <a:pt x="138340" y="13979"/>
                </a:lnTo>
                <a:lnTo>
                  <a:pt x="155178" y="11804"/>
                </a:lnTo>
                <a:lnTo>
                  <a:pt x="204162" y="5824"/>
                </a:lnTo>
                <a:lnTo>
                  <a:pt x="248107" y="1319"/>
                </a:lnTo>
                <a:lnTo>
                  <a:pt x="262119" y="0"/>
                </a:lnTo>
              </a:path>
            </a:pathLst>
          </a:custGeom>
          <a:ln w="36749">
            <a:solidFill>
              <a:srgbClr val="FC3142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4" name="object 74"/>
          <p:cNvGrpSpPr/>
          <p:nvPr/>
        </p:nvGrpSpPr>
        <p:grpSpPr>
          <a:xfrm>
            <a:off x="1984995" y="4061574"/>
            <a:ext cx="454025" cy="324485"/>
            <a:chOff x="1984995" y="4061574"/>
            <a:chExt cx="454025" cy="324485"/>
          </a:xfrm>
        </p:grpSpPr>
        <p:sp>
          <p:nvSpPr>
            <p:cNvPr id="75" name="object 75"/>
            <p:cNvSpPr/>
            <p:nvPr/>
          </p:nvSpPr>
          <p:spPr>
            <a:xfrm>
              <a:off x="2003370" y="4079949"/>
              <a:ext cx="140970" cy="287655"/>
            </a:xfrm>
            <a:custGeom>
              <a:avLst/>
              <a:gdLst/>
              <a:ahLst/>
              <a:cxnLst/>
              <a:rect l="l" t="t" r="r" b="b"/>
              <a:pathLst>
                <a:path w="140969" h="287654">
                  <a:moveTo>
                    <a:pt x="76305" y="29706"/>
                  </a:moveTo>
                  <a:lnTo>
                    <a:pt x="76888" y="24464"/>
                  </a:lnTo>
                  <a:lnTo>
                    <a:pt x="77470" y="19222"/>
                  </a:lnTo>
                  <a:lnTo>
                    <a:pt x="77179" y="18057"/>
                  </a:lnTo>
                  <a:lnTo>
                    <a:pt x="69061" y="51768"/>
                  </a:lnTo>
                  <a:lnTo>
                    <a:pt x="66308" y="65147"/>
                  </a:lnTo>
                  <a:lnTo>
                    <a:pt x="56100" y="109289"/>
                  </a:lnTo>
                  <a:lnTo>
                    <a:pt x="44419" y="154486"/>
                  </a:lnTo>
                  <a:lnTo>
                    <a:pt x="32910" y="196589"/>
                  </a:lnTo>
                  <a:lnTo>
                    <a:pt x="18348" y="242023"/>
                  </a:lnTo>
                  <a:lnTo>
                    <a:pt x="1747" y="284254"/>
                  </a:lnTo>
                  <a:lnTo>
                    <a:pt x="582" y="287166"/>
                  </a:lnTo>
                  <a:lnTo>
                    <a:pt x="291" y="286001"/>
                  </a:lnTo>
                  <a:lnTo>
                    <a:pt x="0" y="284836"/>
                  </a:lnTo>
                  <a:lnTo>
                    <a:pt x="582" y="279594"/>
                  </a:lnTo>
                  <a:lnTo>
                    <a:pt x="3786" y="267653"/>
                  </a:lnTo>
                  <a:lnTo>
                    <a:pt x="6634" y="257527"/>
                  </a:lnTo>
                  <a:lnTo>
                    <a:pt x="10193" y="245409"/>
                  </a:lnTo>
                  <a:lnTo>
                    <a:pt x="14189" y="231816"/>
                  </a:lnTo>
                  <a:lnTo>
                    <a:pt x="18348" y="217267"/>
                  </a:lnTo>
                  <a:lnTo>
                    <a:pt x="22457" y="202218"/>
                  </a:lnTo>
                  <a:lnTo>
                    <a:pt x="26539" y="186869"/>
                  </a:lnTo>
                  <a:lnTo>
                    <a:pt x="30676" y="171356"/>
                  </a:lnTo>
                  <a:lnTo>
                    <a:pt x="44159" y="125089"/>
                  </a:lnTo>
                  <a:lnTo>
                    <a:pt x="60028" y="80815"/>
                  </a:lnTo>
                  <a:lnTo>
                    <a:pt x="65566" y="67022"/>
                  </a:lnTo>
                  <a:lnTo>
                    <a:pt x="70722" y="54157"/>
                  </a:lnTo>
                  <a:lnTo>
                    <a:pt x="82881" y="16391"/>
                  </a:lnTo>
                  <a:lnTo>
                    <a:pt x="86208" y="0"/>
                  </a:lnTo>
                  <a:lnTo>
                    <a:pt x="86499" y="0"/>
                  </a:lnTo>
                  <a:lnTo>
                    <a:pt x="86790" y="0"/>
                  </a:lnTo>
                  <a:lnTo>
                    <a:pt x="86790" y="3494"/>
                  </a:lnTo>
                  <a:lnTo>
                    <a:pt x="88246" y="13397"/>
                  </a:lnTo>
                  <a:lnTo>
                    <a:pt x="96984" y="58539"/>
                  </a:lnTo>
                  <a:lnTo>
                    <a:pt x="108411" y="104697"/>
                  </a:lnTo>
                  <a:lnTo>
                    <a:pt x="112420" y="121157"/>
                  </a:lnTo>
                  <a:lnTo>
                    <a:pt x="123232" y="171451"/>
                  </a:lnTo>
                  <a:lnTo>
                    <a:pt x="132006" y="219925"/>
                  </a:lnTo>
                  <a:lnTo>
                    <a:pt x="134345" y="233645"/>
                  </a:lnTo>
                  <a:lnTo>
                    <a:pt x="136302" y="244936"/>
                  </a:lnTo>
                  <a:lnTo>
                    <a:pt x="138632" y="258042"/>
                  </a:lnTo>
                  <a:lnTo>
                    <a:pt x="139797" y="262702"/>
                  </a:lnTo>
                  <a:lnTo>
                    <a:pt x="140379" y="266488"/>
                  </a:lnTo>
                  <a:lnTo>
                    <a:pt x="140961" y="270274"/>
                  </a:lnTo>
                  <a:lnTo>
                    <a:pt x="140961" y="273186"/>
                  </a:lnTo>
                  <a:lnTo>
                    <a:pt x="140670" y="273186"/>
                  </a:lnTo>
                  <a:lnTo>
                    <a:pt x="140379" y="273186"/>
                  </a:lnTo>
                  <a:lnTo>
                    <a:pt x="139797" y="270274"/>
                  </a:lnTo>
                  <a:lnTo>
                    <a:pt x="138049" y="264449"/>
                  </a:lnTo>
                  <a:lnTo>
                    <a:pt x="136302" y="258624"/>
                  </a:lnTo>
                  <a:lnTo>
                    <a:pt x="133389" y="249887"/>
                  </a:lnTo>
                  <a:lnTo>
                    <a:pt x="130477" y="241149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2048221" y="4263434"/>
              <a:ext cx="54610" cy="1905"/>
            </a:xfrm>
            <a:custGeom>
              <a:avLst/>
              <a:gdLst/>
              <a:ahLst/>
              <a:cxnLst/>
              <a:rect l="l" t="t" r="r" b="b"/>
              <a:pathLst>
                <a:path w="54610" h="1904">
                  <a:moveTo>
                    <a:pt x="0" y="1747"/>
                  </a:moveTo>
                  <a:lnTo>
                    <a:pt x="13542" y="1310"/>
                  </a:lnTo>
                  <a:lnTo>
                    <a:pt x="27085" y="873"/>
                  </a:lnTo>
                  <a:lnTo>
                    <a:pt x="40628" y="436"/>
                  </a:lnTo>
                  <a:lnTo>
                    <a:pt x="54171" y="0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7" name="object 7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159159" y="4178654"/>
              <a:ext cx="279647" cy="164315"/>
            </a:xfrm>
            <a:prstGeom prst="rect">
              <a:avLst/>
            </a:prstGeom>
          </p:spPr>
        </p:pic>
      </p:grpSp>
      <p:grpSp>
        <p:nvGrpSpPr>
          <p:cNvPr id="78" name="object 78"/>
          <p:cNvGrpSpPr/>
          <p:nvPr/>
        </p:nvGrpSpPr>
        <p:grpSpPr>
          <a:xfrm>
            <a:off x="2576219" y="4146617"/>
            <a:ext cx="437515" cy="495934"/>
            <a:chOff x="2576219" y="4146617"/>
            <a:chExt cx="437515" cy="495934"/>
          </a:xfrm>
        </p:grpSpPr>
        <p:sp>
          <p:nvSpPr>
            <p:cNvPr id="79" name="object 79"/>
            <p:cNvSpPr/>
            <p:nvPr/>
          </p:nvSpPr>
          <p:spPr>
            <a:xfrm>
              <a:off x="2594594" y="4182467"/>
              <a:ext cx="122555" cy="441959"/>
            </a:xfrm>
            <a:custGeom>
              <a:avLst/>
              <a:gdLst/>
              <a:ahLst/>
              <a:cxnLst/>
              <a:rect l="l" t="t" r="r" b="b"/>
              <a:pathLst>
                <a:path w="122555" h="441960">
                  <a:moveTo>
                    <a:pt x="2329" y="9319"/>
                  </a:moveTo>
                  <a:lnTo>
                    <a:pt x="2912" y="4659"/>
                  </a:lnTo>
                  <a:lnTo>
                    <a:pt x="3494" y="0"/>
                  </a:lnTo>
                  <a:lnTo>
                    <a:pt x="3494" y="291"/>
                  </a:lnTo>
                  <a:lnTo>
                    <a:pt x="3494" y="582"/>
                  </a:lnTo>
                  <a:lnTo>
                    <a:pt x="195" y="43327"/>
                  </a:lnTo>
                  <a:lnTo>
                    <a:pt x="0" y="54753"/>
                  </a:lnTo>
                  <a:lnTo>
                    <a:pt x="241" y="66767"/>
                  </a:lnTo>
                  <a:lnTo>
                    <a:pt x="8245" y="108397"/>
                  </a:lnTo>
                  <a:lnTo>
                    <a:pt x="49420" y="110759"/>
                  </a:lnTo>
                  <a:lnTo>
                    <a:pt x="72446" y="65475"/>
                  </a:lnTo>
                  <a:lnTo>
                    <a:pt x="83587" y="25338"/>
                  </a:lnTo>
                  <a:lnTo>
                    <a:pt x="83004" y="74558"/>
                  </a:lnTo>
                  <a:lnTo>
                    <a:pt x="87796" y="123132"/>
                  </a:lnTo>
                  <a:lnTo>
                    <a:pt x="95892" y="172525"/>
                  </a:lnTo>
                  <a:lnTo>
                    <a:pt x="104979" y="219547"/>
                  </a:lnTo>
                  <a:lnTo>
                    <a:pt x="107942" y="234851"/>
                  </a:lnTo>
                  <a:lnTo>
                    <a:pt x="115532" y="282670"/>
                  </a:lnTo>
                  <a:lnTo>
                    <a:pt x="120283" y="334930"/>
                  </a:lnTo>
                  <a:lnTo>
                    <a:pt x="122208" y="386084"/>
                  </a:lnTo>
                  <a:lnTo>
                    <a:pt x="122322" y="399877"/>
                  </a:lnTo>
                  <a:lnTo>
                    <a:pt x="122213" y="410931"/>
                  </a:lnTo>
                  <a:lnTo>
                    <a:pt x="108342" y="441525"/>
                  </a:lnTo>
                  <a:lnTo>
                    <a:pt x="100770" y="440360"/>
                  </a:lnTo>
                  <a:lnTo>
                    <a:pt x="73211" y="411891"/>
                  </a:lnTo>
                  <a:lnTo>
                    <a:pt x="50276" y="372569"/>
                  </a:lnTo>
                  <a:lnTo>
                    <a:pt x="38152" y="332309"/>
                  </a:lnTo>
                  <a:lnTo>
                    <a:pt x="35531" y="307298"/>
                  </a:lnTo>
                  <a:lnTo>
                    <a:pt x="36105" y="294998"/>
                  </a:lnTo>
                  <a:lnTo>
                    <a:pt x="46817" y="256622"/>
                  </a:lnTo>
                  <a:lnTo>
                    <a:pt x="68283" y="218756"/>
                  </a:lnTo>
                  <a:lnTo>
                    <a:pt x="85803" y="195447"/>
                  </a:lnTo>
                  <a:lnTo>
                    <a:pt x="94945" y="184066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0" name="object 8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722425" y="4156520"/>
              <a:ext cx="106939" cy="151987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849703" y="4146617"/>
              <a:ext cx="164019" cy="152082"/>
            </a:xfrm>
            <a:prstGeom prst="rect">
              <a:avLst/>
            </a:prstGeom>
          </p:spPr>
        </p:pic>
      </p:grpSp>
      <p:grpSp>
        <p:nvGrpSpPr>
          <p:cNvPr id="82" name="object 82"/>
          <p:cNvGrpSpPr/>
          <p:nvPr/>
        </p:nvGrpSpPr>
        <p:grpSpPr>
          <a:xfrm>
            <a:off x="3967784" y="3951485"/>
            <a:ext cx="374015" cy="568325"/>
            <a:chOff x="3967784" y="3951485"/>
            <a:chExt cx="374015" cy="568325"/>
          </a:xfrm>
        </p:grpSpPr>
        <p:sp>
          <p:nvSpPr>
            <p:cNvPr id="83" name="object 83"/>
            <p:cNvSpPr/>
            <p:nvPr/>
          </p:nvSpPr>
          <p:spPr>
            <a:xfrm>
              <a:off x="3986159" y="3969860"/>
              <a:ext cx="94615" cy="531495"/>
            </a:xfrm>
            <a:custGeom>
              <a:avLst/>
              <a:gdLst/>
              <a:ahLst/>
              <a:cxnLst/>
              <a:rect l="l" t="t" r="r" b="b"/>
              <a:pathLst>
                <a:path w="94614" h="531495">
                  <a:moveTo>
                    <a:pt x="94363" y="29706"/>
                  </a:moveTo>
                  <a:lnTo>
                    <a:pt x="94363" y="23881"/>
                  </a:lnTo>
                  <a:lnTo>
                    <a:pt x="94363" y="18057"/>
                  </a:lnTo>
                  <a:lnTo>
                    <a:pt x="93780" y="13105"/>
                  </a:lnTo>
                  <a:lnTo>
                    <a:pt x="93198" y="8154"/>
                  </a:lnTo>
                  <a:lnTo>
                    <a:pt x="92033" y="4077"/>
                  </a:lnTo>
                  <a:lnTo>
                    <a:pt x="89994" y="2038"/>
                  </a:lnTo>
                  <a:lnTo>
                    <a:pt x="87955" y="0"/>
                  </a:lnTo>
                  <a:lnTo>
                    <a:pt x="85043" y="0"/>
                  </a:lnTo>
                  <a:lnTo>
                    <a:pt x="68187" y="36064"/>
                  </a:lnTo>
                  <a:lnTo>
                    <a:pt x="60865" y="87359"/>
                  </a:lnTo>
                  <a:lnTo>
                    <a:pt x="57811" y="132952"/>
                  </a:lnTo>
                  <a:lnTo>
                    <a:pt x="56751" y="180562"/>
                  </a:lnTo>
                  <a:lnTo>
                    <a:pt x="57120" y="196735"/>
                  </a:lnTo>
                  <a:lnTo>
                    <a:pt x="61470" y="246751"/>
                  </a:lnTo>
                  <a:lnTo>
                    <a:pt x="70481" y="298233"/>
                  </a:lnTo>
                  <a:lnTo>
                    <a:pt x="77653" y="331981"/>
                  </a:lnTo>
                  <a:lnTo>
                    <a:pt x="81088" y="348732"/>
                  </a:lnTo>
                  <a:lnTo>
                    <a:pt x="88756" y="399331"/>
                  </a:lnTo>
                  <a:lnTo>
                    <a:pt x="91541" y="450299"/>
                  </a:lnTo>
                  <a:lnTo>
                    <a:pt x="91377" y="466572"/>
                  </a:lnTo>
                  <a:lnTo>
                    <a:pt x="87609" y="505071"/>
                  </a:lnTo>
                  <a:lnTo>
                    <a:pt x="67568" y="531228"/>
                  </a:lnTo>
                  <a:lnTo>
                    <a:pt x="58540" y="528316"/>
                  </a:lnTo>
                  <a:lnTo>
                    <a:pt x="20892" y="495674"/>
                  </a:lnTo>
                  <a:lnTo>
                    <a:pt x="2907" y="453070"/>
                  </a:lnTo>
                  <a:lnTo>
                    <a:pt x="496" y="436042"/>
                  </a:lnTo>
                  <a:lnTo>
                    <a:pt x="0" y="428128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4" name="object 8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969531" y="4065651"/>
              <a:ext cx="372263" cy="172975"/>
            </a:xfrm>
            <a:prstGeom prst="rect">
              <a:avLst/>
            </a:prstGeom>
          </p:spPr>
        </p:pic>
      </p:grpSp>
      <p:grpSp>
        <p:nvGrpSpPr>
          <p:cNvPr id="85" name="object 85"/>
          <p:cNvGrpSpPr/>
          <p:nvPr/>
        </p:nvGrpSpPr>
        <p:grpSpPr>
          <a:xfrm>
            <a:off x="5866403" y="3791010"/>
            <a:ext cx="937260" cy="351790"/>
            <a:chOff x="5866403" y="3791010"/>
            <a:chExt cx="937260" cy="351790"/>
          </a:xfrm>
        </p:grpSpPr>
        <p:sp>
          <p:nvSpPr>
            <p:cNvPr id="86" name="object 86"/>
            <p:cNvSpPr/>
            <p:nvPr/>
          </p:nvSpPr>
          <p:spPr>
            <a:xfrm>
              <a:off x="5884778" y="4004226"/>
              <a:ext cx="289560" cy="120014"/>
            </a:xfrm>
            <a:custGeom>
              <a:avLst/>
              <a:gdLst/>
              <a:ahLst/>
              <a:cxnLst/>
              <a:rect l="l" t="t" r="r" b="b"/>
              <a:pathLst>
                <a:path w="289560" h="120014">
                  <a:moveTo>
                    <a:pt x="77761" y="37279"/>
                  </a:moveTo>
                  <a:lnTo>
                    <a:pt x="78344" y="30871"/>
                  </a:lnTo>
                  <a:lnTo>
                    <a:pt x="78926" y="24464"/>
                  </a:lnTo>
                  <a:lnTo>
                    <a:pt x="76888" y="19222"/>
                  </a:lnTo>
                  <a:lnTo>
                    <a:pt x="74849" y="13979"/>
                  </a:lnTo>
                  <a:lnTo>
                    <a:pt x="70190" y="9902"/>
                  </a:lnTo>
                  <a:lnTo>
                    <a:pt x="63200" y="8154"/>
                  </a:lnTo>
                  <a:lnTo>
                    <a:pt x="57557" y="7321"/>
                  </a:lnTo>
                  <a:lnTo>
                    <a:pt x="51259" y="7608"/>
                  </a:lnTo>
                  <a:lnTo>
                    <a:pt x="17583" y="32591"/>
                  </a:lnTo>
                  <a:lnTo>
                    <a:pt x="1005" y="75609"/>
                  </a:lnTo>
                  <a:lnTo>
                    <a:pt x="0" y="86208"/>
                  </a:lnTo>
                  <a:lnTo>
                    <a:pt x="591" y="95587"/>
                  </a:lnTo>
                  <a:lnTo>
                    <a:pt x="25811" y="119846"/>
                  </a:lnTo>
                  <a:lnTo>
                    <a:pt x="34134" y="119382"/>
                  </a:lnTo>
                  <a:lnTo>
                    <a:pt x="67304" y="96310"/>
                  </a:lnTo>
                  <a:lnTo>
                    <a:pt x="84824" y="50899"/>
                  </a:lnTo>
                  <a:lnTo>
                    <a:pt x="88247" y="30289"/>
                  </a:lnTo>
                  <a:lnTo>
                    <a:pt x="88247" y="26794"/>
                  </a:lnTo>
                  <a:lnTo>
                    <a:pt x="87664" y="23590"/>
                  </a:lnTo>
                  <a:lnTo>
                    <a:pt x="87082" y="20387"/>
                  </a:lnTo>
                  <a:lnTo>
                    <a:pt x="85916" y="17474"/>
                  </a:lnTo>
                  <a:lnTo>
                    <a:pt x="85043" y="17474"/>
                  </a:lnTo>
                  <a:lnTo>
                    <a:pt x="84169" y="17474"/>
                  </a:lnTo>
                  <a:lnTo>
                    <a:pt x="83587" y="20387"/>
                  </a:lnTo>
                  <a:lnTo>
                    <a:pt x="83004" y="29415"/>
                  </a:lnTo>
                  <a:lnTo>
                    <a:pt x="82608" y="37206"/>
                  </a:lnTo>
                  <a:lnTo>
                    <a:pt x="82458" y="46526"/>
                  </a:lnTo>
                  <a:lnTo>
                    <a:pt x="82799" y="56610"/>
                  </a:lnTo>
                  <a:lnTo>
                    <a:pt x="95819" y="98149"/>
                  </a:lnTo>
                  <a:lnTo>
                    <a:pt x="106886" y="108925"/>
                  </a:lnTo>
                  <a:lnTo>
                    <a:pt x="115332" y="108925"/>
                  </a:lnTo>
                  <a:lnTo>
                    <a:pt x="150245" y="89229"/>
                  </a:lnTo>
                  <a:lnTo>
                    <a:pt x="165977" y="48660"/>
                  </a:lnTo>
                  <a:lnTo>
                    <a:pt x="168389" y="33160"/>
                  </a:lnTo>
                  <a:lnTo>
                    <a:pt x="169212" y="31745"/>
                  </a:lnTo>
                  <a:lnTo>
                    <a:pt x="170213" y="36159"/>
                  </a:lnTo>
                  <a:lnTo>
                    <a:pt x="171542" y="44997"/>
                  </a:lnTo>
                  <a:lnTo>
                    <a:pt x="173308" y="56237"/>
                  </a:lnTo>
                  <a:lnTo>
                    <a:pt x="185326" y="94030"/>
                  </a:lnTo>
                  <a:lnTo>
                    <a:pt x="200084" y="109507"/>
                  </a:lnTo>
                  <a:lnTo>
                    <a:pt x="203579" y="110672"/>
                  </a:lnTo>
                  <a:lnTo>
                    <a:pt x="207074" y="110672"/>
                  </a:lnTo>
                  <a:lnTo>
                    <a:pt x="212025" y="105139"/>
                  </a:lnTo>
                  <a:lnTo>
                    <a:pt x="231779" y="65889"/>
                  </a:lnTo>
                  <a:lnTo>
                    <a:pt x="241441" y="29124"/>
                  </a:lnTo>
                  <a:lnTo>
                    <a:pt x="242606" y="24464"/>
                  </a:lnTo>
                  <a:lnTo>
                    <a:pt x="243480" y="18348"/>
                  </a:lnTo>
                  <a:lnTo>
                    <a:pt x="244353" y="12232"/>
                  </a:lnTo>
                  <a:lnTo>
                    <a:pt x="244936" y="4659"/>
                  </a:lnTo>
                  <a:lnTo>
                    <a:pt x="245227" y="2329"/>
                  </a:lnTo>
                  <a:lnTo>
                    <a:pt x="245518" y="0"/>
                  </a:lnTo>
                  <a:lnTo>
                    <a:pt x="245518" y="2912"/>
                  </a:lnTo>
                  <a:lnTo>
                    <a:pt x="246392" y="14562"/>
                  </a:lnTo>
                  <a:lnTo>
                    <a:pt x="252508" y="62326"/>
                  </a:lnTo>
                  <a:lnTo>
                    <a:pt x="271730" y="103682"/>
                  </a:lnTo>
                  <a:lnTo>
                    <a:pt x="284545" y="108925"/>
                  </a:lnTo>
                  <a:lnTo>
                    <a:pt x="286875" y="107177"/>
                  </a:lnTo>
                  <a:lnTo>
                    <a:pt x="289205" y="105430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6208132" y="3875496"/>
              <a:ext cx="391160" cy="234950"/>
            </a:xfrm>
            <a:custGeom>
              <a:avLst/>
              <a:gdLst/>
              <a:ahLst/>
              <a:cxnLst/>
              <a:rect l="l" t="t" r="r" b="b"/>
              <a:pathLst>
                <a:path w="391159" h="234950">
                  <a:moveTo>
                    <a:pt x="72447" y="162513"/>
                  </a:moveTo>
                  <a:lnTo>
                    <a:pt x="64292" y="124069"/>
                  </a:lnTo>
                  <a:lnTo>
                    <a:pt x="20464" y="125753"/>
                  </a:lnTo>
                  <a:lnTo>
                    <a:pt x="1064" y="164980"/>
                  </a:lnTo>
                  <a:lnTo>
                    <a:pt x="0" y="177149"/>
                  </a:lnTo>
                  <a:lnTo>
                    <a:pt x="354" y="188990"/>
                  </a:lnTo>
                  <a:lnTo>
                    <a:pt x="19149" y="227752"/>
                  </a:lnTo>
                  <a:lnTo>
                    <a:pt x="40855" y="234469"/>
                  </a:lnTo>
                  <a:lnTo>
                    <a:pt x="48273" y="232995"/>
                  </a:lnTo>
                  <a:lnTo>
                    <a:pt x="75818" y="193841"/>
                  </a:lnTo>
                  <a:lnTo>
                    <a:pt x="83805" y="151738"/>
                  </a:lnTo>
                  <a:lnTo>
                    <a:pt x="88720" y="103000"/>
                  </a:lnTo>
                  <a:lnTo>
                    <a:pt x="90212" y="86499"/>
                  </a:lnTo>
                  <a:lnTo>
                    <a:pt x="94800" y="42020"/>
                  </a:lnTo>
                  <a:lnTo>
                    <a:pt x="98076" y="14562"/>
                  </a:lnTo>
                  <a:lnTo>
                    <a:pt x="98367" y="10193"/>
                  </a:lnTo>
                  <a:lnTo>
                    <a:pt x="98658" y="5824"/>
                  </a:lnTo>
                  <a:lnTo>
                    <a:pt x="98658" y="1164"/>
                  </a:lnTo>
                  <a:lnTo>
                    <a:pt x="97784" y="582"/>
                  </a:lnTo>
                  <a:lnTo>
                    <a:pt x="96911" y="0"/>
                  </a:lnTo>
                  <a:lnTo>
                    <a:pt x="91960" y="38735"/>
                  </a:lnTo>
                  <a:lnTo>
                    <a:pt x="91659" y="53361"/>
                  </a:lnTo>
                  <a:lnTo>
                    <a:pt x="91960" y="69024"/>
                  </a:lnTo>
                  <a:lnTo>
                    <a:pt x="96752" y="117475"/>
                  </a:lnTo>
                  <a:lnTo>
                    <a:pt x="104920" y="163424"/>
                  </a:lnTo>
                  <a:lnTo>
                    <a:pt x="118863" y="205872"/>
                  </a:lnTo>
                  <a:lnTo>
                    <a:pt x="138268" y="221345"/>
                  </a:lnTo>
                  <a:lnTo>
                    <a:pt x="144384" y="217559"/>
                  </a:lnTo>
                  <a:lnTo>
                    <a:pt x="166960" y="180839"/>
                  </a:lnTo>
                  <a:lnTo>
                    <a:pt x="179042" y="136884"/>
                  </a:lnTo>
                  <a:lnTo>
                    <a:pt x="179042" y="133972"/>
                  </a:lnTo>
                  <a:lnTo>
                    <a:pt x="179042" y="130768"/>
                  </a:lnTo>
                  <a:lnTo>
                    <a:pt x="179042" y="127564"/>
                  </a:lnTo>
                  <a:lnTo>
                    <a:pt x="179042" y="124069"/>
                  </a:lnTo>
                  <a:lnTo>
                    <a:pt x="178459" y="123778"/>
                  </a:lnTo>
                  <a:lnTo>
                    <a:pt x="174855" y="161431"/>
                  </a:lnTo>
                  <a:lnTo>
                    <a:pt x="175256" y="171251"/>
                  </a:lnTo>
                  <a:lnTo>
                    <a:pt x="187197" y="212025"/>
                  </a:lnTo>
                  <a:lnTo>
                    <a:pt x="209267" y="219556"/>
                  </a:lnTo>
                  <a:lnTo>
                    <a:pt x="216685" y="218032"/>
                  </a:lnTo>
                  <a:lnTo>
                    <a:pt x="249118" y="180730"/>
                  </a:lnTo>
                  <a:lnTo>
                    <a:pt x="258952" y="139360"/>
                  </a:lnTo>
                  <a:lnTo>
                    <a:pt x="262424" y="92169"/>
                  </a:lnTo>
                  <a:lnTo>
                    <a:pt x="262629" y="50967"/>
                  </a:lnTo>
                  <a:lnTo>
                    <a:pt x="257677" y="15727"/>
                  </a:lnTo>
                  <a:lnTo>
                    <a:pt x="256804" y="16600"/>
                  </a:lnTo>
                  <a:lnTo>
                    <a:pt x="257787" y="59304"/>
                  </a:lnTo>
                  <a:lnTo>
                    <a:pt x="260872" y="101612"/>
                  </a:lnTo>
                  <a:lnTo>
                    <a:pt x="265541" y="141544"/>
                  </a:lnTo>
                  <a:lnTo>
                    <a:pt x="275735" y="189017"/>
                  </a:lnTo>
                  <a:lnTo>
                    <a:pt x="309555" y="207438"/>
                  </a:lnTo>
                  <a:lnTo>
                    <a:pt x="332454" y="166882"/>
                  </a:lnTo>
                  <a:lnTo>
                    <a:pt x="347198" y="126035"/>
                  </a:lnTo>
                  <a:lnTo>
                    <a:pt x="351458" y="107177"/>
                  </a:lnTo>
                  <a:lnTo>
                    <a:pt x="351749" y="106595"/>
                  </a:lnTo>
                  <a:lnTo>
                    <a:pt x="352040" y="106012"/>
                  </a:lnTo>
                  <a:lnTo>
                    <a:pt x="352040" y="108925"/>
                  </a:lnTo>
                  <a:lnTo>
                    <a:pt x="352914" y="119118"/>
                  </a:lnTo>
                  <a:lnTo>
                    <a:pt x="361651" y="162805"/>
                  </a:lnTo>
                  <a:lnTo>
                    <a:pt x="384077" y="202123"/>
                  </a:lnTo>
                  <a:lnTo>
                    <a:pt x="389902" y="210860"/>
                  </a:lnTo>
                  <a:lnTo>
                    <a:pt x="391067" y="213772"/>
                  </a:lnTo>
                  <a:lnTo>
                    <a:pt x="390193" y="215520"/>
                  </a:lnTo>
                  <a:lnTo>
                    <a:pt x="389320" y="217267"/>
                  </a:lnTo>
                  <a:lnTo>
                    <a:pt x="386407" y="217850"/>
                  </a:lnTo>
                  <a:lnTo>
                    <a:pt x="377670" y="217267"/>
                  </a:lnTo>
                  <a:lnTo>
                    <a:pt x="370202" y="216626"/>
                  </a:lnTo>
                  <a:lnTo>
                    <a:pt x="332818" y="208530"/>
                  </a:lnTo>
                  <a:lnTo>
                    <a:pt x="329324" y="206200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6427366" y="3941900"/>
              <a:ext cx="98425" cy="6985"/>
            </a:xfrm>
            <a:custGeom>
              <a:avLst/>
              <a:gdLst/>
              <a:ahLst/>
              <a:cxnLst/>
              <a:rect l="l" t="t" r="r" b="b"/>
              <a:pathLst>
                <a:path w="98425" h="6985">
                  <a:moveTo>
                    <a:pt x="0" y="6989"/>
                  </a:moveTo>
                  <a:lnTo>
                    <a:pt x="38826" y="3303"/>
                  </a:lnTo>
                  <a:lnTo>
                    <a:pt x="86481" y="446"/>
                  </a:lnTo>
                  <a:lnTo>
                    <a:pt x="97858" y="0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6364457" y="3892971"/>
              <a:ext cx="5715" cy="1905"/>
            </a:xfrm>
            <a:custGeom>
              <a:avLst/>
              <a:gdLst/>
              <a:ahLst/>
              <a:cxnLst/>
              <a:rect l="l" t="t" r="r" b="b"/>
              <a:pathLst>
                <a:path w="5714" h="1904">
                  <a:moveTo>
                    <a:pt x="5242" y="1747"/>
                  </a:moveTo>
                  <a:lnTo>
                    <a:pt x="3494" y="1164"/>
                  </a:lnTo>
                  <a:lnTo>
                    <a:pt x="1747" y="582"/>
                  </a:lnTo>
                  <a:lnTo>
                    <a:pt x="0" y="0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0" name="object 9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646933" y="3791010"/>
              <a:ext cx="156651" cy="226932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6755889" y="4067718"/>
              <a:ext cx="1905" cy="3810"/>
            </a:xfrm>
            <a:custGeom>
              <a:avLst/>
              <a:gdLst/>
              <a:ahLst/>
              <a:cxnLst/>
              <a:rect l="l" t="t" r="r" b="b"/>
              <a:pathLst>
                <a:path w="1904" h="3810">
                  <a:moveTo>
                    <a:pt x="1747" y="0"/>
                  </a:moveTo>
                  <a:lnTo>
                    <a:pt x="1164" y="1164"/>
                  </a:lnTo>
                  <a:lnTo>
                    <a:pt x="582" y="2329"/>
                  </a:lnTo>
                  <a:lnTo>
                    <a:pt x="0" y="3494"/>
                  </a:lnTo>
                </a:path>
              </a:pathLst>
            </a:custGeom>
            <a:ln w="36749">
              <a:solidFill>
                <a:srgbClr val="FC314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92" name="object 92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3002391" y="3508793"/>
            <a:ext cx="2753433" cy="2275927"/>
          </a:xfrm>
          <a:prstGeom prst="rect">
            <a:avLst/>
          </a:prstGeom>
        </p:spPr>
      </p:pic>
      <p:grpSp>
        <p:nvGrpSpPr>
          <p:cNvPr id="93" name="object 93"/>
          <p:cNvGrpSpPr/>
          <p:nvPr/>
        </p:nvGrpSpPr>
        <p:grpSpPr>
          <a:xfrm>
            <a:off x="1017957" y="4838574"/>
            <a:ext cx="478790" cy="262255"/>
            <a:chOff x="1017957" y="4838574"/>
            <a:chExt cx="478790" cy="262255"/>
          </a:xfrm>
        </p:grpSpPr>
        <p:pic>
          <p:nvPicPr>
            <p:cNvPr id="94" name="object 9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017957" y="4838574"/>
              <a:ext cx="298314" cy="261860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344752" y="4914996"/>
              <a:ext cx="151863" cy="148546"/>
            </a:xfrm>
            <a:prstGeom prst="rect">
              <a:avLst/>
            </a:prstGeom>
          </p:spPr>
        </p:pic>
      </p:grpSp>
      <p:grpSp>
        <p:nvGrpSpPr>
          <p:cNvPr id="96" name="object 96"/>
          <p:cNvGrpSpPr/>
          <p:nvPr/>
        </p:nvGrpSpPr>
        <p:grpSpPr>
          <a:xfrm>
            <a:off x="1571143" y="4764389"/>
            <a:ext cx="904240" cy="527685"/>
            <a:chOff x="1571143" y="4764389"/>
            <a:chExt cx="904240" cy="527685"/>
          </a:xfrm>
        </p:grpSpPr>
        <p:sp>
          <p:nvSpPr>
            <p:cNvPr id="97" name="object 97"/>
            <p:cNvSpPr/>
            <p:nvPr/>
          </p:nvSpPr>
          <p:spPr>
            <a:xfrm>
              <a:off x="1589518" y="4805147"/>
              <a:ext cx="128270" cy="468630"/>
            </a:xfrm>
            <a:custGeom>
              <a:avLst/>
              <a:gdLst/>
              <a:ahLst/>
              <a:cxnLst/>
              <a:rect l="l" t="t" r="r" b="b"/>
              <a:pathLst>
                <a:path w="128269" h="468629">
                  <a:moveTo>
                    <a:pt x="122788" y="19185"/>
                  </a:moveTo>
                  <a:lnTo>
                    <a:pt x="122788" y="15988"/>
                  </a:lnTo>
                  <a:lnTo>
                    <a:pt x="122788" y="12790"/>
                  </a:lnTo>
                  <a:lnTo>
                    <a:pt x="122148" y="9592"/>
                  </a:lnTo>
                  <a:lnTo>
                    <a:pt x="121508" y="6395"/>
                  </a:lnTo>
                  <a:lnTo>
                    <a:pt x="120229" y="3197"/>
                  </a:lnTo>
                  <a:lnTo>
                    <a:pt x="116712" y="1598"/>
                  </a:lnTo>
                  <a:lnTo>
                    <a:pt x="113195" y="0"/>
                  </a:lnTo>
                  <a:lnTo>
                    <a:pt x="107439" y="0"/>
                  </a:lnTo>
                  <a:lnTo>
                    <a:pt x="101044" y="4796"/>
                  </a:lnTo>
                  <a:lnTo>
                    <a:pt x="79025" y="47059"/>
                  </a:lnTo>
                  <a:lnTo>
                    <a:pt x="73225" y="93689"/>
                  </a:lnTo>
                  <a:lnTo>
                    <a:pt x="72920" y="111006"/>
                  </a:lnTo>
                  <a:lnTo>
                    <a:pt x="73425" y="128863"/>
                  </a:lnTo>
                  <a:lnTo>
                    <a:pt x="79470" y="185036"/>
                  </a:lnTo>
                  <a:lnTo>
                    <a:pt x="86365" y="223197"/>
                  </a:lnTo>
                  <a:lnTo>
                    <a:pt x="97886" y="276912"/>
                  </a:lnTo>
                  <a:lnTo>
                    <a:pt x="109947" y="326360"/>
                  </a:lnTo>
                  <a:lnTo>
                    <a:pt x="113994" y="342343"/>
                  </a:lnTo>
                  <a:lnTo>
                    <a:pt x="123997" y="389248"/>
                  </a:lnTo>
                  <a:lnTo>
                    <a:pt x="128223" y="430077"/>
                  </a:lnTo>
                  <a:lnTo>
                    <a:pt x="128074" y="440355"/>
                  </a:lnTo>
                  <a:lnTo>
                    <a:pt x="119590" y="468129"/>
                  </a:lnTo>
                  <a:lnTo>
                    <a:pt x="112235" y="468129"/>
                  </a:lnTo>
                  <a:lnTo>
                    <a:pt x="64796" y="452960"/>
                  </a:lnTo>
                  <a:lnTo>
                    <a:pt x="28778" y="424002"/>
                  </a:lnTo>
                  <a:lnTo>
                    <a:pt x="5845" y="383173"/>
                  </a:lnTo>
                  <a:lnTo>
                    <a:pt x="0" y="368364"/>
                  </a:lnTo>
                </a:path>
              </a:pathLst>
            </a:custGeom>
            <a:ln w="36749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1601029" y="4968224"/>
              <a:ext cx="111760" cy="19685"/>
            </a:xfrm>
            <a:custGeom>
              <a:avLst/>
              <a:gdLst/>
              <a:ahLst/>
              <a:cxnLst/>
              <a:rect l="l" t="t" r="r" b="b"/>
              <a:pathLst>
                <a:path w="111760" h="19685">
                  <a:moveTo>
                    <a:pt x="0" y="19185"/>
                  </a:moveTo>
                  <a:lnTo>
                    <a:pt x="39235" y="8998"/>
                  </a:lnTo>
                  <a:lnTo>
                    <a:pt x="79300" y="3197"/>
                  </a:lnTo>
                  <a:lnTo>
                    <a:pt x="104931" y="499"/>
                  </a:lnTo>
                  <a:lnTo>
                    <a:pt x="111276" y="0"/>
                  </a:lnTo>
                </a:path>
              </a:pathLst>
            </a:custGeom>
            <a:ln w="36749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1764272" y="4782764"/>
              <a:ext cx="692785" cy="242570"/>
            </a:xfrm>
            <a:custGeom>
              <a:avLst/>
              <a:gdLst/>
              <a:ahLst/>
              <a:cxnLst/>
              <a:rect l="l" t="t" r="r" b="b"/>
              <a:pathLst>
                <a:path w="692785" h="242570">
                  <a:moveTo>
                    <a:pt x="5590" y="143252"/>
                  </a:moveTo>
                  <a:lnTo>
                    <a:pt x="4311" y="140055"/>
                  </a:lnTo>
                  <a:lnTo>
                    <a:pt x="3032" y="136857"/>
                  </a:lnTo>
                  <a:lnTo>
                    <a:pt x="2073" y="137816"/>
                  </a:lnTo>
                  <a:lnTo>
                    <a:pt x="1114" y="138776"/>
                  </a:lnTo>
                  <a:lnTo>
                    <a:pt x="474" y="143892"/>
                  </a:lnTo>
                  <a:lnTo>
                    <a:pt x="154" y="153804"/>
                  </a:lnTo>
                  <a:lnTo>
                    <a:pt x="0" y="162058"/>
                  </a:lnTo>
                  <a:lnTo>
                    <a:pt x="114" y="171631"/>
                  </a:lnTo>
                  <a:lnTo>
                    <a:pt x="5830" y="213480"/>
                  </a:lnTo>
                  <a:lnTo>
                    <a:pt x="23817" y="240779"/>
                  </a:lnTo>
                  <a:lnTo>
                    <a:pt x="28613" y="241099"/>
                  </a:lnTo>
                  <a:lnTo>
                    <a:pt x="57152" y="213480"/>
                  </a:lnTo>
                  <a:lnTo>
                    <a:pt x="76817" y="170832"/>
                  </a:lnTo>
                  <a:lnTo>
                    <a:pt x="80414" y="145171"/>
                  </a:lnTo>
                  <a:lnTo>
                    <a:pt x="80414" y="141334"/>
                  </a:lnTo>
                  <a:lnTo>
                    <a:pt x="79455" y="141334"/>
                  </a:lnTo>
                  <a:lnTo>
                    <a:pt x="78496" y="141334"/>
                  </a:lnTo>
                  <a:lnTo>
                    <a:pt x="76577" y="145171"/>
                  </a:lnTo>
                  <a:lnTo>
                    <a:pt x="76897" y="152845"/>
                  </a:lnTo>
                  <a:lnTo>
                    <a:pt x="77551" y="159280"/>
                  </a:lnTo>
                  <a:lnTo>
                    <a:pt x="91966" y="204207"/>
                  </a:lnTo>
                  <a:lnTo>
                    <a:pt x="111111" y="237582"/>
                  </a:lnTo>
                  <a:lnTo>
                    <a:pt x="120704" y="242058"/>
                  </a:lnTo>
                  <a:lnTo>
                    <a:pt x="123902" y="242378"/>
                  </a:lnTo>
                  <a:lnTo>
                    <a:pt x="153335" y="208488"/>
                  </a:lnTo>
                  <a:lnTo>
                    <a:pt x="167909" y="163997"/>
                  </a:lnTo>
                  <a:lnTo>
                    <a:pt x="172380" y="114579"/>
                  </a:lnTo>
                  <a:lnTo>
                    <a:pt x="170267" y="69388"/>
                  </a:lnTo>
                  <a:lnTo>
                    <a:pt x="166535" y="26625"/>
                  </a:lnTo>
                  <a:lnTo>
                    <a:pt x="160994" y="0"/>
                  </a:lnTo>
                  <a:lnTo>
                    <a:pt x="159075" y="2558"/>
                  </a:lnTo>
                  <a:lnTo>
                    <a:pt x="156537" y="49722"/>
                  </a:lnTo>
                  <a:lnTo>
                    <a:pt x="160314" y="93330"/>
                  </a:lnTo>
                  <a:lnTo>
                    <a:pt x="167869" y="136497"/>
                  </a:lnTo>
                  <a:lnTo>
                    <a:pt x="177941" y="177147"/>
                  </a:lnTo>
                  <a:lnTo>
                    <a:pt x="197127" y="216158"/>
                  </a:lnTo>
                  <a:lnTo>
                    <a:pt x="215033" y="228309"/>
                  </a:lnTo>
                  <a:lnTo>
                    <a:pt x="219830" y="229588"/>
                  </a:lnTo>
                  <a:lnTo>
                    <a:pt x="223027" y="229588"/>
                  </a:lnTo>
                  <a:lnTo>
                    <a:pt x="227504" y="225750"/>
                  </a:lnTo>
                  <a:lnTo>
                    <a:pt x="245935" y="189228"/>
                  </a:lnTo>
                  <a:lnTo>
                    <a:pt x="254194" y="143922"/>
                  </a:lnTo>
                  <a:lnTo>
                    <a:pt x="255003" y="125665"/>
                  </a:lnTo>
                  <a:lnTo>
                    <a:pt x="255003" y="119590"/>
                  </a:lnTo>
                  <a:lnTo>
                    <a:pt x="255003" y="115113"/>
                  </a:lnTo>
                  <a:lnTo>
                    <a:pt x="255003" y="119590"/>
                  </a:lnTo>
                  <a:lnTo>
                    <a:pt x="256282" y="131101"/>
                  </a:lnTo>
                  <a:lnTo>
                    <a:pt x="264916" y="178106"/>
                  </a:lnTo>
                  <a:lnTo>
                    <a:pt x="281863" y="219035"/>
                  </a:lnTo>
                  <a:lnTo>
                    <a:pt x="293375" y="230547"/>
                  </a:lnTo>
                  <a:lnTo>
                    <a:pt x="296572" y="231506"/>
                  </a:lnTo>
                  <a:lnTo>
                    <a:pt x="299770" y="231506"/>
                  </a:lnTo>
                  <a:lnTo>
                    <a:pt x="305526" y="225111"/>
                  </a:lnTo>
                  <a:lnTo>
                    <a:pt x="325670" y="191216"/>
                  </a:lnTo>
                  <a:lnTo>
                    <a:pt x="338141" y="147409"/>
                  </a:lnTo>
                  <a:lnTo>
                    <a:pt x="342618" y="114474"/>
                  </a:lnTo>
                  <a:lnTo>
                    <a:pt x="341978" y="110637"/>
                  </a:lnTo>
                  <a:lnTo>
                    <a:pt x="341339" y="110637"/>
                  </a:lnTo>
                  <a:lnTo>
                    <a:pt x="340699" y="110637"/>
                  </a:lnTo>
                  <a:lnTo>
                    <a:pt x="340060" y="114474"/>
                  </a:lnTo>
                  <a:lnTo>
                    <a:pt x="340060" y="125026"/>
                  </a:lnTo>
                  <a:lnTo>
                    <a:pt x="344217" y="169473"/>
                  </a:lnTo>
                  <a:lnTo>
                    <a:pt x="359245" y="211361"/>
                  </a:lnTo>
                  <a:lnTo>
                    <a:pt x="371716" y="224471"/>
                  </a:lnTo>
                  <a:lnTo>
                    <a:pt x="375233" y="225750"/>
                  </a:lnTo>
                  <a:lnTo>
                    <a:pt x="378431" y="225750"/>
                  </a:lnTo>
                  <a:lnTo>
                    <a:pt x="384826" y="220634"/>
                  </a:lnTo>
                  <a:lnTo>
                    <a:pt x="407849" y="190257"/>
                  </a:lnTo>
                  <a:lnTo>
                    <a:pt x="419495" y="152126"/>
                  </a:lnTo>
                  <a:lnTo>
                    <a:pt x="423262" y="111496"/>
                  </a:lnTo>
                  <a:lnTo>
                    <a:pt x="412965" y="91451"/>
                  </a:lnTo>
                  <a:lnTo>
                    <a:pt x="409767" y="91451"/>
                  </a:lnTo>
                  <a:lnTo>
                    <a:pt x="398096" y="128663"/>
                  </a:lnTo>
                  <a:lnTo>
                    <a:pt x="430712" y="151186"/>
                  </a:lnTo>
                  <a:lnTo>
                    <a:pt x="471801" y="132700"/>
                  </a:lnTo>
                  <a:lnTo>
                    <a:pt x="485870" y="113195"/>
                  </a:lnTo>
                  <a:lnTo>
                    <a:pt x="488428" y="107439"/>
                  </a:lnTo>
                  <a:lnTo>
                    <a:pt x="489708" y="102323"/>
                  </a:lnTo>
                  <a:lnTo>
                    <a:pt x="490027" y="102003"/>
                  </a:lnTo>
                  <a:lnTo>
                    <a:pt x="490347" y="101683"/>
                  </a:lnTo>
                  <a:lnTo>
                    <a:pt x="489708" y="106160"/>
                  </a:lnTo>
                  <a:lnTo>
                    <a:pt x="489068" y="117672"/>
                  </a:lnTo>
                  <a:lnTo>
                    <a:pt x="488643" y="127504"/>
                  </a:lnTo>
                  <a:lnTo>
                    <a:pt x="488548" y="139255"/>
                  </a:lnTo>
                  <a:lnTo>
                    <a:pt x="489113" y="152206"/>
                  </a:lnTo>
                  <a:lnTo>
                    <a:pt x="497622" y="191296"/>
                  </a:lnTo>
                  <a:lnTo>
                    <a:pt x="527000" y="223152"/>
                  </a:lnTo>
                  <a:lnTo>
                    <a:pt x="536877" y="225216"/>
                  </a:lnTo>
                  <a:lnTo>
                    <a:pt x="547264" y="224791"/>
                  </a:lnTo>
                  <a:lnTo>
                    <a:pt x="590112" y="199850"/>
                  </a:lnTo>
                  <a:lnTo>
                    <a:pt x="618666" y="163517"/>
                  </a:lnTo>
                  <a:lnTo>
                    <a:pt x="633720" y="126824"/>
                  </a:lnTo>
                  <a:lnTo>
                    <a:pt x="617052" y="90657"/>
                  </a:lnTo>
                  <a:lnTo>
                    <a:pt x="611536" y="91891"/>
                  </a:lnTo>
                  <a:lnTo>
                    <a:pt x="585556" y="120189"/>
                  </a:lnTo>
                  <a:lnTo>
                    <a:pt x="573105" y="157457"/>
                  </a:lnTo>
                  <a:lnTo>
                    <a:pt x="583113" y="201284"/>
                  </a:lnTo>
                  <a:lnTo>
                    <a:pt x="619775" y="221728"/>
                  </a:lnTo>
                  <a:lnTo>
                    <a:pt x="665061" y="216108"/>
                  </a:lnTo>
                  <a:lnTo>
                    <a:pt x="691157" y="200170"/>
                  </a:lnTo>
                  <a:lnTo>
                    <a:pt x="692436" y="196972"/>
                  </a:lnTo>
                </a:path>
              </a:pathLst>
            </a:custGeom>
            <a:ln w="36749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1879221" y="4830087"/>
              <a:ext cx="154305" cy="15875"/>
            </a:xfrm>
            <a:custGeom>
              <a:avLst/>
              <a:gdLst/>
              <a:ahLst/>
              <a:cxnLst/>
              <a:rect l="l" t="t" r="r" b="b"/>
              <a:pathLst>
                <a:path w="154305" h="15875">
                  <a:moveTo>
                    <a:pt x="0" y="15348"/>
                  </a:moveTo>
                  <a:lnTo>
                    <a:pt x="41503" y="13774"/>
                  </a:lnTo>
                  <a:lnTo>
                    <a:pt x="88573" y="11511"/>
                  </a:lnTo>
                  <a:lnTo>
                    <a:pt x="127054" y="9248"/>
                  </a:lnTo>
                  <a:lnTo>
                    <a:pt x="154124" y="6395"/>
                  </a:lnTo>
                  <a:lnTo>
                    <a:pt x="153165" y="5116"/>
                  </a:lnTo>
                  <a:lnTo>
                    <a:pt x="152205" y="3837"/>
                  </a:lnTo>
                  <a:lnTo>
                    <a:pt x="147089" y="1918"/>
                  </a:lnTo>
                  <a:lnTo>
                    <a:pt x="141973" y="0"/>
                  </a:lnTo>
                </a:path>
              </a:pathLst>
            </a:custGeom>
            <a:ln w="36749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1" name="object 101"/>
          <p:cNvGrpSpPr/>
          <p:nvPr/>
        </p:nvGrpSpPr>
        <p:grpSpPr>
          <a:xfrm>
            <a:off x="2626353" y="4688925"/>
            <a:ext cx="263525" cy="532130"/>
            <a:chOff x="2626353" y="4688925"/>
            <a:chExt cx="263525" cy="532130"/>
          </a:xfrm>
        </p:grpSpPr>
        <p:pic>
          <p:nvPicPr>
            <p:cNvPr id="102" name="object 10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626353" y="4814340"/>
              <a:ext cx="141506" cy="168231"/>
            </a:xfrm>
            <a:prstGeom prst="rect">
              <a:avLst/>
            </a:prstGeom>
          </p:spPr>
        </p:pic>
        <p:sp>
          <p:nvSpPr>
            <p:cNvPr id="103" name="object 103"/>
            <p:cNvSpPr/>
            <p:nvPr/>
          </p:nvSpPr>
          <p:spPr>
            <a:xfrm>
              <a:off x="2723389" y="4707300"/>
              <a:ext cx="146050" cy="495300"/>
            </a:xfrm>
            <a:custGeom>
              <a:avLst/>
              <a:gdLst/>
              <a:ahLst/>
              <a:cxnLst/>
              <a:rect l="l" t="t" r="r" b="b"/>
              <a:pathLst>
                <a:path w="146050" h="495300">
                  <a:moveTo>
                    <a:pt x="145810" y="17267"/>
                  </a:moveTo>
                  <a:lnTo>
                    <a:pt x="129183" y="0"/>
                  </a:lnTo>
                  <a:lnTo>
                    <a:pt x="125985" y="1918"/>
                  </a:lnTo>
                  <a:lnTo>
                    <a:pt x="105840" y="45086"/>
                  </a:lnTo>
                  <a:lnTo>
                    <a:pt x="99590" y="84656"/>
                  </a:lnTo>
                  <a:lnTo>
                    <a:pt x="97167" y="130861"/>
                  </a:lnTo>
                  <a:lnTo>
                    <a:pt x="97092" y="147469"/>
                  </a:lnTo>
                  <a:lnTo>
                    <a:pt x="97526" y="164676"/>
                  </a:lnTo>
                  <a:lnTo>
                    <a:pt x="101978" y="219085"/>
                  </a:lnTo>
                  <a:lnTo>
                    <a:pt x="109437" y="274354"/>
                  </a:lnTo>
                  <a:lnTo>
                    <a:pt x="115113" y="311126"/>
                  </a:lnTo>
                  <a:lnTo>
                    <a:pt x="117976" y="329602"/>
                  </a:lnTo>
                  <a:lnTo>
                    <a:pt x="125665" y="382753"/>
                  </a:lnTo>
                  <a:lnTo>
                    <a:pt x="129982" y="428079"/>
                  </a:lnTo>
                  <a:lnTo>
                    <a:pt x="130142" y="441589"/>
                  </a:lnTo>
                  <a:lnTo>
                    <a:pt x="129517" y="454394"/>
                  </a:lnTo>
                  <a:lnTo>
                    <a:pt x="122148" y="493070"/>
                  </a:lnTo>
                  <a:lnTo>
                    <a:pt x="119590" y="494989"/>
                  </a:lnTo>
                  <a:lnTo>
                    <a:pt x="115113" y="494989"/>
                  </a:lnTo>
                  <a:lnTo>
                    <a:pt x="78386" y="479865"/>
                  </a:lnTo>
                  <a:lnTo>
                    <a:pt x="38051" y="453739"/>
                  </a:lnTo>
                  <a:lnTo>
                    <a:pt x="10532" y="423702"/>
                  </a:lnTo>
                  <a:lnTo>
                    <a:pt x="84" y="388054"/>
                  </a:lnTo>
                  <a:lnTo>
                    <a:pt x="0" y="379875"/>
                  </a:lnTo>
                </a:path>
              </a:pathLst>
            </a:custGeom>
            <a:ln w="36749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2790538" y="4885726"/>
              <a:ext cx="80645" cy="12065"/>
            </a:xfrm>
            <a:custGeom>
              <a:avLst/>
              <a:gdLst/>
              <a:ahLst/>
              <a:cxnLst/>
              <a:rect l="l" t="t" r="r" b="b"/>
              <a:pathLst>
                <a:path w="80644" h="12064">
                  <a:moveTo>
                    <a:pt x="0" y="11511"/>
                  </a:moveTo>
                  <a:lnTo>
                    <a:pt x="6395" y="9592"/>
                  </a:lnTo>
                  <a:lnTo>
                    <a:pt x="12790" y="7674"/>
                  </a:lnTo>
                  <a:lnTo>
                    <a:pt x="24621" y="5755"/>
                  </a:lnTo>
                  <a:lnTo>
                    <a:pt x="63952" y="959"/>
                  </a:lnTo>
                  <a:lnTo>
                    <a:pt x="74184" y="0"/>
                  </a:lnTo>
                  <a:lnTo>
                    <a:pt x="77382" y="0"/>
                  </a:lnTo>
                  <a:lnTo>
                    <a:pt x="80579" y="0"/>
                  </a:lnTo>
                </a:path>
              </a:pathLst>
            </a:custGeom>
            <a:ln w="36749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5" name="object 105"/>
          <p:cNvGrpSpPr/>
          <p:nvPr/>
        </p:nvGrpSpPr>
        <p:grpSpPr>
          <a:xfrm>
            <a:off x="1006446" y="5404548"/>
            <a:ext cx="450215" cy="273685"/>
            <a:chOff x="1006446" y="5404548"/>
            <a:chExt cx="450215" cy="273685"/>
          </a:xfrm>
        </p:grpSpPr>
        <p:pic>
          <p:nvPicPr>
            <p:cNvPr id="106" name="object 10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006446" y="5404548"/>
              <a:ext cx="304069" cy="273372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337717" y="5496640"/>
              <a:ext cx="118608" cy="136380"/>
            </a:xfrm>
            <a:prstGeom prst="rect">
              <a:avLst/>
            </a:prstGeom>
          </p:spPr>
        </p:pic>
      </p:grpSp>
      <p:grpSp>
        <p:nvGrpSpPr>
          <p:cNvPr id="108" name="object 108"/>
          <p:cNvGrpSpPr/>
          <p:nvPr/>
        </p:nvGrpSpPr>
        <p:grpSpPr>
          <a:xfrm>
            <a:off x="2547051" y="5285598"/>
            <a:ext cx="256540" cy="557530"/>
            <a:chOff x="2547051" y="5285598"/>
            <a:chExt cx="256540" cy="557530"/>
          </a:xfrm>
        </p:grpSpPr>
        <p:pic>
          <p:nvPicPr>
            <p:cNvPr id="109" name="object 109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547051" y="5414781"/>
              <a:ext cx="117969" cy="155546"/>
            </a:xfrm>
            <a:prstGeom prst="rect">
              <a:avLst/>
            </a:prstGeom>
          </p:spPr>
        </p:pic>
        <p:sp>
          <p:nvSpPr>
            <p:cNvPr id="110" name="object 110"/>
            <p:cNvSpPr/>
            <p:nvPr/>
          </p:nvSpPr>
          <p:spPr>
            <a:xfrm>
              <a:off x="2627461" y="5303973"/>
              <a:ext cx="157480" cy="520700"/>
            </a:xfrm>
            <a:custGeom>
              <a:avLst/>
              <a:gdLst/>
              <a:ahLst/>
              <a:cxnLst/>
              <a:rect l="l" t="t" r="r" b="b"/>
              <a:pathLst>
                <a:path w="157480" h="520700">
                  <a:moveTo>
                    <a:pt x="157322" y="17267"/>
                  </a:moveTo>
                  <a:lnTo>
                    <a:pt x="152205" y="11511"/>
                  </a:lnTo>
                  <a:lnTo>
                    <a:pt x="147089" y="5755"/>
                  </a:lnTo>
                  <a:lnTo>
                    <a:pt x="142932" y="2877"/>
                  </a:lnTo>
                  <a:lnTo>
                    <a:pt x="138776" y="0"/>
                  </a:lnTo>
                  <a:lnTo>
                    <a:pt x="135578" y="0"/>
                  </a:lnTo>
                  <a:lnTo>
                    <a:pt x="112875" y="35493"/>
                  </a:lnTo>
                  <a:lnTo>
                    <a:pt x="103477" y="81089"/>
                  </a:lnTo>
                  <a:lnTo>
                    <a:pt x="100084" y="135218"/>
                  </a:lnTo>
                  <a:lnTo>
                    <a:pt x="100065" y="153440"/>
                  </a:lnTo>
                  <a:lnTo>
                    <a:pt x="100404" y="171391"/>
                  </a:lnTo>
                  <a:lnTo>
                    <a:pt x="102922" y="222608"/>
                  </a:lnTo>
                  <a:lnTo>
                    <a:pt x="107479" y="270397"/>
                  </a:lnTo>
                  <a:lnTo>
                    <a:pt x="109233" y="285850"/>
                  </a:lnTo>
                  <a:lnTo>
                    <a:pt x="110956" y="301214"/>
                  </a:lnTo>
                  <a:lnTo>
                    <a:pt x="112585" y="316557"/>
                  </a:lnTo>
                  <a:lnTo>
                    <a:pt x="114154" y="331871"/>
                  </a:lnTo>
                  <a:lnTo>
                    <a:pt x="115723" y="347124"/>
                  </a:lnTo>
                  <a:lnTo>
                    <a:pt x="117352" y="362288"/>
                  </a:lnTo>
                  <a:lnTo>
                    <a:pt x="119070" y="377357"/>
                  </a:lnTo>
                  <a:lnTo>
                    <a:pt x="120789" y="392425"/>
                  </a:lnTo>
                  <a:lnTo>
                    <a:pt x="122388" y="407614"/>
                  </a:lnTo>
                  <a:lnTo>
                    <a:pt x="123747" y="423043"/>
                  </a:lnTo>
                  <a:lnTo>
                    <a:pt x="124751" y="438706"/>
                  </a:lnTo>
                  <a:lnTo>
                    <a:pt x="125306" y="454099"/>
                  </a:lnTo>
                  <a:lnTo>
                    <a:pt x="125321" y="468593"/>
                  </a:lnTo>
                  <a:lnTo>
                    <a:pt x="124706" y="481559"/>
                  </a:lnTo>
                  <a:lnTo>
                    <a:pt x="108433" y="517622"/>
                  </a:lnTo>
                  <a:lnTo>
                    <a:pt x="93914" y="520240"/>
                  </a:lnTo>
                  <a:lnTo>
                    <a:pt x="84736" y="518971"/>
                  </a:lnTo>
                  <a:lnTo>
                    <a:pt x="40929" y="497227"/>
                  </a:lnTo>
                  <a:lnTo>
                    <a:pt x="14668" y="466650"/>
                  </a:lnTo>
                  <a:lnTo>
                    <a:pt x="2558" y="427559"/>
                  </a:lnTo>
                  <a:lnTo>
                    <a:pt x="1039" y="413415"/>
                  </a:lnTo>
                  <a:lnTo>
                    <a:pt x="0" y="399061"/>
                  </a:lnTo>
                </a:path>
              </a:pathLst>
            </a:custGeom>
            <a:ln w="36749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2701644" y="5482399"/>
              <a:ext cx="81280" cy="15875"/>
            </a:xfrm>
            <a:custGeom>
              <a:avLst/>
              <a:gdLst/>
              <a:ahLst/>
              <a:cxnLst/>
              <a:rect l="l" t="t" r="r" b="b"/>
              <a:pathLst>
                <a:path w="81280" h="15875">
                  <a:moveTo>
                    <a:pt x="6395" y="15348"/>
                  </a:moveTo>
                  <a:lnTo>
                    <a:pt x="3197" y="14069"/>
                  </a:lnTo>
                  <a:lnTo>
                    <a:pt x="0" y="12790"/>
                  </a:lnTo>
                  <a:lnTo>
                    <a:pt x="1279" y="12151"/>
                  </a:lnTo>
                  <a:lnTo>
                    <a:pt x="2558" y="11511"/>
                  </a:lnTo>
                  <a:lnTo>
                    <a:pt x="8313" y="11511"/>
                  </a:lnTo>
                  <a:lnTo>
                    <a:pt x="20464" y="10232"/>
                  </a:lnTo>
                  <a:lnTo>
                    <a:pt x="62353" y="4476"/>
                  </a:lnTo>
                  <a:lnTo>
                    <a:pt x="77381" y="1279"/>
                  </a:lnTo>
                  <a:lnTo>
                    <a:pt x="81219" y="0"/>
                  </a:lnTo>
                </a:path>
              </a:pathLst>
            </a:custGeom>
            <a:ln w="36749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2" name="object 112"/>
          <p:cNvGrpSpPr/>
          <p:nvPr/>
        </p:nvGrpSpPr>
        <p:grpSpPr>
          <a:xfrm>
            <a:off x="2891753" y="5247227"/>
            <a:ext cx="1014730" cy="676275"/>
            <a:chOff x="2891753" y="5247227"/>
            <a:chExt cx="1014730" cy="676275"/>
          </a:xfrm>
        </p:grpSpPr>
        <p:pic>
          <p:nvPicPr>
            <p:cNvPr id="113" name="object 11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891753" y="5380247"/>
              <a:ext cx="250755" cy="181286"/>
            </a:xfrm>
            <a:prstGeom prst="rect">
              <a:avLst/>
            </a:prstGeom>
          </p:spPr>
        </p:pic>
        <p:sp>
          <p:nvSpPr>
            <p:cNvPr id="114" name="object 114"/>
            <p:cNvSpPr/>
            <p:nvPr/>
          </p:nvSpPr>
          <p:spPr>
            <a:xfrm>
              <a:off x="3184143" y="5265602"/>
              <a:ext cx="704215" cy="640080"/>
            </a:xfrm>
            <a:custGeom>
              <a:avLst/>
              <a:gdLst/>
              <a:ahLst/>
              <a:cxnLst/>
              <a:rect l="l" t="t" r="r" b="b"/>
              <a:pathLst>
                <a:path w="704214" h="640079">
                  <a:moveTo>
                    <a:pt x="57257" y="161159"/>
                  </a:moveTo>
                  <a:lnTo>
                    <a:pt x="44466" y="141973"/>
                  </a:lnTo>
                  <a:lnTo>
                    <a:pt x="39350" y="141973"/>
                  </a:lnTo>
                  <a:lnTo>
                    <a:pt x="34234" y="141973"/>
                  </a:lnTo>
                  <a:lnTo>
                    <a:pt x="3777" y="178101"/>
                  </a:lnTo>
                  <a:lnTo>
                    <a:pt x="0" y="200969"/>
                  </a:lnTo>
                  <a:lnTo>
                    <a:pt x="819" y="212640"/>
                  </a:lnTo>
                  <a:lnTo>
                    <a:pt x="19605" y="250132"/>
                  </a:lnTo>
                  <a:lnTo>
                    <a:pt x="45580" y="260339"/>
                  </a:lnTo>
                  <a:lnTo>
                    <a:pt x="55458" y="259605"/>
                  </a:lnTo>
                  <a:lnTo>
                    <a:pt x="94149" y="237821"/>
                  </a:lnTo>
                  <a:lnTo>
                    <a:pt x="115818" y="204886"/>
                  </a:lnTo>
                  <a:lnTo>
                    <a:pt x="130162" y="159880"/>
                  </a:lnTo>
                  <a:lnTo>
                    <a:pt x="130162" y="156682"/>
                  </a:lnTo>
                  <a:lnTo>
                    <a:pt x="128883" y="153804"/>
                  </a:lnTo>
                  <a:lnTo>
                    <a:pt x="127604" y="150926"/>
                  </a:lnTo>
                  <a:lnTo>
                    <a:pt x="125046" y="148368"/>
                  </a:lnTo>
                  <a:lnTo>
                    <a:pt x="123127" y="150926"/>
                  </a:lnTo>
                  <a:lnTo>
                    <a:pt x="121209" y="153484"/>
                  </a:lnTo>
                  <a:lnTo>
                    <a:pt x="119930" y="161159"/>
                  </a:lnTo>
                  <a:lnTo>
                    <a:pt x="119930" y="174589"/>
                  </a:lnTo>
                  <a:lnTo>
                    <a:pt x="125366" y="221593"/>
                  </a:lnTo>
                  <a:lnTo>
                    <a:pt x="151266" y="253889"/>
                  </a:lnTo>
                  <a:lnTo>
                    <a:pt x="158940" y="252610"/>
                  </a:lnTo>
                  <a:lnTo>
                    <a:pt x="188678" y="221274"/>
                  </a:lnTo>
                  <a:lnTo>
                    <a:pt x="204027" y="178426"/>
                  </a:lnTo>
                  <a:lnTo>
                    <a:pt x="202373" y="218161"/>
                  </a:lnTo>
                  <a:lnTo>
                    <a:pt x="225450" y="253250"/>
                  </a:lnTo>
                  <a:lnTo>
                    <a:pt x="258706" y="232465"/>
                  </a:lnTo>
                  <a:lnTo>
                    <a:pt x="275973" y="196652"/>
                  </a:lnTo>
                  <a:lnTo>
                    <a:pt x="281728" y="163397"/>
                  </a:lnTo>
                  <a:lnTo>
                    <a:pt x="281728" y="154124"/>
                  </a:lnTo>
                  <a:lnTo>
                    <a:pt x="279810" y="147089"/>
                  </a:lnTo>
                  <a:lnTo>
                    <a:pt x="276612" y="142932"/>
                  </a:lnTo>
                  <a:lnTo>
                    <a:pt x="273415" y="138775"/>
                  </a:lnTo>
                  <a:lnTo>
                    <a:pt x="268938" y="137496"/>
                  </a:lnTo>
                  <a:lnTo>
                    <a:pt x="265421" y="138775"/>
                  </a:lnTo>
                  <a:lnTo>
                    <a:pt x="261903" y="140054"/>
                  </a:lnTo>
                  <a:lnTo>
                    <a:pt x="259345" y="143892"/>
                  </a:lnTo>
                  <a:lnTo>
                    <a:pt x="258386" y="150926"/>
                  </a:lnTo>
                  <a:lnTo>
                    <a:pt x="258001" y="156717"/>
                  </a:lnTo>
                  <a:lnTo>
                    <a:pt x="258426" y="163197"/>
                  </a:lnTo>
                  <a:lnTo>
                    <a:pt x="286844" y="189617"/>
                  </a:lnTo>
                  <a:lnTo>
                    <a:pt x="295953" y="188308"/>
                  </a:lnTo>
                  <a:lnTo>
                    <a:pt x="329548" y="168688"/>
                  </a:lnTo>
                  <a:lnTo>
                    <a:pt x="343122" y="144531"/>
                  </a:lnTo>
                  <a:lnTo>
                    <a:pt x="343122" y="141334"/>
                  </a:lnTo>
                  <a:lnTo>
                    <a:pt x="342803" y="141334"/>
                  </a:lnTo>
                  <a:lnTo>
                    <a:pt x="342483" y="141334"/>
                  </a:lnTo>
                  <a:lnTo>
                    <a:pt x="339525" y="183622"/>
                  </a:lnTo>
                  <a:lnTo>
                    <a:pt x="339265" y="198161"/>
                  </a:lnTo>
                  <a:lnTo>
                    <a:pt x="339605" y="211681"/>
                  </a:lnTo>
                  <a:lnTo>
                    <a:pt x="355493" y="247839"/>
                  </a:lnTo>
                  <a:lnTo>
                    <a:pt x="368323" y="250767"/>
                  </a:lnTo>
                  <a:lnTo>
                    <a:pt x="375098" y="249413"/>
                  </a:lnTo>
                  <a:lnTo>
                    <a:pt x="403197" y="211841"/>
                  </a:lnTo>
                  <a:lnTo>
                    <a:pt x="413774" y="166235"/>
                  </a:lnTo>
                  <a:lnTo>
                    <a:pt x="416028" y="140055"/>
                  </a:lnTo>
                  <a:lnTo>
                    <a:pt x="416028" y="136218"/>
                  </a:lnTo>
                  <a:lnTo>
                    <a:pt x="416028" y="140055"/>
                  </a:lnTo>
                  <a:lnTo>
                    <a:pt x="415388" y="152845"/>
                  </a:lnTo>
                  <a:lnTo>
                    <a:pt x="414859" y="163912"/>
                  </a:lnTo>
                  <a:lnTo>
                    <a:pt x="414509" y="177107"/>
                  </a:lnTo>
                  <a:lnTo>
                    <a:pt x="414759" y="191201"/>
                  </a:lnTo>
                  <a:lnTo>
                    <a:pt x="426775" y="236847"/>
                  </a:lnTo>
                  <a:lnTo>
                    <a:pt x="445446" y="253250"/>
                  </a:lnTo>
                  <a:lnTo>
                    <a:pt x="453120" y="251011"/>
                  </a:lnTo>
                  <a:lnTo>
                    <a:pt x="480564" y="222533"/>
                  </a:lnTo>
                  <a:lnTo>
                    <a:pt x="494134" y="172285"/>
                  </a:lnTo>
                  <a:lnTo>
                    <a:pt x="499485" y="125026"/>
                  </a:lnTo>
                  <a:lnTo>
                    <a:pt x="501004" y="93290"/>
                  </a:lnTo>
                  <a:lnTo>
                    <a:pt x="500924" y="77901"/>
                  </a:lnTo>
                  <a:lnTo>
                    <a:pt x="496487" y="35613"/>
                  </a:lnTo>
                  <a:lnTo>
                    <a:pt x="488294" y="0"/>
                  </a:lnTo>
                  <a:lnTo>
                    <a:pt x="487334" y="319"/>
                  </a:lnTo>
                  <a:lnTo>
                    <a:pt x="486375" y="639"/>
                  </a:lnTo>
                  <a:lnTo>
                    <a:pt x="483217" y="41728"/>
                  </a:lnTo>
                  <a:lnTo>
                    <a:pt x="481554" y="93045"/>
                  </a:lnTo>
                  <a:lnTo>
                    <a:pt x="481539" y="112275"/>
                  </a:lnTo>
                  <a:lnTo>
                    <a:pt x="481943" y="131566"/>
                  </a:lnTo>
                  <a:lnTo>
                    <a:pt x="486575" y="184261"/>
                  </a:lnTo>
                  <a:lnTo>
                    <a:pt x="498176" y="225166"/>
                  </a:lnTo>
                  <a:lnTo>
                    <a:pt x="523252" y="256607"/>
                  </a:lnTo>
                  <a:lnTo>
                    <a:pt x="537252" y="259925"/>
                  </a:lnTo>
                  <a:lnTo>
                    <a:pt x="544252" y="258046"/>
                  </a:lnTo>
                  <a:lnTo>
                    <a:pt x="570152" y="225750"/>
                  </a:lnTo>
                  <a:lnTo>
                    <a:pt x="584721" y="182178"/>
                  </a:lnTo>
                  <a:lnTo>
                    <a:pt x="593185" y="144961"/>
                  </a:lnTo>
                  <a:lnTo>
                    <a:pt x="588548" y="186325"/>
                  </a:lnTo>
                  <a:lnTo>
                    <a:pt x="593375" y="233579"/>
                  </a:lnTo>
                  <a:lnTo>
                    <a:pt x="636153" y="230392"/>
                  </a:lnTo>
                  <a:lnTo>
                    <a:pt x="660235" y="185795"/>
                  </a:lnTo>
                  <a:lnTo>
                    <a:pt x="669648" y="149168"/>
                  </a:lnTo>
                  <a:lnTo>
                    <a:pt x="669917" y="149328"/>
                  </a:lnTo>
                  <a:lnTo>
                    <a:pt x="669718" y="155378"/>
                  </a:lnTo>
                  <a:lnTo>
                    <a:pt x="669278" y="166315"/>
                  </a:lnTo>
                  <a:lnTo>
                    <a:pt x="668838" y="180669"/>
                  </a:lnTo>
                  <a:lnTo>
                    <a:pt x="669638" y="231346"/>
                  </a:lnTo>
                  <a:lnTo>
                    <a:pt x="675218" y="284451"/>
                  </a:lnTo>
                  <a:lnTo>
                    <a:pt x="681024" y="320594"/>
                  </a:lnTo>
                  <a:lnTo>
                    <a:pt x="683987" y="339265"/>
                  </a:lnTo>
                  <a:lnTo>
                    <a:pt x="689263" y="377876"/>
                  </a:lnTo>
                  <a:lnTo>
                    <a:pt x="693580" y="416008"/>
                  </a:lnTo>
                  <a:lnTo>
                    <a:pt x="698391" y="469383"/>
                  </a:lnTo>
                  <a:lnTo>
                    <a:pt x="701774" y="524646"/>
                  </a:lnTo>
                  <a:lnTo>
                    <a:pt x="703527" y="578676"/>
                  </a:lnTo>
                  <a:lnTo>
                    <a:pt x="703612" y="594354"/>
                  </a:lnTo>
                  <a:lnTo>
                    <a:pt x="703398" y="607994"/>
                  </a:lnTo>
                  <a:lnTo>
                    <a:pt x="702853" y="619055"/>
                  </a:lnTo>
                  <a:lnTo>
                    <a:pt x="701894" y="631846"/>
                  </a:lnTo>
                  <a:lnTo>
                    <a:pt x="699975" y="636323"/>
                  </a:lnTo>
                  <a:lnTo>
                    <a:pt x="697417" y="637921"/>
                  </a:lnTo>
                  <a:lnTo>
                    <a:pt x="694859" y="639520"/>
                  </a:lnTo>
                  <a:lnTo>
                    <a:pt x="656318" y="604397"/>
                  </a:lnTo>
                  <a:lnTo>
                    <a:pt x="622553" y="567574"/>
                  </a:lnTo>
                  <a:lnTo>
                    <a:pt x="592516" y="526415"/>
                  </a:lnTo>
                  <a:lnTo>
                    <a:pt x="573989" y="486035"/>
                  </a:lnTo>
                  <a:lnTo>
                    <a:pt x="570072" y="462613"/>
                  </a:lnTo>
                  <a:lnTo>
                    <a:pt x="571381" y="451591"/>
                  </a:lnTo>
                  <a:lnTo>
                    <a:pt x="600000" y="408478"/>
                  </a:lnTo>
                  <a:lnTo>
                    <a:pt x="627270" y="385151"/>
                  </a:lnTo>
                  <a:lnTo>
                    <a:pt x="634399" y="379325"/>
                  </a:lnTo>
                  <a:lnTo>
                    <a:pt x="640180" y="373799"/>
                  </a:lnTo>
                  <a:lnTo>
                    <a:pt x="644501" y="368229"/>
                  </a:lnTo>
                  <a:lnTo>
                    <a:pt x="647654" y="362568"/>
                  </a:lnTo>
                  <a:lnTo>
                    <a:pt x="650028" y="356847"/>
                  </a:lnTo>
                  <a:lnTo>
                    <a:pt x="652011" y="351097"/>
                  </a:lnTo>
                </a:path>
              </a:pathLst>
            </a:custGeom>
            <a:ln w="36749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3619357" y="5334670"/>
              <a:ext cx="113664" cy="12065"/>
            </a:xfrm>
            <a:custGeom>
              <a:avLst/>
              <a:gdLst/>
              <a:ahLst/>
              <a:cxnLst/>
              <a:rect l="l" t="t" r="r" b="b"/>
              <a:pathLst>
                <a:path w="113664" h="12064">
                  <a:moveTo>
                    <a:pt x="7674" y="11511"/>
                  </a:moveTo>
                  <a:lnTo>
                    <a:pt x="3837" y="10872"/>
                  </a:lnTo>
                  <a:lnTo>
                    <a:pt x="0" y="10232"/>
                  </a:lnTo>
                  <a:lnTo>
                    <a:pt x="639" y="9912"/>
                  </a:lnTo>
                  <a:lnTo>
                    <a:pt x="1278" y="9592"/>
                  </a:lnTo>
                  <a:lnTo>
                    <a:pt x="6395" y="9592"/>
                  </a:lnTo>
                  <a:lnTo>
                    <a:pt x="21743" y="9273"/>
                  </a:lnTo>
                  <a:lnTo>
                    <a:pt x="65585" y="7744"/>
                  </a:lnTo>
                  <a:lnTo>
                    <a:pt x="106824" y="1903"/>
                  </a:lnTo>
                  <a:lnTo>
                    <a:pt x="113195" y="0"/>
                  </a:lnTo>
                </a:path>
              </a:pathLst>
            </a:custGeom>
            <a:ln w="36749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3565638" y="5305891"/>
              <a:ext cx="0" cy="2540"/>
            </a:xfrm>
            <a:custGeom>
              <a:avLst/>
              <a:gdLst/>
              <a:ahLst/>
              <a:cxnLst/>
              <a:rect l="l" t="t" r="r" b="b"/>
              <a:pathLst>
                <a:path w="0" h="2539">
                  <a:moveTo>
                    <a:pt x="0" y="1918"/>
                  </a:moveTo>
                  <a:lnTo>
                    <a:pt x="0" y="1278"/>
                  </a:lnTo>
                  <a:lnTo>
                    <a:pt x="0" y="639"/>
                  </a:lnTo>
                  <a:lnTo>
                    <a:pt x="0" y="0"/>
                  </a:lnTo>
                </a:path>
              </a:pathLst>
            </a:custGeom>
            <a:ln w="36749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7" name="object 117"/>
          <p:cNvGrpSpPr/>
          <p:nvPr/>
        </p:nvGrpSpPr>
        <p:grpSpPr>
          <a:xfrm>
            <a:off x="4067193" y="5289436"/>
            <a:ext cx="176530" cy="217804"/>
            <a:chOff x="4067193" y="5289436"/>
            <a:chExt cx="176530" cy="217804"/>
          </a:xfrm>
        </p:grpSpPr>
        <p:sp>
          <p:nvSpPr>
            <p:cNvPr id="118" name="object 118"/>
            <p:cNvSpPr/>
            <p:nvPr/>
          </p:nvSpPr>
          <p:spPr>
            <a:xfrm>
              <a:off x="4085568" y="5380715"/>
              <a:ext cx="6350" cy="108585"/>
            </a:xfrm>
            <a:custGeom>
              <a:avLst/>
              <a:gdLst/>
              <a:ahLst/>
              <a:cxnLst/>
              <a:rect l="l" t="t" r="r" b="b"/>
              <a:pathLst>
                <a:path w="6350" h="108585">
                  <a:moveTo>
                    <a:pt x="0" y="0"/>
                  </a:moveTo>
                  <a:lnTo>
                    <a:pt x="3517" y="50522"/>
                  </a:lnTo>
                  <a:lnTo>
                    <a:pt x="5136" y="90362"/>
                  </a:lnTo>
                  <a:lnTo>
                    <a:pt x="5435" y="99125"/>
                  </a:lnTo>
                  <a:lnTo>
                    <a:pt x="5755" y="108079"/>
                  </a:lnTo>
                  <a:lnTo>
                    <a:pt x="5755" y="104881"/>
                  </a:lnTo>
                  <a:lnTo>
                    <a:pt x="5755" y="101683"/>
                  </a:lnTo>
                </a:path>
              </a:pathLst>
            </a:custGeom>
            <a:ln w="36749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4085305" y="5307811"/>
              <a:ext cx="635" cy="0"/>
            </a:xfrm>
            <a:custGeom>
              <a:avLst/>
              <a:gdLst/>
              <a:ahLst/>
              <a:cxnLst/>
              <a:rect l="l" t="t" r="r" b="b"/>
              <a:pathLst>
                <a:path w="635" h="0">
                  <a:moveTo>
                    <a:pt x="0" y="0"/>
                  </a:moveTo>
                  <a:lnTo>
                    <a:pt x="175" y="0"/>
                  </a:lnTo>
                  <a:lnTo>
                    <a:pt x="350" y="0"/>
                  </a:lnTo>
                  <a:lnTo>
                    <a:pt x="524" y="0"/>
                  </a:lnTo>
                </a:path>
              </a:pathLst>
            </a:custGeom>
            <a:ln w="36749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4140566" y="5355135"/>
              <a:ext cx="84455" cy="127635"/>
            </a:xfrm>
            <a:custGeom>
              <a:avLst/>
              <a:gdLst/>
              <a:ahLst/>
              <a:cxnLst/>
              <a:rect l="l" t="t" r="r" b="b"/>
              <a:pathLst>
                <a:path w="84454" h="127635">
                  <a:moveTo>
                    <a:pt x="60114" y="21743"/>
                  </a:moveTo>
                  <a:lnTo>
                    <a:pt x="60114" y="18546"/>
                  </a:lnTo>
                  <a:lnTo>
                    <a:pt x="60114" y="15348"/>
                  </a:lnTo>
                  <a:lnTo>
                    <a:pt x="60434" y="12150"/>
                  </a:lnTo>
                  <a:lnTo>
                    <a:pt x="60754" y="8953"/>
                  </a:lnTo>
                  <a:lnTo>
                    <a:pt x="61394" y="5755"/>
                  </a:lnTo>
                  <a:lnTo>
                    <a:pt x="59795" y="3517"/>
                  </a:lnTo>
                  <a:lnTo>
                    <a:pt x="58196" y="1279"/>
                  </a:lnTo>
                  <a:lnTo>
                    <a:pt x="54359" y="0"/>
                  </a:lnTo>
                  <a:lnTo>
                    <a:pt x="44446" y="3197"/>
                  </a:lnTo>
                  <a:lnTo>
                    <a:pt x="9912" y="21424"/>
                  </a:lnTo>
                  <a:lnTo>
                    <a:pt x="0" y="35813"/>
                  </a:lnTo>
                  <a:lnTo>
                    <a:pt x="3517" y="42528"/>
                  </a:lnTo>
                  <a:lnTo>
                    <a:pt x="36572" y="63142"/>
                  </a:lnTo>
                  <a:lnTo>
                    <a:pt x="55958" y="67759"/>
                  </a:lnTo>
                  <a:lnTo>
                    <a:pt x="64271" y="69707"/>
                  </a:lnTo>
                  <a:lnTo>
                    <a:pt x="84416" y="83777"/>
                  </a:lnTo>
                  <a:lnTo>
                    <a:pt x="83457" y="89213"/>
                  </a:lnTo>
                  <a:lnTo>
                    <a:pt x="59535" y="122892"/>
                  </a:lnTo>
                  <a:lnTo>
                    <a:pt x="39050" y="127224"/>
                  </a:lnTo>
                  <a:lnTo>
                    <a:pt x="31991" y="125800"/>
                  </a:lnTo>
                  <a:lnTo>
                    <a:pt x="25261" y="122787"/>
                  </a:lnTo>
                  <a:lnTo>
                    <a:pt x="19060" y="118181"/>
                  </a:lnTo>
                  <a:lnTo>
                    <a:pt x="13310" y="112315"/>
                  </a:lnTo>
                  <a:lnTo>
                    <a:pt x="7859" y="105610"/>
                  </a:lnTo>
                  <a:lnTo>
                    <a:pt x="2558" y="98486"/>
                  </a:lnTo>
                </a:path>
              </a:pathLst>
            </a:custGeom>
            <a:ln w="36749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21" name="object 121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031387" y="5370654"/>
            <a:ext cx="1457126" cy="1074692"/>
          </a:xfrm>
          <a:prstGeom prst="rect">
            <a:avLst/>
          </a:prstGeom>
        </p:spPr>
      </p:pic>
      <p:grpSp>
        <p:nvGrpSpPr>
          <p:cNvPr id="122" name="object 122"/>
          <p:cNvGrpSpPr/>
          <p:nvPr/>
        </p:nvGrpSpPr>
        <p:grpSpPr>
          <a:xfrm>
            <a:off x="5882792" y="5107171"/>
            <a:ext cx="328930" cy="542925"/>
            <a:chOff x="5882792" y="5107171"/>
            <a:chExt cx="328930" cy="542925"/>
          </a:xfrm>
        </p:grpSpPr>
        <p:sp>
          <p:nvSpPr>
            <p:cNvPr id="123" name="object 123"/>
            <p:cNvSpPr/>
            <p:nvPr/>
          </p:nvSpPr>
          <p:spPr>
            <a:xfrm>
              <a:off x="5901167" y="5125546"/>
              <a:ext cx="117475" cy="222885"/>
            </a:xfrm>
            <a:custGeom>
              <a:avLst/>
              <a:gdLst/>
              <a:ahLst/>
              <a:cxnLst/>
              <a:rect l="l" t="t" r="r" b="b"/>
              <a:pathLst>
                <a:path w="117475" h="222885">
                  <a:moveTo>
                    <a:pt x="1279" y="7674"/>
                  </a:moveTo>
                  <a:lnTo>
                    <a:pt x="639" y="3837"/>
                  </a:lnTo>
                  <a:lnTo>
                    <a:pt x="0" y="0"/>
                  </a:lnTo>
                  <a:lnTo>
                    <a:pt x="0" y="639"/>
                  </a:lnTo>
                  <a:lnTo>
                    <a:pt x="0" y="1279"/>
                  </a:lnTo>
                  <a:lnTo>
                    <a:pt x="3157" y="47364"/>
                  </a:lnTo>
                  <a:lnTo>
                    <a:pt x="4846" y="100854"/>
                  </a:lnTo>
                  <a:lnTo>
                    <a:pt x="5116" y="155083"/>
                  </a:lnTo>
                  <a:lnTo>
                    <a:pt x="5121" y="170802"/>
                  </a:lnTo>
                  <a:lnTo>
                    <a:pt x="5156" y="184661"/>
                  </a:lnTo>
                  <a:lnTo>
                    <a:pt x="5250" y="196362"/>
                  </a:lnTo>
                  <a:lnTo>
                    <a:pt x="5435" y="205605"/>
                  </a:lnTo>
                  <a:lnTo>
                    <a:pt x="5755" y="216158"/>
                  </a:lnTo>
                  <a:lnTo>
                    <a:pt x="6395" y="219355"/>
                  </a:lnTo>
                  <a:lnTo>
                    <a:pt x="6715" y="219036"/>
                  </a:lnTo>
                  <a:lnTo>
                    <a:pt x="7034" y="218716"/>
                  </a:lnTo>
                  <a:lnTo>
                    <a:pt x="7034" y="214879"/>
                  </a:lnTo>
                  <a:lnTo>
                    <a:pt x="6715" y="202728"/>
                  </a:lnTo>
                  <a:lnTo>
                    <a:pt x="6445" y="192266"/>
                  </a:lnTo>
                  <a:lnTo>
                    <a:pt x="6235" y="179945"/>
                  </a:lnTo>
                  <a:lnTo>
                    <a:pt x="6265" y="167025"/>
                  </a:lnTo>
                  <a:lnTo>
                    <a:pt x="6714" y="154764"/>
                  </a:lnTo>
                  <a:lnTo>
                    <a:pt x="21483" y="117477"/>
                  </a:lnTo>
                  <a:lnTo>
                    <a:pt x="42527" y="110956"/>
                  </a:lnTo>
                  <a:lnTo>
                    <a:pt x="50606" y="111356"/>
                  </a:lnTo>
                  <a:lnTo>
                    <a:pt x="92890" y="129063"/>
                  </a:lnTo>
                  <a:lnTo>
                    <a:pt x="116917" y="166390"/>
                  </a:lnTo>
                  <a:lnTo>
                    <a:pt x="116712" y="175548"/>
                  </a:lnTo>
                  <a:lnTo>
                    <a:pt x="98166" y="209762"/>
                  </a:lnTo>
                  <a:lnTo>
                    <a:pt x="56277" y="222553"/>
                  </a:lnTo>
                  <a:lnTo>
                    <a:pt x="49882" y="220634"/>
                  </a:lnTo>
                  <a:lnTo>
                    <a:pt x="44446" y="216797"/>
                  </a:lnTo>
                  <a:lnTo>
                    <a:pt x="39010" y="212960"/>
                  </a:lnTo>
                  <a:lnTo>
                    <a:pt x="34534" y="207204"/>
                  </a:lnTo>
                  <a:lnTo>
                    <a:pt x="30057" y="201449"/>
                  </a:lnTo>
                </a:path>
              </a:pathLst>
            </a:custGeom>
            <a:ln w="36749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6065763" y="5242580"/>
              <a:ext cx="127635" cy="389255"/>
            </a:xfrm>
            <a:custGeom>
              <a:avLst/>
              <a:gdLst/>
              <a:ahLst/>
              <a:cxnLst/>
              <a:rect l="l" t="t" r="r" b="b"/>
              <a:pathLst>
                <a:path w="127635" h="389254">
                  <a:moveTo>
                    <a:pt x="5515" y="7674"/>
                  </a:moveTo>
                  <a:lnTo>
                    <a:pt x="4876" y="3837"/>
                  </a:lnTo>
                  <a:lnTo>
                    <a:pt x="4236" y="0"/>
                  </a:lnTo>
                  <a:lnTo>
                    <a:pt x="3277" y="959"/>
                  </a:lnTo>
                  <a:lnTo>
                    <a:pt x="0" y="42368"/>
                  </a:lnTo>
                  <a:lnTo>
                    <a:pt x="309" y="54409"/>
                  </a:lnTo>
                  <a:lnTo>
                    <a:pt x="7434" y="93050"/>
                  </a:lnTo>
                  <a:lnTo>
                    <a:pt x="17667" y="101364"/>
                  </a:lnTo>
                  <a:lnTo>
                    <a:pt x="22783" y="101683"/>
                  </a:lnTo>
                  <a:lnTo>
                    <a:pt x="54159" y="76142"/>
                  </a:lnTo>
                  <a:lnTo>
                    <a:pt x="74863" y="38930"/>
                  </a:lnTo>
                  <a:lnTo>
                    <a:pt x="80339" y="15987"/>
                  </a:lnTo>
                  <a:lnTo>
                    <a:pt x="80339" y="10871"/>
                  </a:lnTo>
                  <a:lnTo>
                    <a:pt x="79380" y="7034"/>
                  </a:lnTo>
                  <a:lnTo>
                    <a:pt x="78421" y="3197"/>
                  </a:lnTo>
                  <a:lnTo>
                    <a:pt x="76502" y="639"/>
                  </a:lnTo>
                  <a:lnTo>
                    <a:pt x="75543" y="1918"/>
                  </a:lnTo>
                  <a:lnTo>
                    <a:pt x="74584" y="3197"/>
                  </a:lnTo>
                  <a:lnTo>
                    <a:pt x="74584" y="8313"/>
                  </a:lnTo>
                  <a:lnTo>
                    <a:pt x="75543" y="21104"/>
                  </a:lnTo>
                  <a:lnTo>
                    <a:pt x="79725" y="60809"/>
                  </a:lnTo>
                  <a:lnTo>
                    <a:pt x="89133" y="114314"/>
                  </a:lnTo>
                  <a:lnTo>
                    <a:pt x="96967" y="151886"/>
                  </a:lnTo>
                  <a:lnTo>
                    <a:pt x="100699" y="170102"/>
                  </a:lnTo>
                  <a:lnTo>
                    <a:pt x="111356" y="224152"/>
                  </a:lnTo>
                  <a:lnTo>
                    <a:pt x="118471" y="261803"/>
                  </a:lnTo>
                  <a:lnTo>
                    <a:pt x="125900" y="316447"/>
                  </a:lnTo>
                  <a:lnTo>
                    <a:pt x="127249" y="346595"/>
                  </a:lnTo>
                  <a:lnTo>
                    <a:pt x="127024" y="358131"/>
                  </a:lnTo>
                  <a:lnTo>
                    <a:pt x="126385" y="371561"/>
                  </a:lnTo>
                  <a:lnTo>
                    <a:pt x="124466" y="376677"/>
                  </a:lnTo>
                  <a:lnTo>
                    <a:pt x="122228" y="380514"/>
                  </a:lnTo>
                  <a:lnTo>
                    <a:pt x="119989" y="384352"/>
                  </a:lnTo>
                  <a:lnTo>
                    <a:pt x="117431" y="386910"/>
                  </a:lnTo>
                  <a:lnTo>
                    <a:pt x="114234" y="387869"/>
                  </a:lnTo>
                  <a:lnTo>
                    <a:pt x="111036" y="388828"/>
                  </a:lnTo>
                  <a:lnTo>
                    <a:pt x="76632" y="357462"/>
                  </a:lnTo>
                  <a:lnTo>
                    <a:pt x="54079" y="320759"/>
                  </a:lnTo>
                  <a:lnTo>
                    <a:pt x="39570" y="275998"/>
                  </a:lnTo>
                  <a:lnTo>
                    <a:pt x="36772" y="244631"/>
                  </a:lnTo>
                  <a:lnTo>
                    <a:pt x="38131" y="229907"/>
                  </a:lnTo>
                  <a:lnTo>
                    <a:pt x="53284" y="192585"/>
                  </a:lnTo>
                  <a:lnTo>
                    <a:pt x="77661" y="162318"/>
                  </a:lnTo>
                  <a:lnTo>
                    <a:pt x="86599" y="153030"/>
                  </a:lnTo>
                  <a:lnTo>
                    <a:pt x="95688" y="143892"/>
                  </a:lnTo>
                </a:path>
              </a:pathLst>
            </a:custGeom>
            <a:ln w="36749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5" name="object 125"/>
          <p:cNvGrpSpPr/>
          <p:nvPr/>
        </p:nvGrpSpPr>
        <p:grpSpPr>
          <a:xfrm>
            <a:off x="6324137" y="5101416"/>
            <a:ext cx="821055" cy="524510"/>
            <a:chOff x="6324137" y="5101416"/>
            <a:chExt cx="821055" cy="524510"/>
          </a:xfrm>
        </p:grpSpPr>
        <p:pic>
          <p:nvPicPr>
            <p:cNvPr id="126" name="object 126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324137" y="5101416"/>
              <a:ext cx="378818" cy="246213"/>
            </a:xfrm>
            <a:prstGeom prst="rect">
              <a:avLst/>
            </a:prstGeom>
          </p:spPr>
        </p:pic>
        <p:sp>
          <p:nvSpPr>
            <p:cNvPr id="127" name="object 127"/>
            <p:cNvSpPr/>
            <p:nvPr/>
          </p:nvSpPr>
          <p:spPr>
            <a:xfrm>
              <a:off x="6748532" y="5204208"/>
              <a:ext cx="2540" cy="99060"/>
            </a:xfrm>
            <a:custGeom>
              <a:avLst/>
              <a:gdLst/>
              <a:ahLst/>
              <a:cxnLst/>
              <a:rect l="l" t="t" r="r" b="b"/>
              <a:pathLst>
                <a:path w="2540" h="99060">
                  <a:moveTo>
                    <a:pt x="0" y="0"/>
                  </a:moveTo>
                  <a:lnTo>
                    <a:pt x="0" y="12450"/>
                  </a:lnTo>
                  <a:lnTo>
                    <a:pt x="0" y="24781"/>
                  </a:lnTo>
                  <a:lnTo>
                    <a:pt x="0" y="36872"/>
                  </a:lnTo>
                  <a:lnTo>
                    <a:pt x="0" y="48603"/>
                  </a:lnTo>
                  <a:lnTo>
                    <a:pt x="4" y="59810"/>
                  </a:lnTo>
                  <a:lnTo>
                    <a:pt x="1279" y="98486"/>
                  </a:lnTo>
                  <a:lnTo>
                    <a:pt x="1598" y="96887"/>
                  </a:lnTo>
                  <a:lnTo>
                    <a:pt x="1918" y="95288"/>
                  </a:lnTo>
                  <a:lnTo>
                    <a:pt x="1918" y="88893"/>
                  </a:lnTo>
                  <a:lnTo>
                    <a:pt x="1918" y="82498"/>
                  </a:lnTo>
                </a:path>
              </a:pathLst>
            </a:custGeom>
            <a:ln w="36749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6737021" y="5127466"/>
              <a:ext cx="4445" cy="0"/>
            </a:xfrm>
            <a:custGeom>
              <a:avLst/>
              <a:gdLst/>
              <a:ahLst/>
              <a:cxnLst/>
              <a:rect l="l" t="t" r="r" b="b"/>
              <a:pathLst>
                <a:path w="4445" h="0">
                  <a:moveTo>
                    <a:pt x="0" y="0"/>
                  </a:moveTo>
                  <a:lnTo>
                    <a:pt x="1278" y="0"/>
                  </a:lnTo>
                  <a:lnTo>
                    <a:pt x="2557" y="0"/>
                  </a:lnTo>
                  <a:lnTo>
                    <a:pt x="3836" y="0"/>
                  </a:lnTo>
                </a:path>
              </a:pathLst>
            </a:custGeom>
            <a:ln w="36749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/>
            <p:cNvSpPr/>
            <p:nvPr/>
          </p:nvSpPr>
          <p:spPr>
            <a:xfrm>
              <a:off x="6796616" y="5187900"/>
              <a:ext cx="114300" cy="419734"/>
            </a:xfrm>
            <a:custGeom>
              <a:avLst/>
              <a:gdLst/>
              <a:ahLst/>
              <a:cxnLst/>
              <a:rect l="l" t="t" r="r" b="b"/>
              <a:pathLst>
                <a:path w="114300" h="419735">
                  <a:moveTo>
                    <a:pt x="82378" y="39330"/>
                  </a:moveTo>
                  <a:lnTo>
                    <a:pt x="68948" y="319"/>
                  </a:lnTo>
                  <a:lnTo>
                    <a:pt x="60634" y="0"/>
                  </a:lnTo>
                  <a:lnTo>
                    <a:pt x="53959" y="359"/>
                  </a:lnTo>
                  <a:lnTo>
                    <a:pt x="14988" y="29377"/>
                  </a:lnTo>
                  <a:lnTo>
                    <a:pt x="0" y="70307"/>
                  </a:lnTo>
                  <a:lnTo>
                    <a:pt x="704" y="78586"/>
                  </a:lnTo>
                  <a:lnTo>
                    <a:pt x="2757" y="85695"/>
                  </a:lnTo>
                  <a:lnTo>
                    <a:pt x="6275" y="94329"/>
                  </a:lnTo>
                  <a:lnTo>
                    <a:pt x="12670" y="99445"/>
                  </a:lnTo>
                  <a:lnTo>
                    <a:pt x="22263" y="100404"/>
                  </a:lnTo>
                  <a:lnTo>
                    <a:pt x="29967" y="100339"/>
                  </a:lnTo>
                  <a:lnTo>
                    <a:pt x="68228" y="76302"/>
                  </a:lnTo>
                  <a:lnTo>
                    <a:pt x="82883" y="36857"/>
                  </a:lnTo>
                  <a:lnTo>
                    <a:pt x="83657" y="23982"/>
                  </a:lnTo>
                  <a:lnTo>
                    <a:pt x="83017" y="20144"/>
                  </a:lnTo>
                  <a:lnTo>
                    <a:pt x="82058" y="20144"/>
                  </a:lnTo>
                  <a:lnTo>
                    <a:pt x="81099" y="20144"/>
                  </a:lnTo>
                  <a:lnTo>
                    <a:pt x="76982" y="64711"/>
                  </a:lnTo>
                  <a:lnTo>
                    <a:pt x="76877" y="81753"/>
                  </a:lnTo>
                  <a:lnTo>
                    <a:pt x="77581" y="100085"/>
                  </a:lnTo>
                  <a:lnTo>
                    <a:pt x="79265" y="118995"/>
                  </a:lnTo>
                  <a:lnTo>
                    <a:pt x="81698" y="138176"/>
                  </a:lnTo>
                  <a:lnTo>
                    <a:pt x="84551" y="157416"/>
                  </a:lnTo>
                  <a:lnTo>
                    <a:pt x="87494" y="176507"/>
                  </a:lnTo>
                  <a:lnTo>
                    <a:pt x="90267" y="195293"/>
                  </a:lnTo>
                  <a:lnTo>
                    <a:pt x="92890" y="213839"/>
                  </a:lnTo>
                  <a:lnTo>
                    <a:pt x="95453" y="232265"/>
                  </a:lnTo>
                  <a:lnTo>
                    <a:pt x="98046" y="250692"/>
                  </a:lnTo>
                  <a:lnTo>
                    <a:pt x="100724" y="269188"/>
                  </a:lnTo>
                  <a:lnTo>
                    <a:pt x="103402" y="287624"/>
                  </a:lnTo>
                  <a:lnTo>
                    <a:pt x="105960" y="305820"/>
                  </a:lnTo>
                  <a:lnTo>
                    <a:pt x="111836" y="356772"/>
                  </a:lnTo>
                  <a:lnTo>
                    <a:pt x="113959" y="393779"/>
                  </a:lnTo>
                  <a:lnTo>
                    <a:pt x="113754" y="401658"/>
                  </a:lnTo>
                  <a:lnTo>
                    <a:pt x="113130" y="407679"/>
                  </a:lnTo>
                  <a:lnTo>
                    <a:pt x="112116" y="412171"/>
                  </a:lnTo>
                  <a:lnTo>
                    <a:pt x="110517" y="417287"/>
                  </a:lnTo>
                  <a:lnTo>
                    <a:pt x="107959" y="419205"/>
                  </a:lnTo>
                  <a:lnTo>
                    <a:pt x="103482" y="418886"/>
                  </a:lnTo>
                  <a:lnTo>
                    <a:pt x="99005" y="418566"/>
                  </a:lnTo>
                  <a:lnTo>
                    <a:pt x="66789" y="391226"/>
                  </a:lnTo>
                  <a:lnTo>
                    <a:pt x="40779" y="354549"/>
                  </a:lnTo>
                  <a:lnTo>
                    <a:pt x="21623" y="310167"/>
                  </a:lnTo>
                  <a:lnTo>
                    <a:pt x="16547" y="280509"/>
                  </a:lnTo>
                  <a:lnTo>
                    <a:pt x="16902" y="266460"/>
                  </a:lnTo>
                  <a:lnTo>
                    <a:pt x="30257" y="230027"/>
                  </a:lnTo>
                  <a:lnTo>
                    <a:pt x="59235" y="197052"/>
                  </a:lnTo>
                  <a:lnTo>
                    <a:pt x="66055" y="190946"/>
                  </a:lnTo>
                  <a:lnTo>
                    <a:pt x="72785" y="185141"/>
                  </a:lnTo>
                </a:path>
              </a:pathLst>
            </a:custGeom>
            <a:ln w="36749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0" name="object 130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6922013" y="5158493"/>
              <a:ext cx="139712" cy="135715"/>
            </a:xfrm>
            <a:prstGeom prst="rect">
              <a:avLst/>
            </a:prstGeom>
          </p:spPr>
        </p:pic>
        <p:sp>
          <p:nvSpPr>
            <p:cNvPr id="131" name="object 131"/>
            <p:cNvSpPr/>
            <p:nvPr/>
          </p:nvSpPr>
          <p:spPr>
            <a:xfrm>
              <a:off x="7122651" y="5248334"/>
              <a:ext cx="4445" cy="4445"/>
            </a:xfrm>
            <a:custGeom>
              <a:avLst/>
              <a:gdLst/>
              <a:ahLst/>
              <a:cxnLst/>
              <a:rect l="l" t="t" r="r" b="b"/>
              <a:pathLst>
                <a:path w="4445" h="4445">
                  <a:moveTo>
                    <a:pt x="3837" y="3837"/>
                  </a:moveTo>
                  <a:lnTo>
                    <a:pt x="2558" y="2558"/>
                  </a:lnTo>
                  <a:lnTo>
                    <a:pt x="1279" y="1279"/>
                  </a:lnTo>
                  <a:lnTo>
                    <a:pt x="0" y="0"/>
                  </a:lnTo>
                </a:path>
              </a:pathLst>
            </a:custGeom>
            <a:ln w="36749">
              <a:solidFill>
                <a:srgbClr val="2C097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AISecurity</dc:title>
  <dcterms:created xsi:type="dcterms:W3CDTF">2026-01-08T10:25:32Z</dcterms:created>
  <dcterms:modified xsi:type="dcterms:W3CDTF">2026-01-08T10:25:32Z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2026-01-08T00:00:00Z</vt:filetime>
  </property>
  <property fmtid="{D5CDD505-2E9C-101B-9397-08002B2CF9AE}" pid="3" name="Creator">
    <vt:lpwstr>Keynote</vt:lpwstr>
  </property>
  <property fmtid="{D5CDD505-2E9C-101B-9397-08002B2CF9AE}" pid="4" name="LastSaved">
    <vt:filetime>2026-01-08T00:00:00Z</vt:filetime>
  </property>
  <property fmtid="{D5CDD505-2E9C-101B-9397-08002B2CF9AE}" pid="5" name="Producer">
    <vt:lpwstr>iOS Version 18.6.2 (Build 22G100) Quartz PDFContext</vt:lpwstr>
  </property>
</Properties>
</file>